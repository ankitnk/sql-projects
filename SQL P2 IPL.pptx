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76" r:id="rId4"/>
    <p:sldId id="261" r:id="rId5"/>
    <p:sldId id="277" r:id="rId6"/>
    <p:sldId id="262" r:id="rId7"/>
    <p:sldId id="265" r:id="rId8"/>
    <p:sldId id="266" r:id="rId9"/>
    <p:sldId id="270" r:id="rId10"/>
    <p:sldId id="271" r:id="rId11"/>
    <p:sldId id="273" r:id="rId12"/>
    <p:sldId id="272" r:id="rId13"/>
    <p:sldId id="274" r:id="rId14"/>
    <p:sldId id="275"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1" userDrawn="1">
          <p15:clr>
            <a:srgbClr val="A4A3A4"/>
          </p15:clr>
        </p15:guide>
        <p15:guide id="2" pos="3840" userDrawn="1">
          <p15:clr>
            <a:srgbClr val="A4A3A4"/>
          </p15:clr>
        </p15:guide>
        <p15:guide id="3" orient="horz" pos="3929" userDrawn="1">
          <p15:clr>
            <a:srgbClr val="A4A3A4"/>
          </p15:clr>
        </p15:guide>
        <p15:guide id="4" pos="529" userDrawn="1">
          <p15:clr>
            <a:srgbClr val="A4A3A4"/>
          </p15:clr>
        </p15:guide>
        <p15:guide id="5" pos="71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848"/>
    <a:srgbClr val="FBB901"/>
    <a:srgbClr val="E62A76"/>
    <a:srgbClr val="774898"/>
    <a:srgbClr val="00A8B5"/>
    <a:srgbClr val="9A0A18"/>
    <a:srgbClr val="FFFAC5"/>
    <a:srgbClr val="081033"/>
    <a:srgbClr val="19398A"/>
    <a:srgbClr val="061E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30D17-2574-4B09-8096-163EFC28A03B}" v="25" dt="2025-02-14T06:22:38.064"/>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p:cViewPr varScale="1">
        <p:scale>
          <a:sx n="82" d="100"/>
          <a:sy n="82" d="100"/>
        </p:scale>
        <p:origin x="725" y="72"/>
      </p:cViewPr>
      <p:guideLst>
        <p:guide orient="horz" pos="3521"/>
        <p:guide pos="3840"/>
        <p:guide orient="horz" pos="3929"/>
        <p:guide pos="529"/>
        <p:guide pos="715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shrivas" userId="e4b473bf617c932d" providerId="LiveId" clId="{C5530D17-2574-4B09-8096-163EFC28A03B}"/>
    <pc:docChg chg="undo custSel addSld delSld modSld sldOrd">
      <pc:chgData name="ankit shrivas" userId="e4b473bf617c932d" providerId="LiveId" clId="{C5530D17-2574-4B09-8096-163EFC28A03B}" dt="2025-02-14T06:24:17.282" v="485" actId="1076"/>
      <pc:docMkLst>
        <pc:docMk/>
      </pc:docMkLst>
      <pc:sldChg chg="addSp delSp modSp mod">
        <pc:chgData name="ankit shrivas" userId="e4b473bf617c932d" providerId="LiveId" clId="{C5530D17-2574-4B09-8096-163EFC28A03B}" dt="2025-02-14T06:24:17.282" v="485" actId="1076"/>
        <pc:sldMkLst>
          <pc:docMk/>
          <pc:sldMk cId="3679160905" sldId="258"/>
        </pc:sldMkLst>
        <pc:spChg chg="add mod">
          <ac:chgData name="ankit shrivas" userId="e4b473bf617c932d" providerId="LiveId" clId="{C5530D17-2574-4B09-8096-163EFC28A03B}" dt="2025-02-14T06:24:17.282" v="485" actId="1076"/>
          <ac:spMkLst>
            <pc:docMk/>
            <pc:sldMk cId="3679160905" sldId="258"/>
            <ac:spMk id="2" creationId="{9481BDC4-F321-862A-4E75-406C4112C02B}"/>
          </ac:spMkLst>
        </pc:spChg>
        <pc:spChg chg="mod">
          <ac:chgData name="ankit shrivas" userId="e4b473bf617c932d" providerId="LiveId" clId="{C5530D17-2574-4B09-8096-163EFC28A03B}" dt="2025-02-14T06:23:31.618" v="477" actId="1076"/>
          <ac:spMkLst>
            <pc:docMk/>
            <pc:sldMk cId="3679160905" sldId="258"/>
            <ac:spMk id="2009" creationId="{C701FDD6-046D-859F-3964-32DEDB0A2CB2}"/>
          </ac:spMkLst>
        </pc:spChg>
        <pc:spChg chg="del mod">
          <ac:chgData name="ankit shrivas" userId="e4b473bf617c932d" providerId="LiveId" clId="{C5530D17-2574-4B09-8096-163EFC28A03B}" dt="2025-02-14T06:22:27.120" v="396" actId="478"/>
          <ac:spMkLst>
            <pc:docMk/>
            <pc:sldMk cId="3679160905" sldId="258"/>
            <ac:spMk id="2028" creationId="{34266380-9443-3457-60B9-5A7A02D9E4CC}"/>
          </ac:spMkLst>
        </pc:spChg>
        <pc:grpChg chg="add del">
          <ac:chgData name="ankit shrivas" userId="e4b473bf617c932d" providerId="LiveId" clId="{C5530D17-2574-4B09-8096-163EFC28A03B}" dt="2025-02-13T08:29:54.740" v="266" actId="478"/>
          <ac:grpSpMkLst>
            <pc:docMk/>
            <pc:sldMk cId="3679160905" sldId="258"/>
            <ac:grpSpMk id="2007" creationId="{2B0B98CC-14FE-B6BD-7844-76A5EE6266D2}"/>
          </ac:grpSpMkLst>
        </pc:grpChg>
        <pc:picChg chg="add del mod">
          <ac:chgData name="ankit shrivas" userId="e4b473bf617c932d" providerId="LiveId" clId="{C5530D17-2574-4B09-8096-163EFC28A03B}" dt="2025-02-13T08:31:51.775" v="277" actId="478"/>
          <ac:picMkLst>
            <pc:docMk/>
            <pc:sldMk cId="3679160905" sldId="258"/>
            <ac:picMk id="2" creationId="{8735B797-6AE6-FC7C-D68C-A38F265DFDBE}"/>
          </ac:picMkLst>
        </pc:picChg>
        <pc:picChg chg="add mod">
          <ac:chgData name="ankit shrivas" userId="e4b473bf617c932d" providerId="LiveId" clId="{C5530D17-2574-4B09-8096-163EFC28A03B}" dt="2025-02-13T08:32:05.393" v="283" actId="1076"/>
          <ac:picMkLst>
            <pc:docMk/>
            <pc:sldMk cId="3679160905" sldId="258"/>
            <ac:picMk id="3" creationId="{C3E2F26A-714F-694E-45D4-345755B26091}"/>
          </ac:picMkLst>
        </pc:picChg>
      </pc:sldChg>
      <pc:sldChg chg="modSp mod">
        <pc:chgData name="ankit shrivas" userId="e4b473bf617c932d" providerId="LiveId" clId="{C5530D17-2574-4B09-8096-163EFC28A03B}" dt="2025-02-12T10:52:15.089" v="39" actId="404"/>
        <pc:sldMkLst>
          <pc:docMk/>
          <pc:sldMk cId="1928851027" sldId="259"/>
        </pc:sldMkLst>
        <pc:spChg chg="mod">
          <ac:chgData name="ankit shrivas" userId="e4b473bf617c932d" providerId="LiveId" clId="{C5530D17-2574-4B09-8096-163EFC28A03B}" dt="2025-02-12T10:52:15.089" v="39" actId="404"/>
          <ac:spMkLst>
            <pc:docMk/>
            <pc:sldMk cId="1928851027" sldId="259"/>
            <ac:spMk id="4" creationId="{A5940114-37EA-5A28-2A19-2CE87107877E}"/>
          </ac:spMkLst>
        </pc:spChg>
      </pc:sldChg>
      <pc:sldChg chg="addSp delSp modSp mod">
        <pc:chgData name="ankit shrivas" userId="e4b473bf617c932d" providerId="LiveId" clId="{C5530D17-2574-4B09-8096-163EFC28A03B}" dt="2025-02-12T10:54:04.882" v="52" actId="1076"/>
        <pc:sldMkLst>
          <pc:docMk/>
          <pc:sldMk cId="1273445087" sldId="261"/>
        </pc:sldMkLst>
        <pc:spChg chg="add mod">
          <ac:chgData name="ankit shrivas" userId="e4b473bf617c932d" providerId="LiveId" clId="{C5530D17-2574-4B09-8096-163EFC28A03B}" dt="2025-02-12T10:54:04.882" v="52" actId="1076"/>
          <ac:spMkLst>
            <pc:docMk/>
            <pc:sldMk cId="1273445087" sldId="261"/>
            <ac:spMk id="6" creationId="{90181199-811C-737B-CF02-40FEB884752D}"/>
          </ac:spMkLst>
        </pc:spChg>
        <pc:spChg chg="mod">
          <ac:chgData name="ankit shrivas" userId="e4b473bf617c932d" providerId="LiveId" clId="{C5530D17-2574-4B09-8096-163EFC28A03B}" dt="2025-02-12T10:44:39.503" v="32" actId="20577"/>
          <ac:spMkLst>
            <pc:docMk/>
            <pc:sldMk cId="1273445087" sldId="261"/>
            <ac:spMk id="11" creationId="{DDE48FFE-68FE-941D-E6BB-8DC9BA0C6CFE}"/>
          </ac:spMkLst>
        </pc:spChg>
      </pc:sldChg>
      <pc:sldChg chg="addSp delSp modSp mod">
        <pc:chgData name="ankit shrivas" userId="e4b473bf617c932d" providerId="LiveId" clId="{C5530D17-2574-4B09-8096-163EFC28A03B}" dt="2025-02-12T11:04:54.272" v="145" actId="1076"/>
        <pc:sldMkLst>
          <pc:docMk/>
          <pc:sldMk cId="675404254" sldId="262"/>
        </pc:sldMkLst>
        <pc:spChg chg="add del mod">
          <ac:chgData name="ankit shrivas" userId="e4b473bf617c932d" providerId="LiveId" clId="{C5530D17-2574-4B09-8096-163EFC28A03B}" dt="2025-02-12T11:04:54.272" v="145" actId="1076"/>
          <ac:spMkLst>
            <pc:docMk/>
            <pc:sldMk cId="675404254" sldId="262"/>
            <ac:spMk id="3" creationId="{0D308474-AF58-3DD4-925C-D0C04BDA9747}"/>
          </ac:spMkLst>
        </pc:spChg>
        <pc:spChg chg="add mod">
          <ac:chgData name="ankit shrivas" userId="e4b473bf617c932d" providerId="LiveId" clId="{C5530D17-2574-4B09-8096-163EFC28A03B}" dt="2025-02-12T11:04:07.821" v="137" actId="1076"/>
          <ac:spMkLst>
            <pc:docMk/>
            <pc:sldMk cId="675404254" sldId="262"/>
            <ac:spMk id="5" creationId="{3CA1F98C-8E71-6B91-8F8F-B581967F42D3}"/>
          </ac:spMkLst>
        </pc:spChg>
        <pc:spChg chg="add mod">
          <ac:chgData name="ankit shrivas" userId="e4b473bf617c932d" providerId="LiveId" clId="{C5530D17-2574-4B09-8096-163EFC28A03B}" dt="2025-02-12T11:04:38.363" v="144" actId="20577"/>
          <ac:spMkLst>
            <pc:docMk/>
            <pc:sldMk cId="675404254" sldId="262"/>
            <ac:spMk id="11" creationId="{B4A84AAC-C0B1-10F2-5EA9-60B7679A8429}"/>
          </ac:spMkLst>
        </pc:spChg>
      </pc:sldChg>
      <pc:sldChg chg="del">
        <pc:chgData name="ankit shrivas" userId="e4b473bf617c932d" providerId="LiveId" clId="{C5530D17-2574-4B09-8096-163EFC28A03B}" dt="2025-02-12T10:42:50.490" v="8" actId="47"/>
        <pc:sldMkLst>
          <pc:docMk/>
          <pc:sldMk cId="4118352242" sldId="263"/>
        </pc:sldMkLst>
      </pc:sldChg>
      <pc:sldChg chg="del">
        <pc:chgData name="ankit shrivas" userId="e4b473bf617c932d" providerId="LiveId" clId="{C5530D17-2574-4B09-8096-163EFC28A03B}" dt="2025-02-12T10:42:53.458" v="9" actId="47"/>
        <pc:sldMkLst>
          <pc:docMk/>
          <pc:sldMk cId="2212800275" sldId="264"/>
        </pc:sldMkLst>
      </pc:sldChg>
      <pc:sldChg chg="addSp delSp modSp mod">
        <pc:chgData name="ankit shrivas" userId="e4b473bf617c932d" providerId="LiveId" clId="{C5530D17-2574-4B09-8096-163EFC28A03B}" dt="2025-02-12T11:05:54.898" v="154" actId="14100"/>
        <pc:sldMkLst>
          <pc:docMk/>
          <pc:sldMk cId="2164802575" sldId="265"/>
        </pc:sldMkLst>
        <pc:spChg chg="add mod">
          <ac:chgData name="ankit shrivas" userId="e4b473bf617c932d" providerId="LiveId" clId="{C5530D17-2574-4B09-8096-163EFC28A03B}" dt="2025-02-12T11:05:54.898" v="154" actId="14100"/>
          <ac:spMkLst>
            <pc:docMk/>
            <pc:sldMk cId="2164802575" sldId="265"/>
            <ac:spMk id="5" creationId="{3D89E0E1-158E-006C-5C51-0A561C5BA730}"/>
          </ac:spMkLst>
        </pc:spChg>
      </pc:sldChg>
      <pc:sldChg chg="addSp delSp modSp mod">
        <pc:chgData name="ankit shrivas" userId="e4b473bf617c932d" providerId="LiveId" clId="{C5530D17-2574-4B09-8096-163EFC28A03B}" dt="2025-02-12T11:06:57.723" v="163" actId="404"/>
        <pc:sldMkLst>
          <pc:docMk/>
          <pc:sldMk cId="2152714887" sldId="266"/>
        </pc:sldMkLst>
        <pc:spChg chg="add mod">
          <ac:chgData name="ankit shrivas" userId="e4b473bf617c932d" providerId="LiveId" clId="{C5530D17-2574-4B09-8096-163EFC28A03B}" dt="2025-02-12T11:06:57.723" v="163" actId="404"/>
          <ac:spMkLst>
            <pc:docMk/>
            <pc:sldMk cId="2152714887" sldId="266"/>
            <ac:spMk id="7" creationId="{F32D99A4-6017-7909-F3B7-F2B720D2D15B}"/>
          </ac:spMkLst>
        </pc:spChg>
      </pc:sldChg>
      <pc:sldChg chg="del">
        <pc:chgData name="ankit shrivas" userId="e4b473bf617c932d" providerId="LiveId" clId="{C5530D17-2574-4B09-8096-163EFC28A03B}" dt="2025-02-12T10:43:20.813" v="14" actId="47"/>
        <pc:sldMkLst>
          <pc:docMk/>
          <pc:sldMk cId="1993411287" sldId="267"/>
        </pc:sldMkLst>
      </pc:sldChg>
      <pc:sldChg chg="delSp modSp del mod">
        <pc:chgData name="ankit shrivas" userId="e4b473bf617c932d" providerId="LiveId" clId="{C5530D17-2574-4B09-8096-163EFC28A03B}" dt="2025-02-12T11:10:56.314" v="205" actId="47"/>
        <pc:sldMkLst>
          <pc:docMk/>
          <pc:sldMk cId="1364226825" sldId="268"/>
        </pc:sldMkLst>
      </pc:sldChg>
      <pc:sldChg chg="modSp mod">
        <pc:chgData name="ankit shrivas" userId="e4b473bf617c932d" providerId="LiveId" clId="{C5530D17-2574-4B09-8096-163EFC28A03B}" dt="2025-02-12T10:51:23.093" v="35" actId="207"/>
        <pc:sldMkLst>
          <pc:docMk/>
          <pc:sldMk cId="62653301" sldId="269"/>
        </pc:sldMkLst>
        <pc:spChg chg="mod">
          <ac:chgData name="ankit shrivas" userId="e4b473bf617c932d" providerId="LiveId" clId="{C5530D17-2574-4B09-8096-163EFC28A03B}" dt="2025-02-12T10:51:23.093" v="35" actId="207"/>
          <ac:spMkLst>
            <pc:docMk/>
            <pc:sldMk cId="62653301" sldId="269"/>
            <ac:spMk id="4" creationId="{DA358808-8673-C777-26B7-FF404E2177ED}"/>
          </ac:spMkLst>
        </pc:spChg>
      </pc:sldChg>
      <pc:sldChg chg="addSp delSp modSp add mod">
        <pc:chgData name="ankit shrivas" userId="e4b473bf617c932d" providerId="LiveId" clId="{C5530D17-2574-4B09-8096-163EFC28A03B}" dt="2025-02-12T11:08:29.561" v="176" actId="14100"/>
        <pc:sldMkLst>
          <pc:docMk/>
          <pc:sldMk cId="24695001" sldId="270"/>
        </pc:sldMkLst>
        <pc:spChg chg="add mod">
          <ac:chgData name="ankit shrivas" userId="e4b473bf617c932d" providerId="LiveId" clId="{C5530D17-2574-4B09-8096-163EFC28A03B}" dt="2025-02-12T11:08:29.561" v="176" actId="14100"/>
          <ac:spMkLst>
            <pc:docMk/>
            <pc:sldMk cId="24695001" sldId="270"/>
            <ac:spMk id="4" creationId="{4CE2594E-1C67-7F59-83F6-293EC2407BC5}"/>
          </ac:spMkLst>
        </pc:spChg>
      </pc:sldChg>
      <pc:sldChg chg="del">
        <pc:chgData name="ankit shrivas" userId="e4b473bf617c932d" providerId="LiveId" clId="{C5530D17-2574-4B09-8096-163EFC28A03B}" dt="2025-02-12T10:39:49.496" v="5" actId="47"/>
        <pc:sldMkLst>
          <pc:docMk/>
          <pc:sldMk cId="4236955570" sldId="270"/>
        </pc:sldMkLst>
      </pc:sldChg>
      <pc:sldChg chg="addSp delSp modSp add mod">
        <pc:chgData name="ankit shrivas" userId="e4b473bf617c932d" providerId="LiveId" clId="{C5530D17-2574-4B09-8096-163EFC28A03B}" dt="2025-02-12T11:09:14.117" v="183" actId="1076"/>
        <pc:sldMkLst>
          <pc:docMk/>
          <pc:sldMk cId="999402599" sldId="271"/>
        </pc:sldMkLst>
        <pc:spChg chg="add mod">
          <ac:chgData name="ankit shrivas" userId="e4b473bf617c932d" providerId="LiveId" clId="{C5530D17-2574-4B09-8096-163EFC28A03B}" dt="2025-02-12T11:09:14.117" v="183" actId="1076"/>
          <ac:spMkLst>
            <pc:docMk/>
            <pc:sldMk cId="999402599" sldId="271"/>
            <ac:spMk id="4" creationId="{B9678B33-8AFC-4A92-0D35-BA456E961E85}"/>
          </ac:spMkLst>
        </pc:spChg>
      </pc:sldChg>
      <pc:sldChg chg="del">
        <pc:chgData name="ankit shrivas" userId="e4b473bf617c932d" providerId="LiveId" clId="{C5530D17-2574-4B09-8096-163EFC28A03B}" dt="2025-02-12T10:39:47.937" v="4" actId="47"/>
        <pc:sldMkLst>
          <pc:docMk/>
          <pc:sldMk cId="3602107788" sldId="271"/>
        </pc:sldMkLst>
      </pc:sldChg>
      <pc:sldChg chg="del">
        <pc:chgData name="ankit shrivas" userId="e4b473bf617c932d" providerId="LiveId" clId="{C5530D17-2574-4B09-8096-163EFC28A03B}" dt="2025-02-12T10:39:44.529" v="3" actId="47"/>
        <pc:sldMkLst>
          <pc:docMk/>
          <pc:sldMk cId="20100263" sldId="272"/>
        </pc:sldMkLst>
      </pc:sldChg>
      <pc:sldChg chg="addSp delSp modSp add mod">
        <pc:chgData name="ankit shrivas" userId="e4b473bf617c932d" providerId="LiveId" clId="{C5530D17-2574-4B09-8096-163EFC28A03B}" dt="2025-02-12T11:10:36.251" v="202" actId="1076"/>
        <pc:sldMkLst>
          <pc:docMk/>
          <pc:sldMk cId="1549290891" sldId="272"/>
        </pc:sldMkLst>
        <pc:spChg chg="add mod">
          <ac:chgData name="ankit shrivas" userId="e4b473bf617c932d" providerId="LiveId" clId="{C5530D17-2574-4B09-8096-163EFC28A03B}" dt="2025-02-12T11:10:36.251" v="202" actId="1076"/>
          <ac:spMkLst>
            <pc:docMk/>
            <pc:sldMk cId="1549290891" sldId="272"/>
            <ac:spMk id="4" creationId="{68214CFF-A130-AB04-A7E6-5CDA113BFFCF}"/>
          </ac:spMkLst>
        </pc:spChg>
      </pc:sldChg>
      <pc:sldChg chg="del">
        <pc:chgData name="ankit shrivas" userId="e4b473bf617c932d" providerId="LiveId" clId="{C5530D17-2574-4B09-8096-163EFC28A03B}" dt="2025-02-12T10:39:42.373" v="2" actId="47"/>
        <pc:sldMkLst>
          <pc:docMk/>
          <pc:sldMk cId="1643302741" sldId="273"/>
        </pc:sldMkLst>
      </pc:sldChg>
      <pc:sldChg chg="addSp delSp modSp add mod">
        <pc:chgData name="ankit shrivas" userId="e4b473bf617c932d" providerId="LiveId" clId="{C5530D17-2574-4B09-8096-163EFC28A03B}" dt="2025-02-12T11:10:05.348" v="197" actId="1076"/>
        <pc:sldMkLst>
          <pc:docMk/>
          <pc:sldMk cId="3932359508" sldId="273"/>
        </pc:sldMkLst>
        <pc:spChg chg="add mod">
          <ac:chgData name="ankit shrivas" userId="e4b473bf617c932d" providerId="LiveId" clId="{C5530D17-2574-4B09-8096-163EFC28A03B}" dt="2025-02-12T11:10:05.348" v="197" actId="1076"/>
          <ac:spMkLst>
            <pc:docMk/>
            <pc:sldMk cId="3932359508" sldId="273"/>
            <ac:spMk id="4" creationId="{B908DC75-3980-7B5D-75FD-68A352D74F96}"/>
          </ac:spMkLst>
        </pc:spChg>
      </pc:sldChg>
      <pc:sldChg chg="del">
        <pc:chgData name="ankit shrivas" userId="e4b473bf617c932d" providerId="LiveId" clId="{C5530D17-2574-4B09-8096-163EFC28A03B}" dt="2025-02-12T10:39:39.637" v="1" actId="47"/>
        <pc:sldMkLst>
          <pc:docMk/>
          <pc:sldMk cId="2016528334" sldId="274"/>
        </pc:sldMkLst>
      </pc:sldChg>
      <pc:sldChg chg="addSp delSp modSp add mod">
        <pc:chgData name="ankit shrivas" userId="e4b473bf617c932d" providerId="LiveId" clId="{C5530D17-2574-4B09-8096-163EFC28A03B}" dt="2025-02-12T11:11:39.644" v="210" actId="1076"/>
        <pc:sldMkLst>
          <pc:docMk/>
          <pc:sldMk cId="2736710719" sldId="274"/>
        </pc:sldMkLst>
        <pc:spChg chg="add mod">
          <ac:chgData name="ankit shrivas" userId="e4b473bf617c932d" providerId="LiveId" clId="{C5530D17-2574-4B09-8096-163EFC28A03B}" dt="2025-02-12T11:11:39.644" v="210" actId="1076"/>
          <ac:spMkLst>
            <pc:docMk/>
            <pc:sldMk cId="2736710719" sldId="274"/>
            <ac:spMk id="5" creationId="{73BC32BF-2D8B-F502-BED8-166B5F3CE549}"/>
          </ac:spMkLst>
        </pc:spChg>
      </pc:sldChg>
      <pc:sldChg chg="del">
        <pc:chgData name="ankit shrivas" userId="e4b473bf617c932d" providerId="LiveId" clId="{C5530D17-2574-4B09-8096-163EFC28A03B}" dt="2025-02-12T10:39:31.452" v="0" actId="47"/>
        <pc:sldMkLst>
          <pc:docMk/>
          <pc:sldMk cId="1072864637" sldId="275"/>
        </pc:sldMkLst>
      </pc:sldChg>
      <pc:sldChg chg="addSp delSp modSp add mod">
        <pc:chgData name="ankit shrivas" userId="e4b473bf617c932d" providerId="LiveId" clId="{C5530D17-2574-4B09-8096-163EFC28A03B}" dt="2025-02-12T11:12:17.376" v="216" actId="1076"/>
        <pc:sldMkLst>
          <pc:docMk/>
          <pc:sldMk cId="3355545626" sldId="275"/>
        </pc:sldMkLst>
        <pc:spChg chg="add mod">
          <ac:chgData name="ankit shrivas" userId="e4b473bf617c932d" providerId="LiveId" clId="{C5530D17-2574-4B09-8096-163EFC28A03B}" dt="2025-02-12T11:12:17.376" v="216" actId="1076"/>
          <ac:spMkLst>
            <pc:docMk/>
            <pc:sldMk cId="3355545626" sldId="275"/>
            <ac:spMk id="5" creationId="{642E05EE-1E2E-1176-1ED0-3E56FE1664B6}"/>
          </ac:spMkLst>
        </pc:spChg>
      </pc:sldChg>
      <pc:sldChg chg="addSp delSp modSp add mod">
        <pc:chgData name="ankit shrivas" userId="e4b473bf617c932d" providerId="LiveId" clId="{C5530D17-2574-4B09-8096-163EFC28A03B}" dt="2025-02-12T11:19:21.107" v="264" actId="1076"/>
        <pc:sldMkLst>
          <pc:docMk/>
          <pc:sldMk cId="6970874" sldId="276"/>
        </pc:sldMkLst>
        <pc:spChg chg="mod">
          <ac:chgData name="ankit shrivas" userId="e4b473bf617c932d" providerId="LiveId" clId="{C5530D17-2574-4B09-8096-163EFC28A03B}" dt="2025-02-12T11:19:21.107" v="264" actId="1076"/>
          <ac:spMkLst>
            <pc:docMk/>
            <pc:sldMk cId="6970874" sldId="276"/>
            <ac:spMk id="4" creationId="{E7AF93EE-793F-0D89-CAC3-066A81AF8690}"/>
          </ac:spMkLst>
        </pc:spChg>
        <pc:spChg chg="add mod">
          <ac:chgData name="ankit shrivas" userId="e4b473bf617c932d" providerId="LiveId" clId="{C5530D17-2574-4B09-8096-163EFC28A03B}" dt="2025-02-12T11:19:15.135" v="263" actId="14100"/>
          <ac:spMkLst>
            <pc:docMk/>
            <pc:sldMk cId="6970874" sldId="276"/>
            <ac:spMk id="5" creationId="{ECF57445-2228-4EEE-8E40-E02A8034D274}"/>
          </ac:spMkLst>
        </pc:spChg>
        <pc:spChg chg="mod">
          <ac:chgData name="ankit shrivas" userId="e4b473bf617c932d" providerId="LiveId" clId="{C5530D17-2574-4B09-8096-163EFC28A03B}" dt="2025-02-12T11:17:19.767" v="253" actId="14100"/>
          <ac:spMkLst>
            <pc:docMk/>
            <pc:sldMk cId="6970874" sldId="276"/>
            <ac:spMk id="11" creationId="{AB1BC8E4-0ACD-1B5C-827B-313CED1234D9}"/>
          </ac:spMkLst>
        </pc:spChg>
        <pc:grpChg chg="mod">
          <ac:chgData name="ankit shrivas" userId="e4b473bf617c932d" providerId="LiveId" clId="{C5530D17-2574-4B09-8096-163EFC28A03B}" dt="2025-02-12T11:17:03.562" v="220" actId="1076"/>
          <ac:grpSpMkLst>
            <pc:docMk/>
            <pc:sldMk cId="6970874" sldId="276"/>
            <ac:grpSpMk id="18" creationId="{F4676BC0-6D62-0D1C-D095-FB75389A9854}"/>
          </ac:grpSpMkLst>
        </pc:grpChg>
      </pc:sldChg>
      <pc:sldChg chg="del">
        <pc:chgData name="ankit shrivas" userId="e4b473bf617c932d" providerId="LiveId" clId="{C5530D17-2574-4B09-8096-163EFC28A03B}" dt="2025-02-12T10:43:01.507" v="10" actId="47"/>
        <pc:sldMkLst>
          <pc:docMk/>
          <pc:sldMk cId="2856643275" sldId="276"/>
        </pc:sldMkLst>
      </pc:sldChg>
      <pc:sldChg chg="del">
        <pc:chgData name="ankit shrivas" userId="e4b473bf617c932d" providerId="LiveId" clId="{C5530D17-2574-4B09-8096-163EFC28A03B}" dt="2025-02-12T10:43:02.161" v="11" actId="47"/>
        <pc:sldMkLst>
          <pc:docMk/>
          <pc:sldMk cId="1014273711" sldId="277"/>
        </pc:sldMkLst>
      </pc:sldChg>
      <pc:sldChg chg="delSp modSp add mod ord">
        <pc:chgData name="ankit shrivas" userId="e4b473bf617c932d" providerId="LiveId" clId="{C5530D17-2574-4B09-8096-163EFC28A03B}" dt="2025-02-14T06:20:28.456" v="348" actId="20577"/>
        <pc:sldMkLst>
          <pc:docMk/>
          <pc:sldMk cId="1495095983" sldId="277"/>
        </pc:sldMkLst>
        <pc:spChg chg="mod">
          <ac:chgData name="ankit shrivas" userId="e4b473bf617c932d" providerId="LiveId" clId="{C5530D17-2574-4B09-8096-163EFC28A03B}" dt="2025-02-14T06:20:28.456" v="348" actId="20577"/>
          <ac:spMkLst>
            <pc:docMk/>
            <pc:sldMk cId="1495095983" sldId="277"/>
            <ac:spMk id="4" creationId="{E8EBCC40-C6E2-22F6-EABC-BCA235D2CAD5}"/>
          </ac:spMkLst>
        </pc:spChg>
        <pc:spChg chg="del mod">
          <ac:chgData name="ankit shrivas" userId="e4b473bf617c932d" providerId="LiveId" clId="{C5530D17-2574-4B09-8096-163EFC28A03B}" dt="2025-02-14T06:20:11.095" v="340" actId="478"/>
          <ac:spMkLst>
            <pc:docMk/>
            <pc:sldMk cId="1495095983" sldId="277"/>
            <ac:spMk id="5" creationId="{55E440E2-7CB7-9D2B-0A27-DB4E389B2D49}"/>
          </ac:spMkLst>
        </pc:spChg>
        <pc:spChg chg="mod">
          <ac:chgData name="ankit shrivas" userId="e4b473bf617c932d" providerId="LiveId" clId="{C5530D17-2574-4B09-8096-163EFC28A03B}" dt="2025-02-14T06:19:43.339" v="331" actId="14100"/>
          <ac:spMkLst>
            <pc:docMk/>
            <pc:sldMk cId="1495095983" sldId="277"/>
            <ac:spMk id="11" creationId="{07D9DFBE-AE3B-EDE7-D854-B1659297E51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2251-0F8A-2951-3C50-46B74B7E36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AA5436-83F0-6BF7-89D3-ED3E1E6FF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A2D956-9A14-20D9-CEF8-CB5AB3078108}"/>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5" name="Footer Placeholder 4">
            <a:extLst>
              <a:ext uri="{FF2B5EF4-FFF2-40B4-BE49-F238E27FC236}">
                <a16:creationId xmlns:a16="http://schemas.microsoft.com/office/drawing/2014/main" id="{DC261AB0-1DBB-8488-4A32-B1FCC43966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4428A-1416-313A-BF22-B8D34D970136}"/>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23026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D075-C0D1-4669-075F-3A5A7FB9BB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A10ECE-6056-6688-5642-08A2113354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08C2-9FEF-36A5-57F6-D8F27AC88025}"/>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5" name="Footer Placeholder 4">
            <a:extLst>
              <a:ext uri="{FF2B5EF4-FFF2-40B4-BE49-F238E27FC236}">
                <a16:creationId xmlns:a16="http://schemas.microsoft.com/office/drawing/2014/main" id="{182EFB2B-B764-D7FA-F4B2-7E66C586F3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BB2BDB-E44D-0EBB-6B3D-2F616B10E977}"/>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84447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831F-316E-9CF6-4EF6-F785697726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4918D6-C6B6-4122-6E5F-5914B9B3A0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F7D36-8EA9-CCE2-68FC-1C5393AE398C}"/>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5" name="Footer Placeholder 4">
            <a:extLst>
              <a:ext uri="{FF2B5EF4-FFF2-40B4-BE49-F238E27FC236}">
                <a16:creationId xmlns:a16="http://schemas.microsoft.com/office/drawing/2014/main" id="{A03BF724-218C-998F-C19D-B4ACF73B9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7F895F-4047-F406-73CE-0690A2609C5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822022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9F83-1CC8-E07D-2FB5-55F79DC717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B87578-94F4-EE0D-06A7-6423C3BBA5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976347-071F-5946-8D9B-A3405E57D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A5CF0E-D2DA-B336-5D3C-B665D874DA0E}"/>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6" name="Footer Placeholder 5">
            <a:extLst>
              <a:ext uri="{FF2B5EF4-FFF2-40B4-BE49-F238E27FC236}">
                <a16:creationId xmlns:a16="http://schemas.microsoft.com/office/drawing/2014/main" id="{1E16607C-667E-2DA6-9C30-FE38A54296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2B60A5-7562-3E84-2B90-FB1C26865748}"/>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97394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2A66-389D-4779-2183-D3FEE219F1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7A09BB-7897-7CDF-BB7B-D67BB26E3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E1406-4CCF-754A-1EFF-5731DF45D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706B16-D73C-728F-254A-DF8DB5F27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07FBA-5C68-99BA-A72F-98D5811867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B73DDD-A78E-DD4A-7FD4-B6004F079552}"/>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8" name="Footer Placeholder 7">
            <a:extLst>
              <a:ext uri="{FF2B5EF4-FFF2-40B4-BE49-F238E27FC236}">
                <a16:creationId xmlns:a16="http://schemas.microsoft.com/office/drawing/2014/main" id="{222FC6C1-0A28-8D7B-7C47-9A3BF51D03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7778D6-27B3-E750-5322-AD8B391EB385}"/>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965189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8A1C-95F5-257F-5C85-EA5B6E001E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48AA6F-BB7D-516B-6708-4C9580243BC5}"/>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4" name="Footer Placeholder 3">
            <a:extLst>
              <a:ext uri="{FF2B5EF4-FFF2-40B4-BE49-F238E27FC236}">
                <a16:creationId xmlns:a16="http://schemas.microsoft.com/office/drawing/2014/main" id="{226289FF-EC1D-0794-0C7D-0C4EA851AA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DCD97A-A9ED-3230-F219-4628A863D46B}"/>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55841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29259A-EDF5-DAF4-BA55-972D0C8F7C42}"/>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3" name="Footer Placeholder 2">
            <a:extLst>
              <a:ext uri="{FF2B5EF4-FFF2-40B4-BE49-F238E27FC236}">
                <a16:creationId xmlns:a16="http://schemas.microsoft.com/office/drawing/2014/main" id="{A32819F6-97A7-94C1-2C48-182296C5B5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5A3A66-B271-DEBF-8587-D6A02318C5A2}"/>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00143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39CE-8207-4F00-3608-2EEA103DBD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06AE74-7B7C-8583-02E1-6706A3FFD8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8009CC-7F77-2035-EAC2-87B36AABE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7D81CC-37FD-07EF-45C2-E45C05EA25BC}"/>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6" name="Footer Placeholder 5">
            <a:extLst>
              <a:ext uri="{FF2B5EF4-FFF2-40B4-BE49-F238E27FC236}">
                <a16:creationId xmlns:a16="http://schemas.microsoft.com/office/drawing/2014/main" id="{A7E78272-A54F-BD6C-3EDF-74DC5992F2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C5416A-C5B7-0070-D47B-E48B420817D0}"/>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062598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183BF-E1F9-3645-E538-983081570F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FA18E5-CB4A-177E-939E-BF470A52E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578B97-9AA9-E09A-4365-D5472CB82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60A58-0CDB-43DD-B2BA-20A1B2504352}"/>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6" name="Footer Placeholder 5">
            <a:extLst>
              <a:ext uri="{FF2B5EF4-FFF2-40B4-BE49-F238E27FC236}">
                <a16:creationId xmlns:a16="http://schemas.microsoft.com/office/drawing/2014/main" id="{0C3F39CA-FC16-7C58-D7AD-1043D83EF1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91199B-1ECF-B56F-1F70-160CCC6B449F}"/>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40670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8A154-10A7-6190-A1E2-E10B9309E0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4042F-E31B-4C44-926C-4B293C39EB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16EF6-157F-5768-D341-1EF39F48BA9D}"/>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5" name="Footer Placeholder 4">
            <a:extLst>
              <a:ext uri="{FF2B5EF4-FFF2-40B4-BE49-F238E27FC236}">
                <a16:creationId xmlns:a16="http://schemas.microsoft.com/office/drawing/2014/main" id="{8352CA5C-3665-7988-69B0-EFB1223E3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810D7C-F0DB-7FEA-0813-2A2271F4DC2A}"/>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451860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1F32D6-C595-0F6A-F570-EE3A1B71C9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693683-102E-9068-E94A-3101635487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15A8E-741B-ED82-E162-58FAF587330F}"/>
              </a:ext>
            </a:extLst>
          </p:cNvPr>
          <p:cNvSpPr>
            <a:spLocks noGrp="1"/>
          </p:cNvSpPr>
          <p:nvPr>
            <p:ph type="dt" sz="half" idx="10"/>
          </p:nvPr>
        </p:nvSpPr>
        <p:spPr/>
        <p:txBody>
          <a:bodyPr/>
          <a:lstStyle/>
          <a:p>
            <a:fld id="{C49F22D1-3B31-4360-B61C-4EDA096BEFFB}" type="datetimeFigureOut">
              <a:rPr lang="en-IN" smtClean="0"/>
              <a:t>14-02-2025</a:t>
            </a:fld>
            <a:endParaRPr lang="en-IN"/>
          </a:p>
        </p:txBody>
      </p:sp>
      <p:sp>
        <p:nvSpPr>
          <p:cNvPr id="5" name="Footer Placeholder 4">
            <a:extLst>
              <a:ext uri="{FF2B5EF4-FFF2-40B4-BE49-F238E27FC236}">
                <a16:creationId xmlns:a16="http://schemas.microsoft.com/office/drawing/2014/main" id="{BD805C60-F30A-6B36-267F-044CFFA803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83CC8A-8D90-3EC2-89E1-D582812DC56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4187868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15E7D-4284-8C61-B663-5A82C50CC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9DB5D2-E30C-9C0B-10C1-E7E161D58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B2F317-6A04-D8BC-DD8A-55952237A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F22D1-3B31-4360-B61C-4EDA096BEFFB}" type="datetimeFigureOut">
              <a:rPr lang="en-IN" smtClean="0"/>
              <a:t>14-02-2025</a:t>
            </a:fld>
            <a:endParaRPr lang="en-IN"/>
          </a:p>
        </p:txBody>
      </p:sp>
      <p:sp>
        <p:nvSpPr>
          <p:cNvPr id="5" name="Footer Placeholder 4">
            <a:extLst>
              <a:ext uri="{FF2B5EF4-FFF2-40B4-BE49-F238E27FC236}">
                <a16:creationId xmlns:a16="http://schemas.microsoft.com/office/drawing/2014/main" id="{0137B9B2-CE6B-3671-6C71-B212FF56FB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491C654-5529-272F-6462-5B31C4D50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4A0C0-D345-4483-828B-D2AE835C7887}" type="slidenum">
              <a:rPr lang="en-IN" smtClean="0"/>
              <a:t>‹#›</a:t>
            </a:fld>
            <a:endParaRPr lang="en-IN"/>
          </a:p>
        </p:txBody>
      </p:sp>
    </p:spTree>
    <p:extLst>
      <p:ext uri="{BB962C8B-B14F-4D97-AF65-F5344CB8AC3E}">
        <p14:creationId xmlns:p14="http://schemas.microsoft.com/office/powerpoint/2010/main" val="3923837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81830B2-73FD-149E-82FC-C41935C2894C}"/>
            </a:ext>
          </a:extLst>
        </p:cNvPr>
        <p:cNvGrpSpPr/>
        <p:nvPr/>
      </p:nvGrpSpPr>
      <p:grpSpPr>
        <a:xfrm>
          <a:off x="0" y="0"/>
          <a:ext cx="0" cy="0"/>
          <a:chOff x="0" y="0"/>
          <a:chExt cx="0" cy="0"/>
        </a:xfrm>
      </p:grpSpPr>
      <p:grpSp>
        <p:nvGrpSpPr>
          <p:cNvPr id="2010" name="Group 2009">
            <a:extLst>
              <a:ext uri="{FF2B5EF4-FFF2-40B4-BE49-F238E27FC236}">
                <a16:creationId xmlns:a16="http://schemas.microsoft.com/office/drawing/2014/main" id="{A5BBAD4C-A094-B2C4-768A-55360528E075}"/>
              </a:ext>
            </a:extLst>
          </p:cNvPr>
          <p:cNvGrpSpPr/>
          <p:nvPr/>
        </p:nvGrpSpPr>
        <p:grpSpPr>
          <a:xfrm>
            <a:off x="-4796" y="1932417"/>
            <a:ext cx="12191923" cy="3527893"/>
            <a:chOff x="-13" y="1665555"/>
            <a:chExt cx="12191923" cy="3527893"/>
          </a:xfrm>
          <a:gradFill>
            <a:gsLst>
              <a:gs pos="56000">
                <a:schemeClr val="bg1">
                  <a:alpha val="0"/>
                </a:schemeClr>
              </a:gs>
              <a:gs pos="0">
                <a:srgbClr val="00A8B5">
                  <a:alpha val="25000"/>
                </a:srgbClr>
              </a:gs>
              <a:gs pos="35778">
                <a:srgbClr val="C1ACD0">
                  <a:alpha val="0"/>
                </a:srgbClr>
              </a:gs>
              <a:gs pos="17000">
                <a:srgbClr val="774898">
                  <a:alpha val="25000"/>
                </a:srgbClr>
              </a:gs>
              <a:gs pos="85000">
                <a:srgbClr val="E62A76"/>
              </a:gs>
              <a:gs pos="100000">
                <a:srgbClr val="FBB901"/>
              </a:gs>
            </a:gsLst>
            <a:lin ang="0" scaled="1"/>
          </a:gradFill>
        </p:grpSpPr>
        <p:sp>
          <p:nvSpPr>
            <p:cNvPr id="2011" name="Freeform: Shape 2010">
              <a:extLst>
                <a:ext uri="{FF2B5EF4-FFF2-40B4-BE49-F238E27FC236}">
                  <a16:creationId xmlns:a16="http://schemas.microsoft.com/office/drawing/2014/main" id="{B638C324-7146-FBD3-B55E-5DA90D3CD49F}"/>
                </a:ext>
              </a:extLst>
            </p:cNvPr>
            <p:cNvSpPr/>
            <p:nvPr/>
          </p:nvSpPr>
          <p:spPr>
            <a:xfrm>
              <a:off x="-13" y="1665555"/>
              <a:ext cx="12191923" cy="2941639"/>
            </a:xfrm>
            <a:custGeom>
              <a:avLst/>
              <a:gdLst>
                <a:gd name="connsiteX0" fmla="*/ 12190654 w 12191923"/>
                <a:gd name="connsiteY0" fmla="*/ 2933791 h 2941639"/>
                <a:gd name="connsiteX1" fmla="*/ 11614128 w 12191923"/>
                <a:gd name="connsiteY1" fmla="*/ 2041317 h 2941639"/>
                <a:gd name="connsiteX2" fmla="*/ 10838835 w 12191923"/>
                <a:gd name="connsiteY2" fmla="*/ 937509 h 2941639"/>
                <a:gd name="connsiteX3" fmla="*/ 9821219 w 12191923"/>
                <a:gd name="connsiteY3" fmla="*/ 116385 h 2941639"/>
                <a:gd name="connsiteX4" fmla="*/ 9188865 w 12191923"/>
                <a:gd name="connsiteY4" fmla="*/ 9715 h 2941639"/>
                <a:gd name="connsiteX5" fmla="*/ 8441255 w 12191923"/>
                <a:gd name="connsiteY5" fmla="*/ 342699 h 2941639"/>
                <a:gd name="connsiteX6" fmla="*/ 7530689 w 12191923"/>
                <a:gd name="connsiteY6" fmla="*/ 1633762 h 2941639"/>
                <a:gd name="connsiteX7" fmla="*/ 6860576 w 12191923"/>
                <a:gd name="connsiteY7" fmla="*/ 2240761 h 2941639"/>
                <a:gd name="connsiteX8" fmla="*/ 6023415 w 12191923"/>
                <a:gd name="connsiteY8" fmla="*/ 2680632 h 2941639"/>
                <a:gd name="connsiteX9" fmla="*/ 4079494 w 12191923"/>
                <a:gd name="connsiteY9" fmla="*/ 2584852 h 2941639"/>
                <a:gd name="connsiteX10" fmla="*/ 3213702 w 12191923"/>
                <a:gd name="connsiteY10" fmla="*/ 2143328 h 2941639"/>
                <a:gd name="connsiteX11" fmla="*/ 2672524 w 12191923"/>
                <a:gd name="connsiteY11" fmla="*/ 1588797 h 2941639"/>
                <a:gd name="connsiteX12" fmla="*/ 2171003 w 12191923"/>
                <a:gd name="connsiteY12" fmla="*/ 1045290 h 2941639"/>
                <a:gd name="connsiteX13" fmla="*/ 1431330 w 12191923"/>
                <a:gd name="connsiteY13" fmla="*/ 698247 h 2941639"/>
                <a:gd name="connsiteX14" fmla="*/ 723023 w 12191923"/>
                <a:gd name="connsiteY14" fmla="*/ 743375 h 2941639"/>
                <a:gd name="connsiteX15" fmla="*/ 208175 w 12191923"/>
                <a:gd name="connsiteY15" fmla="*/ 1036459 h 2941639"/>
                <a:gd name="connsiteX16" fmla="*/ 1715 w 12191923"/>
                <a:gd name="connsiteY16" fmla="*/ 1189421 h 2941639"/>
                <a:gd name="connsiteX17" fmla="*/ 5805 w 12191923"/>
                <a:gd name="connsiteY17" fmla="*/ 1196437 h 2941639"/>
                <a:gd name="connsiteX18" fmla="*/ 463012 w 12191923"/>
                <a:gd name="connsiteY18" fmla="*/ 875073 h 2941639"/>
                <a:gd name="connsiteX19" fmla="*/ 1113108 w 12191923"/>
                <a:gd name="connsiteY19" fmla="*/ 677607 h 2941639"/>
                <a:gd name="connsiteX20" fmla="*/ 1960020 w 12191923"/>
                <a:gd name="connsiteY20" fmla="*/ 906982 h 2941639"/>
                <a:gd name="connsiteX21" fmla="*/ 2522461 w 12191923"/>
                <a:gd name="connsiteY21" fmla="*/ 1417957 h 2941639"/>
                <a:gd name="connsiteX22" fmla="*/ 3013147 w 12191923"/>
                <a:gd name="connsiteY22" fmla="*/ 1983649 h 2941639"/>
                <a:gd name="connsiteX23" fmla="*/ 3716361 w 12191923"/>
                <a:gd name="connsiteY23" fmla="*/ 2438255 h 2941639"/>
                <a:gd name="connsiteX24" fmla="*/ 5553098 w 12191923"/>
                <a:gd name="connsiteY24" fmla="*/ 2799681 h 2941639"/>
                <a:gd name="connsiteX25" fmla="*/ 7160134 w 12191923"/>
                <a:gd name="connsiteY25" fmla="*/ 2022980 h 2941639"/>
                <a:gd name="connsiteX26" fmla="*/ 7462835 w 12191923"/>
                <a:gd name="connsiteY26" fmla="*/ 1734500 h 2941639"/>
                <a:gd name="connsiteX27" fmla="*/ 7675254 w 12191923"/>
                <a:gd name="connsiteY27" fmla="*/ 1432124 h 2941639"/>
                <a:gd name="connsiteX28" fmla="*/ 8101445 w 12191923"/>
                <a:gd name="connsiteY28" fmla="*/ 724251 h 2941639"/>
                <a:gd name="connsiteX29" fmla="*/ 8708201 w 12191923"/>
                <a:gd name="connsiteY29" fmla="*/ 183128 h 2941639"/>
                <a:gd name="connsiteX30" fmla="*/ 9535231 w 12191923"/>
                <a:gd name="connsiteY30" fmla="*/ 29543 h 2941639"/>
                <a:gd name="connsiteX31" fmla="*/ 10630507 w 12191923"/>
                <a:gd name="connsiteY31" fmla="*/ 719050 h 2941639"/>
                <a:gd name="connsiteX32" fmla="*/ 11462087 w 12191923"/>
                <a:gd name="connsiteY32" fmla="*/ 1814245 h 2941639"/>
                <a:gd name="connsiteX33" fmla="*/ 12073069 w 12191923"/>
                <a:gd name="connsiteY33" fmla="*/ 2787844 h 2941639"/>
                <a:gd name="connsiteX34" fmla="*/ 12185128 w 12191923"/>
                <a:gd name="connsiteY34" fmla="*/ 2939533 h 2941639"/>
                <a:gd name="connsiteX35" fmla="*/ 12190871 w 12191923"/>
                <a:gd name="connsiteY35" fmla="*/ 2933791 h 294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1923" h="2941639">
                  <a:moveTo>
                    <a:pt x="12190654" y="2933791"/>
                  </a:moveTo>
                  <a:cubicBezTo>
                    <a:pt x="11969406" y="2658746"/>
                    <a:pt x="11799459" y="2340578"/>
                    <a:pt x="11614128" y="2041317"/>
                  </a:cubicBezTo>
                  <a:cubicBezTo>
                    <a:pt x="11377439" y="1659061"/>
                    <a:pt x="11130159" y="1280895"/>
                    <a:pt x="10838835" y="937509"/>
                  </a:cubicBezTo>
                  <a:cubicBezTo>
                    <a:pt x="10557046" y="605446"/>
                    <a:pt x="10225416" y="291938"/>
                    <a:pt x="9821219" y="116385"/>
                  </a:cubicBezTo>
                  <a:cubicBezTo>
                    <a:pt x="9620203" y="29028"/>
                    <a:pt x="9408408" y="-24469"/>
                    <a:pt x="9188865" y="9715"/>
                  </a:cubicBezTo>
                  <a:cubicBezTo>
                    <a:pt x="8919699" y="51456"/>
                    <a:pt x="8656004" y="177033"/>
                    <a:pt x="8441255" y="342699"/>
                  </a:cubicBezTo>
                  <a:cubicBezTo>
                    <a:pt x="8015606" y="670970"/>
                    <a:pt x="7839917" y="1211715"/>
                    <a:pt x="7530689" y="1633762"/>
                  </a:cubicBezTo>
                  <a:cubicBezTo>
                    <a:pt x="7351235" y="1878685"/>
                    <a:pt x="7107287" y="2067348"/>
                    <a:pt x="6860576" y="2240761"/>
                  </a:cubicBezTo>
                  <a:cubicBezTo>
                    <a:pt x="6602108" y="2422436"/>
                    <a:pt x="6323082" y="2578215"/>
                    <a:pt x="6023415" y="2680632"/>
                  </a:cubicBezTo>
                  <a:cubicBezTo>
                    <a:pt x="5384155" y="2899010"/>
                    <a:pt x="4702204" y="2819536"/>
                    <a:pt x="4079494" y="2584852"/>
                  </a:cubicBezTo>
                  <a:cubicBezTo>
                    <a:pt x="3781263" y="2472466"/>
                    <a:pt x="3470923" y="2334132"/>
                    <a:pt x="3213702" y="2143328"/>
                  </a:cubicBezTo>
                  <a:cubicBezTo>
                    <a:pt x="3004588" y="1988308"/>
                    <a:pt x="2835698" y="1789677"/>
                    <a:pt x="2672524" y="1588797"/>
                  </a:cubicBezTo>
                  <a:cubicBezTo>
                    <a:pt x="2517043" y="1397398"/>
                    <a:pt x="2362510" y="1202532"/>
                    <a:pt x="2171003" y="1045290"/>
                  </a:cubicBezTo>
                  <a:cubicBezTo>
                    <a:pt x="1957880" y="870387"/>
                    <a:pt x="1701390" y="752910"/>
                    <a:pt x="1431330" y="698247"/>
                  </a:cubicBezTo>
                  <a:cubicBezTo>
                    <a:pt x="1194776" y="650303"/>
                    <a:pt x="950882" y="662032"/>
                    <a:pt x="723023" y="743375"/>
                  </a:cubicBezTo>
                  <a:cubicBezTo>
                    <a:pt x="535363" y="810362"/>
                    <a:pt x="367611" y="918792"/>
                    <a:pt x="208175" y="1036459"/>
                  </a:cubicBezTo>
                  <a:cubicBezTo>
                    <a:pt x="139265" y="1087275"/>
                    <a:pt x="71546" y="1139771"/>
                    <a:pt x="1715" y="1189421"/>
                  </a:cubicBezTo>
                  <a:cubicBezTo>
                    <a:pt x="-2537" y="1192428"/>
                    <a:pt x="1526" y="1199471"/>
                    <a:pt x="5805" y="1196437"/>
                  </a:cubicBezTo>
                  <a:cubicBezTo>
                    <a:pt x="157874" y="1088521"/>
                    <a:pt x="301599" y="969418"/>
                    <a:pt x="463012" y="875073"/>
                  </a:cubicBezTo>
                  <a:cubicBezTo>
                    <a:pt x="661752" y="758923"/>
                    <a:pt x="881620" y="684270"/>
                    <a:pt x="1113108" y="677607"/>
                  </a:cubicBezTo>
                  <a:cubicBezTo>
                    <a:pt x="1405651" y="669210"/>
                    <a:pt x="1709029" y="758869"/>
                    <a:pt x="1960020" y="906982"/>
                  </a:cubicBezTo>
                  <a:cubicBezTo>
                    <a:pt x="2181079" y="1037299"/>
                    <a:pt x="2359260" y="1222468"/>
                    <a:pt x="2522461" y="1417957"/>
                  </a:cubicBezTo>
                  <a:cubicBezTo>
                    <a:pt x="2682466" y="1609573"/>
                    <a:pt x="2832448" y="1810452"/>
                    <a:pt x="3013147" y="1983649"/>
                  </a:cubicBezTo>
                  <a:cubicBezTo>
                    <a:pt x="3218226" y="2180221"/>
                    <a:pt x="3461388" y="2316444"/>
                    <a:pt x="3716361" y="2438255"/>
                  </a:cubicBezTo>
                  <a:cubicBezTo>
                    <a:pt x="4283651" y="2709291"/>
                    <a:pt x="4921205" y="2882026"/>
                    <a:pt x="5553098" y="2799681"/>
                  </a:cubicBezTo>
                  <a:cubicBezTo>
                    <a:pt x="6157308" y="2720965"/>
                    <a:pt x="6695559" y="2402689"/>
                    <a:pt x="7160134" y="2022980"/>
                  </a:cubicBezTo>
                  <a:cubicBezTo>
                    <a:pt x="7268836" y="1934160"/>
                    <a:pt x="7373257" y="1843093"/>
                    <a:pt x="7462835" y="1734500"/>
                  </a:cubicBezTo>
                  <a:cubicBezTo>
                    <a:pt x="7541388" y="1639369"/>
                    <a:pt x="7610406" y="1536762"/>
                    <a:pt x="7675254" y="1432124"/>
                  </a:cubicBezTo>
                  <a:cubicBezTo>
                    <a:pt x="7820225" y="1197954"/>
                    <a:pt x="7943797" y="950511"/>
                    <a:pt x="8101445" y="724251"/>
                  </a:cubicBezTo>
                  <a:cubicBezTo>
                    <a:pt x="8261423" y="494659"/>
                    <a:pt x="8459242" y="312686"/>
                    <a:pt x="8708201" y="183128"/>
                  </a:cubicBezTo>
                  <a:cubicBezTo>
                    <a:pt x="8959788" y="52215"/>
                    <a:pt x="9252277" y="-36279"/>
                    <a:pt x="9535231" y="29543"/>
                  </a:cubicBezTo>
                  <a:cubicBezTo>
                    <a:pt x="9964755" y="129360"/>
                    <a:pt x="10328889" y="407817"/>
                    <a:pt x="10630507" y="719050"/>
                  </a:cubicBezTo>
                  <a:cubicBezTo>
                    <a:pt x="10950137" y="1048947"/>
                    <a:pt x="11215159" y="1428250"/>
                    <a:pt x="11462087" y="1814245"/>
                  </a:cubicBezTo>
                  <a:cubicBezTo>
                    <a:pt x="11668357" y="2136800"/>
                    <a:pt x="11855639" y="2472466"/>
                    <a:pt x="12073069" y="2787844"/>
                  </a:cubicBezTo>
                  <a:cubicBezTo>
                    <a:pt x="12108769" y="2839608"/>
                    <a:pt x="12145690" y="2890532"/>
                    <a:pt x="12185128" y="2939533"/>
                  </a:cubicBezTo>
                  <a:cubicBezTo>
                    <a:pt x="12188406" y="2943596"/>
                    <a:pt x="12194122" y="2937827"/>
                    <a:pt x="12190871" y="2933791"/>
                  </a:cubicBezTo>
                  <a:close/>
                </a:path>
              </a:pathLst>
            </a:custGeom>
            <a:grpFill/>
            <a:ln w="2709" cap="flat">
              <a:noFill/>
              <a:prstDash val="solid"/>
              <a:miter/>
            </a:ln>
          </p:spPr>
          <p:txBody>
            <a:bodyPr rtlCol="0" anchor="ctr"/>
            <a:lstStyle/>
            <a:p>
              <a:endParaRPr lang="en-IN"/>
            </a:p>
          </p:txBody>
        </p:sp>
        <p:sp>
          <p:nvSpPr>
            <p:cNvPr id="2012" name="Freeform: Shape 2011">
              <a:extLst>
                <a:ext uri="{FF2B5EF4-FFF2-40B4-BE49-F238E27FC236}">
                  <a16:creationId xmlns:a16="http://schemas.microsoft.com/office/drawing/2014/main" id="{1E60B9B9-AE2F-25C4-17BB-3DB94004CADF}"/>
                </a:ext>
              </a:extLst>
            </p:cNvPr>
            <p:cNvSpPr/>
            <p:nvPr/>
          </p:nvSpPr>
          <p:spPr>
            <a:xfrm>
              <a:off x="353" y="1854302"/>
              <a:ext cx="12191383" cy="2588822"/>
            </a:xfrm>
            <a:custGeom>
              <a:avLst/>
              <a:gdLst>
                <a:gd name="connsiteX0" fmla="*/ 12189827 w 12191383"/>
                <a:gd name="connsiteY0" fmla="*/ 2572010 h 2588822"/>
                <a:gd name="connsiteX1" fmla="*/ 11873285 w 12191383"/>
                <a:gd name="connsiteY1" fmla="*/ 2193384 h 2588822"/>
                <a:gd name="connsiteX2" fmla="*/ 11499074 w 12191383"/>
                <a:gd name="connsiteY2" fmla="*/ 1677289 h 2588822"/>
                <a:gd name="connsiteX3" fmla="*/ 10570548 w 12191383"/>
                <a:gd name="connsiteY3" fmla="*/ 598862 h 2588822"/>
                <a:gd name="connsiteX4" fmla="*/ 9968938 w 12191383"/>
                <a:gd name="connsiteY4" fmla="*/ 181121 h 2588822"/>
                <a:gd name="connsiteX5" fmla="*/ 9222900 w 12191383"/>
                <a:gd name="connsiteY5" fmla="*/ 2995 h 2588822"/>
                <a:gd name="connsiteX6" fmla="*/ 8518630 w 12191383"/>
                <a:gd name="connsiteY6" fmla="*/ 247323 h 2588822"/>
                <a:gd name="connsiteX7" fmla="*/ 7980920 w 12191383"/>
                <a:gd name="connsiteY7" fmla="*/ 721188 h 2588822"/>
                <a:gd name="connsiteX8" fmla="*/ 7564371 w 12191383"/>
                <a:gd name="connsiteY8" fmla="*/ 1311339 h 2588822"/>
                <a:gd name="connsiteX9" fmla="*/ 7325135 w 12191383"/>
                <a:gd name="connsiteY9" fmla="*/ 1596379 h 2588822"/>
                <a:gd name="connsiteX10" fmla="*/ 7007781 w 12191383"/>
                <a:gd name="connsiteY10" fmla="*/ 1843280 h 2588822"/>
                <a:gd name="connsiteX11" fmla="*/ 5330345 w 12191383"/>
                <a:gd name="connsiteY11" fmla="*/ 2547117 h 2588822"/>
                <a:gd name="connsiteX12" fmla="*/ 3569831 w 12191383"/>
                <a:gd name="connsiteY12" fmla="*/ 2296234 h 2588822"/>
                <a:gd name="connsiteX13" fmla="*/ 2900125 w 12191383"/>
                <a:gd name="connsiteY13" fmla="*/ 1873184 h 2588822"/>
                <a:gd name="connsiteX14" fmla="*/ 2456136 w 12191383"/>
                <a:gd name="connsiteY14" fmla="*/ 1361397 h 2588822"/>
                <a:gd name="connsiteX15" fmla="*/ 1988961 w 12191383"/>
                <a:gd name="connsiteY15" fmla="*/ 897472 h 2588822"/>
                <a:gd name="connsiteX16" fmla="*/ 1272285 w 12191383"/>
                <a:gd name="connsiteY16" fmla="*/ 610509 h 2588822"/>
                <a:gd name="connsiteX17" fmla="*/ 659868 w 12191383"/>
                <a:gd name="connsiteY17" fmla="*/ 674246 h 2588822"/>
                <a:gd name="connsiteX18" fmla="*/ 192856 w 12191383"/>
                <a:gd name="connsiteY18" fmla="*/ 930519 h 2588822"/>
                <a:gd name="connsiteX19" fmla="*/ 2242 w 12191383"/>
                <a:gd name="connsiteY19" fmla="*/ 1059536 h 2588822"/>
                <a:gd name="connsiteX20" fmla="*/ 7362 w 12191383"/>
                <a:gd name="connsiteY20" fmla="*/ 1068312 h 2588822"/>
                <a:gd name="connsiteX21" fmla="*/ 425942 w 12191383"/>
                <a:gd name="connsiteY21" fmla="*/ 794730 h 2588822"/>
                <a:gd name="connsiteX22" fmla="*/ 1006667 w 12191383"/>
                <a:gd name="connsiteY22" fmla="*/ 609941 h 2588822"/>
                <a:gd name="connsiteX23" fmla="*/ 1783504 w 12191383"/>
                <a:gd name="connsiteY23" fmla="*/ 784328 h 2588822"/>
                <a:gd name="connsiteX24" fmla="*/ 2327282 w 12191383"/>
                <a:gd name="connsiteY24" fmla="*/ 1225012 h 2588822"/>
                <a:gd name="connsiteX25" fmla="*/ 3281704 w 12191383"/>
                <a:gd name="connsiteY25" fmla="*/ 2167299 h 2588822"/>
                <a:gd name="connsiteX26" fmla="*/ 4882916 w 12191383"/>
                <a:gd name="connsiteY26" fmla="*/ 2588073 h 2588822"/>
                <a:gd name="connsiteX27" fmla="*/ 6549680 w 12191383"/>
                <a:gd name="connsiteY27" fmla="*/ 2131787 h 2588822"/>
                <a:gd name="connsiteX28" fmla="*/ 7251024 w 12191383"/>
                <a:gd name="connsiteY28" fmla="*/ 1678454 h 2588822"/>
                <a:gd name="connsiteX29" fmla="*/ 7686047 w 12191383"/>
                <a:gd name="connsiteY29" fmla="*/ 1155669 h 2588822"/>
                <a:gd name="connsiteX30" fmla="*/ 8141466 w 12191383"/>
                <a:gd name="connsiteY30" fmla="*/ 551188 h 2588822"/>
                <a:gd name="connsiteX31" fmla="*/ 8792211 w 12191383"/>
                <a:gd name="connsiteY31" fmla="*/ 124861 h 2588822"/>
                <a:gd name="connsiteX32" fmla="*/ 9186846 w 12191383"/>
                <a:gd name="connsiteY32" fmla="*/ 17081 h 2588822"/>
                <a:gd name="connsiteX33" fmla="*/ 9572651 w 12191383"/>
                <a:gd name="connsiteY33" fmla="*/ 45820 h 2588822"/>
                <a:gd name="connsiteX34" fmla="*/ 10322374 w 12191383"/>
                <a:gd name="connsiteY34" fmla="*/ 410036 h 2588822"/>
                <a:gd name="connsiteX35" fmla="*/ 11323764 w 12191383"/>
                <a:gd name="connsiteY35" fmla="*/ 1458315 h 2588822"/>
                <a:gd name="connsiteX36" fmla="*/ 12038869 w 12191383"/>
                <a:gd name="connsiteY36" fmla="*/ 2422217 h 2588822"/>
                <a:gd name="connsiteX37" fmla="*/ 12182568 w 12191383"/>
                <a:gd name="connsiteY37" fmla="*/ 2579324 h 2588822"/>
                <a:gd name="connsiteX38" fmla="*/ 12189773 w 12191383"/>
                <a:gd name="connsiteY38" fmla="*/ 2572145 h 25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383" h="2588822">
                  <a:moveTo>
                    <a:pt x="12189827" y="2572010"/>
                  </a:moveTo>
                  <a:cubicBezTo>
                    <a:pt x="12071726" y="2457431"/>
                    <a:pt x="11971314" y="2325028"/>
                    <a:pt x="11873285" y="2193384"/>
                  </a:cubicBezTo>
                  <a:cubicBezTo>
                    <a:pt x="11746354" y="2022950"/>
                    <a:pt x="11624325" y="1848941"/>
                    <a:pt x="11499074" y="1677289"/>
                  </a:cubicBezTo>
                  <a:cubicBezTo>
                    <a:pt x="11219614" y="1294301"/>
                    <a:pt x="10925446" y="915648"/>
                    <a:pt x="10570548" y="598862"/>
                  </a:cubicBezTo>
                  <a:cubicBezTo>
                    <a:pt x="10388006" y="435959"/>
                    <a:pt x="10188617" y="290066"/>
                    <a:pt x="9968938" y="181121"/>
                  </a:cubicBezTo>
                  <a:cubicBezTo>
                    <a:pt x="9742163" y="68736"/>
                    <a:pt x="9479064" y="-20246"/>
                    <a:pt x="9222900" y="2995"/>
                  </a:cubicBezTo>
                  <a:cubicBezTo>
                    <a:pt x="8974915" y="25478"/>
                    <a:pt x="8732619" y="123615"/>
                    <a:pt x="8518630" y="247323"/>
                  </a:cubicBezTo>
                  <a:cubicBezTo>
                    <a:pt x="8307105" y="369568"/>
                    <a:pt x="8131742" y="529518"/>
                    <a:pt x="7980920" y="721188"/>
                  </a:cubicBezTo>
                  <a:cubicBezTo>
                    <a:pt x="7831939" y="910582"/>
                    <a:pt x="7706389" y="1116852"/>
                    <a:pt x="7564371" y="1311339"/>
                  </a:cubicBezTo>
                  <a:cubicBezTo>
                    <a:pt x="7491235" y="1411562"/>
                    <a:pt x="7413359" y="1508887"/>
                    <a:pt x="7325135" y="1596379"/>
                  </a:cubicBezTo>
                  <a:cubicBezTo>
                    <a:pt x="7229381" y="1691347"/>
                    <a:pt x="7119272" y="1768059"/>
                    <a:pt x="7007781" y="1843280"/>
                  </a:cubicBezTo>
                  <a:cubicBezTo>
                    <a:pt x="6506097" y="2181872"/>
                    <a:pt x="5933985" y="2459381"/>
                    <a:pt x="5330345" y="2547117"/>
                  </a:cubicBezTo>
                  <a:cubicBezTo>
                    <a:pt x="4734722" y="2633796"/>
                    <a:pt x="4120327" y="2534494"/>
                    <a:pt x="3569831" y="2296234"/>
                  </a:cubicBezTo>
                  <a:cubicBezTo>
                    <a:pt x="3323580" y="2189646"/>
                    <a:pt x="3094720" y="2059789"/>
                    <a:pt x="2900125" y="1873184"/>
                  </a:cubicBezTo>
                  <a:cubicBezTo>
                    <a:pt x="2736707" y="1716457"/>
                    <a:pt x="2599455" y="1536001"/>
                    <a:pt x="2456136" y="1361397"/>
                  </a:cubicBezTo>
                  <a:cubicBezTo>
                    <a:pt x="2316583" y="1191370"/>
                    <a:pt x="2168523" y="1026408"/>
                    <a:pt x="1988961" y="897472"/>
                  </a:cubicBezTo>
                  <a:cubicBezTo>
                    <a:pt x="1779712" y="747246"/>
                    <a:pt x="1527285" y="646671"/>
                    <a:pt x="1272285" y="610509"/>
                  </a:cubicBezTo>
                  <a:cubicBezTo>
                    <a:pt x="1066015" y="580849"/>
                    <a:pt x="855607" y="602735"/>
                    <a:pt x="659868" y="674246"/>
                  </a:cubicBezTo>
                  <a:cubicBezTo>
                    <a:pt x="491927" y="735734"/>
                    <a:pt x="339832" y="830079"/>
                    <a:pt x="192856" y="930519"/>
                  </a:cubicBezTo>
                  <a:cubicBezTo>
                    <a:pt x="129499" y="973859"/>
                    <a:pt x="66819" y="1018092"/>
                    <a:pt x="2242" y="1059536"/>
                  </a:cubicBezTo>
                  <a:cubicBezTo>
                    <a:pt x="-3175" y="1063057"/>
                    <a:pt x="1836" y="1071860"/>
                    <a:pt x="7362" y="1068312"/>
                  </a:cubicBezTo>
                  <a:cubicBezTo>
                    <a:pt x="147701" y="978220"/>
                    <a:pt x="280429" y="876886"/>
                    <a:pt x="425942" y="794730"/>
                  </a:cubicBezTo>
                  <a:cubicBezTo>
                    <a:pt x="605043" y="693722"/>
                    <a:pt x="800370" y="623647"/>
                    <a:pt x="1006667" y="609941"/>
                  </a:cubicBezTo>
                  <a:cubicBezTo>
                    <a:pt x="1273884" y="592198"/>
                    <a:pt x="1545976" y="664467"/>
                    <a:pt x="1783504" y="784328"/>
                  </a:cubicBezTo>
                  <a:cubicBezTo>
                    <a:pt x="1994785" y="890917"/>
                    <a:pt x="2171340" y="1048972"/>
                    <a:pt x="2327282" y="1225012"/>
                  </a:cubicBezTo>
                  <a:cubicBezTo>
                    <a:pt x="2626976" y="1563279"/>
                    <a:pt x="2874067" y="1945968"/>
                    <a:pt x="3281704" y="2167299"/>
                  </a:cubicBezTo>
                  <a:cubicBezTo>
                    <a:pt x="3770928" y="2432944"/>
                    <a:pt x="4325242" y="2585500"/>
                    <a:pt x="4882916" y="2588073"/>
                  </a:cubicBezTo>
                  <a:cubicBezTo>
                    <a:pt x="5471550" y="2590781"/>
                    <a:pt x="6034127" y="2406831"/>
                    <a:pt x="6549680" y="2131787"/>
                  </a:cubicBezTo>
                  <a:cubicBezTo>
                    <a:pt x="6791868" y="2002580"/>
                    <a:pt x="7041477" y="1857067"/>
                    <a:pt x="7251024" y="1678454"/>
                  </a:cubicBezTo>
                  <a:cubicBezTo>
                    <a:pt x="7424383" y="1530584"/>
                    <a:pt x="7558222" y="1342571"/>
                    <a:pt x="7686047" y="1155669"/>
                  </a:cubicBezTo>
                  <a:cubicBezTo>
                    <a:pt x="7828336" y="947557"/>
                    <a:pt x="7965506" y="733107"/>
                    <a:pt x="8141466" y="551188"/>
                  </a:cubicBezTo>
                  <a:cubicBezTo>
                    <a:pt x="8323330" y="363012"/>
                    <a:pt x="8550240" y="222646"/>
                    <a:pt x="8792211" y="124861"/>
                  </a:cubicBezTo>
                  <a:cubicBezTo>
                    <a:pt x="8918601" y="73747"/>
                    <a:pt x="9051247" y="33766"/>
                    <a:pt x="9186846" y="17081"/>
                  </a:cubicBezTo>
                  <a:cubicBezTo>
                    <a:pt x="9317949" y="828"/>
                    <a:pt x="9444609" y="14859"/>
                    <a:pt x="9572651" y="45820"/>
                  </a:cubicBezTo>
                  <a:cubicBezTo>
                    <a:pt x="9845177" y="111696"/>
                    <a:pt x="10097278" y="244912"/>
                    <a:pt x="10322374" y="410036"/>
                  </a:cubicBezTo>
                  <a:cubicBezTo>
                    <a:pt x="10713568" y="696999"/>
                    <a:pt x="11032061" y="1073919"/>
                    <a:pt x="11323764" y="1458315"/>
                  </a:cubicBezTo>
                  <a:cubicBezTo>
                    <a:pt x="11565329" y="1776672"/>
                    <a:pt x="11782922" y="2115047"/>
                    <a:pt x="12038869" y="2422217"/>
                  </a:cubicBezTo>
                  <a:cubicBezTo>
                    <a:pt x="12084323" y="2476771"/>
                    <a:pt x="12131589" y="2529835"/>
                    <a:pt x="12182568" y="2579324"/>
                  </a:cubicBezTo>
                  <a:cubicBezTo>
                    <a:pt x="12187281" y="2583874"/>
                    <a:pt x="12194459" y="2576615"/>
                    <a:pt x="12189773" y="2572145"/>
                  </a:cubicBezTo>
                  <a:close/>
                </a:path>
              </a:pathLst>
            </a:custGeom>
            <a:grpFill/>
            <a:ln w="2709" cap="flat">
              <a:noFill/>
              <a:prstDash val="solid"/>
              <a:miter/>
            </a:ln>
          </p:spPr>
          <p:txBody>
            <a:bodyPr rtlCol="0" anchor="ctr"/>
            <a:lstStyle/>
            <a:p>
              <a:endParaRPr lang="en-IN"/>
            </a:p>
          </p:txBody>
        </p:sp>
        <p:sp>
          <p:nvSpPr>
            <p:cNvPr id="2013" name="Freeform: Shape 2012">
              <a:extLst>
                <a:ext uri="{FF2B5EF4-FFF2-40B4-BE49-F238E27FC236}">
                  <a16:creationId xmlns:a16="http://schemas.microsoft.com/office/drawing/2014/main" id="{D344C32F-24F8-9C1E-463E-4A94F58068E4}"/>
                </a:ext>
              </a:extLst>
            </p:cNvPr>
            <p:cNvSpPr/>
            <p:nvPr/>
          </p:nvSpPr>
          <p:spPr>
            <a:xfrm>
              <a:off x="511" y="2044589"/>
              <a:ext cx="12190715" cy="2372962"/>
            </a:xfrm>
            <a:custGeom>
              <a:avLst/>
              <a:gdLst>
                <a:gd name="connsiteX0" fmla="*/ 12187963 w 12190715"/>
                <a:gd name="connsiteY0" fmla="*/ 2207713 h 2372962"/>
                <a:gd name="connsiteX1" fmla="*/ 11836451 w 12190715"/>
                <a:gd name="connsiteY1" fmla="*/ 1869420 h 2372962"/>
                <a:gd name="connsiteX2" fmla="*/ 11435207 w 12190715"/>
                <a:gd name="connsiteY2" fmla="*/ 1404710 h 2372962"/>
                <a:gd name="connsiteX3" fmla="*/ 10457165 w 12190715"/>
                <a:gd name="connsiteY3" fmla="*/ 450559 h 2372962"/>
                <a:gd name="connsiteX4" fmla="*/ 9091477 w 12190715"/>
                <a:gd name="connsiteY4" fmla="*/ 15808 h 2372962"/>
                <a:gd name="connsiteX5" fmla="*/ 7838472 w 12190715"/>
                <a:gd name="connsiteY5" fmla="*/ 742615 h 2372962"/>
                <a:gd name="connsiteX6" fmla="*/ 7388254 w 12190715"/>
                <a:gd name="connsiteY6" fmla="*/ 1274284 h 2372962"/>
                <a:gd name="connsiteX7" fmla="*/ 7121010 w 12190715"/>
                <a:gd name="connsiteY7" fmla="*/ 1508807 h 2372962"/>
                <a:gd name="connsiteX8" fmla="*/ 6785995 w 12190715"/>
                <a:gd name="connsiteY8" fmla="*/ 1699691 h 2372962"/>
                <a:gd name="connsiteX9" fmla="*/ 5975190 w 12190715"/>
                <a:gd name="connsiteY9" fmla="*/ 2058137 h 2372962"/>
                <a:gd name="connsiteX10" fmla="*/ 5130716 w 12190715"/>
                <a:gd name="connsiteY10" fmla="*/ 2303927 h 2372962"/>
                <a:gd name="connsiteX11" fmla="*/ 3456232 w 12190715"/>
                <a:gd name="connsiteY11" fmla="*/ 2176617 h 2372962"/>
                <a:gd name="connsiteX12" fmla="*/ 2807952 w 12190715"/>
                <a:gd name="connsiteY12" fmla="*/ 1793359 h 2372962"/>
                <a:gd name="connsiteX13" fmla="*/ 2383981 w 12190715"/>
                <a:gd name="connsiteY13" fmla="*/ 1310988 h 2372962"/>
                <a:gd name="connsiteX14" fmla="*/ 1938747 w 12190715"/>
                <a:gd name="connsiteY14" fmla="*/ 848255 h 2372962"/>
                <a:gd name="connsiteX15" fmla="*/ 1275920 w 12190715"/>
                <a:gd name="connsiteY15" fmla="*/ 548751 h 2372962"/>
                <a:gd name="connsiteX16" fmla="*/ 671331 w 12190715"/>
                <a:gd name="connsiteY16" fmla="*/ 577193 h 2372962"/>
                <a:gd name="connsiteX17" fmla="*/ 194188 w 12190715"/>
                <a:gd name="connsiteY17" fmla="*/ 811200 h 2372962"/>
                <a:gd name="connsiteX18" fmla="*/ 2870 w 12190715"/>
                <a:gd name="connsiteY18" fmla="*/ 928109 h 2372962"/>
                <a:gd name="connsiteX19" fmla="*/ 9046 w 12190715"/>
                <a:gd name="connsiteY19" fmla="*/ 938646 h 2372962"/>
                <a:gd name="connsiteX20" fmla="*/ 427735 w 12190715"/>
                <a:gd name="connsiteY20" fmla="*/ 690688 h 2372962"/>
                <a:gd name="connsiteX21" fmla="*/ 1009354 w 12190715"/>
                <a:gd name="connsiteY21" fmla="*/ 535695 h 2372962"/>
                <a:gd name="connsiteX22" fmla="*/ 1761406 w 12190715"/>
                <a:gd name="connsiteY22" fmla="*/ 743888 h 2372962"/>
                <a:gd name="connsiteX23" fmla="*/ 2260706 w 12190715"/>
                <a:gd name="connsiteY23" fmla="*/ 1180833 h 2372962"/>
                <a:gd name="connsiteX24" fmla="*/ 2670348 w 12190715"/>
                <a:gd name="connsiteY24" fmla="*/ 1672468 h 2372962"/>
                <a:gd name="connsiteX25" fmla="*/ 3191101 w 12190715"/>
                <a:gd name="connsiteY25" fmla="*/ 2073604 h 2372962"/>
                <a:gd name="connsiteX26" fmla="*/ 4724812 w 12190715"/>
                <a:gd name="connsiteY26" fmla="*/ 2365416 h 2372962"/>
                <a:gd name="connsiteX27" fmla="*/ 6345609 w 12190715"/>
                <a:gd name="connsiteY27" fmla="*/ 1921915 h 2372962"/>
                <a:gd name="connsiteX28" fmla="*/ 7077264 w 12190715"/>
                <a:gd name="connsiteY28" fmla="*/ 1551740 h 2372962"/>
                <a:gd name="connsiteX29" fmla="*/ 7552511 w 12190715"/>
                <a:gd name="connsiteY29" fmla="*/ 1105395 h 2372962"/>
                <a:gd name="connsiteX30" fmla="*/ 8013591 w 12190715"/>
                <a:gd name="connsiteY30" fmla="*/ 577193 h 2372962"/>
                <a:gd name="connsiteX31" fmla="*/ 8647434 w 12190715"/>
                <a:gd name="connsiteY31" fmla="*/ 167280 h 2372962"/>
                <a:gd name="connsiteX32" fmla="*/ 9397617 w 12190715"/>
                <a:gd name="connsiteY32" fmla="*/ 17514 h 2372962"/>
                <a:gd name="connsiteX33" fmla="*/ 10191818 w 12190715"/>
                <a:gd name="connsiteY33" fmla="*/ 291801 h 2372962"/>
                <a:gd name="connsiteX34" fmla="*/ 11246516 w 12190715"/>
                <a:gd name="connsiteY34" fmla="*/ 1207840 h 2372962"/>
                <a:gd name="connsiteX35" fmla="*/ 12030748 w 12190715"/>
                <a:gd name="connsiteY35" fmla="*/ 2089613 h 2372962"/>
                <a:gd name="connsiteX36" fmla="*/ 12181869 w 12190715"/>
                <a:gd name="connsiteY36" fmla="*/ 2218169 h 2372962"/>
                <a:gd name="connsiteX37" fmla="*/ 12188017 w 12190715"/>
                <a:gd name="connsiteY37" fmla="*/ 2207632 h 237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0715" h="2372962">
                  <a:moveTo>
                    <a:pt x="12187963" y="2207713"/>
                  </a:moveTo>
                  <a:cubicBezTo>
                    <a:pt x="12057132" y="2110930"/>
                    <a:pt x="11944855" y="1990012"/>
                    <a:pt x="11836451" y="1869420"/>
                  </a:cubicBezTo>
                  <a:cubicBezTo>
                    <a:pt x="11699632" y="1717216"/>
                    <a:pt x="11568801" y="1559703"/>
                    <a:pt x="11435207" y="1404710"/>
                  </a:cubicBezTo>
                  <a:cubicBezTo>
                    <a:pt x="11137870" y="1059834"/>
                    <a:pt x="10826771" y="719780"/>
                    <a:pt x="10457165" y="450559"/>
                  </a:cubicBezTo>
                  <a:cubicBezTo>
                    <a:pt x="10076263" y="173104"/>
                    <a:pt x="9574119" y="-66808"/>
                    <a:pt x="9091477" y="15808"/>
                  </a:cubicBezTo>
                  <a:cubicBezTo>
                    <a:pt x="8605829" y="98885"/>
                    <a:pt x="8161434" y="377721"/>
                    <a:pt x="7838472" y="742615"/>
                  </a:cubicBezTo>
                  <a:cubicBezTo>
                    <a:pt x="7684535" y="916542"/>
                    <a:pt x="7547635" y="1105151"/>
                    <a:pt x="7388254" y="1274284"/>
                  </a:cubicBezTo>
                  <a:cubicBezTo>
                    <a:pt x="7306992" y="1360639"/>
                    <a:pt x="7219093" y="1441657"/>
                    <a:pt x="7121010" y="1508807"/>
                  </a:cubicBezTo>
                  <a:cubicBezTo>
                    <a:pt x="7015370" y="1581157"/>
                    <a:pt x="6899436" y="1640667"/>
                    <a:pt x="6785995" y="1699691"/>
                  </a:cubicBezTo>
                  <a:cubicBezTo>
                    <a:pt x="6523627" y="1836238"/>
                    <a:pt x="6251860" y="1953878"/>
                    <a:pt x="5975190" y="2058137"/>
                  </a:cubicBezTo>
                  <a:cubicBezTo>
                    <a:pt x="5700118" y="2161773"/>
                    <a:pt x="5420496" y="2251920"/>
                    <a:pt x="5130716" y="2303927"/>
                  </a:cubicBezTo>
                  <a:cubicBezTo>
                    <a:pt x="4574532" y="2403771"/>
                    <a:pt x="3987983" y="2376196"/>
                    <a:pt x="3456232" y="2176617"/>
                  </a:cubicBezTo>
                  <a:cubicBezTo>
                    <a:pt x="3217864" y="2087229"/>
                    <a:pt x="2995748" y="1966636"/>
                    <a:pt x="2807952" y="1793359"/>
                  </a:cubicBezTo>
                  <a:cubicBezTo>
                    <a:pt x="2650141" y="1647791"/>
                    <a:pt x="2518469" y="1477548"/>
                    <a:pt x="2383981" y="1310988"/>
                  </a:cubicBezTo>
                  <a:cubicBezTo>
                    <a:pt x="2249492" y="1144428"/>
                    <a:pt x="2109234" y="979873"/>
                    <a:pt x="1938747" y="848255"/>
                  </a:cubicBezTo>
                  <a:cubicBezTo>
                    <a:pt x="1745993" y="699275"/>
                    <a:pt x="1514749" y="596099"/>
                    <a:pt x="1275920" y="548751"/>
                  </a:cubicBezTo>
                  <a:cubicBezTo>
                    <a:pt x="1074688" y="508824"/>
                    <a:pt x="867633" y="516950"/>
                    <a:pt x="671331" y="577193"/>
                  </a:cubicBezTo>
                  <a:cubicBezTo>
                    <a:pt x="500681" y="629579"/>
                    <a:pt x="345064" y="717478"/>
                    <a:pt x="194188" y="811200"/>
                  </a:cubicBezTo>
                  <a:cubicBezTo>
                    <a:pt x="130722" y="850639"/>
                    <a:pt x="67744" y="890945"/>
                    <a:pt x="2870" y="928109"/>
                  </a:cubicBezTo>
                  <a:cubicBezTo>
                    <a:pt x="-3929" y="932009"/>
                    <a:pt x="2220" y="942546"/>
                    <a:pt x="9046" y="938646"/>
                  </a:cubicBezTo>
                  <a:cubicBezTo>
                    <a:pt x="149900" y="857953"/>
                    <a:pt x="282980" y="764610"/>
                    <a:pt x="427735" y="690688"/>
                  </a:cubicBezTo>
                  <a:cubicBezTo>
                    <a:pt x="608949" y="598185"/>
                    <a:pt x="804790" y="538566"/>
                    <a:pt x="1009354" y="535695"/>
                  </a:cubicBezTo>
                  <a:cubicBezTo>
                    <a:pt x="1270448" y="532011"/>
                    <a:pt x="1536202" y="614627"/>
                    <a:pt x="1761406" y="743888"/>
                  </a:cubicBezTo>
                  <a:cubicBezTo>
                    <a:pt x="1955487" y="855271"/>
                    <a:pt x="2116250" y="1011782"/>
                    <a:pt x="2260706" y="1180833"/>
                  </a:cubicBezTo>
                  <a:cubicBezTo>
                    <a:pt x="2399312" y="1343005"/>
                    <a:pt x="2525350" y="1515768"/>
                    <a:pt x="2670348" y="1672468"/>
                  </a:cubicBezTo>
                  <a:cubicBezTo>
                    <a:pt x="2821414" y="1835723"/>
                    <a:pt x="2992091" y="1973137"/>
                    <a:pt x="3191101" y="2073604"/>
                  </a:cubicBezTo>
                  <a:cubicBezTo>
                    <a:pt x="3662827" y="2311973"/>
                    <a:pt x="4199915" y="2398652"/>
                    <a:pt x="4724812" y="2365416"/>
                  </a:cubicBezTo>
                  <a:cubicBezTo>
                    <a:pt x="5290206" y="2329579"/>
                    <a:pt x="5828972" y="2145061"/>
                    <a:pt x="6345609" y="1921915"/>
                  </a:cubicBezTo>
                  <a:cubicBezTo>
                    <a:pt x="6595706" y="1813891"/>
                    <a:pt x="6844937" y="1694653"/>
                    <a:pt x="7077264" y="1551740"/>
                  </a:cubicBezTo>
                  <a:cubicBezTo>
                    <a:pt x="7264167" y="1436781"/>
                    <a:pt x="7413364" y="1272741"/>
                    <a:pt x="7552511" y="1105395"/>
                  </a:cubicBezTo>
                  <a:cubicBezTo>
                    <a:pt x="7701979" y="925725"/>
                    <a:pt x="7843917" y="738877"/>
                    <a:pt x="8013591" y="577193"/>
                  </a:cubicBezTo>
                  <a:cubicBezTo>
                    <a:pt x="8197623" y="401938"/>
                    <a:pt x="8415106" y="268831"/>
                    <a:pt x="8647434" y="167280"/>
                  </a:cubicBezTo>
                  <a:cubicBezTo>
                    <a:pt x="8880738" y="65269"/>
                    <a:pt x="9140695" y="-12932"/>
                    <a:pt x="9397617" y="17514"/>
                  </a:cubicBezTo>
                  <a:cubicBezTo>
                    <a:pt x="9678594" y="50778"/>
                    <a:pt x="9947490" y="151163"/>
                    <a:pt x="10191818" y="291801"/>
                  </a:cubicBezTo>
                  <a:cubicBezTo>
                    <a:pt x="10597829" y="525429"/>
                    <a:pt x="10936015" y="861393"/>
                    <a:pt x="11246516" y="1207840"/>
                  </a:cubicBezTo>
                  <a:cubicBezTo>
                    <a:pt x="11508289" y="1499949"/>
                    <a:pt x="11746223" y="1818685"/>
                    <a:pt x="12030748" y="2089613"/>
                  </a:cubicBezTo>
                  <a:cubicBezTo>
                    <a:pt x="12078422" y="2135553"/>
                    <a:pt x="12128886" y="2178486"/>
                    <a:pt x="12181869" y="2218169"/>
                  </a:cubicBezTo>
                  <a:cubicBezTo>
                    <a:pt x="12188180" y="2222828"/>
                    <a:pt x="12194247" y="2212264"/>
                    <a:pt x="12188017" y="2207632"/>
                  </a:cubicBezTo>
                  <a:close/>
                </a:path>
              </a:pathLst>
            </a:custGeom>
            <a:grpFill/>
            <a:ln w="2709" cap="flat">
              <a:noFill/>
              <a:prstDash val="solid"/>
              <a:miter/>
            </a:ln>
          </p:spPr>
          <p:txBody>
            <a:bodyPr rtlCol="0" anchor="ctr"/>
            <a:lstStyle/>
            <a:p>
              <a:endParaRPr lang="en-IN"/>
            </a:p>
          </p:txBody>
        </p:sp>
        <p:sp>
          <p:nvSpPr>
            <p:cNvPr id="2014" name="Freeform: Shape 2013">
              <a:extLst>
                <a:ext uri="{FF2B5EF4-FFF2-40B4-BE49-F238E27FC236}">
                  <a16:creationId xmlns:a16="http://schemas.microsoft.com/office/drawing/2014/main" id="{670E34E4-BBB9-F79C-DA57-3A3B2CEBAFDF}"/>
                </a:ext>
              </a:extLst>
            </p:cNvPr>
            <p:cNvSpPr/>
            <p:nvPr/>
          </p:nvSpPr>
          <p:spPr>
            <a:xfrm>
              <a:off x="858" y="2235579"/>
              <a:ext cx="12190587" cy="2176683"/>
            </a:xfrm>
            <a:custGeom>
              <a:avLst/>
              <a:gdLst>
                <a:gd name="connsiteX0" fmla="*/ 12186830 w 12190587"/>
                <a:gd name="connsiteY0" fmla="*/ 1843527 h 2176683"/>
                <a:gd name="connsiteX1" fmla="*/ 11798561 w 12190587"/>
                <a:gd name="connsiteY1" fmla="*/ 1550686 h 2176683"/>
                <a:gd name="connsiteX2" fmla="*/ 11370581 w 12190587"/>
                <a:gd name="connsiteY2" fmla="*/ 1142697 h 2176683"/>
                <a:gd name="connsiteX3" fmla="*/ 10330076 w 12190587"/>
                <a:gd name="connsiteY3" fmla="*/ 312065 h 2176683"/>
                <a:gd name="connsiteX4" fmla="*/ 8957724 w 12190587"/>
                <a:gd name="connsiteY4" fmla="*/ 35097 h 2176683"/>
                <a:gd name="connsiteX5" fmla="*/ 7712439 w 12190587"/>
                <a:gd name="connsiteY5" fmla="*/ 727367 h 2176683"/>
                <a:gd name="connsiteX6" fmla="*/ 7240904 w 12190587"/>
                <a:gd name="connsiteY6" fmla="*/ 1179184 h 2176683"/>
                <a:gd name="connsiteX7" fmla="*/ 6589508 w 12190587"/>
                <a:gd name="connsiteY7" fmla="*/ 1518073 h 2176683"/>
                <a:gd name="connsiteX8" fmla="*/ 5793276 w 12190587"/>
                <a:gd name="connsiteY8" fmla="*/ 1804630 h 2176683"/>
                <a:gd name="connsiteX9" fmla="*/ 4970553 w 12190587"/>
                <a:gd name="connsiteY9" fmla="*/ 2056731 h 2176683"/>
                <a:gd name="connsiteX10" fmla="*/ 3356149 w 12190587"/>
                <a:gd name="connsiteY10" fmla="*/ 2057815 h 2176683"/>
                <a:gd name="connsiteX11" fmla="*/ 2722577 w 12190587"/>
                <a:gd name="connsiteY11" fmla="*/ 1717002 h 2176683"/>
                <a:gd name="connsiteX12" fmla="*/ 2306678 w 12190587"/>
                <a:gd name="connsiteY12" fmla="*/ 1253240 h 2176683"/>
                <a:gd name="connsiteX13" fmla="*/ 1888829 w 12190587"/>
                <a:gd name="connsiteY13" fmla="*/ 800882 h 2176683"/>
                <a:gd name="connsiteX14" fmla="*/ 1282209 w 12190587"/>
                <a:gd name="connsiteY14" fmla="*/ 491247 h 2176683"/>
                <a:gd name="connsiteX15" fmla="*/ 670307 w 12190587"/>
                <a:gd name="connsiteY15" fmla="*/ 485586 h 2176683"/>
                <a:gd name="connsiteX16" fmla="*/ 201533 w 12190587"/>
                <a:gd name="connsiteY16" fmla="*/ 688470 h 2176683"/>
                <a:gd name="connsiteX17" fmla="*/ 3498 w 12190587"/>
                <a:gd name="connsiteY17" fmla="*/ 796115 h 2176683"/>
                <a:gd name="connsiteX18" fmla="*/ 10676 w 12190587"/>
                <a:gd name="connsiteY18" fmla="*/ 808412 h 2176683"/>
                <a:gd name="connsiteX19" fmla="*/ 436678 w 12190587"/>
                <a:gd name="connsiteY19" fmla="*/ 583750 h 2176683"/>
                <a:gd name="connsiteX20" fmla="*/ 1022767 w 12190587"/>
                <a:gd name="connsiteY20" fmla="*/ 464268 h 2176683"/>
                <a:gd name="connsiteX21" fmla="*/ 1736436 w 12190587"/>
                <a:gd name="connsiteY21" fmla="*/ 705779 h 2176683"/>
                <a:gd name="connsiteX22" fmla="*/ 2193697 w 12190587"/>
                <a:gd name="connsiteY22" fmla="*/ 1136332 h 2176683"/>
                <a:gd name="connsiteX23" fmla="*/ 2587330 w 12190587"/>
                <a:gd name="connsiteY23" fmla="*/ 1606974 h 2176683"/>
                <a:gd name="connsiteX24" fmla="*/ 3099957 w 12190587"/>
                <a:gd name="connsiteY24" fmla="*/ 1976444 h 2176683"/>
                <a:gd name="connsiteX25" fmla="*/ 4570799 w 12190587"/>
                <a:gd name="connsiteY25" fmla="*/ 2143790 h 2176683"/>
                <a:gd name="connsiteX26" fmla="*/ 6181140 w 12190587"/>
                <a:gd name="connsiteY26" fmla="*/ 1684064 h 2176683"/>
                <a:gd name="connsiteX27" fmla="*/ 6903206 w 12190587"/>
                <a:gd name="connsiteY27" fmla="*/ 1403683 h 2176683"/>
                <a:gd name="connsiteX28" fmla="*/ 7408466 w 12190587"/>
                <a:gd name="connsiteY28" fmla="*/ 1048596 h 2176683"/>
                <a:gd name="connsiteX29" fmla="*/ 7895197 w 12190587"/>
                <a:gd name="connsiteY29" fmla="*/ 581529 h 2176683"/>
                <a:gd name="connsiteX30" fmla="*/ 8525709 w 12190587"/>
                <a:gd name="connsiteY30" fmla="*/ 198704 h 2176683"/>
                <a:gd name="connsiteX31" fmla="*/ 9253843 w 12190587"/>
                <a:gd name="connsiteY31" fmla="*/ 10366 h 2176683"/>
                <a:gd name="connsiteX32" fmla="*/ 10043546 w 12190587"/>
                <a:gd name="connsiteY32" fmla="*/ 186027 h 2176683"/>
                <a:gd name="connsiteX33" fmla="*/ 11166587 w 12190587"/>
                <a:gd name="connsiteY33" fmla="*/ 969095 h 2176683"/>
                <a:gd name="connsiteX34" fmla="*/ 12001336 w 12190587"/>
                <a:gd name="connsiteY34" fmla="*/ 1739105 h 2176683"/>
                <a:gd name="connsiteX35" fmla="*/ 12179787 w 12190587"/>
                <a:gd name="connsiteY35" fmla="*/ 1855960 h 2176683"/>
                <a:gd name="connsiteX36" fmla="*/ 12186965 w 12190587"/>
                <a:gd name="connsiteY36" fmla="*/ 1843663 h 21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90587" h="2176683">
                  <a:moveTo>
                    <a:pt x="12186830" y="1843527"/>
                  </a:moveTo>
                  <a:cubicBezTo>
                    <a:pt x="12044025" y="1765922"/>
                    <a:pt x="11918666" y="1659144"/>
                    <a:pt x="11798561" y="1550686"/>
                  </a:cubicBezTo>
                  <a:cubicBezTo>
                    <a:pt x="11652290" y="1418608"/>
                    <a:pt x="11512599" y="1279380"/>
                    <a:pt x="11370581" y="1142697"/>
                  </a:cubicBezTo>
                  <a:cubicBezTo>
                    <a:pt x="11050951" y="834904"/>
                    <a:pt x="10717912" y="532474"/>
                    <a:pt x="10330076" y="312065"/>
                  </a:cubicBezTo>
                  <a:cubicBezTo>
                    <a:pt x="9922331" y="80278"/>
                    <a:pt x="9425685" y="-74146"/>
                    <a:pt x="8957724" y="35097"/>
                  </a:cubicBezTo>
                  <a:cubicBezTo>
                    <a:pt x="8488680" y="144638"/>
                    <a:pt x="8057911" y="395656"/>
                    <a:pt x="7712439" y="727367"/>
                  </a:cubicBezTo>
                  <a:cubicBezTo>
                    <a:pt x="7555523" y="878027"/>
                    <a:pt x="7409604" y="1041201"/>
                    <a:pt x="7240904" y="1179184"/>
                  </a:cubicBezTo>
                  <a:cubicBezTo>
                    <a:pt x="7047364" y="1337509"/>
                    <a:pt x="6820535" y="1428089"/>
                    <a:pt x="6589508" y="1518073"/>
                  </a:cubicBezTo>
                  <a:cubicBezTo>
                    <a:pt x="6326761" y="1620490"/>
                    <a:pt x="6059463" y="1711260"/>
                    <a:pt x="5793276" y="1804630"/>
                  </a:cubicBezTo>
                  <a:cubicBezTo>
                    <a:pt x="5522241" y="1899679"/>
                    <a:pt x="5250934" y="1992670"/>
                    <a:pt x="4970553" y="2056731"/>
                  </a:cubicBezTo>
                  <a:cubicBezTo>
                    <a:pt x="4444626" y="2176890"/>
                    <a:pt x="3878420" y="2216926"/>
                    <a:pt x="3356149" y="2057815"/>
                  </a:cubicBezTo>
                  <a:cubicBezTo>
                    <a:pt x="3123767" y="1987036"/>
                    <a:pt x="2905850" y="1877576"/>
                    <a:pt x="2722577" y="1717002"/>
                  </a:cubicBezTo>
                  <a:cubicBezTo>
                    <a:pt x="2565769" y="1579615"/>
                    <a:pt x="2436345" y="1415493"/>
                    <a:pt x="2306678" y="1253240"/>
                  </a:cubicBezTo>
                  <a:cubicBezTo>
                    <a:pt x="2178420" y="1092721"/>
                    <a:pt x="2047507" y="932581"/>
                    <a:pt x="1888829" y="800882"/>
                  </a:cubicBezTo>
                  <a:cubicBezTo>
                    <a:pt x="1712762" y="654611"/>
                    <a:pt x="1503756" y="549187"/>
                    <a:pt x="1282209" y="491247"/>
                  </a:cubicBezTo>
                  <a:cubicBezTo>
                    <a:pt x="1081438" y="438698"/>
                    <a:pt x="871728" y="434093"/>
                    <a:pt x="670307" y="485586"/>
                  </a:cubicBezTo>
                  <a:cubicBezTo>
                    <a:pt x="504045" y="528086"/>
                    <a:pt x="350676" y="605528"/>
                    <a:pt x="201533" y="688470"/>
                  </a:cubicBezTo>
                  <a:cubicBezTo>
                    <a:pt x="135847" y="724984"/>
                    <a:pt x="70648" y="762364"/>
                    <a:pt x="3498" y="796115"/>
                  </a:cubicBezTo>
                  <a:cubicBezTo>
                    <a:pt x="-4628" y="800232"/>
                    <a:pt x="2496" y="812367"/>
                    <a:pt x="10676" y="808412"/>
                  </a:cubicBezTo>
                  <a:cubicBezTo>
                    <a:pt x="154239" y="736225"/>
                    <a:pt x="289919" y="649654"/>
                    <a:pt x="436678" y="583750"/>
                  </a:cubicBezTo>
                  <a:cubicBezTo>
                    <a:pt x="621387" y="500809"/>
                    <a:pt x="819449" y="453569"/>
                    <a:pt x="1022767" y="464268"/>
                  </a:cubicBezTo>
                  <a:cubicBezTo>
                    <a:pt x="1273893" y="477460"/>
                    <a:pt x="1526591" y="569123"/>
                    <a:pt x="1736436" y="705779"/>
                  </a:cubicBezTo>
                  <a:cubicBezTo>
                    <a:pt x="1913560" y="821008"/>
                    <a:pt x="2059588" y="974539"/>
                    <a:pt x="2193697" y="1136332"/>
                  </a:cubicBezTo>
                  <a:cubicBezTo>
                    <a:pt x="2324204" y="1293763"/>
                    <a:pt x="2445609" y="1459131"/>
                    <a:pt x="2587330" y="1606974"/>
                  </a:cubicBezTo>
                  <a:cubicBezTo>
                    <a:pt x="2735498" y="1761371"/>
                    <a:pt x="2904739" y="1887490"/>
                    <a:pt x="3099957" y="1976444"/>
                  </a:cubicBezTo>
                  <a:cubicBezTo>
                    <a:pt x="3557977" y="2185206"/>
                    <a:pt x="4078134" y="2209097"/>
                    <a:pt x="4570799" y="2143790"/>
                  </a:cubicBezTo>
                  <a:cubicBezTo>
                    <a:pt x="5127958" y="2069950"/>
                    <a:pt x="5654292" y="1870858"/>
                    <a:pt x="6181140" y="1684064"/>
                  </a:cubicBezTo>
                  <a:cubicBezTo>
                    <a:pt x="6424492" y="1597764"/>
                    <a:pt x="6667005" y="1508240"/>
                    <a:pt x="6903206" y="1403683"/>
                  </a:cubicBezTo>
                  <a:cubicBezTo>
                    <a:pt x="7095743" y="1318440"/>
                    <a:pt x="7257075" y="1193513"/>
                    <a:pt x="7408466" y="1048596"/>
                  </a:cubicBezTo>
                  <a:cubicBezTo>
                    <a:pt x="7570989" y="893033"/>
                    <a:pt x="7722678" y="726257"/>
                    <a:pt x="7895197" y="581529"/>
                  </a:cubicBezTo>
                  <a:cubicBezTo>
                    <a:pt x="8085080" y="422256"/>
                    <a:pt x="8299422" y="298656"/>
                    <a:pt x="8525709" y="198704"/>
                  </a:cubicBezTo>
                  <a:cubicBezTo>
                    <a:pt x="8752863" y="98346"/>
                    <a:pt x="9002933" y="12750"/>
                    <a:pt x="9253843" y="10366"/>
                  </a:cubicBezTo>
                  <a:cubicBezTo>
                    <a:pt x="9522007" y="7820"/>
                    <a:pt x="9797973" y="82418"/>
                    <a:pt x="10043546" y="186027"/>
                  </a:cubicBezTo>
                  <a:cubicBezTo>
                    <a:pt x="10467761" y="364966"/>
                    <a:pt x="10831408" y="658809"/>
                    <a:pt x="11166587" y="969095"/>
                  </a:cubicBezTo>
                  <a:cubicBezTo>
                    <a:pt x="11443392" y="1225340"/>
                    <a:pt x="11699692" y="1511193"/>
                    <a:pt x="12001336" y="1739105"/>
                  </a:cubicBezTo>
                  <a:cubicBezTo>
                    <a:pt x="12058220" y="1782012"/>
                    <a:pt x="12117189" y="1821939"/>
                    <a:pt x="12179787" y="1855960"/>
                  </a:cubicBezTo>
                  <a:cubicBezTo>
                    <a:pt x="12187913" y="1860321"/>
                    <a:pt x="12195011" y="1848051"/>
                    <a:pt x="12186965" y="1843663"/>
                  </a:cubicBezTo>
                  <a:close/>
                </a:path>
              </a:pathLst>
            </a:custGeom>
            <a:grpFill/>
            <a:ln w="2709" cap="flat">
              <a:noFill/>
              <a:prstDash val="solid"/>
              <a:miter/>
            </a:ln>
          </p:spPr>
          <p:txBody>
            <a:bodyPr rtlCol="0" anchor="ctr"/>
            <a:lstStyle/>
            <a:p>
              <a:endParaRPr lang="en-IN"/>
            </a:p>
          </p:txBody>
        </p:sp>
        <p:sp>
          <p:nvSpPr>
            <p:cNvPr id="2015" name="Freeform: Shape 2014">
              <a:extLst>
                <a:ext uri="{FF2B5EF4-FFF2-40B4-BE49-F238E27FC236}">
                  <a16:creationId xmlns:a16="http://schemas.microsoft.com/office/drawing/2014/main" id="{2AB9BE49-24DB-5073-2A57-ACD0E4D1A919}"/>
                </a:ext>
              </a:extLst>
            </p:cNvPr>
            <p:cNvSpPr/>
            <p:nvPr/>
          </p:nvSpPr>
          <p:spPr>
            <a:xfrm>
              <a:off x="949" y="2423269"/>
              <a:ext cx="12189842" cy="2005370"/>
            </a:xfrm>
            <a:custGeom>
              <a:avLst/>
              <a:gdLst>
                <a:gd name="connsiteX0" fmla="*/ 12184219 w 12189842"/>
                <a:gd name="connsiteY0" fmla="*/ 1481802 h 2005370"/>
                <a:gd name="connsiteX1" fmla="*/ 11758271 w 12189842"/>
                <a:gd name="connsiteY1" fmla="*/ 1239045 h 2005370"/>
                <a:gd name="connsiteX2" fmla="*/ 11286167 w 12189842"/>
                <a:gd name="connsiteY2" fmla="*/ 878432 h 2005370"/>
                <a:gd name="connsiteX3" fmla="*/ 10193817 w 12189842"/>
                <a:gd name="connsiteY3" fmla="*/ 193312 h 2005370"/>
                <a:gd name="connsiteX4" fmla="*/ 9492500 w 12189842"/>
                <a:gd name="connsiteY4" fmla="*/ 10879 h 2005370"/>
                <a:gd name="connsiteX5" fmla="*/ 8791670 w 12189842"/>
                <a:gd name="connsiteY5" fmla="*/ 71663 h 2005370"/>
                <a:gd name="connsiteX6" fmla="*/ 7551721 w 12189842"/>
                <a:gd name="connsiteY6" fmla="*/ 731158 h 2005370"/>
                <a:gd name="connsiteX7" fmla="*/ 7046271 w 12189842"/>
                <a:gd name="connsiteY7" fmla="*/ 1098868 h 2005370"/>
                <a:gd name="connsiteX8" fmla="*/ 6389567 w 12189842"/>
                <a:gd name="connsiteY8" fmla="*/ 1322420 h 2005370"/>
                <a:gd name="connsiteX9" fmla="*/ 5604522 w 12189842"/>
                <a:gd name="connsiteY9" fmla="*/ 1554937 h 2005370"/>
                <a:gd name="connsiteX10" fmla="*/ 4824191 w 12189842"/>
                <a:gd name="connsiteY10" fmla="*/ 1811698 h 2005370"/>
                <a:gd name="connsiteX11" fmla="*/ 3271627 w 12189842"/>
                <a:gd name="connsiteY11" fmla="*/ 1941717 h 2005370"/>
                <a:gd name="connsiteX12" fmla="*/ 2648619 w 12189842"/>
                <a:gd name="connsiteY12" fmla="*/ 1651612 h 2005370"/>
                <a:gd name="connsiteX13" fmla="*/ 2244747 w 12189842"/>
                <a:gd name="connsiteY13" fmla="*/ 1218621 h 2005370"/>
                <a:gd name="connsiteX14" fmla="*/ 1845372 w 12189842"/>
                <a:gd name="connsiteY14" fmla="*/ 765071 h 2005370"/>
                <a:gd name="connsiteX15" fmla="*/ 1273829 w 12189842"/>
                <a:gd name="connsiteY15" fmla="*/ 437315 h 2005370"/>
                <a:gd name="connsiteX16" fmla="*/ 677664 w 12189842"/>
                <a:gd name="connsiteY16" fmla="*/ 397334 h 2005370"/>
                <a:gd name="connsiteX17" fmla="*/ 207916 w 12189842"/>
                <a:gd name="connsiteY17" fmla="*/ 570693 h 2005370"/>
                <a:gd name="connsiteX18" fmla="*/ 4165 w 12189842"/>
                <a:gd name="connsiteY18" fmla="*/ 667286 h 2005370"/>
                <a:gd name="connsiteX19" fmla="*/ 12292 w 12189842"/>
                <a:gd name="connsiteY19" fmla="*/ 681317 h 2005370"/>
                <a:gd name="connsiteX20" fmla="*/ 453815 w 12189842"/>
                <a:gd name="connsiteY20" fmla="*/ 478921 h 2005370"/>
                <a:gd name="connsiteX21" fmla="*/ 1025899 w 12189842"/>
                <a:gd name="connsiteY21" fmla="*/ 399555 h 2005370"/>
                <a:gd name="connsiteX22" fmla="*/ 1710341 w 12189842"/>
                <a:gd name="connsiteY22" fmla="*/ 675195 h 2005370"/>
                <a:gd name="connsiteX23" fmla="*/ 2141030 w 12189842"/>
                <a:gd name="connsiteY23" fmla="*/ 1114010 h 2005370"/>
                <a:gd name="connsiteX24" fmla="*/ 2525426 w 12189842"/>
                <a:gd name="connsiteY24" fmla="*/ 1563659 h 2005370"/>
                <a:gd name="connsiteX25" fmla="*/ 3018117 w 12189842"/>
                <a:gd name="connsiteY25" fmla="*/ 1882667 h 2005370"/>
                <a:gd name="connsiteX26" fmla="*/ 4436355 w 12189842"/>
                <a:gd name="connsiteY26" fmla="*/ 1923758 h 2005370"/>
                <a:gd name="connsiteX27" fmla="*/ 5992629 w 12189842"/>
                <a:gd name="connsiteY27" fmla="*/ 1450380 h 2005370"/>
                <a:gd name="connsiteX28" fmla="*/ 6728997 w 12189842"/>
                <a:gd name="connsiteY28" fmla="*/ 1242377 h 2005370"/>
                <a:gd name="connsiteX29" fmla="*/ 7262239 w 12189842"/>
                <a:gd name="connsiteY29" fmla="*/ 978898 h 2005370"/>
                <a:gd name="connsiteX30" fmla="*/ 7768636 w 12189842"/>
                <a:gd name="connsiteY30" fmla="*/ 585347 h 2005370"/>
                <a:gd name="connsiteX31" fmla="*/ 8401477 w 12189842"/>
                <a:gd name="connsiteY31" fmla="*/ 232372 h 2005370"/>
                <a:gd name="connsiteX32" fmla="*/ 9127417 w 12189842"/>
                <a:gd name="connsiteY32" fmla="*/ 18382 h 2005370"/>
                <a:gd name="connsiteX33" fmla="*/ 9890493 w 12189842"/>
                <a:gd name="connsiteY33" fmla="*/ 104764 h 2005370"/>
                <a:gd name="connsiteX34" fmla="*/ 11081197 w 12189842"/>
                <a:gd name="connsiteY34" fmla="*/ 742209 h 2005370"/>
                <a:gd name="connsiteX35" fmla="*/ 11989733 w 12189842"/>
                <a:gd name="connsiteY35" fmla="*/ 1407691 h 2005370"/>
                <a:gd name="connsiteX36" fmla="*/ 12179941 w 12189842"/>
                <a:gd name="connsiteY36" fmla="*/ 1497323 h 2005370"/>
                <a:gd name="connsiteX37" fmla="*/ 12184247 w 12189842"/>
                <a:gd name="connsiteY37" fmla="*/ 1481666 h 200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89842" h="2005370">
                  <a:moveTo>
                    <a:pt x="12184219" y="1481802"/>
                  </a:moveTo>
                  <a:cubicBezTo>
                    <a:pt x="12030607" y="1424349"/>
                    <a:pt x="11891270" y="1333688"/>
                    <a:pt x="11758271" y="1239045"/>
                  </a:cubicBezTo>
                  <a:cubicBezTo>
                    <a:pt x="11596913" y="1124222"/>
                    <a:pt x="11442596" y="999783"/>
                    <a:pt x="11286167" y="878432"/>
                  </a:cubicBezTo>
                  <a:cubicBezTo>
                    <a:pt x="10946221" y="614655"/>
                    <a:pt x="10593436" y="359412"/>
                    <a:pt x="10193817" y="193312"/>
                  </a:cubicBezTo>
                  <a:cubicBezTo>
                    <a:pt x="9969805" y="100213"/>
                    <a:pt x="9733685" y="37641"/>
                    <a:pt x="9492500" y="10879"/>
                  </a:cubicBezTo>
                  <a:cubicBezTo>
                    <a:pt x="9251314" y="-15883"/>
                    <a:pt x="9024810" y="3376"/>
                    <a:pt x="8791670" y="71663"/>
                  </a:cubicBezTo>
                  <a:cubicBezTo>
                    <a:pt x="8335546" y="205231"/>
                    <a:pt x="7921733" y="435798"/>
                    <a:pt x="7551721" y="731158"/>
                  </a:cubicBezTo>
                  <a:cubicBezTo>
                    <a:pt x="7389062" y="860988"/>
                    <a:pt x="7229382" y="998157"/>
                    <a:pt x="7046271" y="1098868"/>
                  </a:cubicBezTo>
                  <a:cubicBezTo>
                    <a:pt x="6843685" y="1210224"/>
                    <a:pt x="6610870" y="1261392"/>
                    <a:pt x="6389567" y="1322420"/>
                  </a:cubicBezTo>
                  <a:cubicBezTo>
                    <a:pt x="6126413" y="1395122"/>
                    <a:pt x="5863016" y="1467066"/>
                    <a:pt x="5604522" y="1554937"/>
                  </a:cubicBezTo>
                  <a:cubicBezTo>
                    <a:pt x="5345080" y="1642998"/>
                    <a:pt x="5088048" y="1737208"/>
                    <a:pt x="4824191" y="1811698"/>
                  </a:cubicBezTo>
                  <a:cubicBezTo>
                    <a:pt x="4327030" y="1952037"/>
                    <a:pt x="3784850" y="2053425"/>
                    <a:pt x="3271627" y="1941717"/>
                  </a:cubicBezTo>
                  <a:cubicBezTo>
                    <a:pt x="3044960" y="1892337"/>
                    <a:pt x="2829643" y="1797910"/>
                    <a:pt x="2648619" y="1651612"/>
                  </a:cubicBezTo>
                  <a:cubicBezTo>
                    <a:pt x="2494221" y="1526875"/>
                    <a:pt x="2367696" y="1373236"/>
                    <a:pt x="2244747" y="1218621"/>
                  </a:cubicBezTo>
                  <a:cubicBezTo>
                    <a:pt x="2119306" y="1060919"/>
                    <a:pt x="1995273" y="900724"/>
                    <a:pt x="1845372" y="765071"/>
                  </a:cubicBezTo>
                  <a:cubicBezTo>
                    <a:pt x="1680499" y="616199"/>
                    <a:pt x="1485598" y="504410"/>
                    <a:pt x="1273829" y="437315"/>
                  </a:cubicBezTo>
                  <a:cubicBezTo>
                    <a:pt x="1080832" y="375854"/>
                    <a:pt x="876973" y="358762"/>
                    <a:pt x="677664" y="397334"/>
                  </a:cubicBezTo>
                  <a:cubicBezTo>
                    <a:pt x="512432" y="429324"/>
                    <a:pt x="358332" y="497340"/>
                    <a:pt x="207916" y="570693"/>
                  </a:cubicBezTo>
                  <a:cubicBezTo>
                    <a:pt x="140360" y="603685"/>
                    <a:pt x="73211" y="637517"/>
                    <a:pt x="4165" y="667286"/>
                  </a:cubicBezTo>
                  <a:cubicBezTo>
                    <a:pt x="-5396" y="671430"/>
                    <a:pt x="2865" y="685435"/>
                    <a:pt x="12292" y="681317"/>
                  </a:cubicBezTo>
                  <a:cubicBezTo>
                    <a:pt x="161028" y="617148"/>
                    <a:pt x="301963" y="536346"/>
                    <a:pt x="453815" y="478921"/>
                  </a:cubicBezTo>
                  <a:cubicBezTo>
                    <a:pt x="636898" y="409658"/>
                    <a:pt x="830518" y="377343"/>
                    <a:pt x="1025899" y="399555"/>
                  </a:cubicBezTo>
                  <a:cubicBezTo>
                    <a:pt x="1270633" y="427374"/>
                    <a:pt x="1512604" y="529574"/>
                    <a:pt x="1710341" y="675195"/>
                  </a:cubicBezTo>
                  <a:cubicBezTo>
                    <a:pt x="1876549" y="797630"/>
                    <a:pt x="2012446" y="953924"/>
                    <a:pt x="2141030" y="1114010"/>
                  </a:cubicBezTo>
                  <a:cubicBezTo>
                    <a:pt x="2264466" y="1267785"/>
                    <a:pt x="2383326" y="1426354"/>
                    <a:pt x="2525426" y="1563659"/>
                  </a:cubicBezTo>
                  <a:cubicBezTo>
                    <a:pt x="2668149" y="1701805"/>
                    <a:pt x="2832704" y="1810669"/>
                    <a:pt x="3018117" y="1882667"/>
                  </a:cubicBezTo>
                  <a:cubicBezTo>
                    <a:pt x="3468091" y="2057434"/>
                    <a:pt x="3973026" y="2019485"/>
                    <a:pt x="4436355" y="1923758"/>
                  </a:cubicBezTo>
                  <a:cubicBezTo>
                    <a:pt x="4969677" y="1813594"/>
                    <a:pt x="5471334" y="1602151"/>
                    <a:pt x="5992629" y="1450380"/>
                  </a:cubicBezTo>
                  <a:cubicBezTo>
                    <a:pt x="6237525" y="1379086"/>
                    <a:pt x="6484887" y="1316352"/>
                    <a:pt x="6728997" y="1242377"/>
                  </a:cubicBezTo>
                  <a:cubicBezTo>
                    <a:pt x="6924514" y="1183164"/>
                    <a:pt x="7096816" y="1099356"/>
                    <a:pt x="7262239" y="978898"/>
                  </a:cubicBezTo>
                  <a:cubicBezTo>
                    <a:pt x="7435110" y="853024"/>
                    <a:pt x="7595196" y="710545"/>
                    <a:pt x="7768636" y="585347"/>
                  </a:cubicBezTo>
                  <a:cubicBezTo>
                    <a:pt x="7965750" y="443030"/>
                    <a:pt x="8178765" y="329182"/>
                    <a:pt x="8401477" y="232372"/>
                  </a:cubicBezTo>
                  <a:cubicBezTo>
                    <a:pt x="8631583" y="132366"/>
                    <a:pt x="8876425" y="44467"/>
                    <a:pt x="9127417" y="18382"/>
                  </a:cubicBezTo>
                  <a:cubicBezTo>
                    <a:pt x="9380168" y="-7757"/>
                    <a:pt x="9647493" y="36423"/>
                    <a:pt x="9890493" y="104764"/>
                  </a:cubicBezTo>
                  <a:cubicBezTo>
                    <a:pt x="10329308" y="228173"/>
                    <a:pt x="10718661" y="472041"/>
                    <a:pt x="11081197" y="742209"/>
                  </a:cubicBezTo>
                  <a:cubicBezTo>
                    <a:pt x="11380566" y="965328"/>
                    <a:pt x="11663142" y="1223849"/>
                    <a:pt x="11989733" y="1407691"/>
                  </a:cubicBezTo>
                  <a:cubicBezTo>
                    <a:pt x="12050734" y="1442444"/>
                    <a:pt x="12114307" y="1472402"/>
                    <a:pt x="12179941" y="1497323"/>
                  </a:cubicBezTo>
                  <a:cubicBezTo>
                    <a:pt x="12189745" y="1501006"/>
                    <a:pt x="12193971" y="1485296"/>
                    <a:pt x="12184247" y="1481666"/>
                  </a:cubicBezTo>
                  <a:close/>
                </a:path>
              </a:pathLst>
            </a:custGeom>
            <a:grpFill/>
            <a:ln w="2709" cap="flat">
              <a:noFill/>
              <a:prstDash val="solid"/>
              <a:miter/>
            </a:ln>
          </p:spPr>
          <p:txBody>
            <a:bodyPr rtlCol="0" anchor="ctr"/>
            <a:lstStyle/>
            <a:p>
              <a:endParaRPr lang="en-IN"/>
            </a:p>
          </p:txBody>
        </p:sp>
        <p:sp>
          <p:nvSpPr>
            <p:cNvPr id="2016" name="Freeform: Shape 2015">
              <a:extLst>
                <a:ext uri="{FF2B5EF4-FFF2-40B4-BE49-F238E27FC236}">
                  <a16:creationId xmlns:a16="http://schemas.microsoft.com/office/drawing/2014/main" id="{FB3B618E-34DE-8B90-DA22-65358DD960BE}"/>
                </a:ext>
              </a:extLst>
            </p:cNvPr>
            <p:cNvSpPr/>
            <p:nvPr/>
          </p:nvSpPr>
          <p:spPr>
            <a:xfrm>
              <a:off x="1993" y="2605267"/>
              <a:ext cx="12188866" cy="1857293"/>
            </a:xfrm>
            <a:custGeom>
              <a:avLst/>
              <a:gdLst>
                <a:gd name="connsiteX0" fmla="*/ 12182283 w 12188866"/>
                <a:gd name="connsiteY0" fmla="*/ 1126444 h 1857293"/>
                <a:gd name="connsiteX1" fmla="*/ 11217975 w 12188866"/>
                <a:gd name="connsiteY1" fmla="*/ 646620 h 1857293"/>
                <a:gd name="connsiteX2" fmla="*/ 10040652 w 12188866"/>
                <a:gd name="connsiteY2" fmla="*/ 97587 h 1857293"/>
                <a:gd name="connsiteX3" fmla="*/ 9308048 w 12188866"/>
                <a:gd name="connsiteY3" fmla="*/ -659 h 1857293"/>
                <a:gd name="connsiteX4" fmla="*/ 8639695 w 12188866"/>
                <a:gd name="connsiteY4" fmla="*/ 113893 h 1857293"/>
                <a:gd name="connsiteX5" fmla="*/ 7977222 w 12188866"/>
                <a:gd name="connsiteY5" fmla="*/ 380460 h 1857293"/>
                <a:gd name="connsiteX6" fmla="*/ 7379296 w 12188866"/>
                <a:gd name="connsiteY6" fmla="*/ 723358 h 1857293"/>
                <a:gd name="connsiteX7" fmla="*/ 6849685 w 12188866"/>
                <a:gd name="connsiteY7" fmla="*/ 989518 h 1857293"/>
                <a:gd name="connsiteX8" fmla="*/ 6195770 w 12188866"/>
                <a:gd name="connsiteY8" fmla="*/ 1114391 h 1857293"/>
                <a:gd name="connsiteX9" fmla="*/ 5441903 w 12188866"/>
                <a:gd name="connsiteY9" fmla="*/ 1300426 h 1857293"/>
                <a:gd name="connsiteX10" fmla="*/ 4676470 w 12188866"/>
                <a:gd name="connsiteY10" fmla="*/ 1573250 h 1857293"/>
                <a:gd name="connsiteX11" fmla="*/ 3192301 w 12188866"/>
                <a:gd name="connsiteY11" fmla="*/ 1824186 h 1857293"/>
                <a:gd name="connsiteX12" fmla="*/ 2575496 w 12188866"/>
                <a:gd name="connsiteY12" fmla="*/ 1589204 h 1857293"/>
                <a:gd name="connsiteX13" fmla="*/ 2166261 w 12188866"/>
                <a:gd name="connsiteY13" fmla="*/ 1169920 h 1857293"/>
                <a:gd name="connsiteX14" fmla="*/ 1790885 w 12188866"/>
                <a:gd name="connsiteY14" fmla="*/ 728775 h 1857293"/>
                <a:gd name="connsiteX15" fmla="*/ 1269508 w 12188866"/>
                <a:gd name="connsiteY15" fmla="*/ 394437 h 1857293"/>
                <a:gd name="connsiteX16" fmla="*/ 683935 w 12188866"/>
                <a:gd name="connsiteY16" fmla="*/ 317292 h 1857293"/>
                <a:gd name="connsiteX17" fmla="*/ 205708 w 12188866"/>
                <a:gd name="connsiteY17" fmla="*/ 462941 h 1857293"/>
                <a:gd name="connsiteX18" fmla="*/ 6156 w 12188866"/>
                <a:gd name="connsiteY18" fmla="*/ 543092 h 1857293"/>
                <a:gd name="connsiteX19" fmla="*/ 11032 w 12188866"/>
                <a:gd name="connsiteY19" fmla="*/ 560726 h 1857293"/>
                <a:gd name="connsiteX20" fmla="*/ 442560 w 12188866"/>
                <a:gd name="connsiteY20" fmla="*/ 391701 h 1857293"/>
                <a:gd name="connsiteX21" fmla="*/ 1017353 w 12188866"/>
                <a:gd name="connsiteY21" fmla="*/ 342538 h 1857293"/>
                <a:gd name="connsiteX22" fmla="*/ 1657128 w 12188866"/>
                <a:gd name="connsiteY22" fmla="*/ 634864 h 1857293"/>
                <a:gd name="connsiteX23" fmla="*/ 2051600 w 12188866"/>
                <a:gd name="connsiteY23" fmla="*/ 1053932 h 1857293"/>
                <a:gd name="connsiteX24" fmla="*/ 2914629 w 12188866"/>
                <a:gd name="connsiteY24" fmla="*/ 1783068 h 1857293"/>
                <a:gd name="connsiteX25" fmla="*/ 4277284 w 12188866"/>
                <a:gd name="connsiteY25" fmla="*/ 1715891 h 1857293"/>
                <a:gd name="connsiteX26" fmla="*/ 5796882 w 12188866"/>
                <a:gd name="connsiteY26" fmla="*/ 1216699 h 1857293"/>
                <a:gd name="connsiteX27" fmla="*/ 6517648 w 12188866"/>
                <a:gd name="connsiteY27" fmla="*/ 1077850 h 1857293"/>
                <a:gd name="connsiteX28" fmla="*/ 7075241 w 12188866"/>
                <a:gd name="connsiteY28" fmla="*/ 918035 h 1857293"/>
                <a:gd name="connsiteX29" fmla="*/ 7589900 w 12188866"/>
                <a:gd name="connsiteY29" fmla="*/ 614196 h 1857293"/>
                <a:gd name="connsiteX30" fmla="*/ 8251182 w 12188866"/>
                <a:gd name="connsiteY30" fmla="*/ 278991 h 1857293"/>
                <a:gd name="connsiteX31" fmla="*/ 8940798 w 12188866"/>
                <a:gd name="connsiteY31" fmla="*/ 51701 h 1857293"/>
                <a:gd name="connsiteX32" fmla="*/ 9705717 w 12188866"/>
                <a:gd name="connsiteY32" fmla="*/ 47313 h 1857293"/>
                <a:gd name="connsiteX33" fmla="*/ 10977222 w 12188866"/>
                <a:gd name="connsiteY33" fmla="*/ 525919 h 1857293"/>
                <a:gd name="connsiteX34" fmla="*/ 11961900 w 12188866"/>
                <a:gd name="connsiteY34" fmla="*/ 1075791 h 1857293"/>
                <a:gd name="connsiteX35" fmla="*/ 12177407 w 12188866"/>
                <a:gd name="connsiteY35" fmla="*/ 1144160 h 1857293"/>
                <a:gd name="connsiteX36" fmla="*/ 12182283 w 12188866"/>
                <a:gd name="connsiteY36" fmla="*/ 1126526 h 185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866" h="1857293">
                  <a:moveTo>
                    <a:pt x="12182283" y="1126444"/>
                  </a:moveTo>
                  <a:cubicBezTo>
                    <a:pt x="11832126" y="1047241"/>
                    <a:pt x="11521190" y="828918"/>
                    <a:pt x="11217975" y="646620"/>
                  </a:cubicBezTo>
                  <a:cubicBezTo>
                    <a:pt x="10846093" y="422960"/>
                    <a:pt x="10462455" y="210785"/>
                    <a:pt x="10040652" y="97587"/>
                  </a:cubicBezTo>
                  <a:cubicBezTo>
                    <a:pt x="9801904" y="33499"/>
                    <a:pt x="9555166" y="1454"/>
                    <a:pt x="9308048" y="-659"/>
                  </a:cubicBezTo>
                  <a:cubicBezTo>
                    <a:pt x="9077941" y="-2636"/>
                    <a:pt x="8858128" y="43277"/>
                    <a:pt x="8639695" y="113893"/>
                  </a:cubicBezTo>
                  <a:cubicBezTo>
                    <a:pt x="8413733" y="187029"/>
                    <a:pt x="8191400" y="277880"/>
                    <a:pt x="7977222" y="380460"/>
                  </a:cubicBezTo>
                  <a:cubicBezTo>
                    <a:pt x="7769408" y="479979"/>
                    <a:pt x="7574704" y="601953"/>
                    <a:pt x="7379296" y="723358"/>
                  </a:cubicBezTo>
                  <a:cubicBezTo>
                    <a:pt x="7211355" y="827726"/>
                    <a:pt x="7039567" y="930143"/>
                    <a:pt x="6849685" y="989518"/>
                  </a:cubicBezTo>
                  <a:cubicBezTo>
                    <a:pt x="6639054" y="1055395"/>
                    <a:pt x="6412441" y="1075358"/>
                    <a:pt x="6195770" y="1114391"/>
                  </a:cubicBezTo>
                  <a:cubicBezTo>
                    <a:pt x="5940662" y="1160439"/>
                    <a:pt x="5687883" y="1217973"/>
                    <a:pt x="5441903" y="1300426"/>
                  </a:cubicBezTo>
                  <a:cubicBezTo>
                    <a:pt x="5185088" y="1386537"/>
                    <a:pt x="4933203" y="1486760"/>
                    <a:pt x="4676470" y="1573250"/>
                  </a:cubicBezTo>
                  <a:cubicBezTo>
                    <a:pt x="4206125" y="1731683"/>
                    <a:pt x="3693904" y="1883128"/>
                    <a:pt x="3192301" y="1824186"/>
                  </a:cubicBezTo>
                  <a:cubicBezTo>
                    <a:pt x="2969779" y="1798047"/>
                    <a:pt x="2757144" y="1721417"/>
                    <a:pt x="2575496" y="1589204"/>
                  </a:cubicBezTo>
                  <a:cubicBezTo>
                    <a:pt x="2416494" y="1473460"/>
                    <a:pt x="2288019" y="1322882"/>
                    <a:pt x="2166261" y="1169920"/>
                  </a:cubicBezTo>
                  <a:cubicBezTo>
                    <a:pt x="2045966" y="1018854"/>
                    <a:pt x="1929762" y="863643"/>
                    <a:pt x="1790885" y="728775"/>
                  </a:cubicBezTo>
                  <a:cubicBezTo>
                    <a:pt x="1641501" y="583208"/>
                    <a:pt x="1464128" y="469469"/>
                    <a:pt x="1269508" y="394437"/>
                  </a:cubicBezTo>
                  <a:cubicBezTo>
                    <a:pt x="1082904" y="322385"/>
                    <a:pt x="882945" y="291695"/>
                    <a:pt x="683935" y="317292"/>
                  </a:cubicBezTo>
                  <a:cubicBezTo>
                    <a:pt x="516996" y="338772"/>
                    <a:pt x="359998" y="398256"/>
                    <a:pt x="205708" y="462941"/>
                  </a:cubicBezTo>
                  <a:cubicBezTo>
                    <a:pt x="139588" y="490678"/>
                    <a:pt x="73685" y="518876"/>
                    <a:pt x="6156" y="543092"/>
                  </a:cubicBezTo>
                  <a:cubicBezTo>
                    <a:pt x="-4841" y="547047"/>
                    <a:pt x="-101" y="564762"/>
                    <a:pt x="11032" y="560726"/>
                  </a:cubicBezTo>
                  <a:cubicBezTo>
                    <a:pt x="156518" y="508529"/>
                    <a:pt x="295448" y="439429"/>
                    <a:pt x="442560" y="391701"/>
                  </a:cubicBezTo>
                  <a:cubicBezTo>
                    <a:pt x="628893" y="331323"/>
                    <a:pt x="823380" y="309274"/>
                    <a:pt x="1017353" y="342538"/>
                  </a:cubicBezTo>
                  <a:cubicBezTo>
                    <a:pt x="1249003" y="382275"/>
                    <a:pt x="1473774" y="488592"/>
                    <a:pt x="1657128" y="634864"/>
                  </a:cubicBezTo>
                  <a:cubicBezTo>
                    <a:pt x="1807923" y="755186"/>
                    <a:pt x="1932281" y="903381"/>
                    <a:pt x="2051600" y="1053932"/>
                  </a:cubicBezTo>
                  <a:cubicBezTo>
                    <a:pt x="2291838" y="1357066"/>
                    <a:pt x="2532725" y="1658629"/>
                    <a:pt x="2914629" y="1783068"/>
                  </a:cubicBezTo>
                  <a:cubicBezTo>
                    <a:pt x="3355015" y="1926631"/>
                    <a:pt x="3842695" y="1835807"/>
                    <a:pt x="4277284" y="1715891"/>
                  </a:cubicBezTo>
                  <a:cubicBezTo>
                    <a:pt x="4791943" y="1573900"/>
                    <a:pt x="5278783" y="1344579"/>
                    <a:pt x="5796882" y="1216699"/>
                  </a:cubicBezTo>
                  <a:cubicBezTo>
                    <a:pt x="6034709" y="1158028"/>
                    <a:pt x="6276327" y="1118914"/>
                    <a:pt x="6517648" y="1077850"/>
                  </a:cubicBezTo>
                  <a:cubicBezTo>
                    <a:pt x="6712298" y="1044722"/>
                    <a:pt x="6896871" y="1005337"/>
                    <a:pt x="7075241" y="918035"/>
                  </a:cubicBezTo>
                  <a:cubicBezTo>
                    <a:pt x="7254369" y="830516"/>
                    <a:pt x="7419846" y="717724"/>
                    <a:pt x="7589900" y="614196"/>
                  </a:cubicBezTo>
                  <a:cubicBezTo>
                    <a:pt x="7802075" y="484990"/>
                    <a:pt x="8022051" y="374799"/>
                    <a:pt x="8251182" y="278991"/>
                  </a:cubicBezTo>
                  <a:cubicBezTo>
                    <a:pt x="8474219" y="185702"/>
                    <a:pt x="8703540" y="100756"/>
                    <a:pt x="8940798" y="51701"/>
                  </a:cubicBezTo>
                  <a:cubicBezTo>
                    <a:pt x="9191572" y="-117"/>
                    <a:pt x="9453426" y="10854"/>
                    <a:pt x="9705717" y="47313"/>
                  </a:cubicBezTo>
                  <a:cubicBezTo>
                    <a:pt x="10161244" y="113108"/>
                    <a:pt x="10580637" y="299036"/>
                    <a:pt x="10977222" y="525919"/>
                  </a:cubicBezTo>
                  <a:cubicBezTo>
                    <a:pt x="11301999" y="711684"/>
                    <a:pt x="11613368" y="935343"/>
                    <a:pt x="11961900" y="1075791"/>
                  </a:cubicBezTo>
                  <a:cubicBezTo>
                    <a:pt x="12031786" y="1104314"/>
                    <a:pt x="12103865" y="1127176"/>
                    <a:pt x="12177407" y="1144160"/>
                  </a:cubicBezTo>
                  <a:cubicBezTo>
                    <a:pt x="12188865" y="1146868"/>
                    <a:pt x="12193659" y="1129126"/>
                    <a:pt x="12182283" y="1126526"/>
                  </a:cubicBezTo>
                  <a:close/>
                </a:path>
              </a:pathLst>
            </a:custGeom>
            <a:grpFill/>
            <a:ln w="2709" cap="flat">
              <a:noFill/>
              <a:prstDash val="solid"/>
              <a:miter/>
            </a:ln>
          </p:spPr>
          <p:txBody>
            <a:bodyPr rtlCol="0" anchor="ctr"/>
            <a:lstStyle/>
            <a:p>
              <a:endParaRPr lang="en-IN"/>
            </a:p>
          </p:txBody>
        </p:sp>
        <p:sp>
          <p:nvSpPr>
            <p:cNvPr id="2017" name="Freeform: Shape 2016">
              <a:extLst>
                <a:ext uri="{FF2B5EF4-FFF2-40B4-BE49-F238E27FC236}">
                  <a16:creationId xmlns:a16="http://schemas.microsoft.com/office/drawing/2014/main" id="{3F994D70-C69F-1E21-4124-289D5E25BE53}"/>
                </a:ext>
              </a:extLst>
            </p:cNvPr>
            <p:cNvSpPr/>
            <p:nvPr/>
          </p:nvSpPr>
          <p:spPr>
            <a:xfrm>
              <a:off x="2043" y="2782539"/>
              <a:ext cx="12188273" cy="1724824"/>
            </a:xfrm>
            <a:custGeom>
              <a:avLst/>
              <a:gdLst>
                <a:gd name="connsiteX0" fmla="*/ 12178602 w 12188273"/>
                <a:gd name="connsiteY0" fmla="*/ 775598 h 1724824"/>
                <a:gd name="connsiteX1" fmla="*/ 11122197 w 12188273"/>
                <a:gd name="connsiteY1" fmla="*/ 416664 h 1724824"/>
                <a:gd name="connsiteX2" fmla="*/ 9887882 w 12188273"/>
                <a:gd name="connsiteY2" fmla="*/ 30940 h 1724824"/>
                <a:gd name="connsiteX3" fmla="*/ 9143740 w 12188273"/>
                <a:gd name="connsiteY3" fmla="*/ 9785 h 1724824"/>
                <a:gd name="connsiteX4" fmla="*/ 8494755 w 12188273"/>
                <a:gd name="connsiteY4" fmla="*/ 160119 h 1724824"/>
                <a:gd name="connsiteX5" fmla="*/ 7823233 w 12188273"/>
                <a:gd name="connsiteY5" fmla="*/ 413955 h 1724824"/>
                <a:gd name="connsiteX6" fmla="*/ 7226907 w 12188273"/>
                <a:gd name="connsiteY6" fmla="*/ 685505 h 1724824"/>
                <a:gd name="connsiteX7" fmla="*/ 6674758 w 12188273"/>
                <a:gd name="connsiteY7" fmla="*/ 852038 h 1724824"/>
                <a:gd name="connsiteX8" fmla="*/ 6015345 w 12188273"/>
                <a:gd name="connsiteY8" fmla="*/ 896732 h 1724824"/>
                <a:gd name="connsiteX9" fmla="*/ 5290542 w 12188273"/>
                <a:gd name="connsiteY9" fmla="*/ 1047337 h 1724824"/>
                <a:gd name="connsiteX10" fmla="*/ 4550192 w 12188273"/>
                <a:gd name="connsiteY10" fmla="*/ 1333027 h 1724824"/>
                <a:gd name="connsiteX11" fmla="*/ 3139430 w 12188273"/>
                <a:gd name="connsiteY11" fmla="*/ 1702146 h 1724824"/>
                <a:gd name="connsiteX12" fmla="*/ 2534408 w 12188273"/>
                <a:gd name="connsiteY12" fmla="*/ 1546638 h 1724824"/>
                <a:gd name="connsiteX13" fmla="*/ 2115395 w 12188273"/>
                <a:gd name="connsiteY13" fmla="*/ 1158991 h 1724824"/>
                <a:gd name="connsiteX14" fmla="*/ 1756704 w 12188273"/>
                <a:gd name="connsiteY14" fmla="*/ 720637 h 1724824"/>
                <a:gd name="connsiteX15" fmla="*/ 1266749 w 12188273"/>
                <a:gd name="connsiteY15" fmla="*/ 361947 h 1724824"/>
                <a:gd name="connsiteX16" fmla="*/ 687649 w 12188273"/>
                <a:gd name="connsiteY16" fmla="*/ 245472 h 1724824"/>
                <a:gd name="connsiteX17" fmla="*/ 217495 w 12188273"/>
                <a:gd name="connsiteY17" fmla="*/ 355473 h 1724824"/>
                <a:gd name="connsiteX18" fmla="*/ 7080 w 12188273"/>
                <a:gd name="connsiteY18" fmla="*/ 424519 h 1724824"/>
                <a:gd name="connsiteX19" fmla="*/ 12498 w 12188273"/>
                <a:gd name="connsiteY19" fmla="*/ 444103 h 1724824"/>
                <a:gd name="connsiteX20" fmla="*/ 451502 w 12188273"/>
                <a:gd name="connsiteY20" fmla="*/ 304224 h 1724824"/>
                <a:gd name="connsiteX21" fmla="*/ 1026322 w 12188273"/>
                <a:gd name="connsiteY21" fmla="*/ 297534 h 1724824"/>
                <a:gd name="connsiteX22" fmla="*/ 1633078 w 12188273"/>
                <a:gd name="connsiteY22" fmla="*/ 626997 h 1724824"/>
                <a:gd name="connsiteX23" fmla="*/ 2008562 w 12188273"/>
                <a:gd name="connsiteY23" fmla="*/ 1057116 h 1724824"/>
                <a:gd name="connsiteX24" fmla="*/ 2875167 w 12188273"/>
                <a:gd name="connsiteY24" fmla="*/ 1699085 h 1724824"/>
                <a:gd name="connsiteX25" fmla="*/ 4181723 w 12188273"/>
                <a:gd name="connsiteY25" fmla="*/ 1493682 h 1724824"/>
                <a:gd name="connsiteX26" fmla="*/ 5649531 w 12188273"/>
                <a:gd name="connsiteY26" fmla="*/ 971683 h 1724824"/>
                <a:gd name="connsiteX27" fmla="*/ 6377881 w 12188273"/>
                <a:gd name="connsiteY27" fmla="*/ 891640 h 1724824"/>
                <a:gd name="connsiteX28" fmla="*/ 6944982 w 12188273"/>
                <a:gd name="connsiteY28" fmla="*/ 814657 h 1724824"/>
                <a:gd name="connsiteX29" fmla="*/ 7462972 w 12188273"/>
                <a:gd name="connsiteY29" fmla="*/ 599124 h 1724824"/>
                <a:gd name="connsiteX30" fmla="*/ 8137175 w 12188273"/>
                <a:gd name="connsiteY30" fmla="*/ 310888 h 1724824"/>
                <a:gd name="connsiteX31" fmla="*/ 8824245 w 12188273"/>
                <a:gd name="connsiteY31" fmla="*/ 84600 h 1724824"/>
                <a:gd name="connsiteX32" fmla="*/ 9535937 w 12188273"/>
                <a:gd name="connsiteY32" fmla="*/ 22299 h 1724824"/>
                <a:gd name="connsiteX33" fmla="*/ 10885454 w 12188273"/>
                <a:gd name="connsiteY33" fmla="*/ 338246 h 1724824"/>
                <a:gd name="connsiteX34" fmla="*/ 11946871 w 12188273"/>
                <a:gd name="connsiteY34" fmla="*/ 755797 h 1724824"/>
                <a:gd name="connsiteX35" fmla="*/ 12178467 w 12188273"/>
                <a:gd name="connsiteY35" fmla="*/ 795886 h 1724824"/>
                <a:gd name="connsiteX36" fmla="*/ 12178467 w 12188273"/>
                <a:gd name="connsiteY36" fmla="*/ 775571 h 172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273" h="1724824">
                  <a:moveTo>
                    <a:pt x="12178602" y="775598"/>
                  </a:moveTo>
                  <a:cubicBezTo>
                    <a:pt x="11806775" y="739842"/>
                    <a:pt x="11459922" y="563395"/>
                    <a:pt x="11122197" y="416664"/>
                  </a:cubicBezTo>
                  <a:cubicBezTo>
                    <a:pt x="10725179" y="244226"/>
                    <a:pt x="10319302" y="89178"/>
                    <a:pt x="9887882" y="30940"/>
                  </a:cubicBezTo>
                  <a:cubicBezTo>
                    <a:pt x="9641279" y="-2296"/>
                    <a:pt x="9391833" y="-9393"/>
                    <a:pt x="9143740" y="9785"/>
                  </a:cubicBezTo>
                  <a:cubicBezTo>
                    <a:pt x="8922003" y="27013"/>
                    <a:pt x="8704790" y="90072"/>
                    <a:pt x="8494755" y="160119"/>
                  </a:cubicBezTo>
                  <a:cubicBezTo>
                    <a:pt x="8268088" y="235666"/>
                    <a:pt x="8043209" y="320693"/>
                    <a:pt x="7823233" y="413955"/>
                  </a:cubicBezTo>
                  <a:cubicBezTo>
                    <a:pt x="7622056" y="499280"/>
                    <a:pt x="7426837" y="597499"/>
                    <a:pt x="7226907" y="685505"/>
                  </a:cubicBezTo>
                  <a:cubicBezTo>
                    <a:pt x="7050216" y="763273"/>
                    <a:pt x="6867350" y="828878"/>
                    <a:pt x="6674758" y="852038"/>
                  </a:cubicBezTo>
                  <a:cubicBezTo>
                    <a:pt x="6456272" y="878340"/>
                    <a:pt x="6234454" y="874737"/>
                    <a:pt x="6015345" y="896732"/>
                  </a:cubicBezTo>
                  <a:cubicBezTo>
                    <a:pt x="5768850" y="921463"/>
                    <a:pt x="5525579" y="968513"/>
                    <a:pt x="5290542" y="1047337"/>
                  </a:cubicBezTo>
                  <a:cubicBezTo>
                    <a:pt x="5039822" y="1131308"/>
                    <a:pt x="4796199" y="1236353"/>
                    <a:pt x="4550192" y="1333027"/>
                  </a:cubicBezTo>
                  <a:cubicBezTo>
                    <a:pt x="4103956" y="1508363"/>
                    <a:pt x="3626217" y="1700277"/>
                    <a:pt x="3139430" y="1702146"/>
                  </a:cubicBezTo>
                  <a:cubicBezTo>
                    <a:pt x="2926280" y="1702959"/>
                    <a:pt x="2718115" y="1657317"/>
                    <a:pt x="2534408" y="1546638"/>
                  </a:cubicBezTo>
                  <a:cubicBezTo>
                    <a:pt x="2369419" y="1447227"/>
                    <a:pt x="2236285" y="1307132"/>
                    <a:pt x="2115395" y="1158991"/>
                  </a:cubicBezTo>
                  <a:cubicBezTo>
                    <a:pt x="1996021" y="1012720"/>
                    <a:pt x="1885992" y="858620"/>
                    <a:pt x="1756704" y="720637"/>
                  </a:cubicBezTo>
                  <a:cubicBezTo>
                    <a:pt x="1616175" y="570628"/>
                    <a:pt x="1454301" y="447624"/>
                    <a:pt x="1266749" y="361947"/>
                  </a:cubicBezTo>
                  <a:cubicBezTo>
                    <a:pt x="1084966" y="278871"/>
                    <a:pt x="888041" y="232984"/>
                    <a:pt x="687649" y="245472"/>
                  </a:cubicBezTo>
                  <a:cubicBezTo>
                    <a:pt x="525396" y="255629"/>
                    <a:pt x="370240" y="302707"/>
                    <a:pt x="217495" y="355473"/>
                  </a:cubicBezTo>
                  <a:cubicBezTo>
                    <a:pt x="147691" y="379581"/>
                    <a:pt x="78103" y="404230"/>
                    <a:pt x="7080" y="424519"/>
                  </a:cubicBezTo>
                  <a:cubicBezTo>
                    <a:pt x="-5488" y="428094"/>
                    <a:pt x="-152" y="447706"/>
                    <a:pt x="12498" y="444103"/>
                  </a:cubicBezTo>
                  <a:cubicBezTo>
                    <a:pt x="160313" y="402036"/>
                    <a:pt x="302332" y="341903"/>
                    <a:pt x="451502" y="304224"/>
                  </a:cubicBezTo>
                  <a:cubicBezTo>
                    <a:pt x="641113" y="256361"/>
                    <a:pt x="835925" y="249562"/>
                    <a:pt x="1026322" y="297534"/>
                  </a:cubicBezTo>
                  <a:cubicBezTo>
                    <a:pt x="1251445" y="354254"/>
                    <a:pt x="1461534" y="471434"/>
                    <a:pt x="1633078" y="626997"/>
                  </a:cubicBezTo>
                  <a:cubicBezTo>
                    <a:pt x="1774636" y="755309"/>
                    <a:pt x="1891247" y="907188"/>
                    <a:pt x="2008562" y="1057116"/>
                  </a:cubicBezTo>
                  <a:cubicBezTo>
                    <a:pt x="2237802" y="1350038"/>
                    <a:pt x="2493615" y="1625462"/>
                    <a:pt x="2875167" y="1699085"/>
                  </a:cubicBezTo>
                  <a:cubicBezTo>
                    <a:pt x="3312735" y="1783462"/>
                    <a:pt x="3773165" y="1639141"/>
                    <a:pt x="4181723" y="1493682"/>
                  </a:cubicBezTo>
                  <a:cubicBezTo>
                    <a:pt x="4668834" y="1320323"/>
                    <a:pt x="5140614" y="1075806"/>
                    <a:pt x="5649531" y="971683"/>
                  </a:cubicBezTo>
                  <a:cubicBezTo>
                    <a:pt x="5889660" y="922546"/>
                    <a:pt x="6133554" y="904398"/>
                    <a:pt x="6377881" y="891640"/>
                  </a:cubicBezTo>
                  <a:cubicBezTo>
                    <a:pt x="6571014" y="881563"/>
                    <a:pt x="6758810" y="871433"/>
                    <a:pt x="6944982" y="814657"/>
                  </a:cubicBezTo>
                  <a:cubicBezTo>
                    <a:pt x="7124137" y="759995"/>
                    <a:pt x="7293812" y="678463"/>
                    <a:pt x="7462972" y="599124"/>
                  </a:cubicBezTo>
                  <a:cubicBezTo>
                    <a:pt x="7684682" y="495108"/>
                    <a:pt x="7908369" y="398325"/>
                    <a:pt x="8137175" y="310888"/>
                  </a:cubicBezTo>
                  <a:cubicBezTo>
                    <a:pt x="8362271" y="224885"/>
                    <a:pt x="8589858" y="141944"/>
                    <a:pt x="8824245" y="84600"/>
                  </a:cubicBezTo>
                  <a:cubicBezTo>
                    <a:pt x="9058036" y="27392"/>
                    <a:pt x="9295916" y="14850"/>
                    <a:pt x="9535937" y="22299"/>
                  </a:cubicBezTo>
                  <a:cubicBezTo>
                    <a:pt x="10005983" y="36926"/>
                    <a:pt x="10452517" y="160878"/>
                    <a:pt x="10885454" y="338246"/>
                  </a:cubicBezTo>
                  <a:cubicBezTo>
                    <a:pt x="11235638" y="481808"/>
                    <a:pt x="11577752" y="664377"/>
                    <a:pt x="11946871" y="755797"/>
                  </a:cubicBezTo>
                  <a:cubicBezTo>
                    <a:pt x="12022986" y="774812"/>
                    <a:pt x="12100401" y="788220"/>
                    <a:pt x="12178467" y="795886"/>
                  </a:cubicBezTo>
                  <a:cubicBezTo>
                    <a:pt x="12191469" y="797132"/>
                    <a:pt x="12191388" y="776925"/>
                    <a:pt x="12178467" y="775571"/>
                  </a:cubicBezTo>
                  <a:close/>
                </a:path>
              </a:pathLst>
            </a:custGeom>
            <a:grpFill/>
            <a:ln w="2709" cap="flat">
              <a:noFill/>
              <a:prstDash val="solid"/>
              <a:miter/>
            </a:ln>
          </p:spPr>
          <p:txBody>
            <a:bodyPr rtlCol="0" anchor="ctr"/>
            <a:lstStyle/>
            <a:p>
              <a:endParaRPr lang="en-IN"/>
            </a:p>
          </p:txBody>
        </p:sp>
        <p:sp>
          <p:nvSpPr>
            <p:cNvPr id="2018" name="Freeform: Shape 2017">
              <a:extLst>
                <a:ext uri="{FF2B5EF4-FFF2-40B4-BE49-F238E27FC236}">
                  <a16:creationId xmlns:a16="http://schemas.microsoft.com/office/drawing/2014/main" id="{E5812297-2C04-8018-E9E1-34C9DBA09500}"/>
                </a:ext>
              </a:extLst>
            </p:cNvPr>
            <p:cNvSpPr/>
            <p:nvPr/>
          </p:nvSpPr>
          <p:spPr>
            <a:xfrm>
              <a:off x="2394" y="2946121"/>
              <a:ext cx="12187942" cy="1613988"/>
            </a:xfrm>
            <a:custGeom>
              <a:avLst/>
              <a:gdLst>
                <a:gd name="connsiteX0" fmla="*/ 12177168 w 12187942"/>
                <a:gd name="connsiteY0" fmla="*/ 438684 h 1613988"/>
                <a:gd name="connsiteX1" fmla="*/ 11040124 w 12187942"/>
                <a:gd name="connsiteY1" fmla="*/ 221985 h 1613988"/>
                <a:gd name="connsiteX2" fmla="*/ 9698435 w 12187942"/>
                <a:gd name="connsiteY2" fmla="*/ -510 h 1613988"/>
                <a:gd name="connsiteX3" fmla="*/ 8994680 w 12187942"/>
                <a:gd name="connsiteY3" fmla="*/ 46568 h 1613988"/>
                <a:gd name="connsiteX4" fmla="*/ 8313461 w 12187942"/>
                <a:gd name="connsiteY4" fmla="*/ 230626 h 1613988"/>
                <a:gd name="connsiteX5" fmla="*/ 7615421 w 12187942"/>
                <a:gd name="connsiteY5" fmla="*/ 467748 h 1613988"/>
                <a:gd name="connsiteX6" fmla="*/ 7042903 w 12187942"/>
                <a:gd name="connsiteY6" fmla="*/ 650642 h 1613988"/>
                <a:gd name="connsiteX7" fmla="*/ 6508904 w 12187942"/>
                <a:gd name="connsiteY7" fmla="*/ 709015 h 1613988"/>
                <a:gd name="connsiteX8" fmla="*/ 5842963 w 12187942"/>
                <a:gd name="connsiteY8" fmla="*/ 682822 h 1613988"/>
                <a:gd name="connsiteX9" fmla="*/ 5135712 w 12187942"/>
                <a:gd name="connsiteY9" fmla="*/ 809022 h 1613988"/>
                <a:gd name="connsiteX10" fmla="*/ 4449483 w 12187942"/>
                <a:gd name="connsiteY10" fmla="*/ 1093845 h 1613988"/>
                <a:gd name="connsiteX11" fmla="*/ 3117355 w 12187942"/>
                <a:gd name="connsiteY11" fmla="*/ 1573290 h 1613988"/>
                <a:gd name="connsiteX12" fmla="*/ 2529913 w 12187942"/>
                <a:gd name="connsiteY12" fmla="*/ 1522447 h 1613988"/>
                <a:gd name="connsiteX13" fmla="*/ 2080263 w 12187942"/>
                <a:gd name="connsiteY13" fmla="*/ 1177869 h 1613988"/>
                <a:gd name="connsiteX14" fmla="*/ 1303806 w 12187942"/>
                <a:gd name="connsiteY14" fmla="*/ 371697 h 1613988"/>
                <a:gd name="connsiteX15" fmla="*/ 706070 w 12187942"/>
                <a:gd name="connsiteY15" fmla="*/ 191079 h 1613988"/>
                <a:gd name="connsiteX16" fmla="*/ 223916 w 12187942"/>
                <a:gd name="connsiteY16" fmla="*/ 265650 h 1613988"/>
                <a:gd name="connsiteX17" fmla="*/ 7948 w 12187942"/>
                <a:gd name="connsiteY17" fmla="*/ 319825 h 1613988"/>
                <a:gd name="connsiteX18" fmla="*/ 13880 w 12187942"/>
                <a:gd name="connsiteY18" fmla="*/ 341495 h 1613988"/>
                <a:gd name="connsiteX19" fmla="*/ 468947 w 12187942"/>
                <a:gd name="connsiteY19" fmla="*/ 231926 h 1613988"/>
                <a:gd name="connsiteX20" fmla="*/ 1055334 w 12187942"/>
                <a:gd name="connsiteY20" fmla="*/ 279844 h 1613988"/>
                <a:gd name="connsiteX21" fmla="*/ 1615228 w 12187942"/>
                <a:gd name="connsiteY21" fmla="*/ 647933 h 1613988"/>
                <a:gd name="connsiteX22" fmla="*/ 1970478 w 12187942"/>
                <a:gd name="connsiteY22" fmla="*/ 1080843 h 1613988"/>
                <a:gd name="connsiteX23" fmla="*/ 2841715 w 12187942"/>
                <a:gd name="connsiteY23" fmla="*/ 1611754 h 1613988"/>
                <a:gd name="connsiteX24" fmla="*/ 4073565 w 12187942"/>
                <a:gd name="connsiteY24" fmla="*/ 1284620 h 1613988"/>
                <a:gd name="connsiteX25" fmla="*/ 4756626 w 12187942"/>
                <a:gd name="connsiteY25" fmla="*/ 982678 h 1613988"/>
                <a:gd name="connsiteX26" fmla="*/ 5498818 w 12187942"/>
                <a:gd name="connsiteY26" fmla="*/ 739163 h 1613988"/>
                <a:gd name="connsiteX27" fmla="*/ 6205255 w 12187942"/>
                <a:gd name="connsiteY27" fmla="*/ 712076 h 1613988"/>
                <a:gd name="connsiteX28" fmla="*/ 6793050 w 12187942"/>
                <a:gd name="connsiteY28" fmla="*/ 720419 h 1613988"/>
                <a:gd name="connsiteX29" fmla="*/ 7947755 w 12187942"/>
                <a:gd name="connsiteY29" fmla="*/ 377304 h 1613988"/>
                <a:gd name="connsiteX30" fmla="*/ 8643168 w 12187942"/>
                <a:gd name="connsiteY30" fmla="*/ 151531 h 1613988"/>
                <a:gd name="connsiteX31" fmla="*/ 9349767 w 12187942"/>
                <a:gd name="connsiteY31" fmla="*/ 32347 h 1613988"/>
                <a:gd name="connsiteX32" fmla="*/ 10766027 w 12187942"/>
                <a:gd name="connsiteY32" fmla="*/ 172036 h 1613988"/>
                <a:gd name="connsiteX33" fmla="*/ 11912227 w 12187942"/>
                <a:gd name="connsiteY33" fmla="*/ 447677 h 1613988"/>
                <a:gd name="connsiteX34" fmla="*/ 12177059 w 12187942"/>
                <a:gd name="connsiteY34" fmla="*/ 461058 h 1613988"/>
                <a:gd name="connsiteX35" fmla="*/ 12177059 w 12187942"/>
                <a:gd name="connsiteY35" fmla="*/ 438711 h 161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7942" h="1613988">
                  <a:moveTo>
                    <a:pt x="12177168" y="438684"/>
                  </a:moveTo>
                  <a:cubicBezTo>
                    <a:pt x="11788384" y="446160"/>
                    <a:pt x="11410786" y="324321"/>
                    <a:pt x="11040124" y="221985"/>
                  </a:cubicBezTo>
                  <a:cubicBezTo>
                    <a:pt x="10600253" y="100363"/>
                    <a:pt x="10156887" y="3201"/>
                    <a:pt x="9698435" y="-510"/>
                  </a:cubicBezTo>
                  <a:cubicBezTo>
                    <a:pt x="9464752" y="-2406"/>
                    <a:pt x="9225463" y="8158"/>
                    <a:pt x="8994680" y="46568"/>
                  </a:cubicBezTo>
                  <a:cubicBezTo>
                    <a:pt x="8762568" y="85167"/>
                    <a:pt x="8536443" y="157003"/>
                    <a:pt x="8313461" y="230626"/>
                  </a:cubicBezTo>
                  <a:cubicBezTo>
                    <a:pt x="8080158" y="307663"/>
                    <a:pt x="7847478" y="386703"/>
                    <a:pt x="7615421" y="467748"/>
                  </a:cubicBezTo>
                  <a:cubicBezTo>
                    <a:pt x="7426405" y="533706"/>
                    <a:pt x="7237363" y="602156"/>
                    <a:pt x="7042903" y="650642"/>
                  </a:cubicBezTo>
                  <a:cubicBezTo>
                    <a:pt x="6868028" y="694253"/>
                    <a:pt x="6689251" y="717006"/>
                    <a:pt x="6508904" y="709015"/>
                  </a:cubicBezTo>
                  <a:cubicBezTo>
                    <a:pt x="6286788" y="699182"/>
                    <a:pt x="6065783" y="675671"/>
                    <a:pt x="5842963" y="682822"/>
                  </a:cubicBezTo>
                  <a:cubicBezTo>
                    <a:pt x="5601885" y="690569"/>
                    <a:pt x="5364086" y="731281"/>
                    <a:pt x="5135712" y="809022"/>
                  </a:cubicBezTo>
                  <a:cubicBezTo>
                    <a:pt x="4901353" y="888794"/>
                    <a:pt x="4675228" y="992863"/>
                    <a:pt x="4449483" y="1093845"/>
                  </a:cubicBezTo>
                  <a:cubicBezTo>
                    <a:pt x="4023237" y="1284539"/>
                    <a:pt x="3583907" y="1503703"/>
                    <a:pt x="3117355" y="1573290"/>
                  </a:cubicBezTo>
                  <a:cubicBezTo>
                    <a:pt x="2921189" y="1602517"/>
                    <a:pt x="2715299" y="1599971"/>
                    <a:pt x="2529913" y="1522447"/>
                  </a:cubicBezTo>
                  <a:cubicBezTo>
                    <a:pt x="2352437" y="1448201"/>
                    <a:pt x="2205949" y="1321161"/>
                    <a:pt x="2080263" y="1177869"/>
                  </a:cubicBezTo>
                  <a:cubicBezTo>
                    <a:pt x="1832089" y="894888"/>
                    <a:pt x="1638740" y="565100"/>
                    <a:pt x="1303806" y="371697"/>
                  </a:cubicBezTo>
                  <a:cubicBezTo>
                    <a:pt x="1121237" y="266246"/>
                    <a:pt x="918082" y="196198"/>
                    <a:pt x="706070" y="191079"/>
                  </a:cubicBezTo>
                  <a:cubicBezTo>
                    <a:pt x="541704" y="187097"/>
                    <a:pt x="381699" y="223340"/>
                    <a:pt x="223916" y="265650"/>
                  </a:cubicBezTo>
                  <a:cubicBezTo>
                    <a:pt x="152188" y="284882"/>
                    <a:pt x="80651" y="304737"/>
                    <a:pt x="7948" y="319825"/>
                  </a:cubicBezTo>
                  <a:cubicBezTo>
                    <a:pt x="-6110" y="322777"/>
                    <a:pt x="-178" y="344203"/>
                    <a:pt x="13880" y="341495"/>
                  </a:cubicBezTo>
                  <a:cubicBezTo>
                    <a:pt x="166707" y="309531"/>
                    <a:pt x="314821" y="258228"/>
                    <a:pt x="468947" y="231926"/>
                  </a:cubicBezTo>
                  <a:cubicBezTo>
                    <a:pt x="666685" y="198175"/>
                    <a:pt x="865993" y="212044"/>
                    <a:pt x="1055334" y="279844"/>
                  </a:cubicBezTo>
                  <a:cubicBezTo>
                    <a:pt x="1269323" y="356420"/>
                    <a:pt x="1458014" y="485003"/>
                    <a:pt x="1615228" y="647933"/>
                  </a:cubicBezTo>
                  <a:cubicBezTo>
                    <a:pt x="1745248" y="782557"/>
                    <a:pt x="1853949" y="935059"/>
                    <a:pt x="1970478" y="1080843"/>
                  </a:cubicBezTo>
                  <a:cubicBezTo>
                    <a:pt x="2194789" y="1361521"/>
                    <a:pt x="2467097" y="1594120"/>
                    <a:pt x="2841715" y="1611754"/>
                  </a:cubicBezTo>
                  <a:cubicBezTo>
                    <a:pt x="3267230" y="1631799"/>
                    <a:pt x="3691065" y="1449230"/>
                    <a:pt x="4073565" y="1284620"/>
                  </a:cubicBezTo>
                  <a:cubicBezTo>
                    <a:pt x="4302209" y="1186185"/>
                    <a:pt x="4527954" y="1081113"/>
                    <a:pt x="4756626" y="982678"/>
                  </a:cubicBezTo>
                  <a:cubicBezTo>
                    <a:pt x="4996809" y="879286"/>
                    <a:pt x="5239944" y="783532"/>
                    <a:pt x="5498818" y="739163"/>
                  </a:cubicBezTo>
                  <a:cubicBezTo>
                    <a:pt x="5732473" y="699128"/>
                    <a:pt x="5969243" y="698532"/>
                    <a:pt x="6205255" y="712076"/>
                  </a:cubicBezTo>
                  <a:cubicBezTo>
                    <a:pt x="6401774" y="723290"/>
                    <a:pt x="6596667" y="744391"/>
                    <a:pt x="6793050" y="720419"/>
                  </a:cubicBezTo>
                  <a:cubicBezTo>
                    <a:pt x="7191044" y="671851"/>
                    <a:pt x="7570456" y="503720"/>
                    <a:pt x="7947755" y="377304"/>
                  </a:cubicBezTo>
                  <a:cubicBezTo>
                    <a:pt x="8178810" y="299888"/>
                    <a:pt x="8408645" y="218085"/>
                    <a:pt x="8643168" y="151531"/>
                  </a:cubicBezTo>
                  <a:cubicBezTo>
                    <a:pt x="8876118" y="85411"/>
                    <a:pt x="9108202" y="48302"/>
                    <a:pt x="9349767" y="32347"/>
                  </a:cubicBezTo>
                  <a:cubicBezTo>
                    <a:pt x="9830540" y="763"/>
                    <a:pt x="10299692" y="54423"/>
                    <a:pt x="10766027" y="172036"/>
                  </a:cubicBezTo>
                  <a:cubicBezTo>
                    <a:pt x="11146090" y="267871"/>
                    <a:pt x="11521357" y="401845"/>
                    <a:pt x="11912227" y="447677"/>
                  </a:cubicBezTo>
                  <a:cubicBezTo>
                    <a:pt x="12000098" y="458132"/>
                    <a:pt x="12088592" y="462629"/>
                    <a:pt x="12177059" y="461058"/>
                  </a:cubicBezTo>
                  <a:cubicBezTo>
                    <a:pt x="12191443" y="460760"/>
                    <a:pt x="12191469" y="438413"/>
                    <a:pt x="12177059" y="438711"/>
                  </a:cubicBezTo>
                  <a:close/>
                </a:path>
              </a:pathLst>
            </a:custGeom>
            <a:grpFill/>
            <a:ln w="2709" cap="flat">
              <a:noFill/>
              <a:prstDash val="solid"/>
              <a:miter/>
            </a:ln>
          </p:spPr>
          <p:txBody>
            <a:bodyPr rtlCol="0" anchor="ctr"/>
            <a:lstStyle/>
            <a:p>
              <a:endParaRPr lang="en-IN"/>
            </a:p>
          </p:txBody>
        </p:sp>
        <p:sp>
          <p:nvSpPr>
            <p:cNvPr id="2019" name="Freeform: Shape 2018">
              <a:extLst>
                <a:ext uri="{FF2B5EF4-FFF2-40B4-BE49-F238E27FC236}">
                  <a16:creationId xmlns:a16="http://schemas.microsoft.com/office/drawing/2014/main" id="{58DDC28D-781D-3A7F-C482-B8CB21554FD2}"/>
                </a:ext>
              </a:extLst>
            </p:cNvPr>
            <p:cNvSpPr/>
            <p:nvPr/>
          </p:nvSpPr>
          <p:spPr>
            <a:xfrm>
              <a:off x="3165" y="3081557"/>
              <a:ext cx="12186718" cy="1537737"/>
            </a:xfrm>
            <a:custGeom>
              <a:avLst/>
              <a:gdLst>
                <a:gd name="connsiteX0" fmla="*/ 12175123 w 12186718"/>
                <a:gd name="connsiteY0" fmla="*/ 129889 h 1537737"/>
                <a:gd name="connsiteX1" fmla="*/ 10972040 w 12186718"/>
                <a:gd name="connsiteY1" fmla="*/ 69511 h 1537737"/>
                <a:gd name="connsiteX2" fmla="*/ 9570137 w 12186718"/>
                <a:gd name="connsiteY2" fmla="*/ 17829 h 1537737"/>
                <a:gd name="connsiteX3" fmla="*/ 8880494 w 12186718"/>
                <a:gd name="connsiteY3" fmla="*/ 113257 h 1537737"/>
                <a:gd name="connsiteX4" fmla="*/ 8177931 w 12186718"/>
                <a:gd name="connsiteY4" fmla="*/ 309938 h 1537737"/>
                <a:gd name="connsiteX5" fmla="*/ 6889089 w 12186718"/>
                <a:gd name="connsiteY5" fmla="*/ 613126 h 1537737"/>
                <a:gd name="connsiteX6" fmla="*/ 5722167 w 12186718"/>
                <a:gd name="connsiteY6" fmla="*/ 491450 h 1537737"/>
                <a:gd name="connsiteX7" fmla="*/ 5032850 w 12186718"/>
                <a:gd name="connsiteY7" fmla="*/ 580838 h 1537737"/>
                <a:gd name="connsiteX8" fmla="*/ 4368723 w 12186718"/>
                <a:gd name="connsiteY8" fmla="*/ 868479 h 1537737"/>
                <a:gd name="connsiteX9" fmla="*/ 3115691 w 12186718"/>
                <a:gd name="connsiteY9" fmla="*/ 1440021 h 1537737"/>
                <a:gd name="connsiteX10" fmla="*/ 2549728 w 12186718"/>
                <a:gd name="connsiteY10" fmla="*/ 1502322 h 1537737"/>
                <a:gd name="connsiteX11" fmla="*/ 2066951 w 12186718"/>
                <a:gd name="connsiteY11" fmla="*/ 1238654 h 1537737"/>
                <a:gd name="connsiteX12" fmla="*/ 1328930 w 12186718"/>
                <a:gd name="connsiteY12" fmla="*/ 419290 h 1537737"/>
                <a:gd name="connsiteX13" fmla="*/ 744304 w 12186718"/>
                <a:gd name="connsiteY13" fmla="*/ 173039 h 1537737"/>
                <a:gd name="connsiteX14" fmla="*/ 252074 w 12186718"/>
                <a:gd name="connsiteY14" fmla="*/ 200722 h 1537737"/>
                <a:gd name="connsiteX15" fmla="*/ 11484 w 12186718"/>
                <a:gd name="connsiteY15" fmla="*/ 242437 h 1537737"/>
                <a:gd name="connsiteX16" fmla="*/ 11484 w 12186718"/>
                <a:gd name="connsiteY16" fmla="*/ 266815 h 1537737"/>
                <a:gd name="connsiteX17" fmla="*/ 492257 w 12186718"/>
                <a:gd name="connsiteY17" fmla="*/ 191241 h 1537737"/>
                <a:gd name="connsiteX18" fmla="*/ 1092702 w 12186718"/>
                <a:gd name="connsiteY18" fmla="*/ 306146 h 1537737"/>
                <a:gd name="connsiteX19" fmla="*/ 1594819 w 12186718"/>
                <a:gd name="connsiteY19" fmla="*/ 705386 h 1537737"/>
                <a:gd name="connsiteX20" fmla="*/ 1938991 w 12186718"/>
                <a:gd name="connsiteY20" fmla="*/ 1137672 h 1537737"/>
                <a:gd name="connsiteX21" fmla="*/ 2346573 w 12186718"/>
                <a:gd name="connsiteY21" fmla="*/ 1464914 h 1537737"/>
                <a:gd name="connsiteX22" fmla="*/ 2824556 w 12186718"/>
                <a:gd name="connsiteY22" fmla="*/ 1528813 h 1537737"/>
                <a:gd name="connsiteX23" fmla="*/ 3994132 w 12186718"/>
                <a:gd name="connsiteY23" fmla="*/ 1084581 h 1537737"/>
                <a:gd name="connsiteX24" fmla="*/ 4632634 w 12186718"/>
                <a:gd name="connsiteY24" fmla="*/ 768906 h 1537737"/>
                <a:gd name="connsiteX25" fmla="*/ 5368461 w 12186718"/>
                <a:gd name="connsiteY25" fmla="*/ 529860 h 1537737"/>
                <a:gd name="connsiteX26" fmla="*/ 6077932 w 12186718"/>
                <a:gd name="connsiteY26" fmla="*/ 556026 h 1537737"/>
                <a:gd name="connsiteX27" fmla="*/ 6643190 w 12186718"/>
                <a:gd name="connsiteY27" fmla="*/ 640783 h 1537737"/>
                <a:gd name="connsiteX28" fmla="*/ 7781264 w 12186718"/>
                <a:gd name="connsiteY28" fmla="*/ 452038 h 1537737"/>
                <a:gd name="connsiteX29" fmla="*/ 9197091 w 12186718"/>
                <a:gd name="connsiteY29" fmla="*/ 85222 h 1537737"/>
                <a:gd name="connsiteX30" fmla="*/ 10647318 w 12186718"/>
                <a:gd name="connsiteY30" fmla="*/ 55913 h 1537737"/>
                <a:gd name="connsiteX31" fmla="*/ 11885208 w 12186718"/>
                <a:gd name="connsiteY31" fmla="*/ 173066 h 1537737"/>
                <a:gd name="connsiteX32" fmla="*/ 12175043 w 12186718"/>
                <a:gd name="connsiteY32" fmla="*/ 154105 h 1537737"/>
                <a:gd name="connsiteX33" fmla="*/ 12175043 w 12186718"/>
                <a:gd name="connsiteY33" fmla="*/ 129726 h 153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6718" h="1537737">
                  <a:moveTo>
                    <a:pt x="12175123" y="129889"/>
                  </a:moveTo>
                  <a:cubicBezTo>
                    <a:pt x="11773392" y="179052"/>
                    <a:pt x="11370630" y="119731"/>
                    <a:pt x="10972040" y="69511"/>
                  </a:cubicBezTo>
                  <a:cubicBezTo>
                    <a:pt x="10505137" y="10678"/>
                    <a:pt x="10040237" y="-24319"/>
                    <a:pt x="9570137" y="17829"/>
                  </a:cubicBezTo>
                  <a:cubicBezTo>
                    <a:pt x="9339895" y="38469"/>
                    <a:pt x="9106510" y="64202"/>
                    <a:pt x="8880494" y="113257"/>
                  </a:cubicBezTo>
                  <a:cubicBezTo>
                    <a:pt x="8642775" y="164723"/>
                    <a:pt x="8410366" y="238888"/>
                    <a:pt x="8177931" y="309938"/>
                  </a:cubicBezTo>
                  <a:cubicBezTo>
                    <a:pt x="7760244" y="437628"/>
                    <a:pt x="7327389" y="580974"/>
                    <a:pt x="6889089" y="613126"/>
                  </a:cubicBezTo>
                  <a:cubicBezTo>
                    <a:pt x="6492395" y="642272"/>
                    <a:pt x="6115692" y="509572"/>
                    <a:pt x="5722167" y="491450"/>
                  </a:cubicBezTo>
                  <a:cubicBezTo>
                    <a:pt x="5488865" y="480615"/>
                    <a:pt x="5255263" y="508894"/>
                    <a:pt x="5032850" y="580838"/>
                  </a:cubicBezTo>
                  <a:cubicBezTo>
                    <a:pt x="4803393" y="655220"/>
                    <a:pt x="4584527" y="761701"/>
                    <a:pt x="4368723" y="868479"/>
                  </a:cubicBezTo>
                  <a:cubicBezTo>
                    <a:pt x="3959217" y="1071092"/>
                    <a:pt x="3555047" y="1306778"/>
                    <a:pt x="3115691" y="1440021"/>
                  </a:cubicBezTo>
                  <a:cubicBezTo>
                    <a:pt x="2934395" y="1494981"/>
                    <a:pt x="2739177" y="1533337"/>
                    <a:pt x="2549728" y="1502322"/>
                  </a:cubicBezTo>
                  <a:cubicBezTo>
                    <a:pt x="2364180" y="1472065"/>
                    <a:pt x="2200302" y="1367698"/>
                    <a:pt x="2066951" y="1238654"/>
                  </a:cubicBezTo>
                  <a:cubicBezTo>
                    <a:pt x="1801251" y="981324"/>
                    <a:pt x="1631306" y="641568"/>
                    <a:pt x="1328930" y="419290"/>
                  </a:cubicBezTo>
                  <a:cubicBezTo>
                    <a:pt x="1157847" y="293550"/>
                    <a:pt x="955613" y="201697"/>
                    <a:pt x="744304" y="173039"/>
                  </a:cubicBezTo>
                  <a:cubicBezTo>
                    <a:pt x="579072" y="150638"/>
                    <a:pt x="414814" y="170764"/>
                    <a:pt x="252074" y="200722"/>
                  </a:cubicBezTo>
                  <a:cubicBezTo>
                    <a:pt x="172004" y="215458"/>
                    <a:pt x="92259" y="231764"/>
                    <a:pt x="11484" y="242437"/>
                  </a:cubicBezTo>
                  <a:cubicBezTo>
                    <a:pt x="-3847" y="244468"/>
                    <a:pt x="-4037" y="268874"/>
                    <a:pt x="11484" y="266815"/>
                  </a:cubicBezTo>
                  <a:cubicBezTo>
                    <a:pt x="172410" y="245552"/>
                    <a:pt x="330112" y="203621"/>
                    <a:pt x="492257" y="191241"/>
                  </a:cubicBezTo>
                  <a:cubicBezTo>
                    <a:pt x="699079" y="175152"/>
                    <a:pt x="906430" y="214835"/>
                    <a:pt x="1092702" y="306146"/>
                  </a:cubicBezTo>
                  <a:cubicBezTo>
                    <a:pt x="1289220" y="401629"/>
                    <a:pt x="1453125" y="540424"/>
                    <a:pt x="1594819" y="705386"/>
                  </a:cubicBezTo>
                  <a:cubicBezTo>
                    <a:pt x="1714870" y="845211"/>
                    <a:pt x="1818804" y="997929"/>
                    <a:pt x="1938991" y="1137672"/>
                  </a:cubicBezTo>
                  <a:cubicBezTo>
                    <a:pt x="2053597" y="1270915"/>
                    <a:pt x="2185702" y="1390559"/>
                    <a:pt x="2346573" y="1464914"/>
                  </a:cubicBezTo>
                  <a:cubicBezTo>
                    <a:pt x="2497070" y="1534474"/>
                    <a:pt x="2661192" y="1548641"/>
                    <a:pt x="2824556" y="1528813"/>
                  </a:cubicBezTo>
                  <a:cubicBezTo>
                    <a:pt x="3238017" y="1478593"/>
                    <a:pt x="3627587" y="1269452"/>
                    <a:pt x="3994132" y="1084581"/>
                  </a:cubicBezTo>
                  <a:cubicBezTo>
                    <a:pt x="4206118" y="977695"/>
                    <a:pt x="4416965" y="868289"/>
                    <a:pt x="4632634" y="768906"/>
                  </a:cubicBezTo>
                  <a:cubicBezTo>
                    <a:pt x="4868294" y="660285"/>
                    <a:pt x="5109588" y="563828"/>
                    <a:pt x="5368461" y="529860"/>
                  </a:cubicBezTo>
                  <a:cubicBezTo>
                    <a:pt x="5605421" y="498791"/>
                    <a:pt x="5843085" y="517102"/>
                    <a:pt x="6077932" y="556026"/>
                  </a:cubicBezTo>
                  <a:cubicBezTo>
                    <a:pt x="6266162" y="587231"/>
                    <a:pt x="6452062" y="631437"/>
                    <a:pt x="6643190" y="640783"/>
                  </a:cubicBezTo>
                  <a:cubicBezTo>
                    <a:pt x="7030539" y="659744"/>
                    <a:pt x="7411766" y="555349"/>
                    <a:pt x="7781264" y="452038"/>
                  </a:cubicBezTo>
                  <a:cubicBezTo>
                    <a:pt x="8251933" y="320448"/>
                    <a:pt x="8711008" y="151803"/>
                    <a:pt x="9197091" y="85222"/>
                  </a:cubicBezTo>
                  <a:cubicBezTo>
                    <a:pt x="9681276" y="18885"/>
                    <a:pt x="10160911" y="5775"/>
                    <a:pt x="10647318" y="55913"/>
                  </a:cubicBezTo>
                  <a:cubicBezTo>
                    <a:pt x="11059045" y="98332"/>
                    <a:pt x="11470095" y="176967"/>
                    <a:pt x="11885208" y="173066"/>
                  </a:cubicBezTo>
                  <a:cubicBezTo>
                    <a:pt x="11982100" y="172199"/>
                    <a:pt x="12078856" y="165861"/>
                    <a:pt x="12175043" y="154105"/>
                  </a:cubicBezTo>
                  <a:cubicBezTo>
                    <a:pt x="12190401" y="152236"/>
                    <a:pt x="12190591" y="127830"/>
                    <a:pt x="12175043" y="129726"/>
                  </a:cubicBezTo>
                  <a:close/>
                </a:path>
              </a:pathLst>
            </a:custGeom>
            <a:grpFill/>
            <a:ln w="2709" cap="flat">
              <a:noFill/>
              <a:prstDash val="solid"/>
              <a:miter/>
            </a:ln>
          </p:spPr>
          <p:txBody>
            <a:bodyPr rtlCol="0" anchor="ctr"/>
            <a:lstStyle/>
            <a:p>
              <a:endParaRPr lang="en-IN"/>
            </a:p>
          </p:txBody>
        </p:sp>
        <p:sp>
          <p:nvSpPr>
            <p:cNvPr id="2020" name="Freeform: Shape 2019">
              <a:extLst>
                <a:ext uri="{FF2B5EF4-FFF2-40B4-BE49-F238E27FC236}">
                  <a16:creationId xmlns:a16="http://schemas.microsoft.com/office/drawing/2014/main" id="{B334146E-4D9B-44D8-D317-A2D902125F25}"/>
                </a:ext>
              </a:extLst>
            </p:cNvPr>
            <p:cNvSpPr/>
            <p:nvPr/>
          </p:nvSpPr>
          <p:spPr>
            <a:xfrm>
              <a:off x="3372" y="3038843"/>
              <a:ext cx="12186808" cy="1645403"/>
            </a:xfrm>
            <a:custGeom>
              <a:avLst/>
              <a:gdLst>
                <a:gd name="connsiteX0" fmla="*/ 12170204 w 12186808"/>
                <a:gd name="connsiteY0" fmla="*/ -241 h 1645403"/>
                <a:gd name="connsiteX1" fmla="*/ 10876839 w 12186808"/>
                <a:gd name="connsiteY1" fmla="*/ 102934 h 1645403"/>
                <a:gd name="connsiteX2" fmla="*/ 9459712 w 12186808"/>
                <a:gd name="connsiteY2" fmla="*/ 224177 h 1645403"/>
                <a:gd name="connsiteX3" fmla="*/ 8748236 w 12186808"/>
                <a:gd name="connsiteY3" fmla="*/ 366900 h 1645403"/>
                <a:gd name="connsiteX4" fmla="*/ 8044211 w 12186808"/>
                <a:gd name="connsiteY4" fmla="*/ 562606 h 1645403"/>
                <a:gd name="connsiteX5" fmla="*/ 6755911 w 12186808"/>
                <a:gd name="connsiteY5" fmla="*/ 739676 h 1645403"/>
                <a:gd name="connsiteX6" fmla="*/ 5591915 w 12186808"/>
                <a:gd name="connsiteY6" fmla="*/ 477200 h 1645403"/>
                <a:gd name="connsiteX7" fmla="*/ 4902678 w 12186808"/>
                <a:gd name="connsiteY7" fmla="*/ 540611 h 1645403"/>
                <a:gd name="connsiteX8" fmla="*/ 4257269 w 12186808"/>
                <a:gd name="connsiteY8" fmla="*/ 833344 h 1645403"/>
                <a:gd name="connsiteX9" fmla="*/ 3075557 w 12186808"/>
                <a:gd name="connsiteY9" fmla="*/ 1470898 h 1645403"/>
                <a:gd name="connsiteX10" fmla="*/ 2538903 w 12186808"/>
                <a:gd name="connsiteY10" fmla="*/ 1617169 h 1645403"/>
                <a:gd name="connsiteX11" fmla="*/ 2064306 w 12186808"/>
                <a:gd name="connsiteY11" fmla="*/ 1465480 h 1645403"/>
                <a:gd name="connsiteX12" fmla="*/ 1312471 w 12186808"/>
                <a:gd name="connsiteY12" fmla="*/ 628889 h 1645403"/>
                <a:gd name="connsiteX13" fmla="*/ 765822 w 12186808"/>
                <a:gd name="connsiteY13" fmla="*/ 340950 h 1645403"/>
                <a:gd name="connsiteX14" fmla="*/ 254251 w 12186808"/>
                <a:gd name="connsiteY14" fmla="*/ 322585 h 1645403"/>
                <a:gd name="connsiteX15" fmla="*/ 12632 w 12186808"/>
                <a:gd name="connsiteY15" fmla="*/ 344093 h 1645403"/>
                <a:gd name="connsiteX16" fmla="*/ 12632 w 12186808"/>
                <a:gd name="connsiteY16" fmla="*/ 370503 h 1645403"/>
                <a:gd name="connsiteX17" fmla="*/ 514506 w 12186808"/>
                <a:gd name="connsiteY17" fmla="*/ 335696 h 1645403"/>
                <a:gd name="connsiteX18" fmla="*/ 1125975 w 12186808"/>
                <a:gd name="connsiteY18" fmla="*/ 524603 h 1645403"/>
                <a:gd name="connsiteX19" fmla="*/ 1572753 w 12186808"/>
                <a:gd name="connsiteY19" fmla="*/ 949061 h 1645403"/>
                <a:gd name="connsiteX20" fmla="*/ 1915760 w 12186808"/>
                <a:gd name="connsiteY20" fmla="*/ 1371379 h 1645403"/>
                <a:gd name="connsiteX21" fmla="*/ 2331089 w 12186808"/>
                <a:gd name="connsiteY21" fmla="*/ 1625431 h 1645403"/>
                <a:gd name="connsiteX22" fmla="*/ 2788242 w 12186808"/>
                <a:gd name="connsiteY22" fmla="*/ 1601784 h 1645403"/>
                <a:gd name="connsiteX23" fmla="*/ 3914126 w 12186808"/>
                <a:gd name="connsiteY23" fmla="*/ 1055622 h 1645403"/>
                <a:gd name="connsiteX24" fmla="*/ 4520720 w 12186808"/>
                <a:gd name="connsiteY24" fmla="*/ 727270 h 1645403"/>
                <a:gd name="connsiteX25" fmla="*/ 5272176 w 12186808"/>
                <a:gd name="connsiteY25" fmla="*/ 495727 h 1645403"/>
                <a:gd name="connsiteX26" fmla="*/ 5964040 w 12186808"/>
                <a:gd name="connsiteY26" fmla="*/ 580104 h 1645403"/>
                <a:gd name="connsiteX27" fmla="*/ 6536585 w 12186808"/>
                <a:gd name="connsiteY27" fmla="*/ 736236 h 1645403"/>
                <a:gd name="connsiteX28" fmla="*/ 9097880 w 12186808"/>
                <a:gd name="connsiteY28" fmla="*/ 317899 h 1645403"/>
                <a:gd name="connsiteX29" fmla="*/ 10578689 w 12186808"/>
                <a:gd name="connsiteY29" fmla="*/ 136820 h 1645403"/>
                <a:gd name="connsiteX30" fmla="*/ 11880884 w 12186808"/>
                <a:gd name="connsiteY30" fmla="*/ 76551 h 1645403"/>
                <a:gd name="connsiteX31" fmla="*/ 12177247 w 12186808"/>
                <a:gd name="connsiteY31" fmla="*/ 25085 h 1645403"/>
                <a:gd name="connsiteX32" fmla="*/ 12170204 w 12186808"/>
                <a:gd name="connsiteY32" fmla="*/ -377 h 164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6808" h="1645403">
                  <a:moveTo>
                    <a:pt x="12170204" y="-241"/>
                  </a:moveTo>
                  <a:cubicBezTo>
                    <a:pt x="11744933" y="91206"/>
                    <a:pt x="11309830" y="94564"/>
                    <a:pt x="10876839" y="102934"/>
                  </a:cubicBezTo>
                  <a:cubicBezTo>
                    <a:pt x="10400671" y="112036"/>
                    <a:pt x="9929433" y="142265"/>
                    <a:pt x="9459712" y="224177"/>
                  </a:cubicBezTo>
                  <a:cubicBezTo>
                    <a:pt x="9221696" y="265702"/>
                    <a:pt x="8982460" y="307146"/>
                    <a:pt x="8748236" y="366900"/>
                  </a:cubicBezTo>
                  <a:cubicBezTo>
                    <a:pt x="8512198" y="427088"/>
                    <a:pt x="8279329" y="498978"/>
                    <a:pt x="8044211" y="562606"/>
                  </a:cubicBezTo>
                  <a:cubicBezTo>
                    <a:pt x="7627553" y="675343"/>
                    <a:pt x="7190419" y="776244"/>
                    <a:pt x="6755911" y="739676"/>
                  </a:cubicBezTo>
                  <a:cubicBezTo>
                    <a:pt x="6355641" y="706006"/>
                    <a:pt x="5989665" y="523871"/>
                    <a:pt x="5591915" y="477200"/>
                  </a:cubicBezTo>
                  <a:cubicBezTo>
                    <a:pt x="5360237" y="450112"/>
                    <a:pt x="5125119" y="469588"/>
                    <a:pt x="4902678" y="540611"/>
                  </a:cubicBezTo>
                  <a:cubicBezTo>
                    <a:pt x="4677528" y="612474"/>
                    <a:pt x="4464730" y="721446"/>
                    <a:pt x="4257269" y="833344"/>
                  </a:cubicBezTo>
                  <a:cubicBezTo>
                    <a:pt x="3863934" y="1045465"/>
                    <a:pt x="3486607" y="1293151"/>
                    <a:pt x="3075557" y="1470898"/>
                  </a:cubicBezTo>
                  <a:cubicBezTo>
                    <a:pt x="2906234" y="1544033"/>
                    <a:pt x="2724749" y="1608257"/>
                    <a:pt x="2538903" y="1617169"/>
                  </a:cubicBezTo>
                  <a:cubicBezTo>
                    <a:pt x="2364244" y="1625593"/>
                    <a:pt x="2204456" y="1568737"/>
                    <a:pt x="2064306" y="1465480"/>
                  </a:cubicBezTo>
                  <a:cubicBezTo>
                    <a:pt x="1759493" y="1240926"/>
                    <a:pt x="1598594" y="874679"/>
                    <a:pt x="1312471" y="628889"/>
                  </a:cubicBezTo>
                  <a:cubicBezTo>
                    <a:pt x="1155825" y="494292"/>
                    <a:pt x="967460" y="389491"/>
                    <a:pt x="765822" y="340950"/>
                  </a:cubicBezTo>
                  <a:cubicBezTo>
                    <a:pt x="597230" y="300319"/>
                    <a:pt x="425497" y="305737"/>
                    <a:pt x="254251" y="322585"/>
                  </a:cubicBezTo>
                  <a:cubicBezTo>
                    <a:pt x="173774" y="330522"/>
                    <a:pt x="93433" y="339759"/>
                    <a:pt x="12632" y="344093"/>
                  </a:cubicBezTo>
                  <a:cubicBezTo>
                    <a:pt x="-4271" y="345014"/>
                    <a:pt x="-4379" y="371424"/>
                    <a:pt x="12632" y="370503"/>
                  </a:cubicBezTo>
                  <a:cubicBezTo>
                    <a:pt x="180167" y="361537"/>
                    <a:pt x="346321" y="331958"/>
                    <a:pt x="514506" y="335696"/>
                  </a:cubicBezTo>
                  <a:cubicBezTo>
                    <a:pt x="733913" y="340598"/>
                    <a:pt x="940102" y="408831"/>
                    <a:pt x="1125975" y="524603"/>
                  </a:cubicBezTo>
                  <a:cubicBezTo>
                    <a:pt x="1303180" y="635010"/>
                    <a:pt x="1444738" y="785887"/>
                    <a:pt x="1572753" y="949061"/>
                  </a:cubicBezTo>
                  <a:cubicBezTo>
                    <a:pt x="1684596" y="1091594"/>
                    <a:pt x="1787366" y="1242741"/>
                    <a:pt x="1915760" y="1371379"/>
                  </a:cubicBezTo>
                  <a:cubicBezTo>
                    <a:pt x="2030285" y="1486067"/>
                    <a:pt x="2171599" y="1586398"/>
                    <a:pt x="2331089" y="1625431"/>
                  </a:cubicBezTo>
                  <a:cubicBezTo>
                    <a:pt x="2481722" y="1662297"/>
                    <a:pt x="2640481" y="1641683"/>
                    <a:pt x="2788242" y="1601784"/>
                  </a:cubicBezTo>
                  <a:cubicBezTo>
                    <a:pt x="3190191" y="1493191"/>
                    <a:pt x="3555951" y="1260321"/>
                    <a:pt x="3914126" y="1055622"/>
                  </a:cubicBezTo>
                  <a:cubicBezTo>
                    <a:pt x="4113706" y="941531"/>
                    <a:pt x="4313908" y="827872"/>
                    <a:pt x="4520720" y="727270"/>
                  </a:cubicBezTo>
                  <a:cubicBezTo>
                    <a:pt x="4759088" y="611336"/>
                    <a:pt x="5005583" y="515041"/>
                    <a:pt x="5272176" y="495727"/>
                  </a:cubicBezTo>
                  <a:cubicBezTo>
                    <a:pt x="5506861" y="478744"/>
                    <a:pt x="5738349" y="518156"/>
                    <a:pt x="5964040" y="580104"/>
                  </a:cubicBezTo>
                  <a:cubicBezTo>
                    <a:pt x="6154979" y="632518"/>
                    <a:pt x="6341556" y="699668"/>
                    <a:pt x="6536585" y="736236"/>
                  </a:cubicBezTo>
                  <a:cubicBezTo>
                    <a:pt x="7410719" y="900141"/>
                    <a:pt x="8256033" y="478554"/>
                    <a:pt x="9097880" y="317899"/>
                  </a:cubicBezTo>
                  <a:cubicBezTo>
                    <a:pt x="9589406" y="224096"/>
                    <a:pt x="10077952" y="153804"/>
                    <a:pt x="10578689" y="136820"/>
                  </a:cubicBezTo>
                  <a:cubicBezTo>
                    <a:pt x="11012709" y="122085"/>
                    <a:pt x="11449438" y="133732"/>
                    <a:pt x="11880884" y="76551"/>
                  </a:cubicBezTo>
                  <a:cubicBezTo>
                    <a:pt x="11980350" y="63360"/>
                    <a:pt x="12079136" y="46186"/>
                    <a:pt x="12177247" y="25085"/>
                  </a:cubicBezTo>
                  <a:cubicBezTo>
                    <a:pt x="12193851" y="21510"/>
                    <a:pt x="12186808" y="-3952"/>
                    <a:pt x="12170204" y="-377"/>
                  </a:cubicBezTo>
                  <a:close/>
                </a:path>
              </a:pathLst>
            </a:custGeom>
            <a:grpFill/>
            <a:ln w="2709" cap="flat">
              <a:noFill/>
              <a:prstDash val="solid"/>
              <a:miter/>
            </a:ln>
          </p:spPr>
          <p:txBody>
            <a:bodyPr rtlCol="0" anchor="ctr"/>
            <a:lstStyle/>
            <a:p>
              <a:endParaRPr lang="en-IN"/>
            </a:p>
          </p:txBody>
        </p:sp>
        <p:sp>
          <p:nvSpPr>
            <p:cNvPr id="2021" name="Freeform: Shape 2020">
              <a:extLst>
                <a:ext uri="{FF2B5EF4-FFF2-40B4-BE49-F238E27FC236}">
                  <a16:creationId xmlns:a16="http://schemas.microsoft.com/office/drawing/2014/main" id="{F6A74299-56D6-A305-370A-CF60CED4557A}"/>
                </a:ext>
              </a:extLst>
            </p:cNvPr>
            <p:cNvSpPr/>
            <p:nvPr/>
          </p:nvSpPr>
          <p:spPr>
            <a:xfrm>
              <a:off x="3629" y="2865541"/>
              <a:ext cx="12186259" cy="1886291"/>
            </a:xfrm>
            <a:custGeom>
              <a:avLst/>
              <a:gdLst>
                <a:gd name="connsiteX0" fmla="*/ 12168510 w 12186259"/>
                <a:gd name="connsiteY0" fmla="*/ -244 h 1886291"/>
                <a:gd name="connsiteX1" fmla="*/ 10863904 w 12186259"/>
                <a:gd name="connsiteY1" fmla="*/ 268706 h 1886291"/>
                <a:gd name="connsiteX2" fmla="*/ 9435753 w 12186259"/>
                <a:gd name="connsiteY2" fmla="*/ 548301 h 1886291"/>
                <a:gd name="connsiteX3" fmla="*/ 8734679 w 12186259"/>
                <a:gd name="connsiteY3" fmla="*/ 722337 h 1886291"/>
                <a:gd name="connsiteX4" fmla="*/ 8008740 w 12186259"/>
                <a:gd name="connsiteY4" fmla="*/ 917366 h 1886291"/>
                <a:gd name="connsiteX5" fmla="*/ 6686445 w 12186259"/>
                <a:gd name="connsiteY5" fmla="*/ 1002311 h 1886291"/>
                <a:gd name="connsiteX6" fmla="*/ 5566466 w 12186259"/>
                <a:gd name="connsiteY6" fmla="*/ 614692 h 1886291"/>
                <a:gd name="connsiteX7" fmla="*/ 4889635 w 12186259"/>
                <a:gd name="connsiteY7" fmla="*/ 599063 h 1886291"/>
                <a:gd name="connsiteX8" fmla="*/ 4239323 w 12186259"/>
                <a:gd name="connsiteY8" fmla="*/ 873240 h 1886291"/>
                <a:gd name="connsiteX9" fmla="*/ 3100220 w 12186259"/>
                <a:gd name="connsiteY9" fmla="*/ 1574937 h 1886291"/>
                <a:gd name="connsiteX10" fmla="*/ 2136562 w 12186259"/>
                <a:gd name="connsiteY10" fmla="*/ 1825739 h 1886291"/>
                <a:gd name="connsiteX11" fmla="*/ 1340682 w 12186259"/>
                <a:gd name="connsiteY11" fmla="*/ 1026311 h 1886291"/>
                <a:gd name="connsiteX12" fmla="*/ 816759 w 12186259"/>
                <a:gd name="connsiteY12" fmla="*/ 659846 h 1886291"/>
                <a:gd name="connsiteX13" fmla="*/ 272738 w 12186259"/>
                <a:gd name="connsiteY13" fmla="*/ 575876 h 1886291"/>
                <a:gd name="connsiteX14" fmla="*/ 13648 w 12186259"/>
                <a:gd name="connsiteY14" fmla="*/ 576309 h 1886291"/>
                <a:gd name="connsiteX15" fmla="*/ 13648 w 12186259"/>
                <a:gd name="connsiteY15" fmla="*/ 604751 h 1886291"/>
                <a:gd name="connsiteX16" fmla="*/ 567773 w 12186259"/>
                <a:gd name="connsiteY16" fmla="*/ 622222 h 1886291"/>
                <a:gd name="connsiteX17" fmla="*/ 1182655 w 12186259"/>
                <a:gd name="connsiteY17" fmla="*/ 913384 h 1886291"/>
                <a:gd name="connsiteX18" fmla="*/ 1937768 w 12186259"/>
                <a:gd name="connsiteY18" fmla="*/ 1752603 h 1886291"/>
                <a:gd name="connsiteX19" fmla="*/ 2363039 w 12186259"/>
                <a:gd name="connsiteY19" fmla="*/ 1884545 h 1886291"/>
                <a:gd name="connsiteX20" fmla="*/ 2811957 w 12186259"/>
                <a:gd name="connsiteY20" fmla="*/ 1756802 h 1886291"/>
                <a:gd name="connsiteX21" fmla="*/ 3917932 w 12186259"/>
                <a:gd name="connsiteY21" fmla="*/ 1097523 h 1886291"/>
                <a:gd name="connsiteX22" fmla="*/ 5258998 w 12186259"/>
                <a:gd name="connsiteY22" fmla="*/ 596950 h 1886291"/>
                <a:gd name="connsiteX23" fmla="*/ 6475625 w 12186259"/>
                <a:gd name="connsiteY23" fmla="*/ 978204 h 1886291"/>
                <a:gd name="connsiteX24" fmla="*/ 9076007 w 12186259"/>
                <a:gd name="connsiteY24" fmla="*/ 667377 h 1886291"/>
                <a:gd name="connsiteX25" fmla="*/ 10536879 w 12186259"/>
                <a:gd name="connsiteY25" fmla="*/ 350049 h 1886291"/>
                <a:gd name="connsiteX26" fmla="*/ 11848448 w 12186259"/>
                <a:gd name="connsiteY26" fmla="*/ 115527 h 1886291"/>
                <a:gd name="connsiteX27" fmla="*/ 12176204 w 12186259"/>
                <a:gd name="connsiteY27" fmla="*/ 27358 h 1886291"/>
                <a:gd name="connsiteX28" fmla="*/ 12168647 w 12186259"/>
                <a:gd name="connsiteY28" fmla="*/ -55 h 188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86259" h="1886291">
                  <a:moveTo>
                    <a:pt x="12168510" y="-244"/>
                  </a:moveTo>
                  <a:cubicBezTo>
                    <a:pt x="11741859" y="127283"/>
                    <a:pt x="11302936" y="199362"/>
                    <a:pt x="10863904" y="268706"/>
                  </a:cubicBezTo>
                  <a:cubicBezTo>
                    <a:pt x="10383809" y="344550"/>
                    <a:pt x="9907506" y="430363"/>
                    <a:pt x="9435753" y="548301"/>
                  </a:cubicBezTo>
                  <a:cubicBezTo>
                    <a:pt x="9202206" y="606674"/>
                    <a:pt x="8967142" y="660144"/>
                    <a:pt x="8734679" y="722337"/>
                  </a:cubicBezTo>
                  <a:cubicBezTo>
                    <a:pt x="8492654" y="787049"/>
                    <a:pt x="8252390" y="858342"/>
                    <a:pt x="8008740" y="917366"/>
                  </a:cubicBezTo>
                  <a:cubicBezTo>
                    <a:pt x="7577130" y="1021896"/>
                    <a:pt x="7127156" y="1092160"/>
                    <a:pt x="6686445" y="1002311"/>
                  </a:cubicBezTo>
                  <a:cubicBezTo>
                    <a:pt x="6295656" y="922648"/>
                    <a:pt x="5951946" y="709768"/>
                    <a:pt x="5566466" y="614692"/>
                  </a:cubicBezTo>
                  <a:cubicBezTo>
                    <a:pt x="5345217" y="560111"/>
                    <a:pt x="5112889" y="549222"/>
                    <a:pt x="4889635" y="599063"/>
                  </a:cubicBezTo>
                  <a:cubicBezTo>
                    <a:pt x="4659637" y="650529"/>
                    <a:pt x="4443968" y="759392"/>
                    <a:pt x="4239323" y="873240"/>
                  </a:cubicBezTo>
                  <a:cubicBezTo>
                    <a:pt x="3849266" y="1090264"/>
                    <a:pt x="3487189" y="1352902"/>
                    <a:pt x="3100220" y="1574937"/>
                  </a:cubicBezTo>
                  <a:cubicBezTo>
                    <a:pt x="2829130" y="1730472"/>
                    <a:pt x="2458847" y="1941808"/>
                    <a:pt x="2136562" y="1825739"/>
                  </a:cubicBezTo>
                  <a:cubicBezTo>
                    <a:pt x="1767741" y="1693011"/>
                    <a:pt x="1591592" y="1297536"/>
                    <a:pt x="1340682" y="1026311"/>
                  </a:cubicBezTo>
                  <a:cubicBezTo>
                    <a:pt x="1194682" y="868554"/>
                    <a:pt x="1017666" y="738617"/>
                    <a:pt x="816759" y="659846"/>
                  </a:cubicBezTo>
                  <a:cubicBezTo>
                    <a:pt x="642426" y="591505"/>
                    <a:pt x="458421" y="575063"/>
                    <a:pt x="272738" y="575876"/>
                  </a:cubicBezTo>
                  <a:cubicBezTo>
                    <a:pt x="186356" y="576174"/>
                    <a:pt x="100002" y="578584"/>
                    <a:pt x="13648" y="576309"/>
                  </a:cubicBezTo>
                  <a:cubicBezTo>
                    <a:pt x="-4663" y="575822"/>
                    <a:pt x="-4663" y="604264"/>
                    <a:pt x="13648" y="604751"/>
                  </a:cubicBezTo>
                  <a:cubicBezTo>
                    <a:pt x="198437" y="609654"/>
                    <a:pt x="384202" y="593455"/>
                    <a:pt x="567773" y="622222"/>
                  </a:cubicBezTo>
                  <a:cubicBezTo>
                    <a:pt x="795306" y="657896"/>
                    <a:pt x="1007590" y="764702"/>
                    <a:pt x="1182655" y="913384"/>
                  </a:cubicBezTo>
                  <a:cubicBezTo>
                    <a:pt x="1470999" y="1158470"/>
                    <a:pt x="1626887" y="1533304"/>
                    <a:pt x="1937768" y="1752603"/>
                  </a:cubicBezTo>
                  <a:cubicBezTo>
                    <a:pt x="2063941" y="1841612"/>
                    <a:pt x="2207693" y="1893646"/>
                    <a:pt x="2363039" y="1884545"/>
                  </a:cubicBezTo>
                  <a:cubicBezTo>
                    <a:pt x="2519387" y="1875362"/>
                    <a:pt x="2670399" y="1820646"/>
                    <a:pt x="2811957" y="1756802"/>
                  </a:cubicBezTo>
                  <a:cubicBezTo>
                    <a:pt x="3203071" y="1580382"/>
                    <a:pt x="3555097" y="1323648"/>
                    <a:pt x="3917932" y="1097523"/>
                  </a:cubicBezTo>
                  <a:cubicBezTo>
                    <a:pt x="4322481" y="845394"/>
                    <a:pt x="4764655" y="572896"/>
                    <a:pt x="5258998" y="596950"/>
                  </a:cubicBezTo>
                  <a:cubicBezTo>
                    <a:pt x="5695104" y="618159"/>
                    <a:pt x="6066985" y="854686"/>
                    <a:pt x="6475625" y="978204"/>
                  </a:cubicBezTo>
                  <a:cubicBezTo>
                    <a:pt x="7347132" y="1241628"/>
                    <a:pt x="8232589" y="871913"/>
                    <a:pt x="9076007" y="667377"/>
                  </a:cubicBezTo>
                  <a:cubicBezTo>
                    <a:pt x="9561547" y="549628"/>
                    <a:pt x="10043511" y="431717"/>
                    <a:pt x="10536879" y="350049"/>
                  </a:cubicBezTo>
                  <a:cubicBezTo>
                    <a:pt x="10974962" y="277509"/>
                    <a:pt x="11416160" y="219055"/>
                    <a:pt x="11848448" y="115527"/>
                  </a:cubicBezTo>
                  <a:cubicBezTo>
                    <a:pt x="11958503" y="89171"/>
                    <a:pt x="12067746" y="59781"/>
                    <a:pt x="12176204" y="27358"/>
                  </a:cubicBezTo>
                  <a:cubicBezTo>
                    <a:pt x="12193702" y="22130"/>
                    <a:pt x="12186253" y="-5309"/>
                    <a:pt x="12168647" y="-55"/>
                  </a:cubicBezTo>
                  <a:close/>
                </a:path>
              </a:pathLst>
            </a:custGeom>
            <a:grpFill/>
            <a:ln w="2709" cap="flat">
              <a:noFill/>
              <a:prstDash val="solid"/>
              <a:miter/>
            </a:ln>
          </p:spPr>
          <p:txBody>
            <a:bodyPr rtlCol="0" anchor="ctr"/>
            <a:lstStyle/>
            <a:p>
              <a:endParaRPr lang="en-IN"/>
            </a:p>
          </p:txBody>
        </p:sp>
        <p:sp>
          <p:nvSpPr>
            <p:cNvPr id="2022" name="Freeform: Shape 2021">
              <a:extLst>
                <a:ext uri="{FF2B5EF4-FFF2-40B4-BE49-F238E27FC236}">
                  <a16:creationId xmlns:a16="http://schemas.microsoft.com/office/drawing/2014/main" id="{37672559-769D-47DE-7948-9D412177F7D3}"/>
                </a:ext>
              </a:extLst>
            </p:cNvPr>
            <p:cNvSpPr/>
            <p:nvPr/>
          </p:nvSpPr>
          <p:spPr>
            <a:xfrm>
              <a:off x="4360" y="2691698"/>
              <a:ext cx="12184845" cy="2129431"/>
            </a:xfrm>
            <a:custGeom>
              <a:avLst/>
              <a:gdLst>
                <a:gd name="connsiteX0" fmla="*/ 12166318 w 12184845"/>
                <a:gd name="connsiteY0" fmla="*/ 294 h 2129431"/>
                <a:gd name="connsiteX1" fmla="*/ 10812818 w 12184845"/>
                <a:gd name="connsiteY1" fmla="*/ 437564 h 2129431"/>
                <a:gd name="connsiteX2" fmla="*/ 9371448 w 12184845"/>
                <a:gd name="connsiteY2" fmla="*/ 881471 h 2129431"/>
                <a:gd name="connsiteX3" fmla="*/ 8659701 w 12184845"/>
                <a:gd name="connsiteY3" fmla="*/ 1094377 h 2129431"/>
                <a:gd name="connsiteX4" fmla="*/ 7952723 w 12184845"/>
                <a:gd name="connsiteY4" fmla="*/ 1278192 h 2129431"/>
                <a:gd name="connsiteX5" fmla="*/ 6612497 w 12184845"/>
                <a:gd name="connsiteY5" fmla="*/ 1272260 h 2129431"/>
                <a:gd name="connsiteX6" fmla="*/ 5521068 w 12184845"/>
                <a:gd name="connsiteY6" fmla="*/ 765727 h 2129431"/>
                <a:gd name="connsiteX7" fmla="*/ 4844643 w 12184845"/>
                <a:gd name="connsiteY7" fmla="*/ 676610 h 2129431"/>
                <a:gd name="connsiteX8" fmla="*/ 4199965 w 12184845"/>
                <a:gd name="connsiteY8" fmla="*/ 920179 h 2129431"/>
                <a:gd name="connsiteX9" fmla="*/ 3101087 w 12184845"/>
                <a:gd name="connsiteY9" fmla="*/ 1660773 h 2129431"/>
                <a:gd name="connsiteX10" fmla="*/ 2595909 w 12184845"/>
                <a:gd name="connsiteY10" fmla="*/ 1970435 h 2129431"/>
                <a:gd name="connsiteX11" fmla="*/ 2147830 w 12184845"/>
                <a:gd name="connsiteY11" fmla="*/ 2098938 h 2129431"/>
                <a:gd name="connsiteX12" fmla="*/ 1342281 w 12184845"/>
                <a:gd name="connsiteY12" fmla="*/ 1420563 h 2129431"/>
                <a:gd name="connsiteX13" fmla="*/ 849860 w 12184845"/>
                <a:gd name="connsiteY13" fmla="*/ 989875 h 2129431"/>
                <a:gd name="connsiteX14" fmla="*/ 297496 w 12184845"/>
                <a:gd name="connsiteY14" fmla="*/ 834556 h 2129431"/>
                <a:gd name="connsiteX15" fmla="*/ 14460 w 12184845"/>
                <a:gd name="connsiteY15" fmla="*/ 808688 h 2129431"/>
                <a:gd name="connsiteX16" fmla="*/ 14460 w 12184845"/>
                <a:gd name="connsiteY16" fmla="*/ 839161 h 2129431"/>
                <a:gd name="connsiteX17" fmla="*/ 602255 w 12184845"/>
                <a:gd name="connsiteY17" fmla="*/ 920558 h 2129431"/>
                <a:gd name="connsiteX18" fmla="*/ 1197770 w 12184845"/>
                <a:gd name="connsiteY18" fmla="*/ 1298589 h 2129431"/>
                <a:gd name="connsiteX19" fmla="*/ 1963718 w 12184845"/>
                <a:gd name="connsiteY19" fmla="*/ 2090920 h 2129431"/>
                <a:gd name="connsiteX20" fmla="*/ 2809709 w 12184845"/>
                <a:gd name="connsiteY20" fmla="*/ 1886844 h 2129431"/>
                <a:gd name="connsiteX21" fmla="*/ 3889761 w 12184845"/>
                <a:gd name="connsiteY21" fmla="*/ 1146358 h 2129431"/>
                <a:gd name="connsiteX22" fmla="*/ 4513176 w 12184845"/>
                <a:gd name="connsiteY22" fmla="*/ 800182 h 2129431"/>
                <a:gd name="connsiteX23" fmla="*/ 5246646 w 12184845"/>
                <a:gd name="connsiteY23" fmla="*/ 718920 h 2129431"/>
                <a:gd name="connsiteX24" fmla="*/ 6397045 w 12184845"/>
                <a:gd name="connsiteY24" fmla="*/ 1225453 h 2129431"/>
                <a:gd name="connsiteX25" fmla="*/ 7583469 w 12184845"/>
                <a:gd name="connsiteY25" fmla="*/ 1373539 h 2129431"/>
                <a:gd name="connsiteX26" fmla="*/ 8999891 w 12184845"/>
                <a:gd name="connsiteY26" fmla="*/ 1029531 h 2129431"/>
                <a:gd name="connsiteX27" fmla="*/ 10476773 w 12184845"/>
                <a:gd name="connsiteY27" fmla="*/ 567800 h 2129431"/>
                <a:gd name="connsiteX28" fmla="*/ 11837693 w 12184845"/>
                <a:gd name="connsiteY28" fmla="*/ 150656 h 2129431"/>
                <a:gd name="connsiteX29" fmla="*/ 12174444 w 12184845"/>
                <a:gd name="connsiteY29" fmla="*/ 29711 h 2129431"/>
                <a:gd name="connsiteX30" fmla="*/ 12166318 w 12184845"/>
                <a:gd name="connsiteY30" fmla="*/ 321 h 212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845" h="2129431">
                  <a:moveTo>
                    <a:pt x="12166318" y="294"/>
                  </a:moveTo>
                  <a:cubicBezTo>
                    <a:pt x="11722086" y="166881"/>
                    <a:pt x="11267994" y="304241"/>
                    <a:pt x="10812818" y="437564"/>
                  </a:cubicBezTo>
                  <a:cubicBezTo>
                    <a:pt x="10330095" y="578960"/>
                    <a:pt x="9849539" y="725015"/>
                    <a:pt x="9371448" y="881471"/>
                  </a:cubicBezTo>
                  <a:cubicBezTo>
                    <a:pt x="9135788" y="958589"/>
                    <a:pt x="8897935" y="1026063"/>
                    <a:pt x="8659701" y="1094377"/>
                  </a:cubicBezTo>
                  <a:cubicBezTo>
                    <a:pt x="8425586" y="1161527"/>
                    <a:pt x="8191091" y="1227404"/>
                    <a:pt x="7952723" y="1278192"/>
                  </a:cubicBezTo>
                  <a:cubicBezTo>
                    <a:pt x="7507625" y="1372998"/>
                    <a:pt x="7052612" y="1410622"/>
                    <a:pt x="6612497" y="1272260"/>
                  </a:cubicBezTo>
                  <a:cubicBezTo>
                    <a:pt x="6226476" y="1150882"/>
                    <a:pt x="5897880" y="907448"/>
                    <a:pt x="5521068" y="765727"/>
                  </a:cubicBezTo>
                  <a:cubicBezTo>
                    <a:pt x="5304830" y="684465"/>
                    <a:pt x="5074994" y="646841"/>
                    <a:pt x="4844643" y="676610"/>
                  </a:cubicBezTo>
                  <a:cubicBezTo>
                    <a:pt x="4615187" y="706244"/>
                    <a:pt x="4399870" y="808281"/>
                    <a:pt x="4199965" y="920179"/>
                  </a:cubicBezTo>
                  <a:cubicBezTo>
                    <a:pt x="3814025" y="1136255"/>
                    <a:pt x="3464653" y="1410459"/>
                    <a:pt x="3101087" y="1660773"/>
                  </a:cubicBezTo>
                  <a:cubicBezTo>
                    <a:pt x="2938563" y="1772671"/>
                    <a:pt x="2772789" y="1882347"/>
                    <a:pt x="2595909" y="1970435"/>
                  </a:cubicBezTo>
                  <a:cubicBezTo>
                    <a:pt x="2458088" y="2039075"/>
                    <a:pt x="2304422" y="2101240"/>
                    <a:pt x="2147830" y="2098938"/>
                  </a:cubicBezTo>
                  <a:cubicBezTo>
                    <a:pt x="1766522" y="2093358"/>
                    <a:pt x="1548388" y="1680710"/>
                    <a:pt x="1342281" y="1420563"/>
                  </a:cubicBezTo>
                  <a:cubicBezTo>
                    <a:pt x="1205192" y="1247529"/>
                    <a:pt x="1045214" y="1095515"/>
                    <a:pt x="849860" y="989875"/>
                  </a:cubicBezTo>
                  <a:cubicBezTo>
                    <a:pt x="678018" y="896884"/>
                    <a:pt x="490520" y="854222"/>
                    <a:pt x="297496" y="834556"/>
                  </a:cubicBezTo>
                  <a:cubicBezTo>
                    <a:pt x="203232" y="824967"/>
                    <a:pt x="108670" y="818900"/>
                    <a:pt x="14460" y="808688"/>
                  </a:cubicBezTo>
                  <a:cubicBezTo>
                    <a:pt x="-5015" y="806575"/>
                    <a:pt x="-4853" y="837075"/>
                    <a:pt x="14460" y="839161"/>
                  </a:cubicBezTo>
                  <a:cubicBezTo>
                    <a:pt x="211277" y="860506"/>
                    <a:pt x="410965" y="864460"/>
                    <a:pt x="602255" y="920558"/>
                  </a:cubicBezTo>
                  <a:cubicBezTo>
                    <a:pt x="831658" y="987843"/>
                    <a:pt x="1034677" y="1125501"/>
                    <a:pt x="1197770" y="1298589"/>
                  </a:cubicBezTo>
                  <a:cubicBezTo>
                    <a:pt x="1445592" y="1561661"/>
                    <a:pt x="1610337" y="1948305"/>
                    <a:pt x="1963718" y="2090920"/>
                  </a:cubicBezTo>
                  <a:cubicBezTo>
                    <a:pt x="2250843" y="2206799"/>
                    <a:pt x="2567575" y="2032547"/>
                    <a:pt x="2809709" y="1886844"/>
                  </a:cubicBezTo>
                  <a:cubicBezTo>
                    <a:pt x="3183893" y="1661694"/>
                    <a:pt x="3525491" y="1386595"/>
                    <a:pt x="3889761" y="1146358"/>
                  </a:cubicBezTo>
                  <a:cubicBezTo>
                    <a:pt x="4087715" y="1015824"/>
                    <a:pt x="4293037" y="889868"/>
                    <a:pt x="4513176" y="800182"/>
                  </a:cubicBezTo>
                  <a:cubicBezTo>
                    <a:pt x="4747860" y="704564"/>
                    <a:pt x="4996441" y="671463"/>
                    <a:pt x="5246646" y="718920"/>
                  </a:cubicBezTo>
                  <a:cubicBezTo>
                    <a:pt x="5664333" y="798015"/>
                    <a:pt x="6010969" y="1063796"/>
                    <a:pt x="6397045" y="1225453"/>
                  </a:cubicBezTo>
                  <a:cubicBezTo>
                    <a:pt x="6776267" y="1384212"/>
                    <a:pt x="7176644" y="1425385"/>
                    <a:pt x="7583469" y="1373539"/>
                  </a:cubicBezTo>
                  <a:cubicBezTo>
                    <a:pt x="8065162" y="1312132"/>
                    <a:pt x="8534965" y="1164967"/>
                    <a:pt x="8999891" y="1029531"/>
                  </a:cubicBezTo>
                  <a:cubicBezTo>
                    <a:pt x="9494993" y="885291"/>
                    <a:pt x="9981915" y="713557"/>
                    <a:pt x="10476773" y="567800"/>
                  </a:cubicBezTo>
                  <a:cubicBezTo>
                    <a:pt x="10931840" y="433745"/>
                    <a:pt x="11388775" y="304728"/>
                    <a:pt x="11837693" y="150656"/>
                  </a:cubicBezTo>
                  <a:cubicBezTo>
                    <a:pt x="11950512" y="111921"/>
                    <a:pt x="12062763" y="71615"/>
                    <a:pt x="12174444" y="29711"/>
                  </a:cubicBezTo>
                  <a:cubicBezTo>
                    <a:pt x="12192646" y="22885"/>
                    <a:pt x="12184763" y="-6586"/>
                    <a:pt x="12166318" y="321"/>
                  </a:cubicBezTo>
                  <a:close/>
                </a:path>
              </a:pathLst>
            </a:custGeom>
            <a:grpFill/>
            <a:ln w="2709" cap="flat">
              <a:noFill/>
              <a:prstDash val="solid"/>
              <a:miter/>
            </a:ln>
          </p:spPr>
          <p:txBody>
            <a:bodyPr rtlCol="0" anchor="ctr"/>
            <a:lstStyle/>
            <a:p>
              <a:endParaRPr lang="en-IN"/>
            </a:p>
          </p:txBody>
        </p:sp>
        <p:sp>
          <p:nvSpPr>
            <p:cNvPr id="2023" name="Freeform: Shape 2022">
              <a:extLst>
                <a:ext uri="{FF2B5EF4-FFF2-40B4-BE49-F238E27FC236}">
                  <a16:creationId xmlns:a16="http://schemas.microsoft.com/office/drawing/2014/main" id="{D2B25C57-FBB1-00A9-34D7-C0204829B9A2}"/>
                </a:ext>
              </a:extLst>
            </p:cNvPr>
            <p:cNvSpPr/>
            <p:nvPr/>
          </p:nvSpPr>
          <p:spPr>
            <a:xfrm>
              <a:off x="4278" y="2519498"/>
              <a:ext cx="12186112" cy="2374295"/>
            </a:xfrm>
            <a:custGeom>
              <a:avLst/>
              <a:gdLst>
                <a:gd name="connsiteX0" fmla="*/ 12161063 w 12186112"/>
                <a:gd name="connsiteY0" fmla="*/ 842 h 2374295"/>
                <a:gd name="connsiteX1" fmla="*/ 9346691 w 12186112"/>
                <a:gd name="connsiteY1" fmla="*/ 1199022 h 2374295"/>
                <a:gd name="connsiteX2" fmla="*/ 7941077 w 12186112"/>
                <a:gd name="connsiteY2" fmla="*/ 1629710 h 2374295"/>
                <a:gd name="connsiteX3" fmla="*/ 6576391 w 12186112"/>
                <a:gd name="connsiteY3" fmla="*/ 1562885 h 2374295"/>
                <a:gd name="connsiteX4" fmla="*/ 5506442 w 12186112"/>
                <a:gd name="connsiteY4" fmla="*/ 946649 h 2374295"/>
                <a:gd name="connsiteX5" fmla="*/ 4891804 w 12186112"/>
                <a:gd name="connsiteY5" fmla="*/ 762889 h 2374295"/>
                <a:gd name="connsiteX6" fmla="*/ 4226783 w 12186112"/>
                <a:gd name="connsiteY6" fmla="*/ 928636 h 2374295"/>
                <a:gd name="connsiteX7" fmla="*/ 3136248 w 12186112"/>
                <a:gd name="connsiteY7" fmla="*/ 1692498 h 2374295"/>
                <a:gd name="connsiteX8" fmla="*/ 2629119 w 12186112"/>
                <a:gd name="connsiteY8" fmla="*/ 2071992 h 2374295"/>
                <a:gd name="connsiteX9" fmla="*/ 2181149 w 12186112"/>
                <a:gd name="connsiteY9" fmla="*/ 2309304 h 2374295"/>
                <a:gd name="connsiteX10" fmla="*/ 1756609 w 12186112"/>
                <a:gd name="connsiteY10" fmla="*/ 2268916 h 2374295"/>
                <a:gd name="connsiteX11" fmla="*/ 1352304 w 12186112"/>
                <a:gd name="connsiteY11" fmla="*/ 1842074 h 2374295"/>
                <a:gd name="connsiteX12" fmla="*/ 931448 w 12186112"/>
                <a:gd name="connsiteY12" fmla="*/ 1373762 h 2374295"/>
                <a:gd name="connsiteX13" fmla="*/ 326914 w 12186112"/>
                <a:gd name="connsiteY13" fmla="*/ 1099286 h 2374295"/>
                <a:gd name="connsiteX14" fmla="*/ 20285 w 12186112"/>
                <a:gd name="connsiteY14" fmla="*/ 1040398 h 2374295"/>
                <a:gd name="connsiteX15" fmla="*/ 11645 w 12186112"/>
                <a:gd name="connsiteY15" fmla="*/ 1071738 h 2374295"/>
                <a:gd name="connsiteX16" fmla="*/ 655049 w 12186112"/>
                <a:gd name="connsiteY16" fmla="*/ 1240113 h 2374295"/>
                <a:gd name="connsiteX17" fmla="*/ 1203811 w 12186112"/>
                <a:gd name="connsiteY17" fmla="*/ 1697049 h 2374295"/>
                <a:gd name="connsiteX18" fmla="*/ 1979240 w 12186112"/>
                <a:gd name="connsiteY18" fmla="*/ 2373148 h 2374295"/>
                <a:gd name="connsiteX19" fmla="*/ 2360819 w 12186112"/>
                <a:gd name="connsiteY19" fmla="*/ 2269729 h 2374295"/>
                <a:gd name="connsiteX20" fmla="*/ 2831434 w 12186112"/>
                <a:gd name="connsiteY20" fmla="*/ 1967597 h 2374295"/>
                <a:gd name="connsiteX21" fmla="*/ 3883695 w 12186112"/>
                <a:gd name="connsiteY21" fmla="*/ 1170932 h 2374295"/>
                <a:gd name="connsiteX22" fmla="*/ 4543704 w 12186112"/>
                <a:gd name="connsiteY22" fmla="*/ 835049 h 2374295"/>
                <a:gd name="connsiteX23" fmla="*/ 5265365 w 12186112"/>
                <a:gd name="connsiteY23" fmla="*/ 873161 h 2374295"/>
                <a:gd name="connsiteX24" fmla="*/ 6378789 w 12186112"/>
                <a:gd name="connsiteY24" fmla="*/ 1509578 h 2374295"/>
                <a:gd name="connsiteX25" fmla="*/ 7586098 w 12186112"/>
                <a:gd name="connsiteY25" fmla="*/ 1716714 h 2374295"/>
                <a:gd name="connsiteX26" fmla="*/ 9020668 w 12186112"/>
                <a:gd name="connsiteY26" fmla="*/ 1359162 h 2374295"/>
                <a:gd name="connsiteX27" fmla="*/ 10479700 w 12186112"/>
                <a:gd name="connsiteY27" fmla="*/ 761345 h 2374295"/>
                <a:gd name="connsiteX28" fmla="*/ 11830218 w 12186112"/>
                <a:gd name="connsiteY28" fmla="*/ 182299 h 2374295"/>
                <a:gd name="connsiteX29" fmla="*/ 12177613 w 12186112"/>
                <a:gd name="connsiteY29" fmla="*/ 28904 h 2374295"/>
                <a:gd name="connsiteX30" fmla="*/ 12161198 w 12186112"/>
                <a:gd name="connsiteY30" fmla="*/ 842 h 23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6112" h="2374295">
                  <a:moveTo>
                    <a:pt x="12161063" y="842"/>
                  </a:moveTo>
                  <a:cubicBezTo>
                    <a:pt x="11229477" y="414681"/>
                    <a:pt x="10291361" y="814084"/>
                    <a:pt x="9346691" y="1199022"/>
                  </a:cubicBezTo>
                  <a:cubicBezTo>
                    <a:pt x="8894496" y="1383053"/>
                    <a:pt x="8420847" y="1536286"/>
                    <a:pt x="7941077" y="1629710"/>
                  </a:cubicBezTo>
                  <a:cubicBezTo>
                    <a:pt x="7481676" y="1719098"/>
                    <a:pt x="7018212" y="1737355"/>
                    <a:pt x="6576391" y="1562885"/>
                  </a:cubicBezTo>
                  <a:cubicBezTo>
                    <a:pt x="6189665" y="1410167"/>
                    <a:pt x="5871498" y="1138969"/>
                    <a:pt x="5506442" y="946649"/>
                  </a:cubicBezTo>
                  <a:cubicBezTo>
                    <a:pt x="5315368" y="846020"/>
                    <a:pt x="5109152" y="772586"/>
                    <a:pt x="4891804" y="762889"/>
                  </a:cubicBezTo>
                  <a:cubicBezTo>
                    <a:pt x="4655982" y="752352"/>
                    <a:pt x="4435111" y="822860"/>
                    <a:pt x="4226783" y="928636"/>
                  </a:cubicBezTo>
                  <a:cubicBezTo>
                    <a:pt x="3830712" y="1129732"/>
                    <a:pt x="3483615" y="1419160"/>
                    <a:pt x="3136248" y="1692498"/>
                  </a:cubicBezTo>
                  <a:cubicBezTo>
                    <a:pt x="2970338" y="1822978"/>
                    <a:pt x="2804049" y="1953674"/>
                    <a:pt x="2629119" y="2071992"/>
                  </a:cubicBezTo>
                  <a:cubicBezTo>
                    <a:pt x="2489971" y="2166093"/>
                    <a:pt x="2342318" y="2258136"/>
                    <a:pt x="2181149" y="2309304"/>
                  </a:cubicBezTo>
                  <a:cubicBezTo>
                    <a:pt x="2031762" y="2356761"/>
                    <a:pt x="1894240" y="2347605"/>
                    <a:pt x="1756609" y="2268916"/>
                  </a:cubicBezTo>
                  <a:cubicBezTo>
                    <a:pt x="1583549" y="2169966"/>
                    <a:pt x="1466775" y="1999939"/>
                    <a:pt x="1352304" y="1842074"/>
                  </a:cubicBezTo>
                  <a:cubicBezTo>
                    <a:pt x="1228271" y="1671099"/>
                    <a:pt x="1099254" y="1504512"/>
                    <a:pt x="931448" y="1373762"/>
                  </a:cubicBezTo>
                  <a:cubicBezTo>
                    <a:pt x="751941" y="1233883"/>
                    <a:pt x="548055" y="1148043"/>
                    <a:pt x="326914" y="1099286"/>
                  </a:cubicBezTo>
                  <a:cubicBezTo>
                    <a:pt x="225255" y="1076885"/>
                    <a:pt x="122459" y="1060036"/>
                    <a:pt x="20285" y="1040398"/>
                  </a:cubicBezTo>
                  <a:cubicBezTo>
                    <a:pt x="-166" y="1036444"/>
                    <a:pt x="-8915" y="1067784"/>
                    <a:pt x="11645" y="1071738"/>
                  </a:cubicBezTo>
                  <a:cubicBezTo>
                    <a:pt x="229616" y="1113480"/>
                    <a:pt x="452030" y="1144495"/>
                    <a:pt x="655049" y="1240113"/>
                  </a:cubicBezTo>
                  <a:cubicBezTo>
                    <a:pt x="874809" y="1343641"/>
                    <a:pt x="1054587" y="1507654"/>
                    <a:pt x="1203811" y="1697049"/>
                  </a:cubicBezTo>
                  <a:cubicBezTo>
                    <a:pt x="1403364" y="1950288"/>
                    <a:pt x="1609579" y="2357519"/>
                    <a:pt x="1979240" y="2373148"/>
                  </a:cubicBezTo>
                  <a:cubicBezTo>
                    <a:pt x="2112374" y="2378783"/>
                    <a:pt x="2243585" y="2327913"/>
                    <a:pt x="2360819" y="2269729"/>
                  </a:cubicBezTo>
                  <a:cubicBezTo>
                    <a:pt x="2527893" y="2186815"/>
                    <a:pt x="2681912" y="2078357"/>
                    <a:pt x="2831434" y="1967597"/>
                  </a:cubicBezTo>
                  <a:cubicBezTo>
                    <a:pt x="3184978" y="1705771"/>
                    <a:pt x="3517908" y="1416208"/>
                    <a:pt x="3883695" y="1170932"/>
                  </a:cubicBezTo>
                  <a:cubicBezTo>
                    <a:pt x="4087744" y="1034114"/>
                    <a:pt x="4305742" y="902768"/>
                    <a:pt x="4543704" y="835049"/>
                  </a:cubicBezTo>
                  <a:cubicBezTo>
                    <a:pt x="4782506" y="767331"/>
                    <a:pt x="5033795" y="788297"/>
                    <a:pt x="5265365" y="873161"/>
                  </a:cubicBezTo>
                  <a:cubicBezTo>
                    <a:pt x="5668966" y="1021085"/>
                    <a:pt x="5996343" y="1319100"/>
                    <a:pt x="6378789" y="1509578"/>
                  </a:cubicBezTo>
                  <a:cubicBezTo>
                    <a:pt x="6757388" y="1698105"/>
                    <a:pt x="7166217" y="1763277"/>
                    <a:pt x="7586098" y="1716714"/>
                  </a:cubicBezTo>
                  <a:cubicBezTo>
                    <a:pt x="8075240" y="1662540"/>
                    <a:pt x="8558044" y="1523961"/>
                    <a:pt x="9020668" y="1359162"/>
                  </a:cubicBezTo>
                  <a:cubicBezTo>
                    <a:pt x="9514904" y="1182932"/>
                    <a:pt x="9996191" y="964771"/>
                    <a:pt x="10479700" y="761345"/>
                  </a:cubicBezTo>
                  <a:cubicBezTo>
                    <a:pt x="10931164" y="571409"/>
                    <a:pt x="11381328" y="378385"/>
                    <a:pt x="11830218" y="182299"/>
                  </a:cubicBezTo>
                  <a:cubicBezTo>
                    <a:pt x="11946125" y="131429"/>
                    <a:pt x="12061923" y="80288"/>
                    <a:pt x="12177613" y="28904"/>
                  </a:cubicBezTo>
                  <a:cubicBezTo>
                    <a:pt x="12196574" y="20426"/>
                    <a:pt x="12180159" y="-7583"/>
                    <a:pt x="12161198" y="842"/>
                  </a:cubicBezTo>
                  <a:close/>
                </a:path>
              </a:pathLst>
            </a:custGeom>
            <a:grpFill/>
            <a:ln w="2709" cap="flat">
              <a:noFill/>
              <a:prstDash val="solid"/>
              <a:miter/>
            </a:ln>
          </p:spPr>
          <p:txBody>
            <a:bodyPr rtlCol="0" anchor="ctr"/>
            <a:lstStyle/>
            <a:p>
              <a:endParaRPr lang="en-IN"/>
            </a:p>
          </p:txBody>
        </p:sp>
        <p:sp>
          <p:nvSpPr>
            <p:cNvPr id="2024" name="Freeform: Shape 2023">
              <a:extLst>
                <a:ext uri="{FF2B5EF4-FFF2-40B4-BE49-F238E27FC236}">
                  <a16:creationId xmlns:a16="http://schemas.microsoft.com/office/drawing/2014/main" id="{3265F916-7B8F-428F-C0B9-2A305C676670}"/>
                </a:ext>
              </a:extLst>
            </p:cNvPr>
            <p:cNvSpPr/>
            <p:nvPr/>
          </p:nvSpPr>
          <p:spPr>
            <a:xfrm>
              <a:off x="4765" y="2345677"/>
              <a:ext cx="12185046" cy="2620399"/>
            </a:xfrm>
            <a:custGeom>
              <a:avLst/>
              <a:gdLst>
                <a:gd name="connsiteX0" fmla="*/ 12158870 w 12185046"/>
                <a:gd name="connsiteY0" fmla="*/ 1467 h 2620399"/>
                <a:gd name="connsiteX1" fmla="*/ 9325537 w 12185046"/>
                <a:gd name="connsiteY1" fmla="*/ 1511314 h 2620399"/>
                <a:gd name="connsiteX2" fmla="*/ 7905728 w 12185046"/>
                <a:gd name="connsiteY2" fmla="*/ 1988050 h 2620399"/>
                <a:gd name="connsiteX3" fmla="*/ 7125235 w 12185046"/>
                <a:gd name="connsiteY3" fmla="*/ 2031227 h 2620399"/>
                <a:gd name="connsiteX4" fmla="*/ 6498055 w 12185046"/>
                <a:gd name="connsiteY4" fmla="*/ 1846113 h 2620399"/>
                <a:gd name="connsiteX5" fmla="*/ 5447067 w 12185046"/>
                <a:gd name="connsiteY5" fmla="*/ 1124778 h 2620399"/>
                <a:gd name="connsiteX6" fmla="*/ 4830208 w 12185046"/>
                <a:gd name="connsiteY6" fmla="*/ 868315 h 2620399"/>
                <a:gd name="connsiteX7" fmla="*/ 4168871 w 12185046"/>
                <a:gd name="connsiteY7" fmla="*/ 984520 h 2620399"/>
                <a:gd name="connsiteX8" fmla="*/ 3079229 w 12185046"/>
                <a:gd name="connsiteY8" fmla="*/ 1775848 h 2620399"/>
                <a:gd name="connsiteX9" fmla="*/ 2145177 w 12185046"/>
                <a:gd name="connsiteY9" fmla="*/ 2496046 h 2620399"/>
                <a:gd name="connsiteX10" fmla="*/ 1768420 w 12185046"/>
                <a:gd name="connsiteY10" fmla="*/ 2577308 h 2620399"/>
                <a:gd name="connsiteX11" fmla="*/ 1314761 w 12185046"/>
                <a:gd name="connsiteY11" fmla="*/ 2208487 h 2620399"/>
                <a:gd name="connsiteX12" fmla="*/ 904605 w 12185046"/>
                <a:gd name="connsiteY12" fmla="*/ 1700871 h 2620399"/>
                <a:gd name="connsiteX13" fmla="*/ 342029 w 12185046"/>
                <a:gd name="connsiteY13" fmla="*/ 1369132 h 2620399"/>
                <a:gd name="connsiteX14" fmla="*/ 21288 w 12185046"/>
                <a:gd name="connsiteY14" fmla="*/ 1272674 h 2620399"/>
                <a:gd name="connsiteX15" fmla="*/ 12105 w 12185046"/>
                <a:gd name="connsiteY15" fmla="*/ 1305965 h 2620399"/>
                <a:gd name="connsiteX16" fmla="*/ 649470 w 12185046"/>
                <a:gd name="connsiteY16" fmla="*/ 1549750 h 2620399"/>
                <a:gd name="connsiteX17" fmla="*/ 1172932 w 12185046"/>
                <a:gd name="connsiteY17" fmla="*/ 2069177 h 2620399"/>
                <a:gd name="connsiteX18" fmla="*/ 1931106 w 12185046"/>
                <a:gd name="connsiteY18" fmla="*/ 2611790 h 2620399"/>
                <a:gd name="connsiteX19" fmla="*/ 2324929 w 12185046"/>
                <a:gd name="connsiteY19" fmla="*/ 2429140 h 2620399"/>
                <a:gd name="connsiteX20" fmla="*/ 2773766 w 12185046"/>
                <a:gd name="connsiteY20" fmla="*/ 2083208 h 2620399"/>
                <a:gd name="connsiteX21" fmla="*/ 3819336 w 12185046"/>
                <a:gd name="connsiteY21" fmla="*/ 1229958 h 2620399"/>
                <a:gd name="connsiteX22" fmla="*/ 4497196 w 12185046"/>
                <a:gd name="connsiteY22" fmla="*/ 908133 h 2620399"/>
                <a:gd name="connsiteX23" fmla="*/ 5228553 w 12185046"/>
                <a:gd name="connsiteY23" fmla="*/ 1036202 h 2620399"/>
                <a:gd name="connsiteX24" fmla="*/ 6299017 w 12185046"/>
                <a:gd name="connsiteY24" fmla="*/ 1776932 h 2620399"/>
                <a:gd name="connsiteX25" fmla="*/ 7542867 w 12185046"/>
                <a:gd name="connsiteY25" fmla="*/ 2069231 h 2620399"/>
                <a:gd name="connsiteX26" fmla="*/ 8983532 w 12185046"/>
                <a:gd name="connsiteY26" fmla="*/ 1705204 h 2620399"/>
                <a:gd name="connsiteX27" fmla="*/ 10434708 w 12185046"/>
                <a:gd name="connsiteY27" fmla="*/ 970353 h 2620399"/>
                <a:gd name="connsiteX28" fmla="*/ 11818193 w 12185046"/>
                <a:gd name="connsiteY28" fmla="*/ 216323 h 2620399"/>
                <a:gd name="connsiteX29" fmla="*/ 12176232 w 12185046"/>
                <a:gd name="connsiteY29" fmla="*/ 31127 h 2620399"/>
                <a:gd name="connsiteX30" fmla="*/ 12158788 w 12185046"/>
                <a:gd name="connsiteY30" fmla="*/ 1331 h 262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5046" h="2620399">
                  <a:moveTo>
                    <a:pt x="12158870" y="1467"/>
                  </a:moveTo>
                  <a:cubicBezTo>
                    <a:pt x="11204420" y="485950"/>
                    <a:pt x="10286730" y="1039886"/>
                    <a:pt x="9325537" y="1511314"/>
                  </a:cubicBezTo>
                  <a:cubicBezTo>
                    <a:pt x="8876402" y="1731587"/>
                    <a:pt x="8399530" y="1901994"/>
                    <a:pt x="7905728" y="1988050"/>
                  </a:cubicBezTo>
                  <a:cubicBezTo>
                    <a:pt x="7649022" y="2032853"/>
                    <a:pt x="7385300" y="2059913"/>
                    <a:pt x="7125235" y="2031227"/>
                  </a:cubicBezTo>
                  <a:cubicBezTo>
                    <a:pt x="6906910" y="2007174"/>
                    <a:pt x="6695034" y="1942760"/>
                    <a:pt x="6498055" y="1846113"/>
                  </a:cubicBezTo>
                  <a:cubicBezTo>
                    <a:pt x="6113035" y="1657233"/>
                    <a:pt x="5803075" y="1358216"/>
                    <a:pt x="5447067" y="1124778"/>
                  </a:cubicBezTo>
                  <a:cubicBezTo>
                    <a:pt x="5259623" y="1001828"/>
                    <a:pt x="5054301" y="899790"/>
                    <a:pt x="4830208" y="868315"/>
                  </a:cubicBezTo>
                  <a:cubicBezTo>
                    <a:pt x="4598773" y="835810"/>
                    <a:pt x="4378283" y="885380"/>
                    <a:pt x="4168871" y="984520"/>
                  </a:cubicBezTo>
                  <a:cubicBezTo>
                    <a:pt x="3763536" y="1176433"/>
                    <a:pt x="3416168" y="1485635"/>
                    <a:pt x="3079229" y="1775848"/>
                  </a:cubicBezTo>
                  <a:cubicBezTo>
                    <a:pt x="2785305" y="2029115"/>
                    <a:pt x="2492274" y="2315698"/>
                    <a:pt x="2145177" y="2496046"/>
                  </a:cubicBezTo>
                  <a:cubicBezTo>
                    <a:pt x="2032575" y="2554582"/>
                    <a:pt x="1897112" y="2608079"/>
                    <a:pt x="1768420" y="2577308"/>
                  </a:cubicBezTo>
                  <a:cubicBezTo>
                    <a:pt x="1568813" y="2529499"/>
                    <a:pt x="1430533" y="2366893"/>
                    <a:pt x="1314761" y="2208487"/>
                  </a:cubicBezTo>
                  <a:cubicBezTo>
                    <a:pt x="1186043" y="2032419"/>
                    <a:pt x="1066208" y="1849580"/>
                    <a:pt x="904605" y="1700871"/>
                  </a:cubicBezTo>
                  <a:cubicBezTo>
                    <a:pt x="741323" y="1550644"/>
                    <a:pt x="550899" y="1442349"/>
                    <a:pt x="342029" y="1369132"/>
                  </a:cubicBezTo>
                  <a:cubicBezTo>
                    <a:pt x="236605" y="1332212"/>
                    <a:pt x="128825" y="1302579"/>
                    <a:pt x="21288" y="1272674"/>
                  </a:cubicBezTo>
                  <a:cubicBezTo>
                    <a:pt x="-165" y="1266715"/>
                    <a:pt x="-9294" y="1300005"/>
                    <a:pt x="12105" y="1305965"/>
                  </a:cubicBezTo>
                  <a:cubicBezTo>
                    <a:pt x="232109" y="1367182"/>
                    <a:pt x="453222" y="1429429"/>
                    <a:pt x="649470" y="1549750"/>
                  </a:cubicBezTo>
                  <a:cubicBezTo>
                    <a:pt x="863839" y="1681314"/>
                    <a:pt x="1027500" y="1866862"/>
                    <a:pt x="1172932" y="2069177"/>
                  </a:cubicBezTo>
                  <a:cubicBezTo>
                    <a:pt x="1349406" y="2314642"/>
                    <a:pt x="1575910" y="2677829"/>
                    <a:pt x="1931106" y="2611790"/>
                  </a:cubicBezTo>
                  <a:cubicBezTo>
                    <a:pt x="2073640" y="2585298"/>
                    <a:pt x="2205582" y="2508018"/>
                    <a:pt x="2324929" y="2429140"/>
                  </a:cubicBezTo>
                  <a:cubicBezTo>
                    <a:pt x="2482550" y="2324962"/>
                    <a:pt x="2629417" y="2204749"/>
                    <a:pt x="2773766" y="2083208"/>
                  </a:cubicBezTo>
                  <a:cubicBezTo>
                    <a:pt x="3117774" y="1793699"/>
                    <a:pt x="3447590" y="1484199"/>
                    <a:pt x="3819336" y="1229958"/>
                  </a:cubicBezTo>
                  <a:cubicBezTo>
                    <a:pt x="4024549" y="1089564"/>
                    <a:pt x="4250024" y="955401"/>
                    <a:pt x="4497196" y="908133"/>
                  </a:cubicBezTo>
                  <a:cubicBezTo>
                    <a:pt x="4748322" y="860107"/>
                    <a:pt x="5004352" y="920973"/>
                    <a:pt x="5228553" y="1036202"/>
                  </a:cubicBezTo>
                  <a:cubicBezTo>
                    <a:pt x="5615902" y="1235212"/>
                    <a:pt x="5926404" y="1553813"/>
                    <a:pt x="6299017" y="1776932"/>
                  </a:cubicBezTo>
                  <a:cubicBezTo>
                    <a:pt x="6679241" y="2004601"/>
                    <a:pt x="7100341" y="2105745"/>
                    <a:pt x="7542867" y="2069231"/>
                  </a:cubicBezTo>
                  <a:cubicBezTo>
                    <a:pt x="8037291" y="2028438"/>
                    <a:pt x="8526136" y="1895574"/>
                    <a:pt x="8983532" y="1705204"/>
                  </a:cubicBezTo>
                  <a:cubicBezTo>
                    <a:pt x="9482887" y="1497336"/>
                    <a:pt x="9960273" y="1228820"/>
                    <a:pt x="10434708" y="970353"/>
                  </a:cubicBezTo>
                  <a:cubicBezTo>
                    <a:pt x="10895924" y="719091"/>
                    <a:pt x="11353509" y="461111"/>
                    <a:pt x="11818193" y="216323"/>
                  </a:cubicBezTo>
                  <a:cubicBezTo>
                    <a:pt x="11937052" y="153698"/>
                    <a:pt x="12056398" y="91965"/>
                    <a:pt x="12176232" y="31127"/>
                  </a:cubicBezTo>
                  <a:cubicBezTo>
                    <a:pt x="12196061" y="21051"/>
                    <a:pt x="12178589" y="-8745"/>
                    <a:pt x="12158788" y="1331"/>
                  </a:cubicBezTo>
                  <a:close/>
                </a:path>
              </a:pathLst>
            </a:custGeom>
            <a:grpFill/>
            <a:ln w="2709" cap="flat">
              <a:noFill/>
              <a:prstDash val="solid"/>
              <a:miter/>
            </a:ln>
          </p:spPr>
          <p:txBody>
            <a:bodyPr rtlCol="0" anchor="ctr"/>
            <a:lstStyle/>
            <a:p>
              <a:endParaRPr lang="en-IN"/>
            </a:p>
          </p:txBody>
        </p:sp>
        <p:sp>
          <p:nvSpPr>
            <p:cNvPr id="2025" name="Freeform: Shape 2024">
              <a:extLst>
                <a:ext uri="{FF2B5EF4-FFF2-40B4-BE49-F238E27FC236}">
                  <a16:creationId xmlns:a16="http://schemas.microsoft.com/office/drawing/2014/main" id="{F1CD0775-7348-BB6C-2921-79816C09CF22}"/>
                </a:ext>
              </a:extLst>
            </p:cNvPr>
            <p:cNvSpPr/>
            <p:nvPr/>
          </p:nvSpPr>
          <p:spPr>
            <a:xfrm>
              <a:off x="5615" y="2172087"/>
              <a:ext cx="12183989" cy="2866504"/>
            </a:xfrm>
            <a:custGeom>
              <a:avLst/>
              <a:gdLst>
                <a:gd name="connsiteX0" fmla="*/ 12156340 w 12183989"/>
                <a:gd name="connsiteY0" fmla="*/ 1860 h 2866504"/>
                <a:gd name="connsiteX1" fmla="*/ 9310574 w 12183989"/>
                <a:gd name="connsiteY1" fmla="*/ 1814354 h 2866504"/>
                <a:gd name="connsiteX2" fmla="*/ 7890007 w 12183989"/>
                <a:gd name="connsiteY2" fmla="*/ 2344155 h 2866504"/>
                <a:gd name="connsiteX3" fmla="*/ 7083537 w 12183989"/>
                <a:gd name="connsiteY3" fmla="*/ 2370456 h 2866504"/>
                <a:gd name="connsiteX4" fmla="*/ 6451779 w 12183989"/>
                <a:gd name="connsiteY4" fmla="*/ 2151970 h 2866504"/>
                <a:gd name="connsiteX5" fmla="*/ 5406696 w 12183989"/>
                <a:gd name="connsiteY5" fmla="*/ 1331577 h 2866504"/>
                <a:gd name="connsiteX6" fmla="*/ 4817601 w 12183989"/>
                <a:gd name="connsiteY6" fmla="*/ 996371 h 2866504"/>
                <a:gd name="connsiteX7" fmla="*/ 4150278 w 12183989"/>
                <a:gd name="connsiteY7" fmla="*/ 1026546 h 2866504"/>
                <a:gd name="connsiteX8" fmla="*/ 3044493 w 12183989"/>
                <a:gd name="connsiteY8" fmla="*/ 1825866 h 2866504"/>
                <a:gd name="connsiteX9" fmla="*/ 2111254 w 12183989"/>
                <a:gd name="connsiteY9" fmla="*/ 2653465 h 2866504"/>
                <a:gd name="connsiteX10" fmla="*/ 1736392 w 12183989"/>
                <a:gd name="connsiteY10" fmla="*/ 2829776 h 2866504"/>
                <a:gd name="connsiteX11" fmla="*/ 1289018 w 12183989"/>
                <a:gd name="connsiteY11" fmla="*/ 2587534 h 2866504"/>
                <a:gd name="connsiteX12" fmla="*/ 879621 w 12183989"/>
                <a:gd name="connsiteY12" fmla="*/ 2041210 h 2866504"/>
                <a:gd name="connsiteX13" fmla="*/ 334840 w 12183989"/>
                <a:gd name="connsiteY13" fmla="*/ 1634684 h 2866504"/>
                <a:gd name="connsiteX14" fmla="*/ 22063 w 12183989"/>
                <a:gd name="connsiteY14" fmla="*/ 1505125 h 2866504"/>
                <a:gd name="connsiteX15" fmla="*/ 12366 w 12183989"/>
                <a:gd name="connsiteY15" fmla="*/ 1540339 h 2866504"/>
                <a:gd name="connsiteX16" fmla="*/ 655825 w 12183989"/>
                <a:gd name="connsiteY16" fmla="*/ 1878686 h 2866504"/>
                <a:gd name="connsiteX17" fmla="*/ 1138115 w 12183989"/>
                <a:gd name="connsiteY17" fmla="*/ 2445732 h 2866504"/>
                <a:gd name="connsiteX18" fmla="*/ 1533806 w 12183989"/>
                <a:gd name="connsiteY18" fmla="*/ 2830616 h 2866504"/>
                <a:gd name="connsiteX19" fmla="*/ 1892794 w 12183989"/>
                <a:gd name="connsiteY19" fmla="*/ 2822273 h 2866504"/>
                <a:gd name="connsiteX20" fmla="*/ 2290436 w 12183989"/>
                <a:gd name="connsiteY20" fmla="*/ 2562451 h 2866504"/>
                <a:gd name="connsiteX21" fmla="*/ 2748889 w 12183989"/>
                <a:gd name="connsiteY21" fmla="*/ 2152756 h 2866504"/>
                <a:gd name="connsiteX22" fmla="*/ 3775498 w 12183989"/>
                <a:gd name="connsiteY22" fmla="*/ 1271606 h 2866504"/>
                <a:gd name="connsiteX23" fmla="*/ 4508996 w 12183989"/>
                <a:gd name="connsiteY23" fmla="*/ 989058 h 2866504"/>
                <a:gd name="connsiteX24" fmla="*/ 5187045 w 12183989"/>
                <a:gd name="connsiteY24" fmla="*/ 1215697 h 2866504"/>
                <a:gd name="connsiteX25" fmla="*/ 6254448 w 12183989"/>
                <a:gd name="connsiteY25" fmla="*/ 2073796 h 2866504"/>
                <a:gd name="connsiteX26" fmla="*/ 6816510 w 12183989"/>
                <a:gd name="connsiteY26" fmla="*/ 2347541 h 2866504"/>
                <a:gd name="connsiteX27" fmla="*/ 7523489 w 12183989"/>
                <a:gd name="connsiteY27" fmla="*/ 2421624 h 2866504"/>
                <a:gd name="connsiteX28" fmla="*/ 8954538 w 12183989"/>
                <a:gd name="connsiteY28" fmla="*/ 2045571 h 2866504"/>
                <a:gd name="connsiteX29" fmla="*/ 10411836 w 12183989"/>
                <a:gd name="connsiteY29" fmla="*/ 1165559 h 2866504"/>
                <a:gd name="connsiteX30" fmla="*/ 11811465 w 12183989"/>
                <a:gd name="connsiteY30" fmla="*/ 246811 h 2866504"/>
                <a:gd name="connsiteX31" fmla="*/ 12174976 w 12183989"/>
                <a:gd name="connsiteY31" fmla="*/ 33363 h 2866504"/>
                <a:gd name="connsiteX32" fmla="*/ 12156529 w 12183989"/>
                <a:gd name="connsiteY32" fmla="*/ 1806 h 286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3989" h="2866504">
                  <a:moveTo>
                    <a:pt x="12156340" y="1860"/>
                  </a:moveTo>
                  <a:cubicBezTo>
                    <a:pt x="11176430" y="556256"/>
                    <a:pt x="10285501" y="1251534"/>
                    <a:pt x="9310574" y="1814354"/>
                  </a:cubicBezTo>
                  <a:cubicBezTo>
                    <a:pt x="8868103" y="2069814"/>
                    <a:pt x="8396107" y="2261701"/>
                    <a:pt x="7890007" y="2344155"/>
                  </a:cubicBezTo>
                  <a:cubicBezTo>
                    <a:pt x="7625256" y="2387278"/>
                    <a:pt x="7350130" y="2410329"/>
                    <a:pt x="7083537" y="2370456"/>
                  </a:cubicBezTo>
                  <a:cubicBezTo>
                    <a:pt x="6861177" y="2337193"/>
                    <a:pt x="6648162" y="2260834"/>
                    <a:pt x="6451779" y="2151970"/>
                  </a:cubicBezTo>
                  <a:cubicBezTo>
                    <a:pt x="6060774" y="1935272"/>
                    <a:pt x="5753794" y="1607298"/>
                    <a:pt x="5406696" y="1331577"/>
                  </a:cubicBezTo>
                  <a:cubicBezTo>
                    <a:pt x="5229437" y="1190723"/>
                    <a:pt x="5036711" y="1061245"/>
                    <a:pt x="4817601" y="996371"/>
                  </a:cubicBezTo>
                  <a:cubicBezTo>
                    <a:pt x="4595485" y="930549"/>
                    <a:pt x="4365758" y="942197"/>
                    <a:pt x="4150278" y="1026546"/>
                  </a:cubicBezTo>
                  <a:cubicBezTo>
                    <a:pt x="3728204" y="1191779"/>
                    <a:pt x="3372710" y="1522786"/>
                    <a:pt x="3044493" y="1825866"/>
                  </a:cubicBezTo>
                  <a:cubicBezTo>
                    <a:pt x="2740601" y="2106491"/>
                    <a:pt x="2450522" y="2414473"/>
                    <a:pt x="2111254" y="2653465"/>
                  </a:cubicBezTo>
                  <a:cubicBezTo>
                    <a:pt x="2000846" y="2731260"/>
                    <a:pt x="1873644" y="2813280"/>
                    <a:pt x="1736392" y="2829776"/>
                  </a:cubicBezTo>
                  <a:cubicBezTo>
                    <a:pt x="1555557" y="2851446"/>
                    <a:pt x="1396717" y="2717445"/>
                    <a:pt x="1289018" y="2587534"/>
                  </a:cubicBezTo>
                  <a:cubicBezTo>
                    <a:pt x="1143559" y="2412035"/>
                    <a:pt x="1032745" y="2211020"/>
                    <a:pt x="879621" y="2041210"/>
                  </a:cubicBezTo>
                  <a:cubicBezTo>
                    <a:pt x="725900" y="1870560"/>
                    <a:pt x="541219" y="1734771"/>
                    <a:pt x="334840" y="1634684"/>
                  </a:cubicBezTo>
                  <a:cubicBezTo>
                    <a:pt x="233209" y="1585412"/>
                    <a:pt x="128083" y="1543941"/>
                    <a:pt x="22063" y="1505125"/>
                  </a:cubicBezTo>
                  <a:cubicBezTo>
                    <a:pt x="-67" y="1496999"/>
                    <a:pt x="-9602" y="1532212"/>
                    <a:pt x="12366" y="1540339"/>
                  </a:cubicBezTo>
                  <a:cubicBezTo>
                    <a:pt x="241335" y="1624174"/>
                    <a:pt x="464941" y="1724262"/>
                    <a:pt x="655825" y="1878686"/>
                  </a:cubicBezTo>
                  <a:cubicBezTo>
                    <a:pt x="852371" y="2037689"/>
                    <a:pt x="994660" y="2240356"/>
                    <a:pt x="1138115" y="2445732"/>
                  </a:cubicBezTo>
                  <a:cubicBezTo>
                    <a:pt x="1243512" y="2596581"/>
                    <a:pt x="1359229" y="2755855"/>
                    <a:pt x="1533806" y="2830616"/>
                  </a:cubicBezTo>
                  <a:cubicBezTo>
                    <a:pt x="1656376" y="2883111"/>
                    <a:pt x="1771823" y="2873955"/>
                    <a:pt x="1892794" y="2822273"/>
                  </a:cubicBezTo>
                  <a:cubicBezTo>
                    <a:pt x="2038633" y="2760162"/>
                    <a:pt x="2168137" y="2661753"/>
                    <a:pt x="2290436" y="2562451"/>
                  </a:cubicBezTo>
                  <a:cubicBezTo>
                    <a:pt x="2449547" y="2433218"/>
                    <a:pt x="2599502" y="2292960"/>
                    <a:pt x="2748889" y="2152756"/>
                  </a:cubicBezTo>
                  <a:cubicBezTo>
                    <a:pt x="3076889" y="1844935"/>
                    <a:pt x="3400827" y="1523436"/>
                    <a:pt x="3775498" y="1271606"/>
                  </a:cubicBezTo>
                  <a:cubicBezTo>
                    <a:pt x="3993145" y="1125334"/>
                    <a:pt x="4240262" y="991441"/>
                    <a:pt x="4508996" y="989058"/>
                  </a:cubicBezTo>
                  <a:cubicBezTo>
                    <a:pt x="4755490" y="986864"/>
                    <a:pt x="4983999" y="1081750"/>
                    <a:pt x="5187045" y="1215697"/>
                  </a:cubicBezTo>
                  <a:cubicBezTo>
                    <a:pt x="5568977" y="1467609"/>
                    <a:pt x="5874007" y="1818796"/>
                    <a:pt x="6254448" y="2073796"/>
                  </a:cubicBezTo>
                  <a:cubicBezTo>
                    <a:pt x="6428213" y="2190272"/>
                    <a:pt x="6615982" y="2286513"/>
                    <a:pt x="6816510" y="2347541"/>
                  </a:cubicBezTo>
                  <a:cubicBezTo>
                    <a:pt x="7046075" y="2417426"/>
                    <a:pt x="7284633" y="2436604"/>
                    <a:pt x="7523489" y="2421624"/>
                  </a:cubicBezTo>
                  <a:cubicBezTo>
                    <a:pt x="8019349" y="2390528"/>
                    <a:pt x="8506758" y="2260211"/>
                    <a:pt x="8954538" y="2045571"/>
                  </a:cubicBezTo>
                  <a:cubicBezTo>
                    <a:pt x="9464701" y="1801081"/>
                    <a:pt x="9942034" y="1478877"/>
                    <a:pt x="10411836" y="1165559"/>
                  </a:cubicBezTo>
                  <a:cubicBezTo>
                    <a:pt x="10876113" y="855842"/>
                    <a:pt x="11334592" y="537133"/>
                    <a:pt x="11811465" y="246811"/>
                  </a:cubicBezTo>
                  <a:cubicBezTo>
                    <a:pt x="11931489" y="173729"/>
                    <a:pt x="12052677" y="102579"/>
                    <a:pt x="12174976" y="33363"/>
                  </a:cubicBezTo>
                  <a:cubicBezTo>
                    <a:pt x="12195454" y="21770"/>
                    <a:pt x="12177035" y="-9814"/>
                    <a:pt x="12156529" y="1806"/>
                  </a:cubicBezTo>
                  <a:close/>
                </a:path>
              </a:pathLst>
            </a:custGeom>
            <a:grpFill/>
            <a:ln w="2709" cap="flat">
              <a:noFill/>
              <a:prstDash val="solid"/>
              <a:miter/>
            </a:ln>
          </p:spPr>
          <p:txBody>
            <a:bodyPr rtlCol="0" anchor="ctr"/>
            <a:lstStyle/>
            <a:p>
              <a:endParaRPr lang="en-IN"/>
            </a:p>
          </p:txBody>
        </p:sp>
        <p:sp>
          <p:nvSpPr>
            <p:cNvPr id="2026" name="Freeform: Shape 2025">
              <a:extLst>
                <a:ext uri="{FF2B5EF4-FFF2-40B4-BE49-F238E27FC236}">
                  <a16:creationId xmlns:a16="http://schemas.microsoft.com/office/drawing/2014/main" id="{D61860BA-6DC7-5432-BFB3-6DE08FF59A3E}"/>
                </a:ext>
              </a:extLst>
            </p:cNvPr>
            <p:cNvSpPr/>
            <p:nvPr/>
          </p:nvSpPr>
          <p:spPr>
            <a:xfrm>
              <a:off x="4535" y="1998449"/>
              <a:ext cx="12184400" cy="3118675"/>
            </a:xfrm>
            <a:custGeom>
              <a:avLst/>
              <a:gdLst>
                <a:gd name="connsiteX0" fmla="*/ 12155715 w 12184400"/>
                <a:gd name="connsiteY0" fmla="*/ 2383 h 3118675"/>
                <a:gd name="connsiteX1" fmla="*/ 9382677 w 12184400"/>
                <a:gd name="connsiteY1" fmla="*/ 2053245 h 3118675"/>
                <a:gd name="connsiteX2" fmla="*/ 8646742 w 12184400"/>
                <a:gd name="connsiteY2" fmla="*/ 2478516 h 3118675"/>
                <a:gd name="connsiteX3" fmla="*/ 7964142 w 12184400"/>
                <a:gd name="connsiteY3" fmla="*/ 2686872 h 3118675"/>
                <a:gd name="connsiteX4" fmla="*/ 7137654 w 12184400"/>
                <a:gd name="connsiteY4" fmla="*/ 2727178 h 3118675"/>
                <a:gd name="connsiteX5" fmla="*/ 6463776 w 12184400"/>
                <a:gd name="connsiteY5" fmla="*/ 2498913 h 3118675"/>
                <a:gd name="connsiteX6" fmla="*/ 5440065 w 12184400"/>
                <a:gd name="connsiteY6" fmla="*/ 1624155 h 3118675"/>
                <a:gd name="connsiteX7" fmla="*/ 4214310 w 12184400"/>
                <a:gd name="connsiteY7" fmla="*/ 1060468 h 3118675"/>
                <a:gd name="connsiteX8" fmla="*/ 3534933 w 12184400"/>
                <a:gd name="connsiteY8" fmla="*/ 1404992 h 3118675"/>
                <a:gd name="connsiteX9" fmla="*/ 3036824 w 12184400"/>
                <a:gd name="connsiteY9" fmla="*/ 1839770 h 3118675"/>
                <a:gd name="connsiteX10" fmla="*/ 2106917 w 12184400"/>
                <a:gd name="connsiteY10" fmla="*/ 2759167 h 3118675"/>
                <a:gd name="connsiteX11" fmla="*/ 1720516 w 12184400"/>
                <a:gd name="connsiteY11" fmla="*/ 3036054 h 3118675"/>
                <a:gd name="connsiteX12" fmla="*/ 1297954 w 12184400"/>
                <a:gd name="connsiteY12" fmla="*/ 2976164 h 3118675"/>
                <a:gd name="connsiteX13" fmla="*/ 866832 w 12184400"/>
                <a:gd name="connsiteY13" fmla="*/ 2411475 h 3118675"/>
                <a:gd name="connsiteX14" fmla="*/ 362575 w 12184400"/>
                <a:gd name="connsiteY14" fmla="*/ 1922142 h 3118675"/>
                <a:gd name="connsiteX15" fmla="*/ 29401 w 12184400"/>
                <a:gd name="connsiteY15" fmla="*/ 1739466 h 3118675"/>
                <a:gd name="connsiteX16" fmla="*/ 9925 w 12184400"/>
                <a:gd name="connsiteY16" fmla="*/ 1772810 h 3118675"/>
                <a:gd name="connsiteX17" fmla="*/ 640464 w 12184400"/>
                <a:gd name="connsiteY17" fmla="*/ 2202930 h 3118675"/>
                <a:gd name="connsiteX18" fmla="*/ 1103819 w 12184400"/>
                <a:gd name="connsiteY18" fmla="*/ 2822308 h 3118675"/>
                <a:gd name="connsiteX19" fmla="*/ 1533722 w 12184400"/>
                <a:gd name="connsiteY19" fmla="*/ 3117235 h 3118675"/>
                <a:gd name="connsiteX20" fmla="*/ 1860043 w 12184400"/>
                <a:gd name="connsiteY20" fmla="*/ 3001789 h 3118675"/>
                <a:gd name="connsiteX21" fmla="*/ 2260800 w 12184400"/>
                <a:gd name="connsiteY21" fmla="*/ 2669752 h 3118675"/>
                <a:gd name="connsiteX22" fmla="*/ 2729085 w 12184400"/>
                <a:gd name="connsiteY22" fmla="*/ 2200979 h 3118675"/>
                <a:gd name="connsiteX23" fmla="*/ 3777960 w 12184400"/>
                <a:gd name="connsiteY23" fmla="*/ 1284074 h 3118675"/>
                <a:gd name="connsiteX24" fmla="*/ 4564738 w 12184400"/>
                <a:gd name="connsiteY24" fmla="*/ 1105866 h 3118675"/>
                <a:gd name="connsiteX25" fmla="*/ 5218491 w 12184400"/>
                <a:gd name="connsiteY25" fmla="*/ 1473035 h 3118675"/>
                <a:gd name="connsiteX26" fmla="*/ 6244342 w 12184400"/>
                <a:gd name="connsiteY26" fmla="*/ 2404432 h 3118675"/>
                <a:gd name="connsiteX27" fmla="*/ 6828561 w 12184400"/>
                <a:gd name="connsiteY27" fmla="*/ 2699982 h 3118675"/>
                <a:gd name="connsiteX28" fmla="*/ 7572622 w 12184400"/>
                <a:gd name="connsiteY28" fmla="*/ 2772630 h 3118675"/>
                <a:gd name="connsiteX29" fmla="*/ 9021983 w 12184400"/>
                <a:gd name="connsiteY29" fmla="*/ 2329590 h 3118675"/>
                <a:gd name="connsiteX30" fmla="*/ 10423047 w 12184400"/>
                <a:gd name="connsiteY30" fmla="*/ 1327982 h 3118675"/>
                <a:gd name="connsiteX31" fmla="*/ 11817664 w 12184400"/>
                <a:gd name="connsiteY31" fmla="*/ 267974 h 3118675"/>
                <a:gd name="connsiteX32" fmla="*/ 12175217 w 12184400"/>
                <a:gd name="connsiteY32" fmla="*/ 35619 h 3118675"/>
                <a:gd name="connsiteX33" fmla="*/ 12155741 w 12184400"/>
                <a:gd name="connsiteY33" fmla="*/ 2275 h 311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4400" h="3118675">
                  <a:moveTo>
                    <a:pt x="12155715" y="2383"/>
                  </a:moveTo>
                  <a:cubicBezTo>
                    <a:pt x="11175912" y="609139"/>
                    <a:pt x="10333659" y="1405506"/>
                    <a:pt x="9382677" y="2053245"/>
                  </a:cubicBezTo>
                  <a:cubicBezTo>
                    <a:pt x="9148237" y="2213060"/>
                    <a:pt x="8907322" y="2364749"/>
                    <a:pt x="8646742" y="2478516"/>
                  </a:cubicBezTo>
                  <a:cubicBezTo>
                    <a:pt x="8427985" y="2574053"/>
                    <a:pt x="8198935" y="2643965"/>
                    <a:pt x="7964142" y="2686872"/>
                  </a:cubicBezTo>
                  <a:cubicBezTo>
                    <a:pt x="7695003" y="2735981"/>
                    <a:pt x="7410125" y="2760982"/>
                    <a:pt x="7137654" y="2727178"/>
                  </a:cubicBezTo>
                  <a:cubicBezTo>
                    <a:pt x="6899990" y="2697679"/>
                    <a:pt x="6671563" y="2617176"/>
                    <a:pt x="6463776" y="2498913"/>
                  </a:cubicBezTo>
                  <a:cubicBezTo>
                    <a:pt x="6069547" y="2274521"/>
                    <a:pt x="5763461" y="1935090"/>
                    <a:pt x="5440065" y="1624155"/>
                  </a:cubicBezTo>
                  <a:cubicBezTo>
                    <a:pt x="5112498" y="1309211"/>
                    <a:pt x="4702451" y="970863"/>
                    <a:pt x="4214310" y="1060468"/>
                  </a:cubicBezTo>
                  <a:cubicBezTo>
                    <a:pt x="3962398" y="1106679"/>
                    <a:pt x="3735731" y="1252788"/>
                    <a:pt x="3534933" y="1404992"/>
                  </a:cubicBezTo>
                  <a:cubicBezTo>
                    <a:pt x="3359218" y="1538288"/>
                    <a:pt x="3195529" y="1686700"/>
                    <a:pt x="3036824" y="1839770"/>
                  </a:cubicBezTo>
                  <a:cubicBezTo>
                    <a:pt x="2723126" y="2142092"/>
                    <a:pt x="2432642" y="2469496"/>
                    <a:pt x="2106917" y="2759167"/>
                  </a:cubicBezTo>
                  <a:cubicBezTo>
                    <a:pt x="1989547" y="2863562"/>
                    <a:pt x="1864323" y="2969744"/>
                    <a:pt x="1720516" y="3036054"/>
                  </a:cubicBezTo>
                  <a:cubicBezTo>
                    <a:pt x="1571536" y="3104747"/>
                    <a:pt x="1427513" y="3079691"/>
                    <a:pt x="1297954" y="2976164"/>
                  </a:cubicBezTo>
                  <a:cubicBezTo>
                    <a:pt x="1113760" y="2828972"/>
                    <a:pt x="1004869" y="2598269"/>
                    <a:pt x="866832" y="2411475"/>
                  </a:cubicBezTo>
                  <a:cubicBezTo>
                    <a:pt x="726385" y="2221457"/>
                    <a:pt x="559446" y="2053678"/>
                    <a:pt x="362575" y="1922142"/>
                  </a:cubicBezTo>
                  <a:cubicBezTo>
                    <a:pt x="256934" y="1851715"/>
                    <a:pt x="144901" y="1792123"/>
                    <a:pt x="29401" y="1739466"/>
                  </a:cubicBezTo>
                  <a:cubicBezTo>
                    <a:pt x="6973" y="1729254"/>
                    <a:pt x="-12666" y="1762490"/>
                    <a:pt x="9925" y="1772810"/>
                  </a:cubicBezTo>
                  <a:cubicBezTo>
                    <a:pt x="244068" y="1879588"/>
                    <a:pt x="460062" y="2018167"/>
                    <a:pt x="640464" y="2202930"/>
                  </a:cubicBezTo>
                  <a:cubicBezTo>
                    <a:pt x="822843" y="2389832"/>
                    <a:pt x="948555" y="2614819"/>
                    <a:pt x="1103819" y="2822308"/>
                  </a:cubicBezTo>
                  <a:cubicBezTo>
                    <a:pt x="1207916" y="2961429"/>
                    <a:pt x="1349230" y="3104531"/>
                    <a:pt x="1533722" y="3117235"/>
                  </a:cubicBezTo>
                  <a:cubicBezTo>
                    <a:pt x="1650631" y="3125361"/>
                    <a:pt x="1765291" y="3063385"/>
                    <a:pt x="1860043" y="3001789"/>
                  </a:cubicBezTo>
                  <a:cubicBezTo>
                    <a:pt x="2005502" y="2907254"/>
                    <a:pt x="2135413" y="2788909"/>
                    <a:pt x="2260800" y="2669752"/>
                  </a:cubicBezTo>
                  <a:cubicBezTo>
                    <a:pt x="2420913" y="2517603"/>
                    <a:pt x="2574308" y="2358519"/>
                    <a:pt x="2729085" y="2200979"/>
                  </a:cubicBezTo>
                  <a:cubicBezTo>
                    <a:pt x="3052535" y="1871760"/>
                    <a:pt x="3382485" y="1527670"/>
                    <a:pt x="3777960" y="1284074"/>
                  </a:cubicBezTo>
                  <a:cubicBezTo>
                    <a:pt x="4017981" y="1136258"/>
                    <a:pt x="4282191" y="1045326"/>
                    <a:pt x="4564738" y="1105866"/>
                  </a:cubicBezTo>
                  <a:cubicBezTo>
                    <a:pt x="4813942" y="1159282"/>
                    <a:pt x="5028663" y="1309021"/>
                    <a:pt x="5218491" y="1473035"/>
                  </a:cubicBezTo>
                  <a:cubicBezTo>
                    <a:pt x="5568351" y="1775329"/>
                    <a:pt x="5865146" y="2135834"/>
                    <a:pt x="6244342" y="2404432"/>
                  </a:cubicBezTo>
                  <a:cubicBezTo>
                    <a:pt x="6423281" y="2531173"/>
                    <a:pt x="6618634" y="2635081"/>
                    <a:pt x="6828561" y="2699982"/>
                  </a:cubicBezTo>
                  <a:cubicBezTo>
                    <a:pt x="7070911" y="2774878"/>
                    <a:pt x="7320737" y="2788503"/>
                    <a:pt x="7572622" y="2772630"/>
                  </a:cubicBezTo>
                  <a:cubicBezTo>
                    <a:pt x="8086848" y="2740125"/>
                    <a:pt x="8577128" y="2588924"/>
                    <a:pt x="9021983" y="2329590"/>
                  </a:cubicBezTo>
                  <a:cubicBezTo>
                    <a:pt x="9517247" y="2040893"/>
                    <a:pt x="9973696" y="1682203"/>
                    <a:pt x="10423047" y="1327982"/>
                  </a:cubicBezTo>
                  <a:cubicBezTo>
                    <a:pt x="10881582" y="966448"/>
                    <a:pt x="11334752" y="597031"/>
                    <a:pt x="11817664" y="267974"/>
                  </a:cubicBezTo>
                  <a:cubicBezTo>
                    <a:pt x="11935142" y="187939"/>
                    <a:pt x="12054326" y="110489"/>
                    <a:pt x="12175217" y="35619"/>
                  </a:cubicBezTo>
                  <a:cubicBezTo>
                    <a:pt x="12196291" y="22563"/>
                    <a:pt x="12176951" y="-10835"/>
                    <a:pt x="12155741" y="2275"/>
                  </a:cubicBezTo>
                  <a:close/>
                </a:path>
              </a:pathLst>
            </a:custGeom>
            <a:grpFill/>
            <a:ln w="2709" cap="flat">
              <a:noFill/>
              <a:prstDash val="solid"/>
              <a:miter/>
            </a:ln>
          </p:spPr>
          <p:txBody>
            <a:bodyPr rtlCol="0" anchor="ctr"/>
            <a:lstStyle/>
            <a:p>
              <a:endParaRPr lang="en-IN"/>
            </a:p>
          </p:txBody>
        </p:sp>
        <p:sp>
          <p:nvSpPr>
            <p:cNvPr id="2027" name="Freeform: Shape 2026">
              <a:extLst>
                <a:ext uri="{FF2B5EF4-FFF2-40B4-BE49-F238E27FC236}">
                  <a16:creationId xmlns:a16="http://schemas.microsoft.com/office/drawing/2014/main" id="{CC11422E-8041-4A9B-1E42-F510F3A990E6}"/>
                </a:ext>
              </a:extLst>
            </p:cNvPr>
            <p:cNvSpPr/>
            <p:nvPr/>
          </p:nvSpPr>
          <p:spPr>
            <a:xfrm>
              <a:off x="5455" y="1824775"/>
              <a:ext cx="12183121" cy="3368673"/>
            </a:xfrm>
            <a:custGeom>
              <a:avLst/>
              <a:gdLst>
                <a:gd name="connsiteX0" fmla="*/ 12153088 w 12183121"/>
                <a:gd name="connsiteY0" fmla="*/ 2699 h 3368673"/>
                <a:gd name="connsiteX1" fmla="*/ 10431553 w 12183121"/>
                <a:gd name="connsiteY1" fmla="*/ 1423645 h 3368673"/>
                <a:gd name="connsiteX2" fmla="*/ 9576894 w 12183121"/>
                <a:gd name="connsiteY2" fmla="*/ 2168817 h 3368673"/>
                <a:gd name="connsiteX3" fmla="*/ 8847379 w 12183121"/>
                <a:gd name="connsiteY3" fmla="*/ 2700893 h 3368673"/>
                <a:gd name="connsiteX4" fmla="*/ 8053369 w 12183121"/>
                <a:gd name="connsiteY4" fmla="*/ 3024478 h 3368673"/>
                <a:gd name="connsiteX5" fmla="*/ 7097322 w 12183121"/>
                <a:gd name="connsiteY5" fmla="*/ 3074752 h 3368673"/>
                <a:gd name="connsiteX6" fmla="*/ 5898844 w 12183121"/>
                <a:gd name="connsiteY6" fmla="*/ 2406752 h 3368673"/>
                <a:gd name="connsiteX7" fmla="*/ 4998326 w 12183121"/>
                <a:gd name="connsiteY7" fmla="*/ 1477657 h 3368673"/>
                <a:gd name="connsiteX8" fmla="*/ 4026758 w 12183121"/>
                <a:gd name="connsiteY8" fmla="*/ 1163634 h 3368673"/>
                <a:gd name="connsiteX9" fmla="*/ 3511016 w 12183121"/>
                <a:gd name="connsiteY9" fmla="*/ 1423429 h 3368673"/>
                <a:gd name="connsiteX10" fmla="*/ 2989531 w 12183121"/>
                <a:gd name="connsiteY10" fmla="*/ 1878902 h 3368673"/>
                <a:gd name="connsiteX11" fmla="*/ 2016175 w 12183121"/>
                <a:gd name="connsiteY11" fmla="*/ 2917185 h 3368673"/>
                <a:gd name="connsiteX12" fmla="*/ 1615473 w 12183121"/>
                <a:gd name="connsiteY12" fmla="*/ 3255885 h 3368673"/>
                <a:gd name="connsiteX13" fmla="*/ 1240151 w 12183121"/>
                <a:gd name="connsiteY13" fmla="*/ 3277907 h 3368673"/>
                <a:gd name="connsiteX14" fmla="*/ 868052 w 12183121"/>
                <a:gd name="connsiteY14" fmla="*/ 2834488 h 3368673"/>
                <a:gd name="connsiteX15" fmla="*/ 396435 w 12183121"/>
                <a:gd name="connsiteY15" fmla="*/ 2231253 h 3368673"/>
                <a:gd name="connsiteX16" fmla="*/ 30404 w 12183121"/>
                <a:gd name="connsiteY16" fmla="*/ 1971947 h 3368673"/>
                <a:gd name="connsiteX17" fmla="*/ 9899 w 12183121"/>
                <a:gd name="connsiteY17" fmla="*/ 2007160 h 3368673"/>
                <a:gd name="connsiteX18" fmla="*/ 670830 w 12183121"/>
                <a:gd name="connsiteY18" fmla="*/ 2607578 h 3368673"/>
                <a:gd name="connsiteX19" fmla="*/ 1039732 w 12183121"/>
                <a:gd name="connsiteY19" fmla="*/ 3157206 h 3368673"/>
                <a:gd name="connsiteX20" fmla="*/ 1433608 w 12183121"/>
                <a:gd name="connsiteY20" fmla="*/ 3366781 h 3368673"/>
                <a:gd name="connsiteX21" fmla="*/ 1775938 w 12183121"/>
                <a:gd name="connsiteY21" fmla="*/ 3192203 h 3368673"/>
                <a:gd name="connsiteX22" fmla="*/ 2208116 w 12183121"/>
                <a:gd name="connsiteY22" fmla="*/ 2776521 h 3368673"/>
                <a:gd name="connsiteX23" fmla="*/ 2694333 w 12183121"/>
                <a:gd name="connsiteY23" fmla="*/ 2246206 h 3368673"/>
                <a:gd name="connsiteX24" fmla="*/ 3752093 w 12183121"/>
                <a:gd name="connsiteY24" fmla="*/ 1317842 h 3368673"/>
                <a:gd name="connsiteX25" fmla="*/ 4279131 w 12183121"/>
                <a:gd name="connsiteY25" fmla="*/ 1182649 h 3368673"/>
                <a:gd name="connsiteX26" fmla="*/ 4790837 w 12183121"/>
                <a:gd name="connsiteY26" fmla="*/ 1370365 h 3368673"/>
                <a:gd name="connsiteX27" fmla="*/ 5697640 w 12183121"/>
                <a:gd name="connsiteY27" fmla="*/ 2259858 h 3368673"/>
                <a:gd name="connsiteX28" fmla="*/ 6792617 w 12183121"/>
                <a:gd name="connsiteY28" fmla="*/ 3043385 h 3368673"/>
                <a:gd name="connsiteX29" fmla="*/ 7601498 w 12183121"/>
                <a:gd name="connsiteY29" fmla="*/ 3127600 h 3368673"/>
                <a:gd name="connsiteX30" fmla="*/ 8493700 w 12183121"/>
                <a:gd name="connsiteY30" fmla="*/ 2927479 h 3368673"/>
                <a:gd name="connsiteX31" fmla="*/ 9191876 w 12183121"/>
                <a:gd name="connsiteY31" fmla="*/ 2518270 h 3368673"/>
                <a:gd name="connsiteX32" fmla="*/ 10003249 w 12183121"/>
                <a:gd name="connsiteY32" fmla="*/ 1861593 h 3368673"/>
                <a:gd name="connsiteX33" fmla="*/ 11714815 w 12183121"/>
                <a:gd name="connsiteY33" fmla="*/ 368080 h 3368673"/>
                <a:gd name="connsiteX34" fmla="*/ 12173782 w 12183121"/>
                <a:gd name="connsiteY34" fmla="*/ 37912 h 3368673"/>
                <a:gd name="connsiteX35" fmla="*/ 12153278 w 12183121"/>
                <a:gd name="connsiteY35" fmla="*/ 2699 h 336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3121" h="3368673">
                  <a:moveTo>
                    <a:pt x="12153088" y="2699"/>
                  </a:moveTo>
                  <a:cubicBezTo>
                    <a:pt x="11532544" y="417595"/>
                    <a:pt x="10982916" y="923180"/>
                    <a:pt x="10431553" y="1423645"/>
                  </a:cubicBezTo>
                  <a:cubicBezTo>
                    <a:pt x="10151714" y="1677724"/>
                    <a:pt x="9870250" y="1930313"/>
                    <a:pt x="9576894" y="2168817"/>
                  </a:cubicBezTo>
                  <a:cubicBezTo>
                    <a:pt x="9343944" y="2358429"/>
                    <a:pt x="9104844" y="2545331"/>
                    <a:pt x="8847379" y="2700893"/>
                  </a:cubicBezTo>
                  <a:cubicBezTo>
                    <a:pt x="8600885" y="2849873"/>
                    <a:pt x="8334941" y="2961879"/>
                    <a:pt x="8053369" y="3024478"/>
                  </a:cubicBezTo>
                  <a:cubicBezTo>
                    <a:pt x="7746145" y="3092766"/>
                    <a:pt x="7409991" y="3121397"/>
                    <a:pt x="7097322" y="3074752"/>
                  </a:cubicBezTo>
                  <a:cubicBezTo>
                    <a:pt x="6626003" y="3004325"/>
                    <a:pt x="6233400" y="2732667"/>
                    <a:pt x="5898844" y="2406752"/>
                  </a:cubicBezTo>
                  <a:cubicBezTo>
                    <a:pt x="5590049" y="2106083"/>
                    <a:pt x="5327302" y="1757361"/>
                    <a:pt x="4998326" y="1477657"/>
                  </a:cubicBezTo>
                  <a:cubicBezTo>
                    <a:pt x="4729566" y="1249040"/>
                    <a:pt x="4387453" y="1075763"/>
                    <a:pt x="4026758" y="1163634"/>
                  </a:cubicBezTo>
                  <a:cubicBezTo>
                    <a:pt x="3838610" y="1209466"/>
                    <a:pt x="3666497" y="1311016"/>
                    <a:pt x="3511016" y="1423429"/>
                  </a:cubicBezTo>
                  <a:cubicBezTo>
                    <a:pt x="3323707" y="1558865"/>
                    <a:pt x="3152976" y="1715971"/>
                    <a:pt x="2989531" y="1878902"/>
                  </a:cubicBezTo>
                  <a:cubicBezTo>
                    <a:pt x="2653296" y="2213945"/>
                    <a:pt x="2350785" y="2580734"/>
                    <a:pt x="2016175" y="2917185"/>
                  </a:cubicBezTo>
                  <a:cubicBezTo>
                    <a:pt x="1893687" y="3040243"/>
                    <a:pt x="1765265" y="3166118"/>
                    <a:pt x="1615473" y="3255885"/>
                  </a:cubicBezTo>
                  <a:cubicBezTo>
                    <a:pt x="1491684" y="3330105"/>
                    <a:pt x="1371687" y="3350366"/>
                    <a:pt x="1240151" y="3277907"/>
                  </a:cubicBezTo>
                  <a:cubicBezTo>
                    <a:pt x="1069717" y="3184104"/>
                    <a:pt x="967707" y="2993490"/>
                    <a:pt x="868052" y="2834488"/>
                  </a:cubicBezTo>
                  <a:cubicBezTo>
                    <a:pt x="731830" y="2617058"/>
                    <a:pt x="587428" y="2404964"/>
                    <a:pt x="396435" y="2231253"/>
                  </a:cubicBezTo>
                  <a:cubicBezTo>
                    <a:pt x="285377" y="2130164"/>
                    <a:pt x="162103" y="2044026"/>
                    <a:pt x="30404" y="1971947"/>
                  </a:cubicBezTo>
                  <a:cubicBezTo>
                    <a:pt x="7461" y="1959405"/>
                    <a:pt x="-12935" y="1994483"/>
                    <a:pt x="9899" y="2007160"/>
                  </a:cubicBezTo>
                  <a:cubicBezTo>
                    <a:pt x="277088" y="2153432"/>
                    <a:pt x="495196" y="2359945"/>
                    <a:pt x="670830" y="2607578"/>
                  </a:cubicBezTo>
                  <a:cubicBezTo>
                    <a:pt x="798140" y="2787166"/>
                    <a:pt x="898363" y="2987910"/>
                    <a:pt x="1039732" y="3157206"/>
                  </a:cubicBezTo>
                  <a:cubicBezTo>
                    <a:pt x="1134402" y="3270512"/>
                    <a:pt x="1276719" y="3380568"/>
                    <a:pt x="1433608" y="3366781"/>
                  </a:cubicBezTo>
                  <a:cubicBezTo>
                    <a:pt x="1562057" y="3355512"/>
                    <a:pt x="1678532" y="3269700"/>
                    <a:pt x="1775938" y="3192203"/>
                  </a:cubicBezTo>
                  <a:cubicBezTo>
                    <a:pt x="1932340" y="3067791"/>
                    <a:pt x="2071650" y="2922007"/>
                    <a:pt x="2208116" y="2776521"/>
                  </a:cubicBezTo>
                  <a:cubicBezTo>
                    <a:pt x="2372184" y="2601591"/>
                    <a:pt x="2531511" y="2422300"/>
                    <a:pt x="2694333" y="2246206"/>
                  </a:cubicBezTo>
                  <a:cubicBezTo>
                    <a:pt x="3008709" y="1906151"/>
                    <a:pt x="3341124" y="1542531"/>
                    <a:pt x="3752093" y="1317842"/>
                  </a:cubicBezTo>
                  <a:cubicBezTo>
                    <a:pt x="3914996" y="1228779"/>
                    <a:pt x="4091714" y="1170135"/>
                    <a:pt x="4279131" y="1182649"/>
                  </a:cubicBezTo>
                  <a:cubicBezTo>
                    <a:pt x="4464381" y="1195028"/>
                    <a:pt x="4637496" y="1268516"/>
                    <a:pt x="4790837" y="1370365"/>
                  </a:cubicBezTo>
                  <a:cubicBezTo>
                    <a:pt x="5143785" y="1604778"/>
                    <a:pt x="5409105" y="1955315"/>
                    <a:pt x="5697640" y="2259858"/>
                  </a:cubicBezTo>
                  <a:cubicBezTo>
                    <a:pt x="6008222" y="2587614"/>
                    <a:pt x="6357053" y="2897547"/>
                    <a:pt x="6792617" y="3043385"/>
                  </a:cubicBezTo>
                  <a:cubicBezTo>
                    <a:pt x="7054850" y="3131202"/>
                    <a:pt x="7327185" y="3144638"/>
                    <a:pt x="7601498" y="3127600"/>
                  </a:cubicBezTo>
                  <a:cubicBezTo>
                    <a:pt x="7907747" y="3108639"/>
                    <a:pt x="8210151" y="3046067"/>
                    <a:pt x="8493700" y="2927479"/>
                  </a:cubicBezTo>
                  <a:cubicBezTo>
                    <a:pt x="8743905" y="2822867"/>
                    <a:pt x="8973497" y="2677950"/>
                    <a:pt x="9191876" y="2518270"/>
                  </a:cubicBezTo>
                  <a:cubicBezTo>
                    <a:pt x="9472825" y="2312840"/>
                    <a:pt x="9741288" y="2090562"/>
                    <a:pt x="10003249" y="1861593"/>
                  </a:cubicBezTo>
                  <a:cubicBezTo>
                    <a:pt x="10573274" y="1363186"/>
                    <a:pt x="11114316" y="830704"/>
                    <a:pt x="11714815" y="368080"/>
                  </a:cubicBezTo>
                  <a:cubicBezTo>
                    <a:pt x="11864147" y="253013"/>
                    <a:pt x="12017136" y="142957"/>
                    <a:pt x="12173782" y="37912"/>
                  </a:cubicBezTo>
                  <a:cubicBezTo>
                    <a:pt x="12195452" y="23448"/>
                    <a:pt x="12175110" y="-11766"/>
                    <a:pt x="12153278" y="2699"/>
                  </a:cubicBezTo>
                  <a:close/>
                </a:path>
              </a:pathLst>
            </a:custGeom>
            <a:grpFill/>
            <a:ln w="2709" cap="flat">
              <a:noFill/>
              <a:prstDash val="solid"/>
              <a:miter/>
            </a:ln>
          </p:spPr>
          <p:txBody>
            <a:bodyPr rtlCol="0" anchor="ctr"/>
            <a:lstStyle/>
            <a:p>
              <a:endParaRPr lang="en-IN"/>
            </a:p>
          </p:txBody>
        </p:sp>
      </p:grpSp>
      <p:pic>
        <p:nvPicPr>
          <p:cNvPr id="13" name="Graphic 12">
            <a:extLst>
              <a:ext uri="{FF2B5EF4-FFF2-40B4-BE49-F238E27FC236}">
                <a16:creationId xmlns:a16="http://schemas.microsoft.com/office/drawing/2014/main" id="{A7DAB211-43A8-7D73-9AE0-33E247D586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5" name="Graphic 14">
            <a:extLst>
              <a:ext uri="{FF2B5EF4-FFF2-40B4-BE49-F238E27FC236}">
                <a16:creationId xmlns:a16="http://schemas.microsoft.com/office/drawing/2014/main" id="{21B4C835-31EA-E8CE-A921-F3A29E9DDB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7" name="Graphic 16">
            <a:extLst>
              <a:ext uri="{FF2B5EF4-FFF2-40B4-BE49-F238E27FC236}">
                <a16:creationId xmlns:a16="http://schemas.microsoft.com/office/drawing/2014/main" id="{5132E84E-8494-F52A-7AB1-6FE55862BA22}"/>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0" y="1829"/>
            <a:ext cx="12192000" cy="6854342"/>
          </a:xfrm>
          <a:prstGeom prst="rect">
            <a:avLst/>
          </a:prstGeom>
        </p:spPr>
      </p:pic>
      <p:pic>
        <p:nvPicPr>
          <p:cNvPr id="1026" name="Picture 2">
            <a:extLst>
              <a:ext uri="{FF2B5EF4-FFF2-40B4-BE49-F238E27FC236}">
                <a16:creationId xmlns:a16="http://schemas.microsoft.com/office/drawing/2014/main" id="{07241271-EABA-BF00-711C-674EFC08237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2009" name="TextBox 2008">
            <a:extLst>
              <a:ext uri="{FF2B5EF4-FFF2-40B4-BE49-F238E27FC236}">
                <a16:creationId xmlns:a16="http://schemas.microsoft.com/office/drawing/2014/main" id="{C701FDD6-046D-859F-3964-32DEDB0A2CB2}"/>
              </a:ext>
            </a:extLst>
          </p:cNvPr>
          <p:cNvSpPr txBox="1"/>
          <p:nvPr/>
        </p:nvSpPr>
        <p:spPr>
          <a:xfrm>
            <a:off x="646437" y="979125"/>
            <a:ext cx="5219096" cy="3416320"/>
          </a:xfrm>
          <a:prstGeom prst="rect">
            <a:avLst/>
          </a:prstGeom>
          <a:noFill/>
        </p:spPr>
        <p:txBody>
          <a:bodyPr wrap="square">
            <a:spAutoFit/>
          </a:bodyPr>
          <a:lstStyle/>
          <a:p>
            <a:r>
              <a:rPr lang="en-IN" sz="5400" b="1" dirty="0">
                <a:solidFill>
                  <a:schemeClr val="accent2"/>
                </a:solidFill>
                <a:latin typeface="Montserrat" panose="00000500000000000000" pitchFamily="2" charset="0"/>
              </a:rPr>
              <a:t>Indian Premier League (IPL</a:t>
            </a:r>
            <a:r>
              <a:rPr lang="en-IN" sz="5400" b="1">
                <a:solidFill>
                  <a:schemeClr val="accent2"/>
                </a:solidFill>
                <a:latin typeface="Montserrat" panose="00000500000000000000" pitchFamily="2" charset="0"/>
              </a:rPr>
              <a:t>) 2025</a:t>
            </a:r>
            <a:endParaRPr lang="en-IN" sz="5400" b="1" dirty="0">
              <a:solidFill>
                <a:schemeClr val="accent2"/>
              </a:solidFill>
              <a:latin typeface="Montserrat" panose="00000500000000000000" pitchFamily="2" charset="0"/>
            </a:endParaRPr>
          </a:p>
        </p:txBody>
      </p:sp>
      <p:pic>
        <p:nvPicPr>
          <p:cNvPr id="3" name="Picture 4" descr="Indian Premier League (IPL) 2025 Teams, Players, and Latest Updates - 01  Mar 2025">
            <a:extLst>
              <a:ext uri="{FF2B5EF4-FFF2-40B4-BE49-F238E27FC236}">
                <a16:creationId xmlns:a16="http://schemas.microsoft.com/office/drawing/2014/main" id="{C3E2F26A-714F-694E-45D4-345755B260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1894" y="2434630"/>
            <a:ext cx="6318260" cy="43769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481BDC4-F321-862A-4E75-406C4112C02B}"/>
              </a:ext>
            </a:extLst>
          </p:cNvPr>
          <p:cNvSpPr txBox="1"/>
          <p:nvPr/>
        </p:nvSpPr>
        <p:spPr>
          <a:xfrm>
            <a:off x="144624" y="5528121"/>
            <a:ext cx="5048250" cy="830997"/>
          </a:xfrm>
          <a:prstGeom prst="rect">
            <a:avLst/>
          </a:prstGeom>
          <a:noFill/>
        </p:spPr>
        <p:txBody>
          <a:bodyPr wrap="square">
            <a:spAutoFit/>
          </a:bodyPr>
          <a:lstStyle/>
          <a:p>
            <a:r>
              <a:rPr lang="en-US" sz="2400" b="1" i="0">
                <a:solidFill>
                  <a:srgbClr val="00B0F0"/>
                </a:solidFill>
                <a:effectLst/>
                <a:latin typeface="Montserrat" panose="00000500000000000000" pitchFamily="2" charset="0"/>
              </a:rPr>
              <a:t>An  Data Driven Approach by Ankit Shrivas</a:t>
            </a:r>
            <a:endParaRPr lang="en-IN" sz="2400" b="1" dirty="0">
              <a:solidFill>
                <a:srgbClr val="00B0F0"/>
              </a:solidFill>
              <a:latin typeface="Montserrat" panose="00000500000000000000" pitchFamily="2" charset="0"/>
            </a:endParaRPr>
          </a:p>
        </p:txBody>
      </p:sp>
    </p:spTree>
    <p:extLst>
      <p:ext uri="{BB962C8B-B14F-4D97-AF65-F5344CB8AC3E}">
        <p14:creationId xmlns:p14="http://schemas.microsoft.com/office/powerpoint/2010/main" val="3679160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5C967B35-E605-169B-FEE9-DF49E17376A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A66611D-16F2-1CEF-CC1A-A4355AC39C0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6AD5D2AF-A139-4124-2D82-7206F644645D}"/>
              </a:ext>
            </a:extLst>
          </p:cNvPr>
          <p:cNvGrpSpPr/>
          <p:nvPr/>
        </p:nvGrpSpPr>
        <p:grpSpPr>
          <a:xfrm>
            <a:off x="6477000" y="1836577"/>
            <a:ext cx="5048250" cy="4395114"/>
            <a:chOff x="1047750" y="1989662"/>
            <a:chExt cx="5048250" cy="4395114"/>
          </a:xfrm>
        </p:grpSpPr>
        <p:sp>
          <p:nvSpPr>
            <p:cNvPr id="4" name="TextBox 3">
              <a:extLst>
                <a:ext uri="{FF2B5EF4-FFF2-40B4-BE49-F238E27FC236}">
                  <a16:creationId xmlns:a16="http://schemas.microsoft.com/office/drawing/2014/main" id="{A5940114-37EA-5A28-2A19-2CE87107877E}"/>
                </a:ext>
              </a:extLst>
            </p:cNvPr>
            <p:cNvSpPr txBox="1"/>
            <p:nvPr/>
          </p:nvSpPr>
          <p:spPr>
            <a:xfrm>
              <a:off x="1047750" y="2635993"/>
              <a:ext cx="5048250" cy="3748783"/>
            </a:xfrm>
            <a:prstGeom prst="rect">
              <a:avLst/>
            </a:prstGeom>
            <a:noFill/>
          </p:spPr>
          <p:txBody>
            <a:bodyPr wrap="square">
              <a:spAutoFit/>
            </a:bodyPr>
            <a:lstStyle/>
            <a:p>
              <a:pPr>
                <a:lnSpc>
                  <a:spcPct val="150000"/>
                </a:lnSpc>
              </a:pPr>
              <a:r>
                <a:rPr lang="en-US" sz="1600">
                  <a:solidFill>
                    <a:schemeClr val="bg1"/>
                  </a:solidFill>
                </a:rPr>
                <a:t>This SQL project analyzes the IPL 2025 player acquisitions, focusing on team spending, player categories, and auction dynamics. It explores the highest-paid players, price distribution, and the financial strategies of different teams. By leveraging SQL queries, the project identifies top-performing players, compares Indian and overseas player costs, and ranks players based on price. This structured analysis helps in understanding team investments and squad composition for IPL 2025. </a:t>
              </a:r>
              <a:endParaRPr lang="en-IN" sz="1600" dirty="0">
                <a:solidFill>
                  <a:schemeClr val="bg1"/>
                </a:solidFill>
                <a:latin typeface="Montserrat" panose="00000500000000000000" pitchFamily="2" charset="0"/>
              </a:endParaRPr>
            </a:p>
          </p:txBody>
        </p:sp>
        <p:sp>
          <p:nvSpPr>
            <p:cNvPr id="11" name="TextBox 10">
              <a:extLst>
                <a:ext uri="{FF2B5EF4-FFF2-40B4-BE49-F238E27FC236}">
                  <a16:creationId xmlns:a16="http://schemas.microsoft.com/office/drawing/2014/main" id="{05D1C4A8-8511-70E5-6B46-5E9D06AE070D}"/>
                </a:ext>
              </a:extLst>
            </p:cNvPr>
            <p:cNvSpPr txBox="1"/>
            <p:nvPr/>
          </p:nvSpPr>
          <p:spPr>
            <a:xfrm>
              <a:off x="1047750" y="1989662"/>
              <a:ext cx="5048250" cy="646331"/>
            </a:xfrm>
            <a:prstGeom prst="rect">
              <a:avLst/>
            </a:prstGeom>
            <a:noFill/>
          </p:spPr>
          <p:txBody>
            <a:bodyPr wrap="square">
              <a:spAutoFit/>
            </a:bodyPr>
            <a:lstStyle/>
            <a:p>
              <a:r>
                <a:rPr lang="en-US" sz="3600" b="1" i="0" dirty="0">
                  <a:solidFill>
                    <a:schemeClr val="accent2"/>
                  </a:solidFill>
                  <a:effectLst/>
                  <a:latin typeface="Montserrat" panose="00000500000000000000" pitchFamily="2" charset="0"/>
                </a:rPr>
                <a:t>Introduction</a:t>
              </a:r>
              <a:endParaRPr lang="en-IN" sz="3600" b="1" dirty="0">
                <a:solidFill>
                  <a:schemeClr val="accent2"/>
                </a:solidFill>
                <a:latin typeface="Montserrat" panose="00000500000000000000" pitchFamily="2" charset="0"/>
              </a:endParaRPr>
            </a:p>
          </p:txBody>
        </p:sp>
      </p:grpSp>
      <p:pic>
        <p:nvPicPr>
          <p:cNvPr id="3627" name="Picture 3626" descr="A colorful lines on a black background&#10;&#10;Description automatically generated">
            <a:extLst>
              <a:ext uri="{FF2B5EF4-FFF2-40B4-BE49-F238E27FC236}">
                <a16:creationId xmlns:a16="http://schemas.microsoft.com/office/drawing/2014/main" id="{E58013DC-CEAC-3389-0545-128D76CEC8E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CD7BBC8C-2360-6BCD-D724-91460588EBEE}"/>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pic>
        <p:nvPicPr>
          <p:cNvPr id="3630" name="Picture 3629" descr="A gold trophy with blue ribbons&#10;&#10;Description automatically generated">
            <a:extLst>
              <a:ext uri="{FF2B5EF4-FFF2-40B4-BE49-F238E27FC236}">
                <a16:creationId xmlns:a16="http://schemas.microsoft.com/office/drawing/2014/main" id="{2DAEB39A-300B-DD55-9C6F-CA7DB7F2A74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5250" r="25417"/>
          <a:stretch/>
        </p:blipFill>
        <p:spPr>
          <a:xfrm>
            <a:off x="414509" y="724718"/>
            <a:ext cx="5379118" cy="6133282"/>
          </a:xfrm>
          <a:prstGeom prst="rect">
            <a:avLst/>
          </a:prstGeom>
        </p:spPr>
      </p:pic>
    </p:spTree>
    <p:extLst>
      <p:ext uri="{BB962C8B-B14F-4D97-AF65-F5344CB8AC3E}">
        <p14:creationId xmlns:p14="http://schemas.microsoft.com/office/powerpoint/2010/main" val="192885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E8EA0664-CE18-063A-0B06-9251E1F683F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4E30EF8-7EAC-8DB4-6B80-6177C6B8547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F4676BC0-6D62-0D1C-D095-FB75389A9854}"/>
              </a:ext>
            </a:extLst>
          </p:cNvPr>
          <p:cNvGrpSpPr/>
          <p:nvPr/>
        </p:nvGrpSpPr>
        <p:grpSpPr>
          <a:xfrm>
            <a:off x="893345" y="833686"/>
            <a:ext cx="7673139" cy="5771651"/>
            <a:chOff x="-469231" y="1989662"/>
            <a:chExt cx="7673139" cy="5771651"/>
          </a:xfrm>
        </p:grpSpPr>
        <p:sp>
          <p:nvSpPr>
            <p:cNvPr id="4" name="TextBox 3">
              <a:extLst>
                <a:ext uri="{FF2B5EF4-FFF2-40B4-BE49-F238E27FC236}">
                  <a16:creationId xmlns:a16="http://schemas.microsoft.com/office/drawing/2014/main" id="{E7AF93EE-793F-0D89-CAC3-066A81AF8690}"/>
                </a:ext>
              </a:extLst>
            </p:cNvPr>
            <p:cNvSpPr txBox="1"/>
            <p:nvPr/>
          </p:nvSpPr>
          <p:spPr>
            <a:xfrm>
              <a:off x="-469231" y="4253301"/>
              <a:ext cx="5048250" cy="3508012"/>
            </a:xfrm>
            <a:prstGeom prst="rect">
              <a:avLst/>
            </a:prstGeom>
            <a:noFill/>
          </p:spPr>
          <p:txBody>
            <a:bodyPr wrap="square">
              <a:spAutoFit/>
            </a:bodyPr>
            <a:lstStyle/>
            <a:p>
              <a:r>
                <a:rPr lang="en-US" b="1">
                  <a:solidFill>
                    <a:schemeClr val="bg1"/>
                  </a:solidFill>
                </a:rPr>
                <a:t>Dataset Attributes:</a:t>
              </a:r>
            </a:p>
            <a:p>
              <a:pPr>
                <a:buFont typeface="+mj-lt"/>
                <a:buAutoNum type="arabicPeriod"/>
              </a:pPr>
              <a:r>
                <a:rPr lang="en-US" b="1">
                  <a:solidFill>
                    <a:schemeClr val="bg1"/>
                  </a:solidFill>
                </a:rPr>
                <a:t>Player</a:t>
              </a:r>
              <a:r>
                <a:rPr lang="en-US">
                  <a:solidFill>
                    <a:schemeClr val="bg1"/>
                  </a:solidFill>
                </a:rPr>
                <a:t> – Name of the player.</a:t>
              </a:r>
            </a:p>
            <a:p>
              <a:pPr>
                <a:buFont typeface="+mj-lt"/>
                <a:buAutoNum type="arabicPeriod"/>
              </a:pPr>
              <a:r>
                <a:rPr lang="en-US" b="1">
                  <a:solidFill>
                    <a:schemeClr val="bg1"/>
                  </a:solidFill>
                </a:rPr>
                <a:t>Price_in_cr</a:t>
              </a:r>
              <a:r>
                <a:rPr lang="en-US">
                  <a:solidFill>
                    <a:schemeClr val="bg1"/>
                  </a:solidFill>
                </a:rPr>
                <a:t> – Price of the player in crores.</a:t>
              </a:r>
            </a:p>
            <a:p>
              <a:pPr>
                <a:buFont typeface="+mj-lt"/>
                <a:buAutoNum type="arabicPeriod"/>
              </a:pPr>
              <a:r>
                <a:rPr lang="en-US" b="1">
                  <a:solidFill>
                    <a:schemeClr val="bg1"/>
                  </a:solidFill>
                </a:rPr>
                <a:t>Type</a:t>
              </a:r>
              <a:r>
                <a:rPr lang="en-US">
                  <a:solidFill>
                    <a:schemeClr val="bg1"/>
                  </a:solidFill>
                </a:rPr>
                <a:t> – Player category (Indian Capped/Uncapped, Overseas Capped/Uncapped).</a:t>
              </a:r>
            </a:p>
            <a:p>
              <a:pPr>
                <a:buFont typeface="+mj-lt"/>
                <a:buAutoNum type="arabicPeriod"/>
              </a:pPr>
              <a:r>
                <a:rPr lang="en-US" b="1">
                  <a:solidFill>
                    <a:schemeClr val="bg1"/>
                  </a:solidFill>
                </a:rPr>
                <a:t>Acquisition</a:t>
              </a:r>
              <a:r>
                <a:rPr lang="en-US">
                  <a:solidFill>
                    <a:schemeClr val="bg1"/>
                  </a:solidFill>
                </a:rPr>
                <a:t> – Method of acquisition (Retained, Auction, Right to Match (RTM)).</a:t>
              </a:r>
            </a:p>
            <a:p>
              <a:pPr>
                <a:buFont typeface="+mj-lt"/>
                <a:buAutoNum type="arabicPeriod"/>
              </a:pPr>
              <a:r>
                <a:rPr lang="en-US" b="1">
                  <a:solidFill>
                    <a:schemeClr val="bg1"/>
                  </a:solidFill>
                </a:rPr>
                <a:t>Role</a:t>
              </a:r>
              <a:r>
                <a:rPr lang="en-US">
                  <a:solidFill>
                    <a:schemeClr val="bg1"/>
                  </a:solidFill>
                </a:rPr>
                <a:t> – Player’s role (Batter, Bowler, All-rounder, Wicketkeeper).</a:t>
              </a:r>
            </a:p>
            <a:p>
              <a:pPr>
                <a:buFont typeface="+mj-lt"/>
                <a:buAutoNum type="arabicPeriod"/>
              </a:pPr>
              <a:r>
                <a:rPr lang="en-US" b="1">
                  <a:solidFill>
                    <a:schemeClr val="bg1"/>
                  </a:solidFill>
                </a:rPr>
                <a:t>Team</a:t>
              </a:r>
              <a:r>
                <a:rPr lang="en-US">
                  <a:solidFill>
                    <a:schemeClr val="bg1"/>
                  </a:solidFill>
                </a:rPr>
                <a:t> – Team to which the player belongs.</a:t>
              </a:r>
            </a:p>
            <a:p>
              <a:pPr>
                <a:lnSpc>
                  <a:spcPct val="150000"/>
                </a:lnSpc>
              </a:pPr>
              <a:endParaRPr lang="en-IN" dirty="0">
                <a:solidFill>
                  <a:schemeClr val="bg1"/>
                </a:solidFill>
                <a:latin typeface="Montserrat" panose="00000500000000000000" pitchFamily="2" charset="0"/>
              </a:endParaRPr>
            </a:p>
          </p:txBody>
        </p:sp>
        <p:sp>
          <p:nvSpPr>
            <p:cNvPr id="11" name="TextBox 10">
              <a:extLst>
                <a:ext uri="{FF2B5EF4-FFF2-40B4-BE49-F238E27FC236}">
                  <a16:creationId xmlns:a16="http://schemas.microsoft.com/office/drawing/2014/main" id="{AB1BC8E4-0ACD-1B5C-827B-313CED1234D9}"/>
                </a:ext>
              </a:extLst>
            </p:cNvPr>
            <p:cNvSpPr txBox="1"/>
            <p:nvPr/>
          </p:nvSpPr>
          <p:spPr>
            <a:xfrm>
              <a:off x="1047750" y="1989662"/>
              <a:ext cx="6156158" cy="646331"/>
            </a:xfrm>
            <a:prstGeom prst="rect">
              <a:avLst/>
            </a:prstGeom>
            <a:noFill/>
          </p:spPr>
          <p:txBody>
            <a:bodyPr wrap="square">
              <a:spAutoFit/>
            </a:bodyPr>
            <a:lstStyle/>
            <a:p>
              <a:r>
                <a:rPr lang="en-US" sz="3600" b="1">
                  <a:solidFill>
                    <a:schemeClr val="accent2"/>
                  </a:solidFill>
                  <a:latin typeface="Montserrat" panose="00000500000000000000" pitchFamily="2" charset="0"/>
                </a:rPr>
                <a:t>Dataset Overview</a:t>
              </a:r>
              <a:endParaRPr lang="en-IN" sz="3600" b="1" dirty="0">
                <a:solidFill>
                  <a:schemeClr val="accent2"/>
                </a:solidFill>
                <a:latin typeface="Montserrat" panose="00000500000000000000" pitchFamily="2" charset="0"/>
              </a:endParaRPr>
            </a:p>
          </p:txBody>
        </p:sp>
      </p:grpSp>
      <p:pic>
        <p:nvPicPr>
          <p:cNvPr id="3627" name="Picture 3626" descr="A colorful lines on a black background&#10;&#10;Description automatically generated">
            <a:extLst>
              <a:ext uri="{FF2B5EF4-FFF2-40B4-BE49-F238E27FC236}">
                <a16:creationId xmlns:a16="http://schemas.microsoft.com/office/drawing/2014/main" id="{39F09A49-10CD-8C50-9576-272C15D27196}"/>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1BAB9FA0-A828-9959-9C16-BE046B3F44A7}"/>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ECF57445-2228-4EEE-8E40-E02A8034D274}"/>
              </a:ext>
            </a:extLst>
          </p:cNvPr>
          <p:cNvSpPr txBox="1"/>
          <p:nvPr/>
        </p:nvSpPr>
        <p:spPr>
          <a:xfrm>
            <a:off x="893345" y="1595662"/>
            <a:ext cx="10344150" cy="1200329"/>
          </a:xfrm>
          <a:prstGeom prst="rect">
            <a:avLst/>
          </a:prstGeom>
          <a:noFill/>
        </p:spPr>
        <p:txBody>
          <a:bodyPr wrap="square">
            <a:spAutoFit/>
          </a:bodyPr>
          <a:lstStyle/>
          <a:p>
            <a:r>
              <a:rPr lang="en-US">
                <a:solidFill>
                  <a:schemeClr val="bg1"/>
                </a:solidFill>
              </a:rPr>
              <a:t>This dataset is sourced from a </a:t>
            </a:r>
            <a:r>
              <a:rPr lang="en-US" b="1">
                <a:solidFill>
                  <a:schemeClr val="bg1"/>
                </a:solidFill>
              </a:rPr>
              <a:t>YouTube channel</a:t>
            </a:r>
            <a:r>
              <a:rPr lang="en-US">
                <a:solidFill>
                  <a:schemeClr val="bg1"/>
                </a:solidFill>
              </a:rPr>
              <a:t>, where it was provided as an </a:t>
            </a:r>
            <a:r>
              <a:rPr lang="en-US" b="1">
                <a:solidFill>
                  <a:schemeClr val="bg1"/>
                </a:solidFill>
              </a:rPr>
              <a:t>SQL script</a:t>
            </a:r>
            <a:r>
              <a:rPr lang="en-US">
                <a:solidFill>
                  <a:schemeClr val="bg1"/>
                </a:solidFill>
              </a:rPr>
              <a:t> for learning purposes. The script contains structured data on IPL 2025 player acquisitions, including team spending, player roles, and auction trends. It helps in performing various SQL queries to analyze team-wise investments and player pricing.</a:t>
            </a:r>
            <a:endParaRPr lang="en-IN">
              <a:solidFill>
                <a:schemeClr val="bg1"/>
              </a:solidFill>
            </a:endParaRPr>
          </a:p>
        </p:txBody>
      </p:sp>
    </p:spTree>
    <p:extLst>
      <p:ext uri="{BB962C8B-B14F-4D97-AF65-F5344CB8AC3E}">
        <p14:creationId xmlns:p14="http://schemas.microsoft.com/office/powerpoint/2010/main" val="6970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8ECA91A-14EB-FACA-FAAC-94F4EC1E16C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9B9B3C9-4527-BECA-8033-43F1A09B73C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DE48FFE-68FE-941D-E6BB-8DC9BA0C6CFE}"/>
              </a:ext>
            </a:extLst>
          </p:cNvPr>
          <p:cNvSpPr txBox="1"/>
          <p:nvPr/>
        </p:nvSpPr>
        <p:spPr>
          <a:xfrm>
            <a:off x="0" y="538094"/>
            <a:ext cx="12192000" cy="646331"/>
          </a:xfrm>
          <a:prstGeom prst="rect">
            <a:avLst/>
          </a:prstGeom>
          <a:noFill/>
        </p:spPr>
        <p:txBody>
          <a:bodyPr wrap="square">
            <a:spAutoFit/>
          </a:bodyPr>
          <a:lstStyle/>
          <a:p>
            <a:pPr algn="ctr"/>
            <a:r>
              <a:rPr lang="en-US" sz="3600" b="1" i="0">
                <a:solidFill>
                  <a:schemeClr val="accent2"/>
                </a:solidFill>
                <a:effectLst/>
                <a:latin typeface="Montserrat" panose="00000500000000000000" pitchFamily="2" charset="0"/>
              </a:rPr>
              <a:t>Project Overview</a:t>
            </a:r>
            <a:endParaRPr lang="en-IN" sz="36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5305CC98-8E3F-D44B-57AD-D9A0A59D05F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0B30A21-4DB5-9DCA-164B-F0518AE907D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6" name="TextBox 5">
            <a:extLst>
              <a:ext uri="{FF2B5EF4-FFF2-40B4-BE49-F238E27FC236}">
                <a16:creationId xmlns:a16="http://schemas.microsoft.com/office/drawing/2014/main" id="{90181199-811C-737B-CF02-40FEB884752D}"/>
              </a:ext>
            </a:extLst>
          </p:cNvPr>
          <p:cNvSpPr txBox="1"/>
          <p:nvPr/>
        </p:nvSpPr>
        <p:spPr>
          <a:xfrm>
            <a:off x="2276974" y="2290601"/>
            <a:ext cx="9381625" cy="3785652"/>
          </a:xfrm>
          <a:prstGeom prst="rect">
            <a:avLst/>
          </a:prstGeom>
          <a:noFill/>
        </p:spPr>
        <p:txBody>
          <a:bodyPr wrap="square">
            <a:spAutoFit/>
          </a:bodyPr>
          <a:lstStyle/>
          <a:p>
            <a:r>
              <a:rPr lang="en-US" sz="2400">
                <a:solidFill>
                  <a:schemeClr val="bg1"/>
                </a:solidFill>
              </a:rPr>
              <a:t>The objective of this SQL project is to analyze IPL 2025 player acquisitions and team spending using structured queries. It aims to:</a:t>
            </a:r>
          </a:p>
          <a:p>
            <a:pPr>
              <a:buFont typeface="+mj-lt"/>
              <a:buAutoNum type="arabicPeriod"/>
            </a:pPr>
            <a:r>
              <a:rPr lang="en-US" sz="2400">
                <a:solidFill>
                  <a:schemeClr val="bg1"/>
                </a:solidFill>
              </a:rPr>
              <a:t>Identify </a:t>
            </a:r>
            <a:r>
              <a:rPr lang="en-US" sz="2400" b="1">
                <a:solidFill>
                  <a:schemeClr val="bg1"/>
                </a:solidFill>
              </a:rPr>
              <a:t>team-wise total spending</a:t>
            </a:r>
            <a:r>
              <a:rPr lang="en-US" sz="2400">
                <a:solidFill>
                  <a:schemeClr val="bg1"/>
                </a:solidFill>
              </a:rPr>
              <a:t> on players.</a:t>
            </a:r>
          </a:p>
          <a:p>
            <a:pPr>
              <a:buFont typeface="+mj-lt"/>
              <a:buAutoNum type="arabicPeriod"/>
            </a:pPr>
            <a:r>
              <a:rPr lang="en-US" sz="2400">
                <a:solidFill>
                  <a:schemeClr val="bg1"/>
                </a:solidFill>
              </a:rPr>
              <a:t>Find the </a:t>
            </a:r>
            <a:r>
              <a:rPr lang="en-US" sz="2400" b="1">
                <a:solidFill>
                  <a:schemeClr val="bg1"/>
                </a:solidFill>
              </a:rPr>
              <a:t>highest-paid players</a:t>
            </a:r>
            <a:r>
              <a:rPr lang="en-US" sz="2400">
                <a:solidFill>
                  <a:schemeClr val="bg1"/>
                </a:solidFill>
              </a:rPr>
              <a:t> in each team and role.</a:t>
            </a:r>
          </a:p>
          <a:p>
            <a:pPr>
              <a:buFont typeface="+mj-lt"/>
              <a:buAutoNum type="arabicPeriod"/>
            </a:pPr>
            <a:r>
              <a:rPr lang="en-US" sz="2400">
                <a:solidFill>
                  <a:schemeClr val="bg1"/>
                </a:solidFill>
              </a:rPr>
              <a:t>Compare </a:t>
            </a:r>
            <a:r>
              <a:rPr lang="en-US" sz="2400" b="1">
                <a:solidFill>
                  <a:schemeClr val="bg1"/>
                </a:solidFill>
              </a:rPr>
              <a:t>Indian vs. Overseas player prices</a:t>
            </a:r>
            <a:r>
              <a:rPr lang="en-US" sz="2400">
                <a:solidFill>
                  <a:schemeClr val="bg1"/>
                </a:solidFill>
              </a:rPr>
              <a:t> to understand market trends.</a:t>
            </a:r>
          </a:p>
          <a:p>
            <a:pPr>
              <a:buFont typeface="+mj-lt"/>
              <a:buAutoNum type="arabicPeriod"/>
            </a:pPr>
            <a:r>
              <a:rPr lang="en-US" sz="2400">
                <a:solidFill>
                  <a:schemeClr val="bg1"/>
                </a:solidFill>
              </a:rPr>
              <a:t>Categorize players into </a:t>
            </a:r>
            <a:r>
              <a:rPr lang="en-US" sz="2400" b="1">
                <a:solidFill>
                  <a:schemeClr val="bg1"/>
                </a:solidFill>
              </a:rPr>
              <a:t>High, Medium, and Low price segments</a:t>
            </a:r>
            <a:r>
              <a:rPr lang="en-US" sz="2400">
                <a:solidFill>
                  <a:schemeClr val="bg1"/>
                </a:solidFill>
              </a:rPr>
              <a:t>.</a:t>
            </a:r>
          </a:p>
          <a:p>
            <a:pPr>
              <a:buFont typeface="+mj-lt"/>
              <a:buAutoNum type="arabicPeriod"/>
            </a:pPr>
            <a:r>
              <a:rPr lang="en-US" sz="2400">
                <a:solidFill>
                  <a:schemeClr val="bg1"/>
                </a:solidFill>
              </a:rPr>
              <a:t>Rank players within each team based on their price.</a:t>
            </a:r>
          </a:p>
          <a:p>
            <a:r>
              <a:rPr lang="en-US" sz="2400">
                <a:solidFill>
                  <a:schemeClr val="bg1"/>
                </a:solidFill>
              </a:rPr>
              <a:t>This analysis helps in understanding </a:t>
            </a:r>
            <a:r>
              <a:rPr lang="en-US" sz="2400" b="1">
                <a:solidFill>
                  <a:schemeClr val="bg1"/>
                </a:solidFill>
              </a:rPr>
              <a:t>team investment strategies, player valuation, and overall squad composition</a:t>
            </a:r>
            <a:r>
              <a:rPr lang="en-US" sz="2400">
                <a:solidFill>
                  <a:schemeClr val="bg1"/>
                </a:solidFill>
              </a:rPr>
              <a:t> for IPL 2025.</a:t>
            </a:r>
          </a:p>
        </p:txBody>
      </p:sp>
    </p:spTree>
    <p:extLst>
      <p:ext uri="{BB962C8B-B14F-4D97-AF65-F5344CB8AC3E}">
        <p14:creationId xmlns:p14="http://schemas.microsoft.com/office/powerpoint/2010/main" val="1273445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ED0F64A0-071E-18DE-C545-72E2A2D28B5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F7D8EEF-2291-1A70-B9B6-2ACEBC9E40D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A0D2DC8-D9AB-9621-A12D-CE9BE0FFF9E5}"/>
              </a:ext>
            </a:extLst>
          </p:cNvPr>
          <p:cNvGrpSpPr/>
          <p:nvPr/>
        </p:nvGrpSpPr>
        <p:grpSpPr>
          <a:xfrm>
            <a:off x="2410325" y="833686"/>
            <a:ext cx="7629413" cy="6024314"/>
            <a:chOff x="1047749" y="1989662"/>
            <a:chExt cx="7629413" cy="6024314"/>
          </a:xfrm>
        </p:grpSpPr>
        <p:sp>
          <p:nvSpPr>
            <p:cNvPr id="4" name="TextBox 3">
              <a:extLst>
                <a:ext uri="{FF2B5EF4-FFF2-40B4-BE49-F238E27FC236}">
                  <a16:creationId xmlns:a16="http://schemas.microsoft.com/office/drawing/2014/main" id="{E8EBCC40-C6E2-22F6-EABC-BCA235D2CAD5}"/>
                </a:ext>
              </a:extLst>
            </p:cNvPr>
            <p:cNvSpPr txBox="1"/>
            <p:nvPr/>
          </p:nvSpPr>
          <p:spPr>
            <a:xfrm>
              <a:off x="1386363" y="3350776"/>
              <a:ext cx="5048250" cy="4663200"/>
            </a:xfrm>
            <a:prstGeom prst="rect">
              <a:avLst/>
            </a:prstGeom>
            <a:noFill/>
          </p:spPr>
          <p:txBody>
            <a:bodyPr wrap="square">
              <a:spAutoFit/>
            </a:bodyPr>
            <a:lstStyle/>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CREATE DATABASE IPL2025;</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USE IPL2025;</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CREATE TABLE IPLPlayers (</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Player VARCHAR(120) CHARACTER SET utf8mb4,</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Price_in_cr DECIMAL(10, 2),</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Type VARCHAR(50) CHARACTER SET utf8mb4,</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Acquisition VARCHAR(50) CHARACTER SET utf8mb4,</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Role VARCHAR(50) CHARACTER SET utf8mb4,</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VARCHAR(100) CHARACTER SET utf8mb4</a:t>
              </a:r>
            </a:p>
            <a:p>
              <a:pPr>
                <a:lnSpc>
                  <a:spcPct val="115000"/>
                </a:lnSpc>
                <a:spcAft>
                  <a:spcPts val="800"/>
                </a:spcAft>
              </a:pPr>
              <a:r>
                <a:rPr lang="en-IN" sz="16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p>
              <a:pPr>
                <a:lnSpc>
                  <a:spcPct val="150000"/>
                </a:lnSpc>
              </a:pPr>
              <a:endParaRPr lang="en-IN" sz="1600" dirty="0">
                <a:solidFill>
                  <a:schemeClr val="bg1"/>
                </a:solidFill>
                <a:latin typeface="Montserrat" panose="00000500000000000000" pitchFamily="2" charset="0"/>
              </a:endParaRPr>
            </a:p>
          </p:txBody>
        </p:sp>
        <p:sp>
          <p:nvSpPr>
            <p:cNvPr id="11" name="TextBox 10">
              <a:extLst>
                <a:ext uri="{FF2B5EF4-FFF2-40B4-BE49-F238E27FC236}">
                  <a16:creationId xmlns:a16="http://schemas.microsoft.com/office/drawing/2014/main" id="{07D9DFBE-AE3B-EDE7-D854-B1659297E516}"/>
                </a:ext>
              </a:extLst>
            </p:cNvPr>
            <p:cNvSpPr txBox="1"/>
            <p:nvPr/>
          </p:nvSpPr>
          <p:spPr>
            <a:xfrm>
              <a:off x="1047749" y="1989662"/>
              <a:ext cx="7629413" cy="646331"/>
            </a:xfrm>
            <a:prstGeom prst="rect">
              <a:avLst/>
            </a:prstGeom>
            <a:noFill/>
          </p:spPr>
          <p:txBody>
            <a:bodyPr wrap="square">
              <a:spAutoFit/>
            </a:bodyPr>
            <a:lstStyle/>
            <a:p>
              <a:r>
                <a:rPr lang="en-US" sz="3600" b="1">
                  <a:solidFill>
                    <a:schemeClr val="accent2"/>
                  </a:solidFill>
                  <a:latin typeface="Montserrat" panose="00000500000000000000" pitchFamily="2" charset="0"/>
                </a:rPr>
                <a:t>Database and Table Creation</a:t>
              </a:r>
              <a:endParaRPr lang="en-IN" sz="3600" b="1" dirty="0">
                <a:solidFill>
                  <a:schemeClr val="accent2"/>
                </a:solidFill>
                <a:latin typeface="Montserrat" panose="00000500000000000000" pitchFamily="2" charset="0"/>
              </a:endParaRPr>
            </a:p>
          </p:txBody>
        </p:sp>
      </p:grpSp>
      <p:pic>
        <p:nvPicPr>
          <p:cNvPr id="3627" name="Picture 3626" descr="A colorful lines on a black background&#10;&#10;Description automatically generated">
            <a:extLst>
              <a:ext uri="{FF2B5EF4-FFF2-40B4-BE49-F238E27FC236}">
                <a16:creationId xmlns:a16="http://schemas.microsoft.com/office/drawing/2014/main" id="{64D02F80-3A6C-B62B-F460-F064160E0AF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08B9F1E1-63CF-50BA-CB4F-209209E4DE4D}"/>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Tree>
    <p:extLst>
      <p:ext uri="{BB962C8B-B14F-4D97-AF65-F5344CB8AC3E}">
        <p14:creationId xmlns:p14="http://schemas.microsoft.com/office/powerpoint/2010/main" val="1495095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3B10CDEE-0843-154C-452A-E13FDB5607E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39B4DED-59A5-736C-EDFE-75E0F2065E0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92962DB9-25C1-6CFB-8C03-F173BAA2253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03AF68B7-76D9-FA47-BF4F-D50BDD7F5448}"/>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0D308474-AF58-3DD4-925C-D0C04BDA9747}"/>
              </a:ext>
            </a:extLst>
          </p:cNvPr>
          <p:cNvSpPr txBox="1"/>
          <p:nvPr/>
        </p:nvSpPr>
        <p:spPr>
          <a:xfrm>
            <a:off x="760941" y="863630"/>
            <a:ext cx="10670117" cy="400110"/>
          </a:xfrm>
          <a:prstGeom prst="rect">
            <a:avLst/>
          </a:prstGeom>
          <a:noFill/>
        </p:spPr>
        <p:txBody>
          <a:bodyPr wrap="square">
            <a:spAutoFit/>
          </a:bodyPr>
          <a:lstStyle/>
          <a:p>
            <a:r>
              <a:rPr lang="en-IN" sz="2000" b="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Q1. Find the total spendingon players for each team.</a:t>
            </a:r>
            <a:endParaRPr lang="en-IN" sz="2000" b="1" dirty="0">
              <a:solidFill>
                <a:schemeClr val="bg1"/>
              </a:solidFill>
              <a:latin typeface="Montserrat" panose="00000500000000000000" pitchFamily="2" charset="0"/>
            </a:endParaRPr>
          </a:p>
        </p:txBody>
      </p:sp>
      <p:sp>
        <p:nvSpPr>
          <p:cNvPr id="5" name="TextBox 4">
            <a:extLst>
              <a:ext uri="{FF2B5EF4-FFF2-40B4-BE49-F238E27FC236}">
                <a16:creationId xmlns:a16="http://schemas.microsoft.com/office/drawing/2014/main" id="{3CA1F98C-8E71-6B91-8F8F-B581967F42D3}"/>
              </a:ext>
            </a:extLst>
          </p:cNvPr>
          <p:cNvSpPr txBox="1"/>
          <p:nvPr/>
        </p:nvSpPr>
        <p:spPr>
          <a:xfrm>
            <a:off x="932447" y="1602853"/>
            <a:ext cx="6436894" cy="1795107"/>
          </a:xfrm>
          <a:prstGeom prst="rect">
            <a:avLst/>
          </a:prstGeom>
          <a:noFill/>
        </p:spPr>
        <p:txBody>
          <a:bodyPr wrap="square">
            <a:spAutoFit/>
          </a:bodyPr>
          <a:lstStyle/>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Team, sum(Price_in_cr) as TotalSpending</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Team</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order by TotalSpending desc;</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B4A84AAC-C0B1-10F2-5EA9-60B7679A8429}"/>
              </a:ext>
            </a:extLst>
          </p:cNvPr>
          <p:cNvSpPr txBox="1"/>
          <p:nvPr/>
        </p:nvSpPr>
        <p:spPr>
          <a:xfrm>
            <a:off x="804862" y="3535666"/>
            <a:ext cx="8488279" cy="3164713"/>
          </a:xfrm>
          <a:prstGeom prst="rect">
            <a:avLst/>
          </a:prstGeom>
          <a:noFill/>
        </p:spPr>
        <p:txBody>
          <a:bodyPr wrap="square">
            <a:spAutoFit/>
          </a:bodyPr>
          <a:lstStyle/>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Q2. Find the top 3 highest-paid 'All-rounders' across all teams.</a:t>
            </a:r>
            <a:endParaRPr lang="en-IN" sz="2000" b="1" kern="10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Player, Team, Price_in_cr</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Role = 'All-rounder'</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ORDER BY Price_in_cr DESC</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LIMIT 3;</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7540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ED0C5E83-056A-D546-45D8-5956E1B8ABD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33CE4D95-4303-4F0A-D2AF-98DD65B0F5D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FA42A5DB-743F-C8BE-D3BD-2B58FD848C73}"/>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C559A969-ACD6-57B9-B5A6-B5DE74A95FA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3D89E0E1-158E-006C-5C51-0A561C5BA730}"/>
              </a:ext>
            </a:extLst>
          </p:cNvPr>
          <p:cNvSpPr txBox="1"/>
          <p:nvPr/>
        </p:nvSpPr>
        <p:spPr>
          <a:xfrm>
            <a:off x="1225967" y="805620"/>
            <a:ext cx="9494170" cy="5903924"/>
          </a:xfrm>
          <a:prstGeom prst="rect">
            <a:avLst/>
          </a:prstGeom>
          <a:noFill/>
        </p:spPr>
        <p:txBody>
          <a:bodyPr wrap="square">
            <a:spAutoFit/>
          </a:bodyPr>
          <a:lstStyle/>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Q3. Find the highest-priced playern in each team:</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WITH CTE_HP AS (</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SELECT Team, MAX(Price_in_cr) AS MaxPrice</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FROM IPLPlayers</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GROUP BY Team</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i.Player, i.Team, i.Price_in_cr</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 i</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JOIN CTE_HP hp ON i.Team = hp.Team AND i.Price_in_cr = hp.MaxPrice</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000" b="1"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ORDER BY i.Price_in_cr DESC;</a:t>
            </a:r>
            <a:endPar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4802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68E3407E-A43F-018B-38B0-D94EC3B62D7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6AC0507-B5D8-97B4-1803-686C54D5B33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74919254-5143-D144-6CD5-31A57B37677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77B8C7AB-8B30-A8DE-97E4-7CF671AFE221}"/>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7" name="TextBox 6">
            <a:extLst>
              <a:ext uri="{FF2B5EF4-FFF2-40B4-BE49-F238E27FC236}">
                <a16:creationId xmlns:a16="http://schemas.microsoft.com/office/drawing/2014/main" id="{F32D99A4-6017-7909-F3B7-F2B720D2D15B}"/>
              </a:ext>
            </a:extLst>
          </p:cNvPr>
          <p:cNvSpPr txBox="1"/>
          <p:nvPr/>
        </p:nvSpPr>
        <p:spPr>
          <a:xfrm>
            <a:off x="652712" y="920015"/>
            <a:ext cx="8790349" cy="5828583"/>
          </a:xfrm>
          <a:prstGeom prst="rect">
            <a:avLst/>
          </a:prstGeom>
          <a:noFill/>
        </p:spPr>
        <p:txBody>
          <a:bodyPr wrap="square">
            <a:spAutoFit/>
          </a:bodyPr>
          <a:lstStyle/>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Q4. Rank Players by their price within each team and list the top 2 for every team</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WITH RankPlayer AS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SELECT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player,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Price_in_cr,</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ROW_NUMBER() OVER (PARTITION BY team ORDER BY Price_in_cr DESC) AS Rankwithinteam</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FROM iplplayers</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Player,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Price_in_cr, </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Rankwithinteam</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RankPlayer</a:t>
            </a:r>
          </a:p>
          <a:p>
            <a:pPr>
              <a:lnSpc>
                <a:spcPct val="115000"/>
              </a:lnSpc>
              <a:spcAft>
                <a:spcPts val="800"/>
              </a:spcAft>
            </a:pPr>
            <a: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Rankwithinteam &lt;= 2;</a:t>
            </a:r>
            <a:br>
              <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en-IN"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2714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2379A2F7-D37C-422E-E9C5-272271F32CB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82ED5A1-DA1C-2144-A0B1-8FD23AB8A93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5490DE22-DD91-0A34-932F-2F81CEE73EB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51C1AF2-957D-79A4-B991-3BA8F7DE4816}"/>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4CE2594E-1C67-7F59-83F6-293EC2407BC5}"/>
              </a:ext>
            </a:extLst>
          </p:cNvPr>
          <p:cNvSpPr txBox="1"/>
          <p:nvPr/>
        </p:nvSpPr>
        <p:spPr>
          <a:xfrm>
            <a:off x="1001628" y="1043735"/>
            <a:ext cx="8876298" cy="5523692"/>
          </a:xfrm>
          <a:prstGeom prst="rect">
            <a:avLst/>
          </a:prstGeom>
          <a:noFill/>
        </p:spPr>
        <p:txBody>
          <a:bodyPr wrap="square">
            <a:spAutoFit/>
          </a:bodyPr>
          <a:lstStyle/>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Q5. Find the most expensive player from each team, along with the second-most expensive player's name and price.</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WITH RankedPlayer AS (</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SELECT </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Player, </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Price_in_cr,</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ROW_NUMBER() OVER (PARTITION BY team ORDER BY Price_in_cr DESC) AS Rankwithinteam</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FROM IPLPlayers</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MAX(CASE WHEN Rankwithinteam = 1 THEN Player ELSE NULL END) AS MostExpensivePlayer,</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MAX(CASE WHEN Rankwithinteam = 1 THEN Price_in_cr ELSE NULL END) AS HighestPrice,</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MAX(CASE WHEN Rankwithinteam = 2 THEN Player ELSE NULL END) AS SecondMostExpensivePlayer,</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MAX(CASE WHEN Rankwithinteam = 2 THEN Price_in_cr ELSE NULL END) AS SecondHighestPrice</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RankedPlayer</a:t>
            </a:r>
          </a:p>
          <a:p>
            <a:pPr>
              <a:lnSpc>
                <a:spcPct val="115000"/>
              </a:lnSpc>
              <a:spcAft>
                <a:spcPts val="800"/>
              </a:spcAft>
            </a:pPr>
            <a:r>
              <a:rPr lang="en-IN" sz="11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Team;</a:t>
            </a:r>
          </a:p>
        </p:txBody>
      </p:sp>
    </p:spTree>
    <p:extLst>
      <p:ext uri="{BB962C8B-B14F-4D97-AF65-F5344CB8AC3E}">
        <p14:creationId xmlns:p14="http://schemas.microsoft.com/office/powerpoint/2010/main" val="24695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2DDF40F-7180-E8B9-129D-854B06E8430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5C805EE-D765-4962-DEE8-B9FCF73B2761}"/>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C1B2B58A-595D-B95C-D7E2-8069AFE4B0D8}"/>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5AB93900-6427-642F-55F7-7A46E38ED9C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B9678B33-8AFC-4A92-0D35-BA456E961E85}"/>
              </a:ext>
            </a:extLst>
          </p:cNvPr>
          <p:cNvSpPr txBox="1"/>
          <p:nvPr/>
        </p:nvSpPr>
        <p:spPr>
          <a:xfrm>
            <a:off x="556460" y="1297824"/>
            <a:ext cx="8106277" cy="5560176"/>
          </a:xfrm>
          <a:prstGeom prst="rect">
            <a:avLst/>
          </a:prstGeom>
          <a:noFill/>
        </p:spPr>
        <p:txBody>
          <a:bodyPr wrap="square">
            <a:spAutoFit/>
          </a:bodyPr>
          <a:lstStyle/>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Q6. Calculate the percentage contribution of each player's price to their team's total spending</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player, </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Price_in_cr,</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CAST((Price_in_cr / SUM(Price_in_cr) OVER (PARTITION BY team)) * 100 AS DECIMAL(10, 2)) AS contributionPercent</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999402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E7EA08BF-6FCD-2BBB-D447-0D0FE6C41E7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F1CF8E6-EBD9-30E7-0505-4EBA2C04684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57B22051-702B-D433-ABD8-756ACA089CC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B2C4B659-0DD8-4F7C-93BF-4640D1E551BA}"/>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B908DC75-3980-7B5D-75FD-68A352D74F96}"/>
              </a:ext>
            </a:extLst>
          </p:cNvPr>
          <p:cNvSpPr txBox="1"/>
          <p:nvPr/>
        </p:nvSpPr>
        <p:spPr>
          <a:xfrm>
            <a:off x="3049003" y="1299105"/>
            <a:ext cx="6093994" cy="5016630"/>
          </a:xfrm>
          <a:prstGeom prst="rect">
            <a:avLst/>
          </a:prstGeom>
          <a:noFill/>
        </p:spPr>
        <p:txBody>
          <a:bodyPr wrap="square">
            <a:spAutoFit/>
          </a:bodyPr>
          <a:lstStyle/>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Q7. Classify players as 'High', 'Medium', or 'Low' priced based on the following rules:</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High: Price &gt; ₹15 crore  </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Medium: Price between ₹5 crore and ₹15 crore  </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Low: Price &lt; ₹5 crore  and Find out the number of players in each bracket for every team.</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CASE </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WHEN Price_in_cr &gt; 15 THEN 'High'</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WHEN Price_in_cr BETWEEN 5 AND 15 THEN 'Medium'</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ELSE 'Low'</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END AS PriceCategory,</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COUNT(*) AS NoOfPlayers</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Team, PriceCategory</a:t>
            </a:r>
          </a:p>
          <a:p>
            <a:pPr>
              <a:lnSpc>
                <a:spcPct val="115000"/>
              </a:lnSpc>
              <a:spcAft>
                <a:spcPts val="800"/>
              </a:spcAft>
            </a:pPr>
            <a:r>
              <a:rPr lang="en-IN" sz="12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ORDER BY Team, PriceCategory;</a:t>
            </a:r>
          </a:p>
        </p:txBody>
      </p:sp>
    </p:spTree>
    <p:extLst>
      <p:ext uri="{BB962C8B-B14F-4D97-AF65-F5344CB8AC3E}">
        <p14:creationId xmlns:p14="http://schemas.microsoft.com/office/powerpoint/2010/main" val="3932359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8E105E50-F0AE-5F2C-668B-5EF00B97BBF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804E547-7FCB-3586-160E-394225021F4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218DB3A0-F559-BA45-E09B-6B868848CED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50A40353-5930-F61B-9C28-D92CD1113301}"/>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68214CFF-A130-AB04-A7E6-5CDA113BFFCF}"/>
              </a:ext>
            </a:extLst>
          </p:cNvPr>
          <p:cNvSpPr txBox="1"/>
          <p:nvPr/>
        </p:nvSpPr>
        <p:spPr>
          <a:xfrm>
            <a:off x="2565734" y="931847"/>
            <a:ext cx="6093994" cy="5344796"/>
          </a:xfrm>
          <a:prstGeom prst="rect">
            <a:avLst/>
          </a:prstGeom>
          <a:noFill/>
        </p:spPr>
        <p:txBody>
          <a:bodyPr wrap="square">
            <a:spAutoFit/>
          </a:bodyPr>
          <a:lstStyle/>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Q8. Find the average price of indian players and compare it with overseas players.</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CASE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WHEN Type LIKE 'Indian%' THEN 'Indian'</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ELSE 'Overseas'</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END AS PlayerType,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AVG(price_in_cr) AS AvgPrice</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PlayerType;</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549290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EB2068F7-15D7-D228-55A1-451F813D982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ACEE819-B3F9-4569-6A06-A48E53F0204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F7291DC-47B0-8F59-7330-552A95E6DD7C}"/>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3A29CD81-886B-044A-36F4-3CBB34A7D529}"/>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73BC32BF-2D8B-F502-BED8-166B5F3CE549}"/>
              </a:ext>
            </a:extLst>
          </p:cNvPr>
          <p:cNvSpPr txBox="1"/>
          <p:nvPr/>
        </p:nvSpPr>
        <p:spPr>
          <a:xfrm>
            <a:off x="2457450" y="781747"/>
            <a:ext cx="6093994" cy="5801332"/>
          </a:xfrm>
          <a:prstGeom prst="rect">
            <a:avLst/>
          </a:prstGeom>
          <a:noFill/>
        </p:spPr>
        <p:txBody>
          <a:bodyPr wrap="square">
            <a:spAutoFit/>
          </a:bodyPr>
          <a:lstStyle/>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Q9. Idntify players who earn more than the average price in their team.</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Player,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Price_in_cr</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Price_in_cr &gt;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SELECT AVG(Price_in_cr) </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FROM IPLPlayers AS team_avg</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WHERE team_avg.Team = IPLPlayers.Team</a:t>
            </a:r>
          </a:p>
          <a:p>
            <a:pPr>
              <a:lnSpc>
                <a:spcPct val="115000"/>
              </a:lnSpc>
              <a:spcAft>
                <a:spcPts val="800"/>
              </a:spcAft>
            </a:pPr>
            <a:r>
              <a:rPr lang="en-IN" sz="20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736710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FF938803-38CD-158B-9864-7DCC0FF3356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195C309-5875-79A8-6DE5-20951A644D8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8BD50F83-7BB0-9817-2DA8-B7CE0E50E6EB}"/>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C73F829F-7E33-2EF9-F2B9-B709067C53A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642E05EE-1E2E-1176-1ED0-3E56FE1664B6}"/>
              </a:ext>
            </a:extLst>
          </p:cNvPr>
          <p:cNvSpPr txBox="1"/>
          <p:nvPr/>
        </p:nvSpPr>
        <p:spPr>
          <a:xfrm>
            <a:off x="2553702" y="781747"/>
            <a:ext cx="6093994" cy="5560176"/>
          </a:xfrm>
          <a:prstGeom prst="rect">
            <a:avLst/>
          </a:prstGeom>
          <a:noFill/>
        </p:spPr>
        <p:txBody>
          <a:bodyPr wrap="square">
            <a:spAutoFit/>
          </a:bodyPr>
          <a:lstStyle/>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Q10. For each role, find the most expensive player and their price using a correlated subquery.</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Player, Team, Role, Price_in_cr</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IPLPlayers p1</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Price_in_cr = (</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SELECT MAX(Price_in_cr)</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FROM IPLPlayers</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WHERE Role = p1.Role</a:t>
            </a:r>
          </a:p>
          <a:p>
            <a:pPr>
              <a:lnSpc>
                <a:spcPct val="115000"/>
              </a:lnSpc>
              <a:spcAft>
                <a:spcPts val="800"/>
              </a:spcAft>
            </a:pPr>
            <a:r>
              <a:rPr lang="en-IN" sz="2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355545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5C98374-3B21-DDAF-D242-94F0C3E258B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8C61DB2-3C76-D256-4F28-23CFA0A8883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CC498F6D-F98F-A668-A61C-6D6C04D4301A}"/>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040DACF0-2CA4-6249-DED1-C949AF9B1F2F}"/>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grpSp>
        <p:nvGrpSpPr>
          <p:cNvPr id="3" name="Group 2">
            <a:extLst>
              <a:ext uri="{FF2B5EF4-FFF2-40B4-BE49-F238E27FC236}">
                <a16:creationId xmlns:a16="http://schemas.microsoft.com/office/drawing/2014/main" id="{E540B833-783F-E361-B49A-C8C0EAFF01EA}"/>
              </a:ext>
            </a:extLst>
          </p:cNvPr>
          <p:cNvGrpSpPr/>
          <p:nvPr/>
        </p:nvGrpSpPr>
        <p:grpSpPr>
          <a:xfrm>
            <a:off x="1381125" y="2042819"/>
            <a:ext cx="4882541" cy="4020140"/>
            <a:chOff x="1047749" y="1989662"/>
            <a:chExt cx="4882541" cy="4020140"/>
          </a:xfrm>
        </p:grpSpPr>
        <p:sp>
          <p:nvSpPr>
            <p:cNvPr id="4" name="TextBox 3">
              <a:extLst>
                <a:ext uri="{FF2B5EF4-FFF2-40B4-BE49-F238E27FC236}">
                  <a16:creationId xmlns:a16="http://schemas.microsoft.com/office/drawing/2014/main" id="{DA358808-8673-C777-26B7-FF404E2177ED}"/>
                </a:ext>
              </a:extLst>
            </p:cNvPr>
            <p:cNvSpPr txBox="1"/>
            <p:nvPr/>
          </p:nvSpPr>
          <p:spPr>
            <a:xfrm>
              <a:off x="1047749" y="2635993"/>
              <a:ext cx="4882541" cy="3373809"/>
            </a:xfrm>
            <a:prstGeom prst="rect">
              <a:avLst/>
            </a:prstGeom>
            <a:noFill/>
          </p:spPr>
          <p:txBody>
            <a:bodyPr wrap="square">
              <a:spAutoFit/>
            </a:bodyPr>
            <a:lstStyle/>
            <a:p>
              <a:pPr>
                <a:lnSpc>
                  <a:spcPct val="150000"/>
                </a:lnSpc>
              </a:pPr>
              <a:r>
                <a:rPr lang="en-US">
                  <a:solidFill>
                    <a:schemeClr val="bg1"/>
                  </a:solidFill>
                </a:rPr>
                <a:t>The SQL project provides a detailed analysis of IPL 2025 player acquisitions and team spending. It highlights the highest-paid players, price distribution, and team-wise spending. Indian vs. overseas player price comparison gives key insights into team strategies. The project effectively identifies top-performing players and spending patterns. </a:t>
              </a:r>
              <a:endParaRPr lang="en-IN" dirty="0">
                <a:solidFill>
                  <a:schemeClr val="bg1"/>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42D951E-DEBA-011D-5F46-D5933F103CF4}"/>
                </a:ext>
              </a:extLst>
            </p:cNvPr>
            <p:cNvSpPr txBox="1"/>
            <p:nvPr/>
          </p:nvSpPr>
          <p:spPr>
            <a:xfrm>
              <a:off x="1047750" y="1989662"/>
              <a:ext cx="3629025" cy="646331"/>
            </a:xfrm>
            <a:prstGeom prst="rect">
              <a:avLst/>
            </a:prstGeom>
            <a:noFill/>
          </p:spPr>
          <p:txBody>
            <a:bodyPr wrap="square">
              <a:spAutoFit/>
            </a:bodyPr>
            <a:lstStyle/>
            <a:p>
              <a:r>
                <a:rPr lang="en-US" sz="3600" b="1" i="0" dirty="0">
                  <a:solidFill>
                    <a:schemeClr val="accent2"/>
                  </a:solidFill>
                  <a:effectLst/>
                  <a:latin typeface="Montserrat" panose="00000500000000000000" pitchFamily="2" charset="0"/>
                </a:rPr>
                <a:t>Conclusion</a:t>
              </a:r>
              <a:endParaRPr lang="en-IN" sz="3600" b="1" dirty="0">
                <a:solidFill>
                  <a:schemeClr val="accent2"/>
                </a:solidFill>
                <a:latin typeface="Montserrat" panose="00000500000000000000" pitchFamily="2" charset="0"/>
              </a:endParaRPr>
            </a:p>
          </p:txBody>
        </p:sp>
      </p:grpSp>
      <p:grpSp>
        <p:nvGrpSpPr>
          <p:cNvPr id="33" name="Group 32">
            <a:extLst>
              <a:ext uri="{FF2B5EF4-FFF2-40B4-BE49-F238E27FC236}">
                <a16:creationId xmlns:a16="http://schemas.microsoft.com/office/drawing/2014/main" id="{EBC8DA47-45D8-09EC-D615-D0AB10150917}"/>
              </a:ext>
            </a:extLst>
          </p:cNvPr>
          <p:cNvGrpSpPr/>
          <p:nvPr/>
        </p:nvGrpSpPr>
        <p:grpSpPr>
          <a:xfrm>
            <a:off x="5837139" y="406400"/>
            <a:ext cx="5656361" cy="6449391"/>
            <a:chOff x="804862" y="907512"/>
            <a:chExt cx="5218804" cy="5950488"/>
          </a:xfrm>
        </p:grpSpPr>
        <p:pic>
          <p:nvPicPr>
            <p:cNvPr id="10" name="Picture 9" descr="A gold trophy with blue ribbons&#10;&#10;Description automatically generated">
              <a:extLst>
                <a:ext uri="{FF2B5EF4-FFF2-40B4-BE49-F238E27FC236}">
                  <a16:creationId xmlns:a16="http://schemas.microsoft.com/office/drawing/2014/main" id="{D2696B20-D647-993B-DA5C-73AAA407BA2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5250" r="25417"/>
            <a:stretch/>
          </p:blipFill>
          <p:spPr>
            <a:xfrm>
              <a:off x="804862" y="907512"/>
              <a:ext cx="5218804" cy="5950488"/>
            </a:xfrm>
            <a:prstGeom prst="rect">
              <a:avLst/>
            </a:prstGeom>
          </p:spPr>
        </p:pic>
        <p:pic>
          <p:nvPicPr>
            <p:cNvPr id="31" name="Picture 30" descr="A poster of a sports team&#10;&#10;Description automatically generated">
              <a:extLst>
                <a:ext uri="{FF2B5EF4-FFF2-40B4-BE49-F238E27FC236}">
                  <a16:creationId xmlns:a16="http://schemas.microsoft.com/office/drawing/2014/main" id="{0793C901-BEE4-8599-215A-D8364A80ECDC}"/>
                </a:ext>
              </a:extLst>
            </p:cNvPr>
            <p:cNvPicPr>
              <a:picLocks noChangeAspect="1"/>
            </p:cNvPicPr>
            <p:nvPr/>
          </p:nvPicPr>
          <p:blipFill>
            <a:blip r:embed="rId5" cstate="screen">
              <a:alphaModFix amt="20000"/>
              <a:extLst>
                <a:ext uri="{28A0092B-C50C-407E-A947-70E740481C1C}">
                  <a14:useLocalDpi xmlns:a14="http://schemas.microsoft.com/office/drawing/2010/main"/>
                </a:ext>
              </a:extLst>
            </a:blip>
            <a:srcRect/>
            <a:stretch>
              <a:fillRect/>
            </a:stretch>
          </p:blipFill>
          <p:spPr>
            <a:xfrm>
              <a:off x="926944" y="1102935"/>
              <a:ext cx="4986817" cy="5749937"/>
            </a:xfrm>
            <a:custGeom>
              <a:avLst/>
              <a:gdLst>
                <a:gd name="connsiteX0" fmla="*/ 2080499 w 5060722"/>
                <a:gd name="connsiteY0" fmla="*/ 4163352 h 5835152"/>
                <a:gd name="connsiteX1" fmla="*/ 2033995 w 5060722"/>
                <a:gd name="connsiteY1" fmla="*/ 4180683 h 5835152"/>
                <a:gd name="connsiteX2" fmla="*/ 1993733 w 5060722"/>
                <a:gd name="connsiteY2" fmla="*/ 4215285 h 5835152"/>
                <a:gd name="connsiteX3" fmla="*/ 2037082 w 5060722"/>
                <a:gd name="connsiteY3" fmla="*/ 4306228 h 5835152"/>
                <a:gd name="connsiteX4" fmla="*/ 2061779 w 5060722"/>
                <a:gd name="connsiteY4" fmla="*/ 4344303 h 5835152"/>
                <a:gd name="connsiteX5" fmla="*/ 1931346 w 5060722"/>
                <a:gd name="connsiteY5" fmla="*/ 4396914 h 5835152"/>
                <a:gd name="connsiteX6" fmla="*/ 1982799 w 5060722"/>
                <a:gd name="connsiteY6" fmla="*/ 4427786 h 5835152"/>
                <a:gd name="connsiteX7" fmla="*/ 1914624 w 5060722"/>
                <a:gd name="connsiteY7" fmla="*/ 4591277 h 5835152"/>
                <a:gd name="connsiteX8" fmla="*/ 2138701 w 5060722"/>
                <a:gd name="connsiteY8" fmla="*/ 4565551 h 5835152"/>
                <a:gd name="connsiteX9" fmla="*/ 2357376 w 5060722"/>
                <a:gd name="connsiteY9" fmla="*/ 4496990 h 5835152"/>
                <a:gd name="connsiteX10" fmla="*/ 2330621 w 5060722"/>
                <a:gd name="connsiteY10" fmla="*/ 4406947 h 5835152"/>
                <a:gd name="connsiteX11" fmla="*/ 2255113 w 5060722"/>
                <a:gd name="connsiteY11" fmla="*/ 4453641 h 5835152"/>
                <a:gd name="connsiteX12" fmla="*/ 2251126 w 5060722"/>
                <a:gd name="connsiteY12" fmla="*/ 4388038 h 5835152"/>
                <a:gd name="connsiteX13" fmla="*/ 2236976 w 5060722"/>
                <a:gd name="connsiteY13" fmla="*/ 4384436 h 5835152"/>
                <a:gd name="connsiteX14" fmla="*/ 2213179 w 5060722"/>
                <a:gd name="connsiteY14" fmla="*/ 4454541 h 5835152"/>
                <a:gd name="connsiteX15" fmla="*/ 2137158 w 5060722"/>
                <a:gd name="connsiteY15" fmla="*/ 4454541 h 5835152"/>
                <a:gd name="connsiteX16" fmla="*/ 2142432 w 5060722"/>
                <a:gd name="connsiteY16" fmla="*/ 4377362 h 5835152"/>
                <a:gd name="connsiteX17" fmla="*/ 2124037 w 5060722"/>
                <a:gd name="connsiteY17" fmla="*/ 4328868 h 5835152"/>
                <a:gd name="connsiteX18" fmla="*/ 2260001 w 5060722"/>
                <a:gd name="connsiteY18" fmla="*/ 4338258 h 5835152"/>
                <a:gd name="connsiteX19" fmla="*/ 2279939 w 5060722"/>
                <a:gd name="connsiteY19" fmla="*/ 4309058 h 5835152"/>
                <a:gd name="connsiteX20" fmla="*/ 2314799 w 5060722"/>
                <a:gd name="connsiteY20" fmla="*/ 4240111 h 5835152"/>
                <a:gd name="connsiteX21" fmla="*/ 2215623 w 5060722"/>
                <a:gd name="connsiteY21" fmla="*/ 4172450 h 5835152"/>
                <a:gd name="connsiteX22" fmla="*/ 2080499 w 5060722"/>
                <a:gd name="connsiteY22" fmla="*/ 4163352 h 5835152"/>
                <a:gd name="connsiteX23" fmla="*/ 1448846 w 5060722"/>
                <a:gd name="connsiteY23" fmla="*/ 2867219 h 5835152"/>
                <a:gd name="connsiteX24" fmla="*/ 1446402 w 5060722"/>
                <a:gd name="connsiteY24" fmla="*/ 2897962 h 5835152"/>
                <a:gd name="connsiteX25" fmla="*/ 1467755 w 5060722"/>
                <a:gd name="connsiteY25" fmla="*/ 3268037 h 5835152"/>
                <a:gd name="connsiteX26" fmla="*/ 1479332 w 5060722"/>
                <a:gd name="connsiteY26" fmla="*/ 3936153 h 5835152"/>
                <a:gd name="connsiteX27" fmla="*/ 1482805 w 5060722"/>
                <a:gd name="connsiteY27" fmla="*/ 4505994 h 5835152"/>
                <a:gd name="connsiteX28" fmla="*/ 1503772 w 5060722"/>
                <a:gd name="connsiteY28" fmla="*/ 4629610 h 5835152"/>
                <a:gd name="connsiteX29" fmla="*/ 1541333 w 5060722"/>
                <a:gd name="connsiteY29" fmla="*/ 4585746 h 5835152"/>
                <a:gd name="connsiteX30" fmla="*/ 1626359 w 5060722"/>
                <a:gd name="connsiteY30" fmla="*/ 4318320 h 5835152"/>
                <a:gd name="connsiteX31" fmla="*/ 1682314 w 5060722"/>
                <a:gd name="connsiteY31" fmla="*/ 4182741 h 5835152"/>
                <a:gd name="connsiteX32" fmla="*/ 1778531 w 5060722"/>
                <a:gd name="connsiteY32" fmla="*/ 4099387 h 5835152"/>
                <a:gd name="connsiteX33" fmla="*/ 1953342 w 5060722"/>
                <a:gd name="connsiteY33" fmla="*/ 3916215 h 5835152"/>
                <a:gd name="connsiteX34" fmla="*/ 1834357 w 5060722"/>
                <a:gd name="connsiteY34" fmla="*/ 3898078 h 5835152"/>
                <a:gd name="connsiteX35" fmla="*/ 1981641 w 5060722"/>
                <a:gd name="connsiteY35" fmla="*/ 3676702 h 5835152"/>
                <a:gd name="connsiteX36" fmla="*/ 2016372 w 5060722"/>
                <a:gd name="connsiteY36" fmla="*/ 3380848 h 5835152"/>
                <a:gd name="connsiteX37" fmla="*/ 1846449 w 5060722"/>
                <a:gd name="connsiteY37" fmla="*/ 3274726 h 5835152"/>
                <a:gd name="connsiteX38" fmla="*/ 1619541 w 5060722"/>
                <a:gd name="connsiteY38" fmla="*/ 3016046 h 5835152"/>
                <a:gd name="connsiteX39" fmla="*/ 1448846 w 5060722"/>
                <a:gd name="connsiteY39" fmla="*/ 2867219 h 5835152"/>
                <a:gd name="connsiteX40" fmla="*/ 3833174 w 5060722"/>
                <a:gd name="connsiteY40" fmla="*/ 2860144 h 5835152"/>
                <a:gd name="connsiteX41" fmla="*/ 3658491 w 5060722"/>
                <a:gd name="connsiteY41" fmla="*/ 2925489 h 5835152"/>
                <a:gd name="connsiteX42" fmla="*/ 3224872 w 5060722"/>
                <a:gd name="connsiteY42" fmla="*/ 3372615 h 5835152"/>
                <a:gd name="connsiteX43" fmla="*/ 3272981 w 5060722"/>
                <a:gd name="connsiteY43" fmla="*/ 3566978 h 5835152"/>
                <a:gd name="connsiteX44" fmla="*/ 3416148 w 5060722"/>
                <a:gd name="connsiteY44" fmla="*/ 3895891 h 5835152"/>
                <a:gd name="connsiteX45" fmla="*/ 3320060 w 5060722"/>
                <a:gd name="connsiteY45" fmla="*/ 3918273 h 5835152"/>
                <a:gd name="connsiteX46" fmla="*/ 3399040 w 5060722"/>
                <a:gd name="connsiteY46" fmla="*/ 4069030 h 5835152"/>
                <a:gd name="connsiteX47" fmla="*/ 3429397 w 5060722"/>
                <a:gd name="connsiteY47" fmla="*/ 4085752 h 5835152"/>
                <a:gd name="connsiteX48" fmla="*/ 3590188 w 5060722"/>
                <a:gd name="connsiteY48" fmla="*/ 4243585 h 5835152"/>
                <a:gd name="connsiteX49" fmla="*/ 3664923 w 5060722"/>
                <a:gd name="connsiteY49" fmla="*/ 4467148 h 5835152"/>
                <a:gd name="connsiteX50" fmla="*/ 3757924 w 5060722"/>
                <a:gd name="connsiteY50" fmla="*/ 4622792 h 5835152"/>
                <a:gd name="connsiteX51" fmla="*/ 3831502 w 5060722"/>
                <a:gd name="connsiteY51" fmla="*/ 4592307 h 5835152"/>
                <a:gd name="connsiteX52" fmla="*/ 3820568 w 5060722"/>
                <a:gd name="connsiteY52" fmla="*/ 4401159 h 5835152"/>
                <a:gd name="connsiteX53" fmla="*/ 3788539 w 5060722"/>
                <a:gd name="connsiteY53" fmla="*/ 3961236 h 5835152"/>
                <a:gd name="connsiteX54" fmla="*/ 3806290 w 5060722"/>
                <a:gd name="connsiteY54" fmla="*/ 3608784 h 5835152"/>
                <a:gd name="connsiteX55" fmla="*/ 3833174 w 5060722"/>
                <a:gd name="connsiteY55" fmla="*/ 3065956 h 5835152"/>
                <a:gd name="connsiteX56" fmla="*/ 3833174 w 5060722"/>
                <a:gd name="connsiteY56" fmla="*/ 2860144 h 5835152"/>
                <a:gd name="connsiteX57" fmla="*/ 877976 w 5060722"/>
                <a:gd name="connsiteY57" fmla="*/ 1486865 h 5835152"/>
                <a:gd name="connsiteX58" fmla="*/ 671264 w 5060722"/>
                <a:gd name="connsiteY58" fmla="*/ 1671196 h 5835152"/>
                <a:gd name="connsiteX59" fmla="*/ 665990 w 5060722"/>
                <a:gd name="connsiteY59" fmla="*/ 2215696 h 5835152"/>
                <a:gd name="connsiteX60" fmla="*/ 877976 w 5060722"/>
                <a:gd name="connsiteY60" fmla="*/ 2473990 h 5835152"/>
                <a:gd name="connsiteX61" fmla="*/ 4412277 w 5060722"/>
                <a:gd name="connsiteY61" fmla="*/ 1454321 h 5835152"/>
                <a:gd name="connsiteX62" fmla="*/ 4418322 w 5060722"/>
                <a:gd name="connsiteY62" fmla="*/ 1560186 h 5835152"/>
                <a:gd name="connsiteX63" fmla="*/ 4358894 w 5060722"/>
                <a:gd name="connsiteY63" fmla="*/ 1646756 h 5835152"/>
                <a:gd name="connsiteX64" fmla="*/ 4359795 w 5060722"/>
                <a:gd name="connsiteY64" fmla="*/ 2359764 h 5835152"/>
                <a:gd name="connsiteX65" fmla="*/ 4360052 w 5060722"/>
                <a:gd name="connsiteY65" fmla="*/ 2473347 h 5835152"/>
                <a:gd name="connsiteX66" fmla="*/ 4376903 w 5060722"/>
                <a:gd name="connsiteY66" fmla="*/ 2481450 h 5835152"/>
                <a:gd name="connsiteX67" fmla="*/ 4479809 w 5060722"/>
                <a:gd name="connsiteY67" fmla="*/ 2380989 h 5835152"/>
                <a:gd name="connsiteX68" fmla="*/ 4593262 w 5060722"/>
                <a:gd name="connsiteY68" fmla="*/ 2215310 h 5835152"/>
                <a:gd name="connsiteX69" fmla="*/ 4634425 w 5060722"/>
                <a:gd name="connsiteY69" fmla="*/ 1888970 h 5835152"/>
                <a:gd name="connsiteX70" fmla="*/ 4587602 w 5060722"/>
                <a:gd name="connsiteY70" fmla="*/ 1614211 h 5835152"/>
                <a:gd name="connsiteX71" fmla="*/ 4412277 w 5060722"/>
                <a:gd name="connsiteY71" fmla="*/ 1454321 h 5835152"/>
                <a:gd name="connsiteX72" fmla="*/ 1658517 w 5060722"/>
                <a:gd name="connsiteY72" fmla="*/ 1304079 h 5835152"/>
                <a:gd name="connsiteX73" fmla="*/ 1658517 w 5060722"/>
                <a:gd name="connsiteY73" fmla="*/ 1315270 h 5835152"/>
                <a:gd name="connsiteX74" fmla="*/ 2129182 w 5060722"/>
                <a:gd name="connsiteY74" fmla="*/ 1315785 h 5835152"/>
                <a:gd name="connsiteX75" fmla="*/ 2129182 w 5060722"/>
                <a:gd name="connsiteY75" fmla="*/ 1304079 h 5835152"/>
                <a:gd name="connsiteX76" fmla="*/ 2032950 w 5060722"/>
                <a:gd name="connsiteY76" fmla="*/ 892793 h 5835152"/>
                <a:gd name="connsiteX77" fmla="*/ 1882208 w 5060722"/>
                <a:gd name="connsiteY77" fmla="*/ 956772 h 5835152"/>
                <a:gd name="connsiteX78" fmla="*/ 1836801 w 5060722"/>
                <a:gd name="connsiteY78" fmla="*/ 958187 h 5835152"/>
                <a:gd name="connsiteX79" fmla="*/ 1838988 w 5060722"/>
                <a:gd name="connsiteY79" fmla="*/ 996133 h 5835152"/>
                <a:gd name="connsiteX80" fmla="*/ 1911151 w 5060722"/>
                <a:gd name="connsiteY80" fmla="*/ 1087334 h 5835152"/>
                <a:gd name="connsiteX81" fmla="*/ 2171117 w 5060722"/>
                <a:gd name="connsiteY81" fmla="*/ 1086047 h 5835152"/>
                <a:gd name="connsiteX82" fmla="*/ 2279168 w 5060722"/>
                <a:gd name="connsiteY82" fmla="*/ 992017 h 5835152"/>
                <a:gd name="connsiteX83" fmla="*/ 2195943 w 5060722"/>
                <a:gd name="connsiteY83" fmla="*/ 905319 h 5835152"/>
                <a:gd name="connsiteX84" fmla="*/ 2032950 w 5060722"/>
                <a:gd name="connsiteY84" fmla="*/ 892793 h 5835152"/>
                <a:gd name="connsiteX85" fmla="*/ 2632649 w 5060722"/>
                <a:gd name="connsiteY85" fmla="*/ 5 h 5835152"/>
                <a:gd name="connsiteX86" fmla="*/ 2700181 w 5060722"/>
                <a:gd name="connsiteY86" fmla="*/ 48756 h 5835152"/>
                <a:gd name="connsiteX87" fmla="*/ 2857756 w 5060722"/>
                <a:gd name="connsiteY87" fmla="*/ 247879 h 5835152"/>
                <a:gd name="connsiteX88" fmla="*/ 2889656 w 5060722"/>
                <a:gd name="connsiteY88" fmla="*/ 404425 h 5835152"/>
                <a:gd name="connsiteX89" fmla="*/ 2851067 w 5060722"/>
                <a:gd name="connsiteY89" fmla="*/ 575120 h 5835152"/>
                <a:gd name="connsiteX90" fmla="*/ 2906250 w 5060722"/>
                <a:gd name="connsiteY90" fmla="*/ 616282 h 5835152"/>
                <a:gd name="connsiteX91" fmla="*/ 3107431 w 5060722"/>
                <a:gd name="connsiteY91" fmla="*/ 720217 h 5835152"/>
                <a:gd name="connsiteX92" fmla="*/ 3186540 w 5060722"/>
                <a:gd name="connsiteY92" fmla="*/ 758807 h 5835152"/>
                <a:gd name="connsiteX93" fmla="*/ 3412675 w 5060722"/>
                <a:gd name="connsiteY93" fmla="*/ 807044 h 5835152"/>
                <a:gd name="connsiteX94" fmla="*/ 3599578 w 5060722"/>
                <a:gd name="connsiteY94" fmla="*/ 1037167 h 5835152"/>
                <a:gd name="connsiteX95" fmla="*/ 3781592 w 5060722"/>
                <a:gd name="connsiteY95" fmla="*/ 1225999 h 5835152"/>
                <a:gd name="connsiteX96" fmla="*/ 3906237 w 5060722"/>
                <a:gd name="connsiteY96" fmla="*/ 1300992 h 5835152"/>
                <a:gd name="connsiteX97" fmla="*/ 3986504 w 5060722"/>
                <a:gd name="connsiteY97" fmla="*/ 1308195 h 5835152"/>
                <a:gd name="connsiteX98" fmla="*/ 4091725 w 5060722"/>
                <a:gd name="connsiteY98" fmla="*/ 1241178 h 5835152"/>
                <a:gd name="connsiteX99" fmla="*/ 4221000 w 5060722"/>
                <a:gd name="connsiteY99" fmla="*/ 1101998 h 5835152"/>
                <a:gd name="connsiteX100" fmla="*/ 4417808 w 5060722"/>
                <a:gd name="connsiteY100" fmla="*/ 1120907 h 5835152"/>
                <a:gd name="connsiteX101" fmla="*/ 4539623 w 5060722"/>
                <a:gd name="connsiteY101" fmla="*/ 1058391 h 5835152"/>
                <a:gd name="connsiteX102" fmla="*/ 4574353 w 5060722"/>
                <a:gd name="connsiteY102" fmla="*/ 1005781 h 5835152"/>
                <a:gd name="connsiteX103" fmla="*/ 4544253 w 5060722"/>
                <a:gd name="connsiteY103" fmla="*/ 1213522 h 5835152"/>
                <a:gd name="connsiteX104" fmla="*/ 4641242 w 5060722"/>
                <a:gd name="connsiteY104" fmla="*/ 1421520 h 5835152"/>
                <a:gd name="connsiteX105" fmla="*/ 4693853 w 5060722"/>
                <a:gd name="connsiteY105" fmla="*/ 1482621 h 5835152"/>
                <a:gd name="connsiteX106" fmla="*/ 4738102 w 5060722"/>
                <a:gd name="connsiteY106" fmla="*/ 1619357 h 5835152"/>
                <a:gd name="connsiteX107" fmla="*/ 4750322 w 5060722"/>
                <a:gd name="connsiteY107" fmla="*/ 1884339 h 5835152"/>
                <a:gd name="connsiteX108" fmla="*/ 4763186 w 5060722"/>
                <a:gd name="connsiteY108" fmla="*/ 1969622 h 5835152"/>
                <a:gd name="connsiteX109" fmla="*/ 4704143 w 5060722"/>
                <a:gd name="connsiteY109" fmla="*/ 2257244 h 5835152"/>
                <a:gd name="connsiteX110" fmla="*/ 4498332 w 5060722"/>
                <a:gd name="connsiteY110" fmla="*/ 2521970 h 5835152"/>
                <a:gd name="connsiteX111" fmla="*/ 4382563 w 5060722"/>
                <a:gd name="connsiteY111" fmla="*/ 2693951 h 5835152"/>
                <a:gd name="connsiteX112" fmla="*/ 4362753 w 5060722"/>
                <a:gd name="connsiteY112" fmla="*/ 3421109 h 5835152"/>
                <a:gd name="connsiteX113" fmla="*/ 4345002 w 5060722"/>
                <a:gd name="connsiteY113" fmla="*/ 4047163 h 5835152"/>
                <a:gd name="connsiteX114" fmla="*/ 4334711 w 5060722"/>
                <a:gd name="connsiteY114" fmla="*/ 4769948 h 5835152"/>
                <a:gd name="connsiteX115" fmla="*/ 4110505 w 5060722"/>
                <a:gd name="connsiteY115" fmla="*/ 4649033 h 5835152"/>
                <a:gd name="connsiteX116" fmla="*/ 4014674 w 5060722"/>
                <a:gd name="connsiteY116" fmla="*/ 4652635 h 5835152"/>
                <a:gd name="connsiteX117" fmla="*/ 3961678 w 5060722"/>
                <a:gd name="connsiteY117" fmla="*/ 4779338 h 5835152"/>
                <a:gd name="connsiteX118" fmla="*/ 3927590 w 5060722"/>
                <a:gd name="connsiteY118" fmla="*/ 4875683 h 5835152"/>
                <a:gd name="connsiteX119" fmla="*/ 3953317 w 5060722"/>
                <a:gd name="connsiteY119" fmla="*/ 4944116 h 5835152"/>
                <a:gd name="connsiteX120" fmla="*/ 3955117 w 5060722"/>
                <a:gd name="connsiteY120" fmla="*/ 5072748 h 5835152"/>
                <a:gd name="connsiteX121" fmla="*/ 3967981 w 5060722"/>
                <a:gd name="connsiteY121" fmla="*/ 5159832 h 5835152"/>
                <a:gd name="connsiteX122" fmla="*/ 4011330 w 5060722"/>
                <a:gd name="connsiteY122" fmla="*/ 5265567 h 5835152"/>
                <a:gd name="connsiteX123" fmla="*/ 4071530 w 5060722"/>
                <a:gd name="connsiteY123" fmla="*/ 5294639 h 5835152"/>
                <a:gd name="connsiteX124" fmla="*/ 4886544 w 5060722"/>
                <a:gd name="connsiteY124" fmla="*/ 5294639 h 5835152"/>
                <a:gd name="connsiteX125" fmla="*/ 5055181 w 5060722"/>
                <a:gd name="connsiteY125" fmla="*/ 5397544 h 5835152"/>
                <a:gd name="connsiteX126" fmla="*/ 5036786 w 5060722"/>
                <a:gd name="connsiteY126" fmla="*/ 5554862 h 5835152"/>
                <a:gd name="connsiteX127" fmla="*/ 4945200 w 5060722"/>
                <a:gd name="connsiteY127" fmla="*/ 5574929 h 5835152"/>
                <a:gd name="connsiteX128" fmla="*/ 4700799 w 5060722"/>
                <a:gd name="connsiteY128" fmla="*/ 5574929 h 5835152"/>
                <a:gd name="connsiteX129" fmla="*/ 4629794 w 5060722"/>
                <a:gd name="connsiteY129" fmla="*/ 5642846 h 5835152"/>
                <a:gd name="connsiteX130" fmla="*/ 4628379 w 5060722"/>
                <a:gd name="connsiteY130" fmla="*/ 5835152 h 5835152"/>
                <a:gd name="connsiteX131" fmla="*/ 712941 w 5060722"/>
                <a:gd name="connsiteY131" fmla="*/ 5835152 h 5835152"/>
                <a:gd name="connsiteX132" fmla="*/ 709597 w 5060722"/>
                <a:gd name="connsiteY132" fmla="*/ 5636286 h 5835152"/>
                <a:gd name="connsiteX133" fmla="*/ 664061 w 5060722"/>
                <a:gd name="connsiteY133" fmla="*/ 5575058 h 5835152"/>
                <a:gd name="connsiteX134" fmla="*/ 79170 w 5060722"/>
                <a:gd name="connsiteY134" fmla="*/ 5531965 h 5835152"/>
                <a:gd name="connsiteX135" fmla="*/ 318 w 5060722"/>
                <a:gd name="connsiteY135" fmla="*/ 5446168 h 5835152"/>
                <a:gd name="connsiteX136" fmla="*/ 3406 w 5060722"/>
                <a:gd name="connsiteY136" fmla="*/ 5375677 h 5835152"/>
                <a:gd name="connsiteX137" fmla="*/ 96535 w 5060722"/>
                <a:gd name="connsiteY137" fmla="*/ 5289236 h 5835152"/>
                <a:gd name="connsiteX138" fmla="*/ 147988 w 5060722"/>
                <a:gd name="connsiteY138" fmla="*/ 5289236 h 5835152"/>
                <a:gd name="connsiteX139" fmla="*/ 1135627 w 5060722"/>
                <a:gd name="connsiteY139" fmla="*/ 5279589 h 5835152"/>
                <a:gd name="connsiteX140" fmla="*/ 1275450 w 5060722"/>
                <a:gd name="connsiteY140" fmla="*/ 5159189 h 5835152"/>
                <a:gd name="connsiteX141" fmla="*/ 1259371 w 5060722"/>
                <a:gd name="connsiteY141" fmla="*/ 4763387 h 5835152"/>
                <a:gd name="connsiteX142" fmla="*/ 961201 w 5060722"/>
                <a:gd name="connsiteY142" fmla="*/ 4765317 h 5835152"/>
                <a:gd name="connsiteX143" fmla="*/ 961201 w 5060722"/>
                <a:gd name="connsiteY143" fmla="*/ 4320506 h 5835152"/>
                <a:gd name="connsiteX144" fmla="*/ 949110 w 5060722"/>
                <a:gd name="connsiteY144" fmla="*/ 3427541 h 5835152"/>
                <a:gd name="connsiteX145" fmla="*/ 949110 w 5060722"/>
                <a:gd name="connsiteY145" fmla="*/ 3298908 h 5835152"/>
                <a:gd name="connsiteX146" fmla="*/ 911549 w 5060722"/>
                <a:gd name="connsiteY146" fmla="*/ 2782193 h 5835152"/>
                <a:gd name="connsiteX147" fmla="*/ 835142 w 5060722"/>
                <a:gd name="connsiteY147" fmla="*/ 2590917 h 5835152"/>
                <a:gd name="connsiteX148" fmla="*/ 556910 w 5060722"/>
                <a:gd name="connsiteY148" fmla="*/ 2254543 h 5835152"/>
                <a:gd name="connsiteX149" fmla="*/ 526682 w 5060722"/>
                <a:gd name="connsiteY149" fmla="*/ 2028407 h 5835152"/>
                <a:gd name="connsiteX150" fmla="*/ 535429 w 5060722"/>
                <a:gd name="connsiteY150" fmla="*/ 1884982 h 5835152"/>
                <a:gd name="connsiteX151" fmla="*/ 535429 w 5060722"/>
                <a:gd name="connsiteY151" fmla="*/ 1598004 h 5835152"/>
                <a:gd name="connsiteX152" fmla="*/ 558840 w 5060722"/>
                <a:gd name="connsiteY152" fmla="*/ 1506160 h 5835152"/>
                <a:gd name="connsiteX153" fmla="*/ 620583 w 5060722"/>
                <a:gd name="connsiteY153" fmla="*/ 1445832 h 5835152"/>
                <a:gd name="connsiteX154" fmla="*/ 744199 w 5060722"/>
                <a:gd name="connsiteY154" fmla="*/ 1242464 h 5835152"/>
                <a:gd name="connsiteX155" fmla="*/ 683742 w 5060722"/>
                <a:gd name="connsiteY155" fmla="*/ 1072541 h 5835152"/>
                <a:gd name="connsiteX156" fmla="*/ 880935 w 5060722"/>
                <a:gd name="connsiteY156" fmla="*/ 1147147 h 5835152"/>
                <a:gd name="connsiteX157" fmla="*/ 1039024 w 5060722"/>
                <a:gd name="connsiteY157" fmla="*/ 1134284 h 5835152"/>
                <a:gd name="connsiteX158" fmla="*/ 1133955 w 5060722"/>
                <a:gd name="connsiteY158" fmla="*/ 1250053 h 5835152"/>
                <a:gd name="connsiteX159" fmla="*/ 1179876 w 5060722"/>
                <a:gd name="connsiteY159" fmla="*/ 1283627 h 5835152"/>
                <a:gd name="connsiteX160" fmla="*/ 1387875 w 5060722"/>
                <a:gd name="connsiteY160" fmla="*/ 1312440 h 5835152"/>
                <a:gd name="connsiteX161" fmla="*/ 1519594 w 5060722"/>
                <a:gd name="connsiteY161" fmla="*/ 1217895 h 5835152"/>
                <a:gd name="connsiteX162" fmla="*/ 1730165 w 5060722"/>
                <a:gd name="connsiteY162" fmla="*/ 947767 h 5835152"/>
                <a:gd name="connsiteX163" fmla="*/ 2043642 w 5060722"/>
                <a:gd name="connsiteY163" fmla="*/ 756234 h 5835152"/>
                <a:gd name="connsiteX164" fmla="*/ 2134585 w 5060722"/>
                <a:gd name="connsiteY164" fmla="*/ 764466 h 5835152"/>
                <a:gd name="connsiteX165" fmla="*/ 2403298 w 5060722"/>
                <a:gd name="connsiteY165" fmla="*/ 613195 h 5835152"/>
                <a:gd name="connsiteX166" fmla="*/ 2396995 w 5060722"/>
                <a:gd name="connsiteY166" fmla="*/ 541933 h 5835152"/>
                <a:gd name="connsiteX167" fmla="*/ 2357762 w 5060722"/>
                <a:gd name="connsiteY167" fmla="*/ 379470 h 5835152"/>
                <a:gd name="connsiteX168" fmla="*/ 2393007 w 5060722"/>
                <a:gd name="connsiteY168" fmla="*/ 259327 h 5835152"/>
                <a:gd name="connsiteX169" fmla="*/ 2562673 w 5060722"/>
                <a:gd name="connsiteY169" fmla="*/ 45927 h 5835152"/>
                <a:gd name="connsiteX170" fmla="*/ 2632649 w 5060722"/>
                <a:gd name="connsiteY170" fmla="*/ 5 h 583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5060722" h="5835152">
                  <a:moveTo>
                    <a:pt x="2080499" y="4163352"/>
                  </a:moveTo>
                  <a:cubicBezTo>
                    <a:pt x="2065100" y="4165006"/>
                    <a:pt x="2049592" y="4169974"/>
                    <a:pt x="2033995" y="4180683"/>
                  </a:cubicBezTo>
                  <a:cubicBezTo>
                    <a:pt x="2018559" y="4191360"/>
                    <a:pt x="1979454" y="4175152"/>
                    <a:pt x="1993733" y="4215285"/>
                  </a:cubicBezTo>
                  <a:cubicBezTo>
                    <a:pt x="2004538" y="4245771"/>
                    <a:pt x="1952570" y="4309058"/>
                    <a:pt x="2037082" y="4306228"/>
                  </a:cubicBezTo>
                  <a:cubicBezTo>
                    <a:pt x="2044928" y="4305457"/>
                    <a:pt x="2053547" y="4330797"/>
                    <a:pt x="2061779" y="4344303"/>
                  </a:cubicBezTo>
                  <a:cubicBezTo>
                    <a:pt x="2014185" y="4346619"/>
                    <a:pt x="1965434" y="4345719"/>
                    <a:pt x="1931346" y="4396914"/>
                  </a:cubicBezTo>
                  <a:lnTo>
                    <a:pt x="1982799" y="4427786"/>
                  </a:lnTo>
                  <a:cubicBezTo>
                    <a:pt x="1895972" y="4455056"/>
                    <a:pt x="1902532" y="4516799"/>
                    <a:pt x="1914624" y="4591277"/>
                  </a:cubicBezTo>
                  <a:cubicBezTo>
                    <a:pt x="1990002" y="4583045"/>
                    <a:pt x="2065767" y="4580601"/>
                    <a:pt x="2138701" y="4565551"/>
                  </a:cubicBezTo>
                  <a:cubicBezTo>
                    <a:pt x="2211636" y="4550501"/>
                    <a:pt x="2280197" y="4521688"/>
                    <a:pt x="2357376" y="4496990"/>
                  </a:cubicBezTo>
                  <a:cubicBezTo>
                    <a:pt x="2349915" y="4471907"/>
                    <a:pt x="2342197" y="4446180"/>
                    <a:pt x="2330621" y="4406947"/>
                  </a:cubicBezTo>
                  <a:cubicBezTo>
                    <a:pt x="2319816" y="4478210"/>
                    <a:pt x="2285857" y="4458400"/>
                    <a:pt x="2255113" y="4453641"/>
                  </a:cubicBezTo>
                  <a:lnTo>
                    <a:pt x="2251126" y="4388038"/>
                  </a:lnTo>
                  <a:lnTo>
                    <a:pt x="2236976" y="4384436"/>
                  </a:lnTo>
                  <a:lnTo>
                    <a:pt x="2213179" y="4454541"/>
                  </a:lnTo>
                  <a:lnTo>
                    <a:pt x="2137158" y="4454541"/>
                  </a:lnTo>
                  <a:cubicBezTo>
                    <a:pt x="2140810" y="4428982"/>
                    <a:pt x="2142572" y="4403178"/>
                    <a:pt x="2142432" y="4377362"/>
                  </a:cubicBezTo>
                  <a:cubicBezTo>
                    <a:pt x="2141145" y="4360768"/>
                    <a:pt x="2130469" y="4344947"/>
                    <a:pt x="2124037" y="4328868"/>
                  </a:cubicBezTo>
                  <a:cubicBezTo>
                    <a:pt x="2170988" y="4313432"/>
                    <a:pt x="2219354" y="4270212"/>
                    <a:pt x="2260001" y="4338258"/>
                  </a:cubicBezTo>
                  <a:cubicBezTo>
                    <a:pt x="2267144" y="4328868"/>
                    <a:pt x="2273799" y="4319130"/>
                    <a:pt x="2279939" y="4309058"/>
                  </a:cubicBezTo>
                  <a:cubicBezTo>
                    <a:pt x="2292031" y="4286291"/>
                    <a:pt x="2303222" y="4263136"/>
                    <a:pt x="2314799" y="4240111"/>
                  </a:cubicBezTo>
                  <a:cubicBezTo>
                    <a:pt x="2274408" y="4229178"/>
                    <a:pt x="2278910" y="4156886"/>
                    <a:pt x="2215623" y="4172450"/>
                  </a:cubicBezTo>
                  <a:cubicBezTo>
                    <a:pt x="2171921" y="4183255"/>
                    <a:pt x="2126698" y="4158389"/>
                    <a:pt x="2080499" y="4163352"/>
                  </a:cubicBezTo>
                  <a:close/>
                  <a:moveTo>
                    <a:pt x="1448846" y="2867219"/>
                  </a:moveTo>
                  <a:cubicBezTo>
                    <a:pt x="1447237" y="2877394"/>
                    <a:pt x="1446420" y="2887671"/>
                    <a:pt x="1446402" y="2897962"/>
                  </a:cubicBezTo>
                  <a:cubicBezTo>
                    <a:pt x="1453477" y="3021320"/>
                    <a:pt x="1464282" y="3144550"/>
                    <a:pt x="1467755" y="3268037"/>
                  </a:cubicBezTo>
                  <a:cubicBezTo>
                    <a:pt x="1473930" y="3490699"/>
                    <a:pt x="1476760" y="3713362"/>
                    <a:pt x="1479332" y="3936153"/>
                  </a:cubicBezTo>
                  <a:cubicBezTo>
                    <a:pt x="1481390" y="4126014"/>
                    <a:pt x="1480104" y="4316005"/>
                    <a:pt x="1482805" y="4505994"/>
                  </a:cubicBezTo>
                  <a:cubicBezTo>
                    <a:pt x="1482805" y="4542268"/>
                    <a:pt x="1494639" y="4578414"/>
                    <a:pt x="1503772" y="4629610"/>
                  </a:cubicBezTo>
                  <a:cubicBezTo>
                    <a:pt x="1524096" y="4606327"/>
                    <a:pt x="1537345" y="4597580"/>
                    <a:pt x="1541333" y="4585746"/>
                  </a:cubicBezTo>
                  <a:cubicBezTo>
                    <a:pt x="1570532" y="4496862"/>
                    <a:pt x="1596516" y="4406947"/>
                    <a:pt x="1626359" y="4318320"/>
                  </a:cubicBezTo>
                  <a:cubicBezTo>
                    <a:pt x="1641923" y="4272012"/>
                    <a:pt x="1662633" y="4227506"/>
                    <a:pt x="1682314" y="4182741"/>
                  </a:cubicBezTo>
                  <a:cubicBezTo>
                    <a:pt x="1700966" y="4140421"/>
                    <a:pt x="1748688" y="4114437"/>
                    <a:pt x="1778531" y="4099387"/>
                  </a:cubicBezTo>
                  <a:cubicBezTo>
                    <a:pt x="1858926" y="4058740"/>
                    <a:pt x="1893528" y="3987092"/>
                    <a:pt x="1953342" y="3916215"/>
                  </a:cubicBezTo>
                  <a:lnTo>
                    <a:pt x="1834357" y="3898078"/>
                  </a:lnTo>
                  <a:cubicBezTo>
                    <a:pt x="1932504" y="3843281"/>
                    <a:pt x="1968778" y="3765586"/>
                    <a:pt x="1981641" y="3676702"/>
                  </a:cubicBezTo>
                  <a:cubicBezTo>
                    <a:pt x="1996048" y="3576497"/>
                    <a:pt x="2005438" y="3475521"/>
                    <a:pt x="2016372" y="3380848"/>
                  </a:cubicBezTo>
                  <a:cubicBezTo>
                    <a:pt x="1958745" y="3345860"/>
                    <a:pt x="1893785" y="3319618"/>
                    <a:pt x="1846449" y="3274726"/>
                  </a:cubicBezTo>
                  <a:cubicBezTo>
                    <a:pt x="1762966" y="3194974"/>
                    <a:pt x="1668164" y="3115736"/>
                    <a:pt x="1619541" y="3016046"/>
                  </a:cubicBezTo>
                  <a:cubicBezTo>
                    <a:pt x="1579022" y="2932821"/>
                    <a:pt x="1532071" y="2890758"/>
                    <a:pt x="1448846" y="2867219"/>
                  </a:cubicBezTo>
                  <a:close/>
                  <a:moveTo>
                    <a:pt x="3833174" y="2860144"/>
                  </a:moveTo>
                  <a:lnTo>
                    <a:pt x="3658491" y="2925489"/>
                  </a:lnTo>
                  <a:cubicBezTo>
                    <a:pt x="3573980" y="3137089"/>
                    <a:pt x="3434414" y="3287718"/>
                    <a:pt x="3224872" y="3372615"/>
                  </a:cubicBezTo>
                  <a:cubicBezTo>
                    <a:pt x="3276325" y="3435259"/>
                    <a:pt x="3269636" y="3501247"/>
                    <a:pt x="3272981" y="3566978"/>
                  </a:cubicBezTo>
                  <a:cubicBezTo>
                    <a:pt x="3279669" y="3694324"/>
                    <a:pt x="3260117" y="3834919"/>
                    <a:pt x="3416148" y="3895891"/>
                  </a:cubicBezTo>
                  <a:lnTo>
                    <a:pt x="3320060" y="3918273"/>
                  </a:lnTo>
                  <a:cubicBezTo>
                    <a:pt x="3349903" y="3976029"/>
                    <a:pt x="3373185" y="4023237"/>
                    <a:pt x="3399040" y="4069030"/>
                  </a:cubicBezTo>
                  <a:cubicBezTo>
                    <a:pt x="3406925" y="4077944"/>
                    <a:pt x="3417653" y="4083862"/>
                    <a:pt x="3429397" y="4085752"/>
                  </a:cubicBezTo>
                  <a:cubicBezTo>
                    <a:pt x="3513394" y="4107620"/>
                    <a:pt x="3562403" y="4165633"/>
                    <a:pt x="3590188" y="4243585"/>
                  </a:cubicBezTo>
                  <a:cubicBezTo>
                    <a:pt x="3615914" y="4317548"/>
                    <a:pt x="3634566" y="4394984"/>
                    <a:pt x="3664923" y="4467148"/>
                  </a:cubicBezTo>
                  <a:cubicBezTo>
                    <a:pt x="3687730" y="4523501"/>
                    <a:pt x="3719103" y="4576008"/>
                    <a:pt x="3757924" y="4622792"/>
                  </a:cubicBezTo>
                  <a:cubicBezTo>
                    <a:pt x="3788539" y="4658166"/>
                    <a:pt x="3831373" y="4638485"/>
                    <a:pt x="3831502" y="4592307"/>
                  </a:cubicBezTo>
                  <a:cubicBezTo>
                    <a:pt x="3831502" y="4528633"/>
                    <a:pt x="3825328" y="4464831"/>
                    <a:pt x="3820568" y="4401159"/>
                  </a:cubicBezTo>
                  <a:cubicBezTo>
                    <a:pt x="3809634" y="4254518"/>
                    <a:pt x="3792012" y="4108005"/>
                    <a:pt x="3788539" y="3961236"/>
                  </a:cubicBezTo>
                  <a:cubicBezTo>
                    <a:pt x="3785837" y="3843924"/>
                    <a:pt x="3800244" y="3726354"/>
                    <a:pt x="3806290" y="3608784"/>
                  </a:cubicBezTo>
                  <a:cubicBezTo>
                    <a:pt x="3815680" y="3427927"/>
                    <a:pt x="3825585" y="3246941"/>
                    <a:pt x="3833174" y="3065956"/>
                  </a:cubicBezTo>
                  <a:cubicBezTo>
                    <a:pt x="3836133" y="2994693"/>
                    <a:pt x="3833174" y="2923174"/>
                    <a:pt x="3833174" y="2860144"/>
                  </a:cubicBezTo>
                  <a:close/>
                  <a:moveTo>
                    <a:pt x="877976" y="1486865"/>
                  </a:moveTo>
                  <a:cubicBezTo>
                    <a:pt x="737896" y="1522754"/>
                    <a:pt x="720016" y="1548480"/>
                    <a:pt x="671264" y="1671196"/>
                  </a:cubicBezTo>
                  <a:cubicBezTo>
                    <a:pt x="599873" y="1851281"/>
                    <a:pt x="602832" y="2036254"/>
                    <a:pt x="665990" y="2215696"/>
                  </a:cubicBezTo>
                  <a:cubicBezTo>
                    <a:pt x="702136" y="2318602"/>
                    <a:pt x="771469" y="2406329"/>
                    <a:pt x="877976" y="2473990"/>
                  </a:cubicBezTo>
                  <a:close/>
                  <a:moveTo>
                    <a:pt x="4412277" y="1454321"/>
                  </a:moveTo>
                  <a:lnTo>
                    <a:pt x="4418322" y="1560186"/>
                  </a:lnTo>
                  <a:cubicBezTo>
                    <a:pt x="4365069" y="1566746"/>
                    <a:pt x="4358380" y="1600705"/>
                    <a:pt x="4358894" y="1646756"/>
                  </a:cubicBezTo>
                  <a:cubicBezTo>
                    <a:pt x="4360952" y="1884468"/>
                    <a:pt x="4359795" y="2122052"/>
                    <a:pt x="4359795" y="2359764"/>
                  </a:cubicBezTo>
                  <a:lnTo>
                    <a:pt x="4360052" y="2473347"/>
                  </a:lnTo>
                  <a:lnTo>
                    <a:pt x="4376903" y="2481450"/>
                  </a:lnTo>
                  <a:cubicBezTo>
                    <a:pt x="4411634" y="2448263"/>
                    <a:pt x="4450480" y="2418292"/>
                    <a:pt x="4479809" y="2380989"/>
                  </a:cubicBezTo>
                  <a:cubicBezTo>
                    <a:pt x="4521125" y="2328236"/>
                    <a:pt x="4559020" y="2272899"/>
                    <a:pt x="4593262" y="2215310"/>
                  </a:cubicBezTo>
                  <a:cubicBezTo>
                    <a:pt x="4654491" y="2113691"/>
                    <a:pt x="4630308" y="1997536"/>
                    <a:pt x="4634425" y="1888970"/>
                  </a:cubicBezTo>
                  <a:cubicBezTo>
                    <a:pt x="4637898" y="1797770"/>
                    <a:pt x="4615773" y="1702324"/>
                    <a:pt x="4587602" y="1614211"/>
                  </a:cubicBezTo>
                  <a:cubicBezTo>
                    <a:pt x="4561876" y="1534974"/>
                    <a:pt x="4501805" y="1476832"/>
                    <a:pt x="4412277" y="1454321"/>
                  </a:cubicBezTo>
                  <a:close/>
                  <a:moveTo>
                    <a:pt x="1658517" y="1304079"/>
                  </a:moveTo>
                  <a:lnTo>
                    <a:pt x="1658517" y="1315270"/>
                  </a:lnTo>
                  <a:lnTo>
                    <a:pt x="2129182" y="1315785"/>
                  </a:lnTo>
                  <a:lnTo>
                    <a:pt x="2129182" y="1304079"/>
                  </a:lnTo>
                  <a:close/>
                  <a:moveTo>
                    <a:pt x="2032950" y="892793"/>
                  </a:moveTo>
                  <a:cubicBezTo>
                    <a:pt x="1979937" y="895897"/>
                    <a:pt x="1928966" y="911751"/>
                    <a:pt x="1882208" y="956772"/>
                  </a:cubicBezTo>
                  <a:cubicBezTo>
                    <a:pt x="1874233" y="964747"/>
                    <a:pt x="1853009" y="958187"/>
                    <a:pt x="1836801" y="958187"/>
                  </a:cubicBezTo>
                  <a:cubicBezTo>
                    <a:pt x="1838555" y="970754"/>
                    <a:pt x="1839286" y="983450"/>
                    <a:pt x="1838988" y="996133"/>
                  </a:cubicBezTo>
                  <a:cubicBezTo>
                    <a:pt x="1829341" y="1083089"/>
                    <a:pt x="1828955" y="1085275"/>
                    <a:pt x="1911151" y="1087334"/>
                  </a:cubicBezTo>
                  <a:cubicBezTo>
                    <a:pt x="1997720" y="1089520"/>
                    <a:pt x="2084547" y="1088363"/>
                    <a:pt x="2171117" y="1086047"/>
                  </a:cubicBezTo>
                  <a:cubicBezTo>
                    <a:pt x="2217553" y="1084761"/>
                    <a:pt x="2271707" y="1030992"/>
                    <a:pt x="2279168" y="992017"/>
                  </a:cubicBezTo>
                  <a:cubicBezTo>
                    <a:pt x="2292031" y="920883"/>
                    <a:pt x="2251383" y="911365"/>
                    <a:pt x="2195943" y="905319"/>
                  </a:cubicBezTo>
                  <a:cubicBezTo>
                    <a:pt x="2141017" y="899338"/>
                    <a:pt x="2085962" y="889690"/>
                    <a:pt x="2032950" y="892793"/>
                  </a:cubicBezTo>
                  <a:close/>
                  <a:moveTo>
                    <a:pt x="2632649" y="5"/>
                  </a:moveTo>
                  <a:cubicBezTo>
                    <a:pt x="2656703" y="391"/>
                    <a:pt x="2694907" y="27018"/>
                    <a:pt x="2700181" y="48756"/>
                  </a:cubicBezTo>
                  <a:cubicBezTo>
                    <a:pt x="2722692" y="141372"/>
                    <a:pt x="2780576" y="199256"/>
                    <a:pt x="2857756" y="247879"/>
                  </a:cubicBezTo>
                  <a:cubicBezTo>
                    <a:pt x="2927860" y="292129"/>
                    <a:pt x="2925673" y="330332"/>
                    <a:pt x="2889656" y="404425"/>
                  </a:cubicBezTo>
                  <a:cubicBezTo>
                    <a:pt x="2864702" y="455878"/>
                    <a:pt x="2857498" y="517235"/>
                    <a:pt x="2851067" y="575120"/>
                  </a:cubicBezTo>
                  <a:cubicBezTo>
                    <a:pt x="2849652" y="587983"/>
                    <a:pt x="2885797" y="614739"/>
                    <a:pt x="2906250" y="616282"/>
                  </a:cubicBezTo>
                  <a:cubicBezTo>
                    <a:pt x="2989218" y="622714"/>
                    <a:pt x="3059065" y="649212"/>
                    <a:pt x="3107431" y="720217"/>
                  </a:cubicBezTo>
                  <a:cubicBezTo>
                    <a:pt x="3126726" y="748387"/>
                    <a:pt x="3150909" y="755848"/>
                    <a:pt x="3186540" y="758807"/>
                  </a:cubicBezTo>
                  <a:cubicBezTo>
                    <a:pt x="3263719" y="766267"/>
                    <a:pt x="3352733" y="767039"/>
                    <a:pt x="3412675" y="807044"/>
                  </a:cubicBezTo>
                  <a:cubicBezTo>
                    <a:pt x="3493328" y="860683"/>
                    <a:pt x="3547482" y="949440"/>
                    <a:pt x="3599578" y="1037167"/>
                  </a:cubicBezTo>
                  <a:cubicBezTo>
                    <a:pt x="3643056" y="1110488"/>
                    <a:pt x="3716247" y="1167729"/>
                    <a:pt x="3781592" y="1225999"/>
                  </a:cubicBezTo>
                  <a:cubicBezTo>
                    <a:pt x="3819179" y="1257051"/>
                    <a:pt x="3861190" y="1282327"/>
                    <a:pt x="3906237" y="1300992"/>
                  </a:cubicBezTo>
                  <a:cubicBezTo>
                    <a:pt x="3929906" y="1311797"/>
                    <a:pt x="3963993" y="1317328"/>
                    <a:pt x="3986504" y="1308195"/>
                  </a:cubicBezTo>
                  <a:cubicBezTo>
                    <a:pt x="4025093" y="1292888"/>
                    <a:pt x="4057251" y="1264075"/>
                    <a:pt x="4091725" y="1241178"/>
                  </a:cubicBezTo>
                  <a:cubicBezTo>
                    <a:pt x="4069857" y="1162455"/>
                    <a:pt x="4134174" y="1094151"/>
                    <a:pt x="4221000" y="1101998"/>
                  </a:cubicBezTo>
                  <a:cubicBezTo>
                    <a:pt x="4286603" y="1107915"/>
                    <a:pt x="4352849" y="1110873"/>
                    <a:pt x="4417808" y="1120907"/>
                  </a:cubicBezTo>
                  <a:cubicBezTo>
                    <a:pt x="4476207" y="1129911"/>
                    <a:pt x="4510552" y="1101740"/>
                    <a:pt x="4539623" y="1058391"/>
                  </a:cubicBezTo>
                  <a:cubicBezTo>
                    <a:pt x="4548241" y="1045528"/>
                    <a:pt x="4556731" y="1032665"/>
                    <a:pt x="4574353" y="1005781"/>
                  </a:cubicBezTo>
                  <a:cubicBezTo>
                    <a:pt x="4610113" y="1101483"/>
                    <a:pt x="4590046" y="1169272"/>
                    <a:pt x="4544253" y="1213522"/>
                  </a:cubicBezTo>
                  <a:cubicBezTo>
                    <a:pt x="4579499" y="1289929"/>
                    <a:pt x="4608570" y="1356818"/>
                    <a:pt x="4641242" y="1421520"/>
                  </a:cubicBezTo>
                  <a:cubicBezTo>
                    <a:pt x="4653333" y="1445189"/>
                    <a:pt x="4671471" y="1472330"/>
                    <a:pt x="4693853" y="1482621"/>
                  </a:cubicBezTo>
                  <a:cubicBezTo>
                    <a:pt x="4761256" y="1514007"/>
                    <a:pt x="4765887" y="1560701"/>
                    <a:pt x="4738102" y="1619357"/>
                  </a:cubicBezTo>
                  <a:cubicBezTo>
                    <a:pt x="4695268" y="1710171"/>
                    <a:pt x="4709674" y="1796869"/>
                    <a:pt x="4750322" y="1884339"/>
                  </a:cubicBezTo>
                  <a:cubicBezTo>
                    <a:pt x="4762568" y="1910979"/>
                    <a:pt x="4767032" y="1940552"/>
                    <a:pt x="4763186" y="1969622"/>
                  </a:cubicBezTo>
                  <a:cubicBezTo>
                    <a:pt x="4746978" y="2066097"/>
                    <a:pt x="4729741" y="2162571"/>
                    <a:pt x="4704143" y="2257244"/>
                  </a:cubicBezTo>
                  <a:cubicBezTo>
                    <a:pt x="4675330" y="2370261"/>
                    <a:pt x="4600762" y="2466182"/>
                    <a:pt x="4498332" y="2521970"/>
                  </a:cubicBezTo>
                  <a:cubicBezTo>
                    <a:pt x="4419995" y="2563518"/>
                    <a:pt x="4385135" y="2607253"/>
                    <a:pt x="4382563" y="2693951"/>
                  </a:cubicBezTo>
                  <a:cubicBezTo>
                    <a:pt x="4374587" y="2936166"/>
                    <a:pt x="4395426" y="3177737"/>
                    <a:pt x="4362753" y="3421109"/>
                  </a:cubicBezTo>
                  <a:cubicBezTo>
                    <a:pt x="4334840" y="3626921"/>
                    <a:pt x="4348604" y="3838264"/>
                    <a:pt x="4345002" y="4047163"/>
                  </a:cubicBezTo>
                  <a:cubicBezTo>
                    <a:pt x="4341014" y="4281016"/>
                    <a:pt x="4338313" y="4514870"/>
                    <a:pt x="4334711" y="4769948"/>
                  </a:cubicBezTo>
                  <a:cubicBezTo>
                    <a:pt x="4247627" y="4721839"/>
                    <a:pt x="4181382" y="4679905"/>
                    <a:pt x="4110505" y="4649033"/>
                  </a:cubicBezTo>
                  <a:cubicBezTo>
                    <a:pt x="4082849" y="4636942"/>
                    <a:pt x="4028824" y="4636170"/>
                    <a:pt x="4014674" y="4652635"/>
                  </a:cubicBezTo>
                  <a:cubicBezTo>
                    <a:pt x="3986761" y="4686208"/>
                    <a:pt x="3977757" y="4735989"/>
                    <a:pt x="3961678" y="4779338"/>
                  </a:cubicBezTo>
                  <a:cubicBezTo>
                    <a:pt x="3949458" y="4812139"/>
                    <a:pt x="3938267" y="4845326"/>
                    <a:pt x="3927590" y="4875683"/>
                  </a:cubicBezTo>
                  <a:cubicBezTo>
                    <a:pt x="3935951" y="4896779"/>
                    <a:pt x="3950873" y="4919805"/>
                    <a:pt x="3953317" y="4944116"/>
                  </a:cubicBezTo>
                  <a:cubicBezTo>
                    <a:pt x="3957690" y="4986436"/>
                    <a:pt x="3953317" y="5029785"/>
                    <a:pt x="3955117" y="5072748"/>
                  </a:cubicBezTo>
                  <a:cubicBezTo>
                    <a:pt x="3955735" y="5102205"/>
                    <a:pt x="3960057" y="5131456"/>
                    <a:pt x="3967981" y="5159832"/>
                  </a:cubicBezTo>
                  <a:cubicBezTo>
                    <a:pt x="3980625" y="5195798"/>
                    <a:pt x="3995083" y="5231082"/>
                    <a:pt x="4011330" y="5265567"/>
                  </a:cubicBezTo>
                  <a:cubicBezTo>
                    <a:pt x="4025659" y="5284245"/>
                    <a:pt x="4047990" y="5295025"/>
                    <a:pt x="4071530" y="5294639"/>
                  </a:cubicBezTo>
                  <a:cubicBezTo>
                    <a:pt x="4343201" y="5295925"/>
                    <a:pt x="4614873" y="5297983"/>
                    <a:pt x="4886544" y="5294639"/>
                  </a:cubicBezTo>
                  <a:cubicBezTo>
                    <a:pt x="5002313" y="5293095"/>
                    <a:pt x="5024309" y="5293095"/>
                    <a:pt x="5055181" y="5397544"/>
                  </a:cubicBezTo>
                  <a:cubicBezTo>
                    <a:pt x="5069330" y="5444881"/>
                    <a:pt x="5053894" y="5505596"/>
                    <a:pt x="5036786" y="5554862"/>
                  </a:cubicBezTo>
                  <a:cubicBezTo>
                    <a:pt x="5031384" y="5570555"/>
                    <a:pt x="4977358" y="5573899"/>
                    <a:pt x="4945200" y="5574929"/>
                  </a:cubicBezTo>
                  <a:cubicBezTo>
                    <a:pt x="4864033" y="5577501"/>
                    <a:pt x="4782609" y="5578273"/>
                    <a:pt x="4700799" y="5574929"/>
                  </a:cubicBezTo>
                  <a:cubicBezTo>
                    <a:pt x="4649346" y="5572741"/>
                    <a:pt x="4626578" y="5587792"/>
                    <a:pt x="4629794" y="5642846"/>
                  </a:cubicBezTo>
                  <a:cubicBezTo>
                    <a:pt x="4633524" y="5706391"/>
                    <a:pt x="4629279" y="5770835"/>
                    <a:pt x="4628379" y="5835152"/>
                  </a:cubicBezTo>
                  <a:lnTo>
                    <a:pt x="712941" y="5835152"/>
                  </a:lnTo>
                  <a:cubicBezTo>
                    <a:pt x="711783" y="5768906"/>
                    <a:pt x="710240" y="5702661"/>
                    <a:pt x="709597" y="5636286"/>
                  </a:cubicBezTo>
                  <a:cubicBezTo>
                    <a:pt x="709597" y="5604257"/>
                    <a:pt x="707667" y="5578145"/>
                    <a:pt x="664061" y="5575058"/>
                  </a:cubicBezTo>
                  <a:cubicBezTo>
                    <a:pt x="469054" y="5562194"/>
                    <a:pt x="274305" y="5543285"/>
                    <a:pt x="79170" y="5531965"/>
                  </a:cubicBezTo>
                  <a:cubicBezTo>
                    <a:pt x="17941" y="5528364"/>
                    <a:pt x="3148" y="5495434"/>
                    <a:pt x="318" y="5446168"/>
                  </a:cubicBezTo>
                  <a:cubicBezTo>
                    <a:pt x="-1097" y="5422885"/>
                    <a:pt x="2634" y="5399217"/>
                    <a:pt x="3406" y="5375677"/>
                  </a:cubicBezTo>
                  <a:cubicBezTo>
                    <a:pt x="5978" y="5299655"/>
                    <a:pt x="20385" y="5286407"/>
                    <a:pt x="96535" y="5289236"/>
                  </a:cubicBezTo>
                  <a:cubicBezTo>
                    <a:pt x="113643" y="5289879"/>
                    <a:pt x="130752" y="5289236"/>
                    <a:pt x="147988" y="5289236"/>
                  </a:cubicBezTo>
                  <a:cubicBezTo>
                    <a:pt x="477287" y="5285892"/>
                    <a:pt x="806499" y="5282676"/>
                    <a:pt x="1135627" y="5279589"/>
                  </a:cubicBezTo>
                  <a:cubicBezTo>
                    <a:pt x="1203545" y="5279589"/>
                    <a:pt x="1275836" y="5225306"/>
                    <a:pt x="1275450" y="5159189"/>
                  </a:cubicBezTo>
                  <a:cubicBezTo>
                    <a:pt x="1275450" y="5030557"/>
                    <a:pt x="1265417" y="4900766"/>
                    <a:pt x="1259371" y="4763387"/>
                  </a:cubicBezTo>
                  <a:cubicBezTo>
                    <a:pt x="1152349" y="4779338"/>
                    <a:pt x="1049829" y="4797861"/>
                    <a:pt x="961201" y="4765317"/>
                  </a:cubicBezTo>
                  <a:cubicBezTo>
                    <a:pt x="961201" y="4610958"/>
                    <a:pt x="962488" y="4465475"/>
                    <a:pt x="961201" y="4320506"/>
                  </a:cubicBezTo>
                  <a:cubicBezTo>
                    <a:pt x="957986" y="4022851"/>
                    <a:pt x="953098" y="3725196"/>
                    <a:pt x="949110" y="3427541"/>
                  </a:cubicBezTo>
                  <a:cubicBezTo>
                    <a:pt x="949110" y="3384835"/>
                    <a:pt x="951811" y="3341872"/>
                    <a:pt x="949110" y="3298908"/>
                  </a:cubicBezTo>
                  <a:cubicBezTo>
                    <a:pt x="938176" y="3126541"/>
                    <a:pt x="930072" y="2953788"/>
                    <a:pt x="911549" y="2782193"/>
                  </a:cubicBezTo>
                  <a:cubicBezTo>
                    <a:pt x="904346" y="2714918"/>
                    <a:pt x="917209" y="2633622"/>
                    <a:pt x="835142" y="2590917"/>
                  </a:cubicBezTo>
                  <a:cubicBezTo>
                    <a:pt x="695319" y="2518368"/>
                    <a:pt x="605276" y="2400283"/>
                    <a:pt x="556910" y="2254543"/>
                  </a:cubicBezTo>
                  <a:cubicBezTo>
                    <a:pt x="533371" y="2183538"/>
                    <a:pt x="532084" y="2104300"/>
                    <a:pt x="526682" y="2028407"/>
                  </a:cubicBezTo>
                  <a:cubicBezTo>
                    <a:pt x="522951" y="1980427"/>
                    <a:pt x="525896" y="1932152"/>
                    <a:pt x="535429" y="1884982"/>
                  </a:cubicBezTo>
                  <a:cubicBezTo>
                    <a:pt x="556267" y="1788380"/>
                    <a:pt x="588682" y="1689204"/>
                    <a:pt x="535429" y="1598004"/>
                  </a:cubicBezTo>
                  <a:cubicBezTo>
                    <a:pt x="505715" y="1547451"/>
                    <a:pt x="526553" y="1531501"/>
                    <a:pt x="558840" y="1506160"/>
                  </a:cubicBezTo>
                  <a:cubicBezTo>
                    <a:pt x="581865" y="1488023"/>
                    <a:pt x="618268" y="1467571"/>
                    <a:pt x="620583" y="1445832"/>
                  </a:cubicBezTo>
                  <a:cubicBezTo>
                    <a:pt x="629845" y="1358876"/>
                    <a:pt x="672036" y="1294817"/>
                    <a:pt x="744199" y="1242464"/>
                  </a:cubicBezTo>
                  <a:cubicBezTo>
                    <a:pt x="698920" y="1194742"/>
                    <a:pt x="622127" y="1162583"/>
                    <a:pt x="683742" y="1072541"/>
                  </a:cubicBezTo>
                  <a:cubicBezTo>
                    <a:pt x="735195" y="1146376"/>
                    <a:pt x="806714" y="1152164"/>
                    <a:pt x="880935" y="1147147"/>
                  </a:cubicBezTo>
                  <a:cubicBezTo>
                    <a:pt x="933674" y="1143546"/>
                    <a:pt x="986285" y="1134284"/>
                    <a:pt x="1039024" y="1134284"/>
                  </a:cubicBezTo>
                  <a:cubicBezTo>
                    <a:pt x="1137556" y="1132355"/>
                    <a:pt x="1158781" y="1160011"/>
                    <a:pt x="1133955" y="1250053"/>
                  </a:cubicBezTo>
                  <a:cubicBezTo>
                    <a:pt x="1148165" y="1262672"/>
                    <a:pt x="1163540" y="1273915"/>
                    <a:pt x="1179876" y="1283627"/>
                  </a:cubicBezTo>
                  <a:cubicBezTo>
                    <a:pt x="1246636" y="1315785"/>
                    <a:pt x="1319056" y="1376628"/>
                    <a:pt x="1387875" y="1312440"/>
                  </a:cubicBezTo>
                  <a:cubicBezTo>
                    <a:pt x="1429809" y="1273850"/>
                    <a:pt x="1482805" y="1254170"/>
                    <a:pt x="1519594" y="1217895"/>
                  </a:cubicBezTo>
                  <a:cubicBezTo>
                    <a:pt x="1600375" y="1138143"/>
                    <a:pt x="1680770" y="1057877"/>
                    <a:pt x="1730165" y="947767"/>
                  </a:cubicBezTo>
                  <a:cubicBezTo>
                    <a:pt x="1787921" y="819778"/>
                    <a:pt x="1887611" y="735396"/>
                    <a:pt x="2043642" y="756234"/>
                  </a:cubicBezTo>
                  <a:cubicBezTo>
                    <a:pt x="2072970" y="760222"/>
                    <a:pt x="2102684" y="761636"/>
                    <a:pt x="2134585" y="764466"/>
                  </a:cubicBezTo>
                  <a:cubicBezTo>
                    <a:pt x="2193885" y="665548"/>
                    <a:pt x="2274151" y="597244"/>
                    <a:pt x="2403298" y="613195"/>
                  </a:cubicBezTo>
                  <a:cubicBezTo>
                    <a:pt x="2400597" y="583609"/>
                    <a:pt x="2397381" y="562771"/>
                    <a:pt x="2396995" y="541933"/>
                  </a:cubicBezTo>
                  <a:cubicBezTo>
                    <a:pt x="2396223" y="484820"/>
                    <a:pt x="2400982" y="431180"/>
                    <a:pt x="2357762" y="379470"/>
                  </a:cubicBezTo>
                  <a:cubicBezTo>
                    <a:pt x="2323160" y="338179"/>
                    <a:pt x="2346957" y="285826"/>
                    <a:pt x="2393007" y="259327"/>
                  </a:cubicBezTo>
                  <a:cubicBezTo>
                    <a:pt x="2478805" y="210061"/>
                    <a:pt x="2538748" y="145488"/>
                    <a:pt x="2562673" y="45927"/>
                  </a:cubicBezTo>
                  <a:cubicBezTo>
                    <a:pt x="2567690" y="24959"/>
                    <a:pt x="2608595" y="-381"/>
                    <a:pt x="2632649" y="5"/>
                  </a:cubicBezTo>
                  <a:close/>
                </a:path>
              </a:pathLst>
            </a:custGeom>
          </p:spPr>
        </p:pic>
        <p:sp>
          <p:nvSpPr>
            <p:cNvPr id="26" name="Freeform: Shape 25">
              <a:extLst>
                <a:ext uri="{FF2B5EF4-FFF2-40B4-BE49-F238E27FC236}">
                  <a16:creationId xmlns:a16="http://schemas.microsoft.com/office/drawing/2014/main" id="{74F46770-52C0-4124-4020-86E8C12F3B5C}"/>
                </a:ext>
              </a:extLst>
            </p:cNvPr>
            <p:cNvSpPr/>
            <p:nvPr/>
          </p:nvSpPr>
          <p:spPr>
            <a:xfrm>
              <a:off x="2761453" y="1910163"/>
              <a:ext cx="447078" cy="196681"/>
            </a:xfrm>
            <a:custGeom>
              <a:avLst/>
              <a:gdLst>
                <a:gd name="connsiteX0" fmla="*/ 2292 w 447078"/>
                <a:gd name="connsiteY0" fmla="*/ 65745 h 196681"/>
                <a:gd name="connsiteX1" fmla="*/ 47699 w 447078"/>
                <a:gd name="connsiteY1" fmla="*/ 64716 h 196681"/>
                <a:gd name="connsiteX2" fmla="*/ 361433 w 447078"/>
                <a:gd name="connsiteY2" fmla="*/ 13263 h 196681"/>
                <a:gd name="connsiteX3" fmla="*/ 444658 w 447078"/>
                <a:gd name="connsiteY3" fmla="*/ 99961 h 196681"/>
                <a:gd name="connsiteX4" fmla="*/ 336607 w 447078"/>
                <a:gd name="connsiteY4" fmla="*/ 193992 h 196681"/>
                <a:gd name="connsiteX5" fmla="*/ 76641 w 447078"/>
                <a:gd name="connsiteY5" fmla="*/ 195278 h 196681"/>
                <a:gd name="connsiteX6" fmla="*/ 4479 w 447078"/>
                <a:gd name="connsiteY6" fmla="*/ 104078 h 196681"/>
                <a:gd name="connsiteX7" fmla="*/ 2292 w 447078"/>
                <a:gd name="connsiteY7" fmla="*/ 65745 h 19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078" h="196681">
                  <a:moveTo>
                    <a:pt x="2292" y="65745"/>
                  </a:moveTo>
                  <a:cubicBezTo>
                    <a:pt x="18242" y="65745"/>
                    <a:pt x="39724" y="72306"/>
                    <a:pt x="47699" y="64716"/>
                  </a:cubicBezTo>
                  <a:cubicBezTo>
                    <a:pt x="141215" y="-25326"/>
                    <a:pt x="251581" y="400"/>
                    <a:pt x="361433" y="13263"/>
                  </a:cubicBezTo>
                  <a:cubicBezTo>
                    <a:pt x="416874" y="19309"/>
                    <a:pt x="458036" y="28828"/>
                    <a:pt x="444658" y="99961"/>
                  </a:cubicBezTo>
                  <a:cubicBezTo>
                    <a:pt x="437197" y="138551"/>
                    <a:pt x="383043" y="192706"/>
                    <a:pt x="336607" y="193992"/>
                  </a:cubicBezTo>
                  <a:cubicBezTo>
                    <a:pt x="250038" y="196307"/>
                    <a:pt x="163211" y="197465"/>
                    <a:pt x="76641" y="195278"/>
                  </a:cubicBezTo>
                  <a:cubicBezTo>
                    <a:pt x="-5555" y="193220"/>
                    <a:pt x="-5169" y="191033"/>
                    <a:pt x="4479" y="104078"/>
                  </a:cubicBezTo>
                  <a:cubicBezTo>
                    <a:pt x="4798" y="91266"/>
                    <a:pt x="4066" y="78441"/>
                    <a:pt x="2292" y="65745"/>
                  </a:cubicBezTo>
                  <a:close/>
                </a:path>
              </a:pathLst>
            </a:custGeom>
            <a:solidFill>
              <a:srgbClr val="FFFFFF"/>
            </a:solidFill>
            <a:ln w="1284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7ECC8FC-344F-C2DD-0A2B-A08C471DB7C5}"/>
                </a:ext>
              </a:extLst>
            </p:cNvPr>
            <p:cNvSpPr/>
            <p:nvPr/>
          </p:nvSpPr>
          <p:spPr>
            <a:xfrm>
              <a:off x="2834156" y="5346313"/>
              <a:ext cx="449786" cy="261895"/>
            </a:xfrm>
            <a:custGeom>
              <a:avLst/>
              <a:gdLst>
                <a:gd name="connsiteX0" fmla="*/ 216825 w 449786"/>
                <a:gd name="connsiteY0" fmla="*/ -239 h 261895"/>
                <a:gd name="connsiteX1" fmla="*/ 235219 w 449786"/>
                <a:gd name="connsiteY1" fmla="*/ 48256 h 261895"/>
                <a:gd name="connsiteX2" fmla="*/ 229945 w 449786"/>
                <a:gd name="connsiteY2" fmla="*/ 125435 h 261895"/>
                <a:gd name="connsiteX3" fmla="*/ 305967 w 449786"/>
                <a:gd name="connsiteY3" fmla="*/ 125435 h 261895"/>
                <a:gd name="connsiteX4" fmla="*/ 329507 w 449786"/>
                <a:gd name="connsiteY4" fmla="*/ 54816 h 261895"/>
                <a:gd name="connsiteX5" fmla="*/ 343656 w 449786"/>
                <a:gd name="connsiteY5" fmla="*/ 58418 h 261895"/>
                <a:gd name="connsiteX6" fmla="*/ 347644 w 449786"/>
                <a:gd name="connsiteY6" fmla="*/ 124021 h 261895"/>
                <a:gd name="connsiteX7" fmla="*/ 423151 w 449786"/>
                <a:gd name="connsiteY7" fmla="*/ 77327 h 261895"/>
                <a:gd name="connsiteX8" fmla="*/ 449906 w 449786"/>
                <a:gd name="connsiteY8" fmla="*/ 167370 h 261895"/>
                <a:gd name="connsiteX9" fmla="*/ 231232 w 449786"/>
                <a:gd name="connsiteY9" fmla="*/ 235930 h 261895"/>
                <a:gd name="connsiteX10" fmla="*/ 7154 w 449786"/>
                <a:gd name="connsiteY10" fmla="*/ 261657 h 261895"/>
                <a:gd name="connsiteX11" fmla="*/ 75329 w 449786"/>
                <a:gd name="connsiteY11" fmla="*/ 98165 h 261895"/>
                <a:gd name="connsiteX12" fmla="*/ 23876 w 449786"/>
                <a:gd name="connsiteY12" fmla="*/ 67293 h 261895"/>
                <a:gd name="connsiteX13" fmla="*/ 154310 w 449786"/>
                <a:gd name="connsiteY13" fmla="*/ 14683 h 261895"/>
                <a:gd name="connsiteX14" fmla="*/ 152509 w 449786"/>
                <a:gd name="connsiteY14" fmla="*/ 12625 h 261895"/>
                <a:gd name="connsiteX15" fmla="*/ 212966 w 449786"/>
                <a:gd name="connsiteY15" fmla="*/ 115530 h 261895"/>
                <a:gd name="connsiteX16" fmla="*/ 218626 w 449786"/>
                <a:gd name="connsiteY16" fmla="*/ 1305 h 26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9786" h="261895">
                  <a:moveTo>
                    <a:pt x="216825" y="-239"/>
                  </a:moveTo>
                  <a:cubicBezTo>
                    <a:pt x="223256" y="15840"/>
                    <a:pt x="233933" y="31663"/>
                    <a:pt x="235219" y="48256"/>
                  </a:cubicBezTo>
                  <a:cubicBezTo>
                    <a:pt x="235359" y="74073"/>
                    <a:pt x="233597" y="99876"/>
                    <a:pt x="229945" y="125435"/>
                  </a:cubicBezTo>
                  <a:lnTo>
                    <a:pt x="305967" y="125435"/>
                  </a:lnTo>
                  <a:lnTo>
                    <a:pt x="329507" y="54816"/>
                  </a:lnTo>
                  <a:lnTo>
                    <a:pt x="343656" y="58418"/>
                  </a:lnTo>
                  <a:lnTo>
                    <a:pt x="347644" y="124021"/>
                  </a:lnTo>
                  <a:cubicBezTo>
                    <a:pt x="378387" y="128780"/>
                    <a:pt x="411960" y="148589"/>
                    <a:pt x="423151" y="77327"/>
                  </a:cubicBezTo>
                  <a:cubicBezTo>
                    <a:pt x="434728" y="116560"/>
                    <a:pt x="442446" y="142286"/>
                    <a:pt x="449906" y="167370"/>
                  </a:cubicBezTo>
                  <a:cubicBezTo>
                    <a:pt x="372727" y="192067"/>
                    <a:pt x="303780" y="220624"/>
                    <a:pt x="231232" y="235930"/>
                  </a:cubicBezTo>
                  <a:cubicBezTo>
                    <a:pt x="158683" y="251237"/>
                    <a:pt x="82533" y="253939"/>
                    <a:pt x="7154" y="261657"/>
                  </a:cubicBezTo>
                  <a:cubicBezTo>
                    <a:pt x="-4937" y="187179"/>
                    <a:pt x="-11497" y="125435"/>
                    <a:pt x="75329" y="98165"/>
                  </a:cubicBezTo>
                  <a:lnTo>
                    <a:pt x="23876" y="67293"/>
                  </a:lnTo>
                  <a:cubicBezTo>
                    <a:pt x="57964" y="15840"/>
                    <a:pt x="106716" y="16998"/>
                    <a:pt x="154310" y="14683"/>
                  </a:cubicBezTo>
                  <a:lnTo>
                    <a:pt x="152509" y="12625"/>
                  </a:lnTo>
                  <a:cubicBezTo>
                    <a:pt x="139645" y="65621"/>
                    <a:pt x="150965" y="103568"/>
                    <a:pt x="212966" y="115530"/>
                  </a:cubicBezTo>
                  <a:lnTo>
                    <a:pt x="218626" y="1305"/>
                  </a:lnTo>
                  <a:close/>
                </a:path>
              </a:pathLst>
            </a:custGeom>
            <a:solidFill>
              <a:srgbClr val="FFFFFF"/>
            </a:solidFill>
            <a:ln w="1284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D73C00C9-9810-5483-751A-BA404CABFAB4}"/>
                </a:ext>
              </a:extLst>
            </p:cNvPr>
            <p:cNvSpPr/>
            <p:nvPr/>
          </p:nvSpPr>
          <p:spPr>
            <a:xfrm>
              <a:off x="2914501" y="5180134"/>
              <a:ext cx="327121" cy="182128"/>
            </a:xfrm>
            <a:custGeom>
              <a:avLst/>
              <a:gdLst>
                <a:gd name="connsiteX0" fmla="*/ 74222 w 327121"/>
                <a:gd name="connsiteY0" fmla="*/ 181890 h 182128"/>
                <a:gd name="connsiteX1" fmla="*/ 49524 w 327121"/>
                <a:gd name="connsiteY1" fmla="*/ 143300 h 182128"/>
                <a:gd name="connsiteX2" fmla="*/ 6175 w 327121"/>
                <a:gd name="connsiteY2" fmla="*/ 52358 h 182128"/>
                <a:gd name="connsiteX3" fmla="*/ 46437 w 327121"/>
                <a:gd name="connsiteY3" fmla="*/ 17756 h 182128"/>
                <a:gd name="connsiteX4" fmla="*/ 228066 w 327121"/>
                <a:gd name="connsiteY4" fmla="*/ 9523 h 182128"/>
                <a:gd name="connsiteX5" fmla="*/ 327242 w 327121"/>
                <a:gd name="connsiteY5" fmla="*/ 77184 h 182128"/>
                <a:gd name="connsiteX6" fmla="*/ 292382 w 327121"/>
                <a:gd name="connsiteY6" fmla="*/ 146131 h 182128"/>
                <a:gd name="connsiteX7" fmla="*/ 272444 w 327121"/>
                <a:gd name="connsiteY7" fmla="*/ 175331 h 182128"/>
                <a:gd name="connsiteX8" fmla="*/ 136480 w 327121"/>
                <a:gd name="connsiteY8" fmla="*/ 165940 h 182128"/>
                <a:gd name="connsiteX9" fmla="*/ 138538 w 327121"/>
                <a:gd name="connsiteY9" fmla="*/ 167998 h 182128"/>
                <a:gd name="connsiteX10" fmla="*/ 72421 w 327121"/>
                <a:gd name="connsiteY10" fmla="*/ 179832 h 18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7121" h="182128">
                  <a:moveTo>
                    <a:pt x="74222" y="181890"/>
                  </a:moveTo>
                  <a:cubicBezTo>
                    <a:pt x="65989" y="168384"/>
                    <a:pt x="57371" y="143300"/>
                    <a:pt x="49524" y="143300"/>
                  </a:cubicBezTo>
                  <a:cubicBezTo>
                    <a:pt x="-34987" y="146131"/>
                    <a:pt x="16980" y="82844"/>
                    <a:pt x="6175" y="52358"/>
                  </a:cubicBezTo>
                  <a:cubicBezTo>
                    <a:pt x="-8103" y="12224"/>
                    <a:pt x="31001" y="28432"/>
                    <a:pt x="46437" y="17756"/>
                  </a:cubicBezTo>
                  <a:cubicBezTo>
                    <a:pt x="108824" y="-25079"/>
                    <a:pt x="169796" y="23930"/>
                    <a:pt x="228066" y="9523"/>
                  </a:cubicBezTo>
                  <a:cubicBezTo>
                    <a:pt x="291353" y="-6041"/>
                    <a:pt x="286851" y="66250"/>
                    <a:pt x="327242" y="77184"/>
                  </a:cubicBezTo>
                  <a:cubicBezTo>
                    <a:pt x="315665" y="100209"/>
                    <a:pt x="304474" y="123363"/>
                    <a:pt x="292382" y="146131"/>
                  </a:cubicBezTo>
                  <a:cubicBezTo>
                    <a:pt x="286241" y="156203"/>
                    <a:pt x="279587" y="165940"/>
                    <a:pt x="272444" y="175331"/>
                  </a:cubicBezTo>
                  <a:cubicBezTo>
                    <a:pt x="231796" y="107284"/>
                    <a:pt x="183431" y="150504"/>
                    <a:pt x="136480" y="165940"/>
                  </a:cubicBezTo>
                  <a:lnTo>
                    <a:pt x="138538" y="167998"/>
                  </a:lnTo>
                  <a:cubicBezTo>
                    <a:pt x="105865" y="112429"/>
                    <a:pt x="90558" y="153720"/>
                    <a:pt x="72421" y="179832"/>
                  </a:cubicBezTo>
                  <a:close/>
                </a:path>
              </a:pathLst>
            </a:custGeom>
            <a:solidFill>
              <a:srgbClr val="FFFFFF"/>
            </a:solidFill>
            <a:ln w="1284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C379A6D0-9FBA-3FFD-62D9-5ECA0B7F786A}"/>
                </a:ext>
              </a:extLst>
            </p:cNvPr>
            <p:cNvSpPr/>
            <p:nvPr/>
          </p:nvSpPr>
          <p:spPr>
            <a:xfrm>
              <a:off x="2487838" y="2320238"/>
              <a:ext cx="665543" cy="15693"/>
            </a:xfrm>
            <a:custGeom>
              <a:avLst/>
              <a:gdLst>
                <a:gd name="connsiteX0" fmla="*/ 665543 w 665543"/>
                <a:gd name="connsiteY0" fmla="*/ 7847 h 15693"/>
                <a:gd name="connsiteX1" fmla="*/ 332772 w 665543"/>
                <a:gd name="connsiteY1" fmla="*/ 15693 h 15693"/>
                <a:gd name="connsiteX2" fmla="*/ 0 w 665543"/>
                <a:gd name="connsiteY2" fmla="*/ 7847 h 15693"/>
                <a:gd name="connsiteX3" fmla="*/ 332772 w 665543"/>
                <a:gd name="connsiteY3" fmla="*/ 0 h 15693"/>
                <a:gd name="connsiteX4" fmla="*/ 665543 w 665543"/>
                <a:gd name="connsiteY4" fmla="*/ 7847 h 15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43" h="15693">
                  <a:moveTo>
                    <a:pt x="665543" y="7847"/>
                  </a:moveTo>
                  <a:cubicBezTo>
                    <a:pt x="665543" y="12180"/>
                    <a:pt x="516556" y="15693"/>
                    <a:pt x="332772" y="15693"/>
                  </a:cubicBezTo>
                  <a:cubicBezTo>
                    <a:pt x="148987" y="15693"/>
                    <a:pt x="0" y="12180"/>
                    <a:pt x="0" y="7847"/>
                  </a:cubicBezTo>
                  <a:cubicBezTo>
                    <a:pt x="0" y="3513"/>
                    <a:pt x="148987" y="0"/>
                    <a:pt x="332772" y="0"/>
                  </a:cubicBezTo>
                  <a:cubicBezTo>
                    <a:pt x="516557" y="0"/>
                    <a:pt x="665543" y="3513"/>
                    <a:pt x="665543" y="7847"/>
                  </a:cubicBezTo>
                  <a:close/>
                </a:path>
              </a:pathLst>
            </a:custGeom>
            <a:solidFill>
              <a:srgbClr val="FFFFFF"/>
            </a:solidFill>
            <a:ln w="1284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5D0B2CA-6C4B-ABD4-E20E-164F6711EC42}"/>
                </a:ext>
              </a:extLst>
            </p:cNvPr>
            <p:cNvSpPr/>
            <p:nvPr/>
          </p:nvSpPr>
          <p:spPr>
            <a:xfrm>
              <a:off x="2982027" y="5320884"/>
              <a:ext cx="70892" cy="141713"/>
            </a:xfrm>
            <a:custGeom>
              <a:avLst/>
              <a:gdLst>
                <a:gd name="connsiteX0" fmla="*/ 4896 w 70892"/>
                <a:gd name="connsiteY0" fmla="*/ 39083 h 141713"/>
                <a:gd name="connsiteX1" fmla="*/ 71012 w 70892"/>
                <a:gd name="connsiteY1" fmla="*/ 27249 h 141713"/>
                <a:gd name="connsiteX2" fmla="*/ 65353 w 70892"/>
                <a:gd name="connsiteY2" fmla="*/ 141474 h 141713"/>
                <a:gd name="connsiteX3" fmla="*/ 4896 w 70892"/>
                <a:gd name="connsiteY3" fmla="*/ 39083 h 141713"/>
              </a:gdLst>
              <a:ahLst/>
              <a:cxnLst>
                <a:cxn ang="0">
                  <a:pos x="connsiteX0" y="connsiteY0"/>
                </a:cxn>
                <a:cxn ang="0">
                  <a:pos x="connsiteX1" y="connsiteY1"/>
                </a:cxn>
                <a:cxn ang="0">
                  <a:pos x="connsiteX2" y="connsiteY2"/>
                </a:cxn>
                <a:cxn ang="0">
                  <a:pos x="connsiteX3" y="connsiteY3"/>
                </a:cxn>
              </a:cxnLst>
              <a:rect l="l" t="t" r="r" b="b"/>
              <a:pathLst>
                <a:path w="70892" h="141713">
                  <a:moveTo>
                    <a:pt x="4896" y="39083"/>
                  </a:moveTo>
                  <a:cubicBezTo>
                    <a:pt x="23033" y="13356"/>
                    <a:pt x="38340" y="-28320"/>
                    <a:pt x="71012" y="27249"/>
                  </a:cubicBezTo>
                  <a:lnTo>
                    <a:pt x="65353" y="141474"/>
                  </a:lnTo>
                  <a:cubicBezTo>
                    <a:pt x="3738" y="130026"/>
                    <a:pt x="-8225" y="92079"/>
                    <a:pt x="4896" y="39083"/>
                  </a:cubicBezTo>
                  <a:close/>
                </a:path>
              </a:pathLst>
            </a:custGeom>
            <a:solidFill>
              <a:srgbClr val="000000"/>
            </a:solidFill>
            <a:ln w="12845" cap="flat">
              <a:noFill/>
              <a:prstDash val="solid"/>
              <a:miter/>
            </a:ln>
          </p:spPr>
          <p:txBody>
            <a:bodyPr rtlCol="0" anchor="ctr"/>
            <a:lstStyle/>
            <a:p>
              <a:endParaRPr lang="en-IN"/>
            </a:p>
          </p:txBody>
        </p:sp>
      </p:grpSp>
      <p:pic>
        <p:nvPicPr>
          <p:cNvPr id="34" name="Picture 12">
            <a:extLst>
              <a:ext uri="{FF2B5EF4-FFF2-40B4-BE49-F238E27FC236}">
                <a16:creationId xmlns:a16="http://schemas.microsoft.com/office/drawing/2014/main" id="{41BF7413-4B27-AE1C-0D51-5873E066B70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382564" y="5665647"/>
            <a:ext cx="1184588" cy="118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53301"/>
      </p:ext>
    </p:extLst>
  </p:cSld>
  <p:clrMapOvr>
    <a:masterClrMapping/>
  </p:clrMapOvr>
</p:sld>
</file>

<file path=ppt/theme/theme1.xml><?xml version="1.0" encoding="utf-8"?>
<a:theme xmlns:a="http://schemas.openxmlformats.org/drawingml/2006/main" name="Office Theme">
  <a:themeElements>
    <a:clrScheme name="Custom 988">
      <a:dk1>
        <a:sysClr val="windowText" lastClr="000000"/>
      </a:dk1>
      <a:lt1>
        <a:sysClr val="window" lastClr="FFFFFF"/>
      </a:lt1>
      <a:dk2>
        <a:srgbClr val="0E2841"/>
      </a:dk2>
      <a:lt2>
        <a:srgbClr val="FBB901"/>
      </a:lt2>
      <a:accent1>
        <a:srgbClr val="19398A"/>
      </a:accent1>
      <a:accent2>
        <a:srgbClr val="FFFAC5"/>
      </a:accent2>
      <a:accent3>
        <a:srgbClr val="081033"/>
      </a:accent3>
      <a:accent4>
        <a:srgbClr val="E62A76"/>
      </a:accent4>
      <a:accent5>
        <a:srgbClr val="774898"/>
      </a:accent5>
      <a:accent6>
        <a:srgbClr val="00A8B5"/>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1243</Words>
  <Application>Microsoft Office PowerPoint</Application>
  <PresentationFormat>Widescreen</PresentationFormat>
  <Paragraphs>151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Calibri</vt:lpstr>
      <vt:lpstr>Montserrat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Santhiya K</dc:creator>
  <cp:lastModifiedBy>ankit shrivas</cp:lastModifiedBy>
  <cp:revision>78</cp:revision>
  <dcterms:created xsi:type="dcterms:W3CDTF">2024-03-26T09:25:57Z</dcterms:created>
  <dcterms:modified xsi:type="dcterms:W3CDTF">2025-02-14T06:24:21Z</dcterms:modified>
</cp:coreProperties>
</file>