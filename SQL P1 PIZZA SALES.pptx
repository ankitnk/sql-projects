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19"/>
  </p:notesMasterIdLst>
  <p:sldIdLst>
    <p:sldId id="256" r:id="rId2"/>
    <p:sldId id="262" r:id="rId3"/>
    <p:sldId id="288" r:id="rId4"/>
    <p:sldId id="259" r:id="rId5"/>
    <p:sldId id="278" r:id="rId6"/>
    <p:sldId id="260" r:id="rId7"/>
    <p:sldId id="257" r:id="rId8"/>
    <p:sldId id="258" r:id="rId9"/>
    <p:sldId id="283" r:id="rId10"/>
    <p:sldId id="282" r:id="rId11"/>
    <p:sldId id="280" r:id="rId12"/>
    <p:sldId id="281" r:id="rId13"/>
    <p:sldId id="279" r:id="rId14"/>
    <p:sldId id="284" r:id="rId15"/>
    <p:sldId id="263" r:id="rId16"/>
    <p:sldId id="287" r:id="rId17"/>
    <p:sldId id="272" r:id="rId18"/>
  </p:sldIdLst>
  <p:sldSz cx="9144000" cy="5143500" type="screen16x9"/>
  <p:notesSz cx="6858000" cy="9144000"/>
  <p:embeddedFontLst>
    <p:embeddedFont>
      <p:font typeface="Bebas Neue" panose="020B0606020202050201" pitchFamily="34" charset="0"/>
      <p:regular r:id="rId20"/>
    </p:embeddedFont>
    <p:embeddedFont>
      <p:font typeface="Epilogue" panose="020B0604020202020204" charset="0"/>
      <p:regular r:id="rId21"/>
      <p:bold r:id="rId22"/>
      <p:italic r:id="rId23"/>
      <p:boldItalic r:id="rId24"/>
    </p:embeddedFont>
    <p:embeddedFont>
      <p:font typeface="Epilogue Black" panose="020B0604020202020204" charset="0"/>
      <p:bold r:id="rId25"/>
      <p:boldItalic r:id="rId26"/>
    </p:embeddedFont>
    <p:embeddedFont>
      <p:font typeface="Grandstander" panose="020B0604020202020204" charset="0"/>
      <p:regular r:id="rId27"/>
      <p:bold r:id="rId28"/>
      <p:italic r:id="rId29"/>
      <p:boldItalic r:id="rId30"/>
    </p:embeddedFont>
    <p:embeddedFont>
      <p:font typeface="Grandstander Black" panose="020B0604020202020204" charset="0"/>
      <p:bold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B074A6-CB17-49E8-B65A-23289A07524F}" v="62" dt="2025-02-14T05:42:15.936"/>
  </p1510:revLst>
</p1510:revInfo>
</file>

<file path=ppt/tableStyles.xml><?xml version="1.0" encoding="utf-8"?>
<a:tblStyleLst xmlns:a="http://schemas.openxmlformats.org/drawingml/2006/main" def="{5954A2F2-36C9-4180-BAE0-CAC374E1EE5A}">
  <a:tblStyle styleId="{5954A2F2-36C9-4180-BAE0-CAC374E1EE5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654" autoAdjust="0"/>
  </p:normalViewPr>
  <p:slideViewPr>
    <p:cSldViewPr snapToGrid="0">
      <p:cViewPr varScale="1">
        <p:scale>
          <a:sx n="88" d="100"/>
          <a:sy n="88" d="100"/>
        </p:scale>
        <p:origin x="1306"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it shrivas" userId="e4b473bf617c932d" providerId="LiveId" clId="{F3B074A6-CB17-49E8-B65A-23289A07524F}"/>
    <pc:docChg chg="undo custSel addSld delSld modSld sldOrd delMainMaster">
      <pc:chgData name="ankit shrivas" userId="e4b473bf617c932d" providerId="LiveId" clId="{F3B074A6-CB17-49E8-B65A-23289A07524F}" dt="2025-02-14T05:42:51.155" v="1072" actId="1076"/>
      <pc:docMkLst>
        <pc:docMk/>
      </pc:docMkLst>
      <pc:sldChg chg="modSp mod">
        <pc:chgData name="ankit shrivas" userId="e4b473bf617c932d" providerId="LiveId" clId="{F3B074A6-CB17-49E8-B65A-23289A07524F}" dt="2025-02-13T10:52:11.656" v="423" actId="207"/>
        <pc:sldMkLst>
          <pc:docMk/>
          <pc:sldMk cId="0" sldId="256"/>
        </pc:sldMkLst>
        <pc:spChg chg="mod">
          <ac:chgData name="ankit shrivas" userId="e4b473bf617c932d" providerId="LiveId" clId="{F3B074A6-CB17-49E8-B65A-23289A07524F}" dt="2025-02-12T14:14:54.227" v="341" actId="14100"/>
          <ac:spMkLst>
            <pc:docMk/>
            <pc:sldMk cId="0" sldId="256"/>
            <ac:spMk id="10748" creationId="{00000000-0000-0000-0000-000000000000}"/>
          </ac:spMkLst>
        </pc:spChg>
        <pc:spChg chg="mod">
          <ac:chgData name="ankit shrivas" userId="e4b473bf617c932d" providerId="LiveId" clId="{F3B074A6-CB17-49E8-B65A-23289A07524F}" dt="2025-02-12T14:00:33.454" v="6" actId="20577"/>
          <ac:spMkLst>
            <pc:docMk/>
            <pc:sldMk cId="0" sldId="256"/>
            <ac:spMk id="10749" creationId="{00000000-0000-0000-0000-000000000000}"/>
          </ac:spMkLst>
        </pc:spChg>
        <pc:spChg chg="mod">
          <ac:chgData name="ankit shrivas" userId="e4b473bf617c932d" providerId="LiveId" clId="{F3B074A6-CB17-49E8-B65A-23289A07524F}" dt="2025-02-12T14:14:58.635" v="342" actId="1076"/>
          <ac:spMkLst>
            <pc:docMk/>
            <pc:sldMk cId="0" sldId="256"/>
            <ac:spMk id="10750" creationId="{00000000-0000-0000-0000-000000000000}"/>
          </ac:spMkLst>
        </pc:spChg>
        <pc:spChg chg="mod">
          <ac:chgData name="ankit shrivas" userId="e4b473bf617c932d" providerId="LiveId" clId="{F3B074A6-CB17-49E8-B65A-23289A07524F}" dt="2025-02-13T10:52:11.656" v="423" actId="207"/>
          <ac:spMkLst>
            <pc:docMk/>
            <pc:sldMk cId="0" sldId="256"/>
            <ac:spMk id="10751" creationId="{00000000-0000-0000-0000-000000000000}"/>
          </ac:spMkLst>
        </pc:spChg>
        <pc:grpChg chg="mod">
          <ac:chgData name="ankit shrivas" userId="e4b473bf617c932d" providerId="LiveId" clId="{F3B074A6-CB17-49E8-B65A-23289A07524F}" dt="2025-02-13T10:51:38.647" v="421" actId="1076"/>
          <ac:grpSpMkLst>
            <pc:docMk/>
            <pc:sldMk cId="0" sldId="256"/>
            <ac:grpSpMk id="10753" creationId="{00000000-0000-0000-0000-000000000000}"/>
          </ac:grpSpMkLst>
        </pc:grpChg>
      </pc:sldChg>
      <pc:sldChg chg="addSp delSp modSp mod">
        <pc:chgData name="ankit shrivas" userId="e4b473bf617c932d" providerId="LiveId" clId="{F3B074A6-CB17-49E8-B65A-23289A07524F}" dt="2025-02-13T15:09:40.854" v="901" actId="14100"/>
        <pc:sldMkLst>
          <pc:docMk/>
          <pc:sldMk cId="0" sldId="257"/>
        </pc:sldMkLst>
        <pc:spChg chg="add del mod">
          <ac:chgData name="ankit shrivas" userId="e4b473bf617c932d" providerId="LiveId" clId="{F3B074A6-CB17-49E8-B65A-23289A07524F}" dt="2025-02-13T15:09:00.772" v="882" actId="478"/>
          <ac:spMkLst>
            <pc:docMk/>
            <pc:sldMk cId="0" sldId="257"/>
            <ac:spMk id="3" creationId="{CC65B4EC-3F06-C36B-3A26-49F0E23511EB}"/>
          </ac:spMkLst>
        </pc:spChg>
        <pc:spChg chg="del">
          <ac:chgData name="ankit shrivas" userId="e4b473bf617c932d" providerId="LiveId" clId="{F3B074A6-CB17-49E8-B65A-23289A07524F}" dt="2025-02-13T11:16:14.744" v="594" actId="478"/>
          <ac:spMkLst>
            <pc:docMk/>
            <pc:sldMk cId="0" sldId="257"/>
            <ac:spMk id="10856" creationId="{00000000-0000-0000-0000-000000000000}"/>
          </ac:spMkLst>
        </pc:spChg>
        <pc:spChg chg="del">
          <ac:chgData name="ankit shrivas" userId="e4b473bf617c932d" providerId="LiveId" clId="{F3B074A6-CB17-49E8-B65A-23289A07524F}" dt="2025-02-13T11:16:36.920" v="616" actId="478"/>
          <ac:spMkLst>
            <pc:docMk/>
            <pc:sldMk cId="0" sldId="257"/>
            <ac:spMk id="10857" creationId="{00000000-0000-0000-0000-000000000000}"/>
          </ac:spMkLst>
        </pc:spChg>
        <pc:spChg chg="del">
          <ac:chgData name="ankit shrivas" userId="e4b473bf617c932d" providerId="LiveId" clId="{F3B074A6-CB17-49E8-B65A-23289A07524F}" dt="2025-02-13T11:16:40.032" v="617" actId="478"/>
          <ac:spMkLst>
            <pc:docMk/>
            <pc:sldMk cId="0" sldId="257"/>
            <ac:spMk id="10858" creationId="{00000000-0000-0000-0000-000000000000}"/>
          </ac:spMkLst>
        </pc:spChg>
        <pc:spChg chg="del">
          <ac:chgData name="ankit shrivas" userId="e4b473bf617c932d" providerId="LiveId" clId="{F3B074A6-CB17-49E8-B65A-23289A07524F}" dt="2025-02-13T15:08:59.583" v="881" actId="478"/>
          <ac:spMkLst>
            <pc:docMk/>
            <pc:sldMk cId="0" sldId="257"/>
            <ac:spMk id="10859" creationId="{00000000-0000-0000-0000-000000000000}"/>
          </ac:spMkLst>
        </pc:spChg>
        <pc:graphicFrameChg chg="mod modGraphic">
          <ac:chgData name="ankit shrivas" userId="e4b473bf617c932d" providerId="LiveId" clId="{F3B074A6-CB17-49E8-B65A-23289A07524F}" dt="2025-02-13T15:09:40.854" v="901" actId="14100"/>
          <ac:graphicFrameMkLst>
            <pc:docMk/>
            <pc:sldMk cId="0" sldId="257"/>
            <ac:graphicFrameMk id="10855" creationId="{00000000-0000-0000-0000-000000000000}"/>
          </ac:graphicFrameMkLst>
        </pc:graphicFrameChg>
      </pc:sldChg>
      <pc:sldChg chg="addSp delSp modSp mod">
        <pc:chgData name="ankit shrivas" userId="e4b473bf617c932d" providerId="LiveId" clId="{F3B074A6-CB17-49E8-B65A-23289A07524F}" dt="2025-02-13T15:10:12.978" v="906" actId="14100"/>
        <pc:sldMkLst>
          <pc:docMk/>
          <pc:sldMk cId="0" sldId="258"/>
        </pc:sldMkLst>
        <pc:spChg chg="add del mod">
          <ac:chgData name="ankit shrivas" userId="e4b473bf617c932d" providerId="LiveId" clId="{F3B074A6-CB17-49E8-B65A-23289A07524F}" dt="2025-02-13T11:19:40.149" v="646" actId="478"/>
          <ac:spMkLst>
            <pc:docMk/>
            <pc:sldMk cId="0" sldId="258"/>
            <ac:spMk id="4" creationId="{C304FC38-005A-B37F-F3A8-E019DBA79E84}"/>
          </ac:spMkLst>
        </pc:spChg>
        <pc:spChg chg="add del mod">
          <ac:chgData name="ankit shrivas" userId="e4b473bf617c932d" providerId="LiveId" clId="{F3B074A6-CB17-49E8-B65A-23289A07524F}" dt="2025-02-13T14:55:31.183" v="676" actId="21"/>
          <ac:spMkLst>
            <pc:docMk/>
            <pc:sldMk cId="0" sldId="258"/>
            <ac:spMk id="8" creationId="{18C3813B-AEE7-4FB0-E86E-85AF2AEEDA29}"/>
          </ac:spMkLst>
        </pc:spChg>
        <pc:spChg chg="add del mod">
          <ac:chgData name="ankit shrivas" userId="e4b473bf617c932d" providerId="LiveId" clId="{F3B074A6-CB17-49E8-B65A-23289A07524F}" dt="2025-02-13T15:08:44.871" v="876" actId="478"/>
          <ac:spMkLst>
            <pc:docMk/>
            <pc:sldMk cId="0" sldId="258"/>
            <ac:spMk id="10" creationId="{44CE9089-42C8-AE26-08DF-5FEFD48299B8}"/>
          </ac:spMkLst>
        </pc:spChg>
        <pc:spChg chg="del mod">
          <ac:chgData name="ankit shrivas" userId="e4b473bf617c932d" providerId="LiveId" clId="{F3B074A6-CB17-49E8-B65A-23289A07524F}" dt="2025-02-13T11:19:28.264" v="642" actId="478"/>
          <ac:spMkLst>
            <pc:docMk/>
            <pc:sldMk cId="0" sldId="258"/>
            <ac:spMk id="11007" creationId="{00000000-0000-0000-0000-000000000000}"/>
          </ac:spMkLst>
        </pc:spChg>
        <pc:spChg chg="add del mod">
          <ac:chgData name="ankit shrivas" userId="e4b473bf617c932d" providerId="LiveId" clId="{F3B074A6-CB17-49E8-B65A-23289A07524F}" dt="2025-02-13T15:08:43.661" v="875" actId="478"/>
          <ac:spMkLst>
            <pc:docMk/>
            <pc:sldMk cId="0" sldId="258"/>
            <ac:spMk id="11008" creationId="{00000000-0000-0000-0000-000000000000}"/>
          </ac:spMkLst>
        </pc:spChg>
        <pc:graphicFrameChg chg="add del mod">
          <ac:chgData name="ankit shrivas" userId="e4b473bf617c932d" providerId="LiveId" clId="{F3B074A6-CB17-49E8-B65A-23289A07524F}" dt="2025-02-13T11:20:24.348" v="655" actId="478"/>
          <ac:graphicFrameMkLst>
            <pc:docMk/>
            <pc:sldMk cId="0" sldId="258"/>
            <ac:graphicFrameMk id="2" creationId="{ABF30640-9ABC-34F7-781C-4C6E7E08C035}"/>
          </ac:graphicFrameMkLst>
        </pc:graphicFrameChg>
        <pc:graphicFrameChg chg="add mod">
          <ac:chgData name="ankit shrivas" userId="e4b473bf617c932d" providerId="LiveId" clId="{F3B074A6-CB17-49E8-B65A-23289A07524F}" dt="2025-02-13T11:19:45.866" v="648"/>
          <ac:graphicFrameMkLst>
            <pc:docMk/>
            <pc:sldMk cId="0" sldId="258"/>
            <ac:graphicFrameMk id="5" creationId="{5577702F-9C40-758A-A790-BD13BDA8EC32}"/>
          </ac:graphicFrameMkLst>
        </pc:graphicFrameChg>
        <pc:graphicFrameChg chg="add mod modGraphic">
          <ac:chgData name="ankit shrivas" userId="e4b473bf617c932d" providerId="LiveId" clId="{F3B074A6-CB17-49E8-B65A-23289A07524F}" dt="2025-02-13T15:10:12.978" v="906" actId="14100"/>
          <ac:graphicFrameMkLst>
            <pc:docMk/>
            <pc:sldMk cId="0" sldId="258"/>
            <ac:graphicFrameMk id="6" creationId="{1A24B981-E6E9-040C-C583-982CB25670FD}"/>
          </ac:graphicFrameMkLst>
        </pc:graphicFrameChg>
      </pc:sldChg>
      <pc:sldChg chg="addSp delSp modSp mod ord modNotes">
        <pc:chgData name="ankit shrivas" userId="e4b473bf617c932d" providerId="LiveId" clId="{F3B074A6-CB17-49E8-B65A-23289A07524F}" dt="2025-02-13T11:03:42.885" v="436" actId="1076"/>
        <pc:sldMkLst>
          <pc:docMk/>
          <pc:sldMk cId="0" sldId="259"/>
        </pc:sldMkLst>
        <pc:spChg chg="add mod">
          <ac:chgData name="ankit shrivas" userId="e4b473bf617c932d" providerId="LiveId" clId="{F3B074A6-CB17-49E8-B65A-23289A07524F}" dt="2025-02-13T11:03:42.885" v="436" actId="1076"/>
          <ac:spMkLst>
            <pc:docMk/>
            <pc:sldMk cId="0" sldId="259"/>
            <ac:spMk id="2" creationId="{94AA7FDF-0D2B-8D40-A85B-B0FEDDFE8411}"/>
          </ac:spMkLst>
        </pc:spChg>
        <pc:spChg chg="add del mod">
          <ac:chgData name="ankit shrivas" userId="e4b473bf617c932d" providerId="LiveId" clId="{F3B074A6-CB17-49E8-B65A-23289A07524F}" dt="2025-02-13T11:03:18.566" v="430"/>
          <ac:spMkLst>
            <pc:docMk/>
            <pc:sldMk cId="0" sldId="259"/>
            <ac:spMk id="10" creationId="{FE167168-B149-AB87-C896-C25DD0CE745A}"/>
          </ac:spMkLst>
        </pc:spChg>
        <pc:spChg chg="mod">
          <ac:chgData name="ankit shrivas" userId="e4b473bf617c932d" providerId="LiveId" clId="{F3B074A6-CB17-49E8-B65A-23289A07524F}" dt="2025-02-12T14:04:29.740" v="84" actId="1076"/>
          <ac:spMkLst>
            <pc:docMk/>
            <pc:sldMk cId="0" sldId="259"/>
            <ac:spMk id="11138" creationId="{00000000-0000-0000-0000-000000000000}"/>
          </ac:spMkLst>
        </pc:spChg>
        <pc:grpChg chg="mod">
          <ac:chgData name="ankit shrivas" userId="e4b473bf617c932d" providerId="LiveId" clId="{F3B074A6-CB17-49E8-B65A-23289A07524F}" dt="2025-02-12T14:03:59.856" v="52" actId="1076"/>
          <ac:grpSpMkLst>
            <pc:docMk/>
            <pc:sldMk cId="0" sldId="259"/>
            <ac:grpSpMk id="11030" creationId="{00000000-0000-0000-0000-000000000000}"/>
          </ac:grpSpMkLst>
        </pc:grpChg>
      </pc:sldChg>
      <pc:sldChg chg="addSp delSp modSp mod ord modNotes">
        <pc:chgData name="ankit shrivas" userId="e4b473bf617c932d" providerId="LiveId" clId="{F3B074A6-CB17-49E8-B65A-23289A07524F}" dt="2025-02-13T15:11:23.157" v="912" actId="14100"/>
        <pc:sldMkLst>
          <pc:docMk/>
          <pc:sldMk cId="0" sldId="260"/>
        </pc:sldMkLst>
        <pc:spChg chg="add mod">
          <ac:chgData name="ankit shrivas" userId="e4b473bf617c932d" providerId="LiveId" clId="{F3B074A6-CB17-49E8-B65A-23289A07524F}" dt="2025-02-13T11:15:37.239" v="593" actId="20577"/>
          <ac:spMkLst>
            <pc:docMk/>
            <pc:sldMk cId="0" sldId="260"/>
            <ac:spMk id="4" creationId="{869ED032-2234-A0DF-5A17-CC36F203057D}"/>
          </ac:spMkLst>
        </pc:spChg>
        <pc:spChg chg="del mod">
          <ac:chgData name="ankit shrivas" userId="e4b473bf617c932d" providerId="LiveId" clId="{F3B074A6-CB17-49E8-B65A-23289A07524F}" dt="2025-02-13T11:07:54.064" v="510" actId="478"/>
          <ac:spMkLst>
            <pc:docMk/>
            <pc:sldMk cId="0" sldId="260"/>
            <ac:spMk id="11143" creationId="{00000000-0000-0000-0000-000000000000}"/>
          </ac:spMkLst>
        </pc:spChg>
        <pc:spChg chg="mod">
          <ac:chgData name="ankit shrivas" userId="e4b473bf617c932d" providerId="LiveId" clId="{F3B074A6-CB17-49E8-B65A-23289A07524F}" dt="2025-02-13T15:11:18.169" v="911" actId="1076"/>
          <ac:spMkLst>
            <pc:docMk/>
            <pc:sldMk cId="0" sldId="260"/>
            <ac:spMk id="11144" creationId="{00000000-0000-0000-0000-000000000000}"/>
          </ac:spMkLst>
        </pc:spChg>
        <pc:spChg chg="mod">
          <ac:chgData name="ankit shrivas" userId="e4b473bf617c932d" providerId="LiveId" clId="{F3B074A6-CB17-49E8-B65A-23289A07524F}" dt="2025-02-13T11:10:02.462" v="536" actId="1076"/>
          <ac:spMkLst>
            <pc:docMk/>
            <pc:sldMk cId="0" sldId="260"/>
            <ac:spMk id="11145" creationId="{00000000-0000-0000-0000-000000000000}"/>
          </ac:spMkLst>
        </pc:spChg>
        <pc:grpChg chg="mod">
          <ac:chgData name="ankit shrivas" userId="e4b473bf617c932d" providerId="LiveId" clId="{F3B074A6-CB17-49E8-B65A-23289A07524F}" dt="2025-02-13T11:09:51.039" v="533" actId="1076"/>
          <ac:grpSpMkLst>
            <pc:docMk/>
            <pc:sldMk cId="0" sldId="260"/>
            <ac:grpSpMk id="11146" creationId="{00000000-0000-0000-0000-000000000000}"/>
          </ac:grpSpMkLst>
        </pc:grpChg>
        <pc:graphicFrameChg chg="add del mod modGraphic">
          <ac:chgData name="ankit shrivas" userId="e4b473bf617c932d" providerId="LiveId" clId="{F3B074A6-CB17-49E8-B65A-23289A07524F}" dt="2025-02-13T11:12:39.590" v="562" actId="478"/>
          <ac:graphicFrameMkLst>
            <pc:docMk/>
            <pc:sldMk cId="0" sldId="260"/>
            <ac:graphicFrameMk id="2" creationId="{C86967D4-BD7C-8CB8-BC3C-F3CE65522B0A}"/>
          </ac:graphicFrameMkLst>
        </pc:graphicFrameChg>
        <pc:graphicFrameChg chg="add del mod modGraphic">
          <ac:chgData name="ankit shrivas" userId="e4b473bf617c932d" providerId="LiveId" clId="{F3B074A6-CB17-49E8-B65A-23289A07524F}" dt="2025-02-13T11:11:45.747" v="546" actId="478"/>
          <ac:graphicFrameMkLst>
            <pc:docMk/>
            <pc:sldMk cId="0" sldId="260"/>
            <ac:graphicFrameMk id="3" creationId="{0438E695-F830-CAC5-3736-1D23CA54E9C2}"/>
          </ac:graphicFrameMkLst>
        </pc:graphicFrameChg>
        <pc:graphicFrameChg chg="add del mod modGraphic">
          <ac:chgData name="ankit shrivas" userId="e4b473bf617c932d" providerId="LiveId" clId="{F3B074A6-CB17-49E8-B65A-23289A07524F}" dt="2025-02-13T11:14:10.527" v="576" actId="478"/>
          <ac:graphicFrameMkLst>
            <pc:docMk/>
            <pc:sldMk cId="0" sldId="260"/>
            <ac:graphicFrameMk id="5" creationId="{32CFD06F-0C82-E701-07B3-60E38D224457}"/>
          </ac:graphicFrameMkLst>
        </pc:graphicFrameChg>
        <pc:graphicFrameChg chg="add mod modGraphic">
          <ac:chgData name="ankit shrivas" userId="e4b473bf617c932d" providerId="LiveId" clId="{F3B074A6-CB17-49E8-B65A-23289A07524F}" dt="2025-02-13T15:11:23.157" v="912" actId="14100"/>
          <ac:graphicFrameMkLst>
            <pc:docMk/>
            <pc:sldMk cId="0" sldId="260"/>
            <ac:graphicFrameMk id="6" creationId="{C53A6100-1164-0953-402A-4FDDCA56449B}"/>
          </ac:graphicFrameMkLst>
        </pc:graphicFrameChg>
      </pc:sldChg>
      <pc:sldChg chg="modSp del mod">
        <pc:chgData name="ankit shrivas" userId="e4b473bf617c932d" providerId="LiveId" clId="{F3B074A6-CB17-49E8-B65A-23289A07524F}" dt="2025-02-13T15:16:39.063" v="951" actId="47"/>
        <pc:sldMkLst>
          <pc:docMk/>
          <pc:sldMk cId="0" sldId="261"/>
        </pc:sldMkLst>
        <pc:spChg chg="mod">
          <ac:chgData name="ankit shrivas" userId="e4b473bf617c932d" providerId="LiveId" clId="{F3B074A6-CB17-49E8-B65A-23289A07524F}" dt="2025-02-13T15:14:25.145" v="936"/>
          <ac:spMkLst>
            <pc:docMk/>
            <pc:sldMk cId="0" sldId="261"/>
            <ac:spMk id="11227" creationId="{00000000-0000-0000-0000-000000000000}"/>
          </ac:spMkLst>
        </pc:spChg>
      </pc:sldChg>
      <pc:sldChg chg="addSp delSp modSp mod ord modNotes">
        <pc:chgData name="ankit shrivas" userId="e4b473bf617c932d" providerId="LiveId" clId="{F3B074A6-CB17-49E8-B65A-23289A07524F}" dt="2025-02-13T11:02:49.984" v="428" actId="14100"/>
        <pc:sldMkLst>
          <pc:docMk/>
          <pc:sldMk cId="0" sldId="262"/>
        </pc:sldMkLst>
        <pc:spChg chg="mod">
          <ac:chgData name="ankit shrivas" userId="e4b473bf617c932d" providerId="LiveId" clId="{F3B074A6-CB17-49E8-B65A-23289A07524F}" dt="2025-02-12T14:02:47.876" v="41" actId="122"/>
          <ac:spMkLst>
            <pc:docMk/>
            <pc:sldMk cId="0" sldId="262"/>
            <ac:spMk id="11272" creationId="{00000000-0000-0000-0000-000000000000}"/>
          </ac:spMkLst>
        </pc:spChg>
        <pc:spChg chg="mod">
          <ac:chgData name="ankit shrivas" userId="e4b473bf617c932d" providerId="LiveId" clId="{F3B074A6-CB17-49E8-B65A-23289A07524F}" dt="2025-02-13T11:02:49.984" v="428" actId="14100"/>
          <ac:spMkLst>
            <pc:docMk/>
            <pc:sldMk cId="0" sldId="262"/>
            <ac:spMk id="11274" creationId="{00000000-0000-0000-0000-000000000000}"/>
          </ac:spMkLst>
        </pc:spChg>
        <pc:grpChg chg="add mod">
          <ac:chgData name="ankit shrivas" userId="e4b473bf617c932d" providerId="LiveId" clId="{F3B074A6-CB17-49E8-B65A-23289A07524F}" dt="2025-02-12T14:02:32.272" v="40" actId="1076"/>
          <ac:grpSpMkLst>
            <pc:docMk/>
            <pc:sldMk cId="0" sldId="262"/>
            <ac:grpSpMk id="12" creationId="{6996A4BA-0D0E-6DB2-7E67-9AD53F83152F}"/>
          </ac:grpSpMkLst>
        </pc:grpChg>
        <pc:grpChg chg="mod">
          <ac:chgData name="ankit shrivas" userId="e4b473bf617c932d" providerId="LiveId" clId="{F3B074A6-CB17-49E8-B65A-23289A07524F}" dt="2025-02-12T14:02:27.987" v="39" actId="164"/>
          <ac:grpSpMkLst>
            <pc:docMk/>
            <pc:sldMk cId="0" sldId="262"/>
            <ac:grpSpMk id="11279" creationId="{00000000-0000-0000-0000-000000000000}"/>
          </ac:grpSpMkLst>
        </pc:grpChg>
        <pc:grpChg chg="mod">
          <ac:chgData name="ankit shrivas" userId="e4b473bf617c932d" providerId="LiveId" clId="{F3B074A6-CB17-49E8-B65A-23289A07524F}" dt="2025-02-12T14:02:27.987" v="39" actId="164"/>
          <ac:grpSpMkLst>
            <pc:docMk/>
            <pc:sldMk cId="0" sldId="262"/>
            <ac:grpSpMk id="11310" creationId="{00000000-0000-0000-0000-000000000000}"/>
          </ac:grpSpMkLst>
        </pc:grpChg>
        <pc:picChg chg="mod">
          <ac:chgData name="ankit shrivas" userId="e4b473bf617c932d" providerId="LiveId" clId="{F3B074A6-CB17-49E8-B65A-23289A07524F}" dt="2025-02-12T14:02:27.987" v="39" actId="164"/>
          <ac:picMkLst>
            <pc:docMk/>
            <pc:sldMk cId="0" sldId="262"/>
            <ac:picMk id="11271" creationId="{00000000-0000-0000-0000-000000000000}"/>
          </ac:picMkLst>
        </pc:picChg>
      </pc:sldChg>
      <pc:sldChg chg="addSp delSp modSp mod ord">
        <pc:chgData name="ankit shrivas" userId="e4b473bf617c932d" providerId="LiveId" clId="{F3B074A6-CB17-49E8-B65A-23289A07524F}" dt="2025-02-13T15:06:55.829" v="855" actId="478"/>
        <pc:sldMkLst>
          <pc:docMk/>
          <pc:sldMk cId="0" sldId="263"/>
        </pc:sldMkLst>
        <pc:spChg chg="add del mod">
          <ac:chgData name="ankit shrivas" userId="e4b473bf617c932d" providerId="LiveId" clId="{F3B074A6-CB17-49E8-B65A-23289A07524F}" dt="2025-02-13T15:05:40.003" v="843" actId="478"/>
          <ac:spMkLst>
            <pc:docMk/>
            <pc:sldMk cId="0" sldId="263"/>
            <ac:spMk id="3" creationId="{EEBCD38D-A617-321C-B4E3-BE7375CC4FCD}"/>
          </ac:spMkLst>
        </pc:spChg>
        <pc:spChg chg="add del mod">
          <ac:chgData name="ankit shrivas" userId="e4b473bf617c932d" providerId="LiveId" clId="{F3B074A6-CB17-49E8-B65A-23289A07524F}" dt="2025-02-13T15:04:24.074" v="825" actId="478"/>
          <ac:spMkLst>
            <pc:docMk/>
            <pc:sldMk cId="0" sldId="263"/>
            <ac:spMk id="5" creationId="{4B5AE75B-2DC9-A4AF-14AD-F53A91BF2CA7}"/>
          </ac:spMkLst>
        </pc:spChg>
        <pc:spChg chg="add mod">
          <ac:chgData name="ankit shrivas" userId="e4b473bf617c932d" providerId="LiveId" clId="{F3B074A6-CB17-49E8-B65A-23289A07524F}" dt="2025-02-13T15:06:27.773" v="852" actId="1076"/>
          <ac:spMkLst>
            <pc:docMk/>
            <pc:sldMk cId="0" sldId="263"/>
            <ac:spMk id="7" creationId="{72DE9242-CF20-1885-E20A-C1B8D9C9455C}"/>
          </ac:spMkLst>
        </pc:spChg>
        <pc:spChg chg="add mod">
          <ac:chgData name="ankit shrivas" userId="e4b473bf617c932d" providerId="LiveId" clId="{F3B074A6-CB17-49E8-B65A-23289A07524F}" dt="2025-02-13T15:06:33.345" v="853" actId="13926"/>
          <ac:spMkLst>
            <pc:docMk/>
            <pc:sldMk cId="0" sldId="263"/>
            <ac:spMk id="9" creationId="{705D25B9-A795-B88A-0AAE-266AAFB4D278}"/>
          </ac:spMkLst>
        </pc:spChg>
        <pc:spChg chg="add del mod">
          <ac:chgData name="ankit shrivas" userId="e4b473bf617c932d" providerId="LiveId" clId="{F3B074A6-CB17-49E8-B65A-23289A07524F}" dt="2025-02-13T15:06:55.829" v="855" actId="478"/>
          <ac:spMkLst>
            <pc:docMk/>
            <pc:sldMk cId="0" sldId="263"/>
            <ac:spMk id="11" creationId="{2DEFC6CD-6A34-7338-2747-1A88330DA113}"/>
          </ac:spMkLst>
        </pc:spChg>
        <pc:spChg chg="del mod">
          <ac:chgData name="ankit shrivas" userId="e4b473bf617c932d" providerId="LiveId" clId="{F3B074A6-CB17-49E8-B65A-23289A07524F}" dt="2025-02-13T15:06:53.621" v="854" actId="478"/>
          <ac:spMkLst>
            <pc:docMk/>
            <pc:sldMk cId="0" sldId="263"/>
            <ac:spMk id="11345" creationId="{00000000-0000-0000-0000-000000000000}"/>
          </ac:spMkLst>
        </pc:spChg>
        <pc:spChg chg="del mod">
          <ac:chgData name="ankit shrivas" userId="e4b473bf617c932d" providerId="LiveId" clId="{F3B074A6-CB17-49E8-B65A-23289A07524F}" dt="2025-02-13T15:04:19.348" v="824" actId="478"/>
          <ac:spMkLst>
            <pc:docMk/>
            <pc:sldMk cId="0" sldId="263"/>
            <ac:spMk id="11349" creationId="{00000000-0000-0000-0000-000000000000}"/>
          </ac:spMkLst>
        </pc:spChg>
      </pc:sldChg>
      <pc:sldChg chg="del">
        <pc:chgData name="ankit shrivas" userId="e4b473bf617c932d" providerId="LiveId" clId="{F3B074A6-CB17-49E8-B65A-23289A07524F}" dt="2025-02-12T14:07:20.003" v="178" actId="47"/>
        <pc:sldMkLst>
          <pc:docMk/>
          <pc:sldMk cId="0" sldId="264"/>
        </pc:sldMkLst>
      </pc:sldChg>
      <pc:sldChg chg="del">
        <pc:chgData name="ankit shrivas" userId="e4b473bf617c932d" providerId="LiveId" clId="{F3B074A6-CB17-49E8-B65A-23289A07524F}" dt="2025-02-12T14:07:16.295" v="177" actId="47"/>
        <pc:sldMkLst>
          <pc:docMk/>
          <pc:sldMk cId="0" sldId="265"/>
        </pc:sldMkLst>
      </pc:sldChg>
      <pc:sldChg chg="del">
        <pc:chgData name="ankit shrivas" userId="e4b473bf617c932d" providerId="LiveId" clId="{F3B074A6-CB17-49E8-B65A-23289A07524F}" dt="2025-02-12T14:07:14.831" v="176" actId="47"/>
        <pc:sldMkLst>
          <pc:docMk/>
          <pc:sldMk cId="0" sldId="266"/>
        </pc:sldMkLst>
      </pc:sldChg>
      <pc:sldChg chg="del">
        <pc:chgData name="ankit shrivas" userId="e4b473bf617c932d" providerId="LiveId" clId="{F3B074A6-CB17-49E8-B65A-23289A07524F}" dt="2025-02-12T14:07:14.006" v="175" actId="47"/>
        <pc:sldMkLst>
          <pc:docMk/>
          <pc:sldMk cId="0" sldId="267"/>
        </pc:sldMkLst>
      </pc:sldChg>
      <pc:sldChg chg="del">
        <pc:chgData name="ankit shrivas" userId="e4b473bf617c932d" providerId="LiveId" clId="{F3B074A6-CB17-49E8-B65A-23289A07524F}" dt="2025-02-12T14:07:12.863" v="174" actId="47"/>
        <pc:sldMkLst>
          <pc:docMk/>
          <pc:sldMk cId="0" sldId="268"/>
        </pc:sldMkLst>
      </pc:sldChg>
      <pc:sldChg chg="del">
        <pc:chgData name="ankit shrivas" userId="e4b473bf617c932d" providerId="LiveId" clId="{F3B074A6-CB17-49E8-B65A-23289A07524F}" dt="2025-02-12T14:07:11.897" v="173" actId="47"/>
        <pc:sldMkLst>
          <pc:docMk/>
          <pc:sldMk cId="0" sldId="269"/>
        </pc:sldMkLst>
      </pc:sldChg>
      <pc:sldChg chg="del">
        <pc:chgData name="ankit shrivas" userId="e4b473bf617c932d" providerId="LiveId" clId="{F3B074A6-CB17-49E8-B65A-23289A07524F}" dt="2025-02-12T14:07:11.185" v="172" actId="47"/>
        <pc:sldMkLst>
          <pc:docMk/>
          <pc:sldMk cId="0" sldId="270"/>
        </pc:sldMkLst>
      </pc:sldChg>
      <pc:sldChg chg="del">
        <pc:chgData name="ankit shrivas" userId="e4b473bf617c932d" providerId="LiveId" clId="{F3B074A6-CB17-49E8-B65A-23289A07524F}" dt="2025-02-12T14:07:10.430" v="171" actId="47"/>
        <pc:sldMkLst>
          <pc:docMk/>
          <pc:sldMk cId="0" sldId="271"/>
        </pc:sldMkLst>
      </pc:sldChg>
      <pc:sldChg chg="addSp modSp add del mod ord">
        <pc:chgData name="ankit shrivas" userId="e4b473bf617c932d" providerId="LiveId" clId="{F3B074A6-CB17-49E8-B65A-23289A07524F}" dt="2025-02-13T15:16:42.506" v="953" actId="47"/>
        <pc:sldMkLst>
          <pc:docMk/>
          <pc:sldMk cId="0" sldId="272"/>
        </pc:sldMkLst>
        <pc:spChg chg="mod">
          <ac:chgData name="ankit shrivas" userId="e4b473bf617c932d" providerId="LiveId" clId="{F3B074A6-CB17-49E8-B65A-23289A07524F}" dt="2025-02-12T14:13:57.377" v="279"/>
          <ac:spMkLst>
            <pc:docMk/>
            <pc:sldMk cId="0" sldId="272"/>
            <ac:spMk id="16" creationId="{D8E070DA-16F0-9A7D-23D2-50BC69154701}"/>
          </ac:spMkLst>
        </pc:spChg>
        <pc:spChg chg="mod">
          <ac:chgData name="ankit shrivas" userId="e4b473bf617c932d" providerId="LiveId" clId="{F3B074A6-CB17-49E8-B65A-23289A07524F}" dt="2025-02-12T14:13:57.377" v="279"/>
          <ac:spMkLst>
            <pc:docMk/>
            <pc:sldMk cId="0" sldId="272"/>
            <ac:spMk id="19" creationId="{C7C99AFD-6B59-262B-CA1C-612CDA1434D5}"/>
          </ac:spMkLst>
        </pc:spChg>
        <pc:spChg chg="mod">
          <ac:chgData name="ankit shrivas" userId="e4b473bf617c932d" providerId="LiveId" clId="{F3B074A6-CB17-49E8-B65A-23289A07524F}" dt="2025-02-12T14:13:57.377" v="279"/>
          <ac:spMkLst>
            <pc:docMk/>
            <pc:sldMk cId="0" sldId="272"/>
            <ac:spMk id="26" creationId="{6FD4E106-8774-69E9-9261-4DB3CDF923D3}"/>
          </ac:spMkLst>
        </pc:spChg>
        <pc:spChg chg="mod">
          <ac:chgData name="ankit shrivas" userId="e4b473bf617c932d" providerId="LiveId" clId="{F3B074A6-CB17-49E8-B65A-23289A07524F}" dt="2025-02-12T14:13:57.377" v="279"/>
          <ac:spMkLst>
            <pc:docMk/>
            <pc:sldMk cId="0" sldId="272"/>
            <ac:spMk id="28" creationId="{B1FE0B0D-4569-04F1-CDE0-A0E62936D67B}"/>
          </ac:spMkLst>
        </pc:spChg>
        <pc:spChg chg="mod">
          <ac:chgData name="ankit shrivas" userId="e4b473bf617c932d" providerId="LiveId" clId="{F3B074A6-CB17-49E8-B65A-23289A07524F}" dt="2025-02-12T14:13:57.377" v="279"/>
          <ac:spMkLst>
            <pc:docMk/>
            <pc:sldMk cId="0" sldId="272"/>
            <ac:spMk id="44" creationId="{1CC5B5C6-A9CB-0689-4781-C1FC87C37868}"/>
          </ac:spMkLst>
        </pc:spChg>
        <pc:spChg chg="mod">
          <ac:chgData name="ankit shrivas" userId="e4b473bf617c932d" providerId="LiveId" clId="{F3B074A6-CB17-49E8-B65A-23289A07524F}" dt="2025-02-12T14:13:57.377" v="279"/>
          <ac:spMkLst>
            <pc:docMk/>
            <pc:sldMk cId="0" sldId="272"/>
            <ac:spMk id="54" creationId="{63EA6C09-958A-1B0F-9079-32CE00896413}"/>
          </ac:spMkLst>
        </pc:spChg>
        <pc:spChg chg="mod">
          <ac:chgData name="ankit shrivas" userId="e4b473bf617c932d" providerId="LiveId" clId="{F3B074A6-CB17-49E8-B65A-23289A07524F}" dt="2025-02-12T14:13:57.377" v="279"/>
          <ac:spMkLst>
            <pc:docMk/>
            <pc:sldMk cId="0" sldId="272"/>
            <ac:spMk id="57" creationId="{ECDA1937-06B4-471A-D0E0-4A5F65399DA0}"/>
          </ac:spMkLst>
        </pc:spChg>
        <pc:spChg chg="mod">
          <ac:chgData name="ankit shrivas" userId="e4b473bf617c932d" providerId="LiveId" clId="{F3B074A6-CB17-49E8-B65A-23289A07524F}" dt="2025-02-12T14:13:57.377" v="279"/>
          <ac:spMkLst>
            <pc:docMk/>
            <pc:sldMk cId="0" sldId="272"/>
            <ac:spMk id="59" creationId="{77D87BCD-EEBA-5B33-6DF2-13A0805F409F}"/>
          </ac:spMkLst>
        </pc:spChg>
        <pc:spChg chg="mod">
          <ac:chgData name="ankit shrivas" userId="e4b473bf617c932d" providerId="LiveId" clId="{F3B074A6-CB17-49E8-B65A-23289A07524F}" dt="2025-02-12T14:13:24.528" v="276" actId="1076"/>
          <ac:spMkLst>
            <pc:docMk/>
            <pc:sldMk cId="0" sldId="272"/>
            <ac:spMk id="12418" creationId="{00000000-0000-0000-0000-000000000000}"/>
          </ac:spMkLst>
        </pc:spChg>
        <pc:spChg chg="mod">
          <ac:chgData name="ankit shrivas" userId="e4b473bf617c932d" providerId="LiveId" clId="{F3B074A6-CB17-49E8-B65A-23289A07524F}" dt="2025-02-12T14:13:57.377" v="279"/>
          <ac:spMkLst>
            <pc:docMk/>
            <pc:sldMk cId="0" sldId="272"/>
            <ac:spMk id="12429" creationId="{C8AC99B1-BEE4-741F-6AC6-0C8BEA115B77}"/>
          </ac:spMkLst>
        </pc:spChg>
        <pc:spChg chg="mod">
          <ac:chgData name="ankit shrivas" userId="e4b473bf617c932d" providerId="LiveId" clId="{F3B074A6-CB17-49E8-B65A-23289A07524F}" dt="2025-02-12T14:13:57.377" v="279"/>
          <ac:spMkLst>
            <pc:docMk/>
            <pc:sldMk cId="0" sldId="272"/>
            <ac:spMk id="12437" creationId="{A7760B1A-F152-D77A-FB62-311BE10F6553}"/>
          </ac:spMkLst>
        </pc:spChg>
        <pc:grpChg chg="mod">
          <ac:chgData name="ankit shrivas" userId="e4b473bf617c932d" providerId="LiveId" clId="{F3B074A6-CB17-49E8-B65A-23289A07524F}" dt="2025-02-12T14:14:02.054" v="280" actId="1076"/>
          <ac:grpSpMkLst>
            <pc:docMk/>
            <pc:sldMk cId="0" sldId="272"/>
            <ac:grpSpMk id="2" creationId="{8C37F7D6-CB13-250F-FEAF-56B697FC2C83}"/>
          </ac:grpSpMkLst>
        </pc:grpChg>
      </pc:sldChg>
      <pc:sldChg chg="del">
        <pc:chgData name="ankit shrivas" userId="e4b473bf617c932d" providerId="LiveId" clId="{F3B074A6-CB17-49E8-B65A-23289A07524F}" dt="2025-02-12T14:07:09.575" v="170" actId="47"/>
        <pc:sldMkLst>
          <pc:docMk/>
          <pc:sldMk cId="0" sldId="273"/>
        </pc:sldMkLst>
      </pc:sldChg>
      <pc:sldChg chg="del">
        <pc:chgData name="ankit shrivas" userId="e4b473bf617c932d" providerId="LiveId" clId="{F3B074A6-CB17-49E8-B65A-23289A07524F}" dt="2025-02-12T14:07:08.440" v="169" actId="47"/>
        <pc:sldMkLst>
          <pc:docMk/>
          <pc:sldMk cId="0" sldId="274"/>
        </pc:sldMkLst>
      </pc:sldChg>
      <pc:sldChg chg="del">
        <pc:chgData name="ankit shrivas" userId="e4b473bf617c932d" providerId="LiveId" clId="{F3B074A6-CB17-49E8-B65A-23289A07524F}" dt="2025-02-12T14:07:07.811" v="168" actId="47"/>
        <pc:sldMkLst>
          <pc:docMk/>
          <pc:sldMk cId="0" sldId="275"/>
        </pc:sldMkLst>
      </pc:sldChg>
      <pc:sldChg chg="del">
        <pc:chgData name="ankit shrivas" userId="e4b473bf617c932d" providerId="LiveId" clId="{F3B074A6-CB17-49E8-B65A-23289A07524F}" dt="2025-02-12T14:07:06.935" v="167" actId="47"/>
        <pc:sldMkLst>
          <pc:docMk/>
          <pc:sldMk cId="0" sldId="276"/>
        </pc:sldMkLst>
      </pc:sldChg>
      <pc:sldChg chg="add del">
        <pc:chgData name="ankit shrivas" userId="e4b473bf617c932d" providerId="LiveId" clId="{F3B074A6-CB17-49E8-B65A-23289A07524F}" dt="2025-02-12T14:07:06.605" v="166" actId="47"/>
        <pc:sldMkLst>
          <pc:docMk/>
          <pc:sldMk cId="0" sldId="277"/>
        </pc:sldMkLst>
      </pc:sldChg>
      <pc:sldChg chg="addSp delSp modSp add del mod ord">
        <pc:chgData name="ankit shrivas" userId="e4b473bf617c932d" providerId="LiveId" clId="{F3B074A6-CB17-49E8-B65A-23289A07524F}" dt="2025-02-13T11:05:45.603" v="475" actId="20577"/>
        <pc:sldMkLst>
          <pc:docMk/>
          <pc:sldMk cId="0" sldId="278"/>
        </pc:sldMkLst>
        <pc:spChg chg="add mod">
          <ac:chgData name="ankit shrivas" userId="e4b473bf617c932d" providerId="LiveId" clId="{F3B074A6-CB17-49E8-B65A-23289A07524F}" dt="2025-02-13T11:05:45.603" v="475" actId="20577"/>
          <ac:spMkLst>
            <pc:docMk/>
            <pc:sldMk cId="0" sldId="278"/>
            <ac:spMk id="2" creationId="{E4CC6710-7DB6-7124-733E-E1A93B36E9DE}"/>
          </ac:spMkLst>
        </pc:spChg>
        <pc:spChg chg="add mod">
          <ac:chgData name="ankit shrivas" userId="e4b473bf617c932d" providerId="LiveId" clId="{F3B074A6-CB17-49E8-B65A-23289A07524F}" dt="2025-02-13T11:04:34.981" v="459" actId="1076"/>
          <ac:spMkLst>
            <pc:docMk/>
            <pc:sldMk cId="0" sldId="278"/>
            <ac:spMk id="3" creationId="{4BAC1B89-274B-FAD3-E837-10678517C9BA}"/>
          </ac:spMkLst>
        </pc:spChg>
        <pc:spChg chg="mod">
          <ac:chgData name="ankit shrivas" userId="e4b473bf617c932d" providerId="LiveId" clId="{F3B074A6-CB17-49E8-B65A-23289A07524F}" dt="2025-02-13T11:04:57.163" v="465" actId="14100"/>
          <ac:spMkLst>
            <pc:docMk/>
            <pc:sldMk cId="0" sldId="278"/>
            <ac:spMk id="12794" creationId="{00000000-0000-0000-0000-000000000000}"/>
          </ac:spMkLst>
        </pc:spChg>
        <pc:spChg chg="mod">
          <ac:chgData name="ankit shrivas" userId="e4b473bf617c932d" providerId="LiveId" clId="{F3B074A6-CB17-49E8-B65A-23289A07524F}" dt="2025-02-13T11:04:47.934" v="463" actId="1076"/>
          <ac:spMkLst>
            <pc:docMk/>
            <pc:sldMk cId="0" sldId="278"/>
            <ac:spMk id="12796" creationId="{00000000-0000-0000-0000-000000000000}"/>
          </ac:spMkLst>
        </pc:spChg>
        <pc:grpChg chg="mod">
          <ac:chgData name="ankit shrivas" userId="e4b473bf617c932d" providerId="LiveId" clId="{F3B074A6-CB17-49E8-B65A-23289A07524F}" dt="2025-02-13T11:04:52.625" v="464" actId="14100"/>
          <ac:grpSpMkLst>
            <pc:docMk/>
            <pc:sldMk cId="0" sldId="278"/>
            <ac:grpSpMk id="12797" creationId="{00000000-0000-0000-0000-000000000000}"/>
          </ac:grpSpMkLst>
        </pc:grpChg>
      </pc:sldChg>
      <pc:sldChg chg="del">
        <pc:chgData name="ankit shrivas" userId="e4b473bf617c932d" providerId="LiveId" clId="{F3B074A6-CB17-49E8-B65A-23289A07524F}" dt="2025-02-12T14:06:22.981" v="153" actId="47"/>
        <pc:sldMkLst>
          <pc:docMk/>
          <pc:sldMk cId="0" sldId="279"/>
        </pc:sldMkLst>
      </pc:sldChg>
      <pc:sldChg chg="addSp delSp modSp add mod">
        <pc:chgData name="ankit shrivas" userId="e4b473bf617c932d" providerId="LiveId" clId="{F3B074A6-CB17-49E8-B65A-23289A07524F}" dt="2025-02-13T15:07:15.054" v="859" actId="478"/>
        <pc:sldMkLst>
          <pc:docMk/>
          <pc:sldMk cId="658234386" sldId="279"/>
        </pc:sldMkLst>
        <pc:spChg chg="add mod">
          <ac:chgData name="ankit shrivas" userId="e4b473bf617c932d" providerId="LiveId" clId="{F3B074A6-CB17-49E8-B65A-23289A07524F}" dt="2025-02-13T15:03:52.753" v="822" actId="1076"/>
          <ac:spMkLst>
            <pc:docMk/>
            <pc:sldMk cId="658234386" sldId="279"/>
            <ac:spMk id="3" creationId="{DADE762B-C16D-4948-57AC-FDCE5D18131C}"/>
          </ac:spMkLst>
        </pc:spChg>
        <pc:spChg chg="add del mod">
          <ac:chgData name="ankit shrivas" userId="e4b473bf617c932d" providerId="LiveId" clId="{F3B074A6-CB17-49E8-B65A-23289A07524F}" dt="2025-02-13T15:02:48.071" v="812" actId="478"/>
          <ac:spMkLst>
            <pc:docMk/>
            <pc:sldMk cId="658234386" sldId="279"/>
            <ac:spMk id="5" creationId="{8101E958-3130-06EA-05A7-C64DA80FD79E}"/>
          </ac:spMkLst>
        </pc:spChg>
        <pc:spChg chg="add mod">
          <ac:chgData name="ankit shrivas" userId="e4b473bf617c932d" providerId="LiveId" clId="{F3B074A6-CB17-49E8-B65A-23289A07524F}" dt="2025-02-13T15:03:44.440" v="821" actId="404"/>
          <ac:spMkLst>
            <pc:docMk/>
            <pc:sldMk cId="658234386" sldId="279"/>
            <ac:spMk id="7" creationId="{201BAA31-A9B5-FAC9-FA02-CE2C5CF2D343}"/>
          </ac:spMkLst>
        </pc:spChg>
        <pc:spChg chg="add del mod">
          <ac:chgData name="ankit shrivas" userId="e4b473bf617c932d" providerId="LiveId" clId="{F3B074A6-CB17-49E8-B65A-23289A07524F}" dt="2025-02-13T15:07:15.054" v="859" actId="478"/>
          <ac:spMkLst>
            <pc:docMk/>
            <pc:sldMk cId="658234386" sldId="279"/>
            <ac:spMk id="9" creationId="{4A912B09-6FEA-AAE9-D304-589D7D5D5FD3}"/>
          </ac:spMkLst>
        </pc:spChg>
        <pc:spChg chg="del">
          <ac:chgData name="ankit shrivas" userId="e4b473bf617c932d" providerId="LiveId" clId="{F3B074A6-CB17-49E8-B65A-23289A07524F}" dt="2025-02-13T15:02:44.551" v="811" actId="478"/>
          <ac:spMkLst>
            <pc:docMk/>
            <pc:sldMk cId="658234386" sldId="279"/>
            <ac:spMk id="11007" creationId="{76430345-D0A2-3AA4-9168-A3E20C4FD992}"/>
          </ac:spMkLst>
        </pc:spChg>
        <pc:spChg chg="del">
          <ac:chgData name="ankit shrivas" userId="e4b473bf617c932d" providerId="LiveId" clId="{F3B074A6-CB17-49E8-B65A-23289A07524F}" dt="2025-02-13T15:07:12.898" v="858" actId="21"/>
          <ac:spMkLst>
            <pc:docMk/>
            <pc:sldMk cId="658234386" sldId="279"/>
            <ac:spMk id="11008" creationId="{9FB123EF-9242-C3EE-7EE3-C757C625D430}"/>
          </ac:spMkLst>
        </pc:spChg>
      </pc:sldChg>
      <pc:sldChg chg="del">
        <pc:chgData name="ankit shrivas" userId="e4b473bf617c932d" providerId="LiveId" clId="{F3B074A6-CB17-49E8-B65A-23289A07524F}" dt="2025-02-12T14:06:22.765" v="152" actId="47"/>
        <pc:sldMkLst>
          <pc:docMk/>
          <pc:sldMk cId="0" sldId="280"/>
        </pc:sldMkLst>
      </pc:sldChg>
      <pc:sldChg chg="addSp delSp modSp add mod">
        <pc:chgData name="ankit shrivas" userId="e4b473bf617c932d" providerId="LiveId" clId="{F3B074A6-CB17-49E8-B65A-23289A07524F}" dt="2025-02-13T15:08:04.879" v="868" actId="403"/>
        <pc:sldMkLst>
          <pc:docMk/>
          <pc:sldMk cId="3572474988" sldId="280"/>
        </pc:sldMkLst>
        <pc:spChg chg="add mod">
          <ac:chgData name="ankit shrivas" userId="e4b473bf617c932d" providerId="LiveId" clId="{F3B074A6-CB17-49E8-B65A-23289A07524F}" dt="2025-02-13T15:08:04.879" v="868" actId="403"/>
          <ac:spMkLst>
            <pc:docMk/>
            <pc:sldMk cId="3572474988" sldId="280"/>
            <ac:spMk id="3" creationId="{AE2D6178-86D9-F58B-1DA9-891E8EDE2654}"/>
          </ac:spMkLst>
        </pc:spChg>
        <pc:spChg chg="add del mod">
          <ac:chgData name="ankit shrivas" userId="e4b473bf617c932d" providerId="LiveId" clId="{F3B074A6-CB17-49E8-B65A-23289A07524F}" dt="2025-02-13T15:00:27.497" v="789" actId="478"/>
          <ac:spMkLst>
            <pc:docMk/>
            <pc:sldMk cId="3572474988" sldId="280"/>
            <ac:spMk id="5" creationId="{00313D55-ED08-81FA-992E-39B8E5892772}"/>
          </ac:spMkLst>
        </pc:spChg>
        <pc:spChg chg="add del mod">
          <ac:chgData name="ankit shrivas" userId="e4b473bf617c932d" providerId="LiveId" clId="{F3B074A6-CB17-49E8-B65A-23289A07524F}" dt="2025-02-13T15:07:54.379" v="865" actId="478"/>
          <ac:spMkLst>
            <pc:docMk/>
            <pc:sldMk cId="3572474988" sldId="280"/>
            <ac:spMk id="7" creationId="{22836093-B879-C198-C1C8-D399455A943A}"/>
          </ac:spMkLst>
        </pc:spChg>
        <pc:spChg chg="del">
          <ac:chgData name="ankit shrivas" userId="e4b473bf617c932d" providerId="LiveId" clId="{F3B074A6-CB17-49E8-B65A-23289A07524F}" dt="2025-02-13T15:00:25.144" v="788" actId="478"/>
          <ac:spMkLst>
            <pc:docMk/>
            <pc:sldMk cId="3572474988" sldId="280"/>
            <ac:spMk id="11007" creationId="{F81CD5D5-DA69-ACA6-D48F-E3422B41BEB9}"/>
          </ac:spMkLst>
        </pc:spChg>
        <pc:spChg chg="del">
          <ac:chgData name="ankit shrivas" userId="e4b473bf617c932d" providerId="LiveId" clId="{F3B074A6-CB17-49E8-B65A-23289A07524F}" dt="2025-02-13T15:07:52.403" v="864" actId="478"/>
          <ac:spMkLst>
            <pc:docMk/>
            <pc:sldMk cId="3572474988" sldId="280"/>
            <ac:spMk id="11008" creationId="{2A9FA4FB-4A0F-1881-6144-073EBF1C127D}"/>
          </ac:spMkLst>
        </pc:spChg>
      </pc:sldChg>
      <pc:sldChg chg="del">
        <pc:chgData name="ankit shrivas" userId="e4b473bf617c932d" providerId="LiveId" clId="{F3B074A6-CB17-49E8-B65A-23289A07524F}" dt="2025-02-12T14:06:22.506" v="151" actId="47"/>
        <pc:sldMkLst>
          <pc:docMk/>
          <pc:sldMk cId="0" sldId="281"/>
        </pc:sldMkLst>
      </pc:sldChg>
      <pc:sldChg chg="addSp delSp modSp add mod">
        <pc:chgData name="ankit shrivas" userId="e4b473bf617c932d" providerId="LiveId" clId="{F3B074A6-CB17-49E8-B65A-23289A07524F}" dt="2025-02-13T15:07:39.278" v="863" actId="1076"/>
        <pc:sldMkLst>
          <pc:docMk/>
          <pc:sldMk cId="1347568004" sldId="281"/>
        </pc:sldMkLst>
        <pc:spChg chg="add mod">
          <ac:chgData name="ankit shrivas" userId="e4b473bf617c932d" providerId="LiveId" clId="{F3B074A6-CB17-49E8-B65A-23289A07524F}" dt="2025-02-13T15:07:35.440" v="862" actId="1076"/>
          <ac:spMkLst>
            <pc:docMk/>
            <pc:sldMk cId="1347568004" sldId="281"/>
            <ac:spMk id="3" creationId="{DCC2D8DC-33D3-81D8-3824-F8F12584F8C2}"/>
          </ac:spMkLst>
        </pc:spChg>
        <pc:spChg chg="add del mod">
          <ac:chgData name="ankit shrivas" userId="e4b473bf617c932d" providerId="LiveId" clId="{F3B074A6-CB17-49E8-B65A-23289A07524F}" dt="2025-02-13T15:01:10.640" v="799" actId="478"/>
          <ac:spMkLst>
            <pc:docMk/>
            <pc:sldMk cId="1347568004" sldId="281"/>
            <ac:spMk id="5" creationId="{19E997D7-9811-CA50-2E5F-35518E8FF0D3}"/>
          </ac:spMkLst>
        </pc:spChg>
        <pc:spChg chg="add mod">
          <ac:chgData name="ankit shrivas" userId="e4b473bf617c932d" providerId="LiveId" clId="{F3B074A6-CB17-49E8-B65A-23289A07524F}" dt="2025-02-13T15:07:39.278" v="863" actId="1076"/>
          <ac:spMkLst>
            <pc:docMk/>
            <pc:sldMk cId="1347568004" sldId="281"/>
            <ac:spMk id="7" creationId="{AB14C978-A1E9-3BBD-C881-749E8D1D8021}"/>
          </ac:spMkLst>
        </pc:spChg>
        <pc:spChg chg="add del mod">
          <ac:chgData name="ankit shrivas" userId="e4b473bf617c932d" providerId="LiveId" clId="{F3B074A6-CB17-49E8-B65A-23289A07524F}" dt="2025-02-13T15:07:27.922" v="861" actId="478"/>
          <ac:spMkLst>
            <pc:docMk/>
            <pc:sldMk cId="1347568004" sldId="281"/>
            <ac:spMk id="9" creationId="{87999BC2-ECD2-8DF7-BB4F-E7AF33B5BAD2}"/>
          </ac:spMkLst>
        </pc:spChg>
        <pc:spChg chg="del">
          <ac:chgData name="ankit shrivas" userId="e4b473bf617c932d" providerId="LiveId" clId="{F3B074A6-CB17-49E8-B65A-23289A07524F}" dt="2025-02-13T15:01:07.580" v="798" actId="478"/>
          <ac:spMkLst>
            <pc:docMk/>
            <pc:sldMk cId="1347568004" sldId="281"/>
            <ac:spMk id="11007" creationId="{5B94BA80-4E27-13E8-E63B-62A466320901}"/>
          </ac:spMkLst>
        </pc:spChg>
        <pc:spChg chg="del">
          <ac:chgData name="ankit shrivas" userId="e4b473bf617c932d" providerId="LiveId" clId="{F3B074A6-CB17-49E8-B65A-23289A07524F}" dt="2025-02-13T15:07:24.353" v="860" actId="478"/>
          <ac:spMkLst>
            <pc:docMk/>
            <pc:sldMk cId="1347568004" sldId="281"/>
            <ac:spMk id="11008" creationId="{790D9D12-0001-3270-6DB0-C8481D73AC9E}"/>
          </ac:spMkLst>
        </pc:spChg>
      </pc:sldChg>
      <pc:sldChg chg="del">
        <pc:chgData name="ankit shrivas" userId="e4b473bf617c932d" providerId="LiveId" clId="{F3B074A6-CB17-49E8-B65A-23289A07524F}" dt="2025-02-12T14:06:22.119" v="150" actId="47"/>
        <pc:sldMkLst>
          <pc:docMk/>
          <pc:sldMk cId="0" sldId="282"/>
        </pc:sldMkLst>
      </pc:sldChg>
      <pc:sldChg chg="addSp delSp modSp add mod">
        <pc:chgData name="ankit shrivas" userId="e4b473bf617c932d" providerId="LiveId" clId="{F3B074A6-CB17-49E8-B65A-23289A07524F}" dt="2025-02-13T15:08:25.585" v="872" actId="403"/>
        <pc:sldMkLst>
          <pc:docMk/>
          <pc:sldMk cId="2700757595" sldId="282"/>
        </pc:sldMkLst>
        <pc:spChg chg="add mod">
          <ac:chgData name="ankit shrivas" userId="e4b473bf617c932d" providerId="LiveId" clId="{F3B074A6-CB17-49E8-B65A-23289A07524F}" dt="2025-02-13T15:08:25.585" v="872" actId="403"/>
          <ac:spMkLst>
            <pc:docMk/>
            <pc:sldMk cId="2700757595" sldId="282"/>
            <ac:spMk id="3" creationId="{C3D8EB96-F7EE-C227-2421-7C3CDE950829}"/>
          </ac:spMkLst>
        </pc:spChg>
        <pc:spChg chg="add del mod">
          <ac:chgData name="ankit shrivas" userId="e4b473bf617c932d" providerId="LiveId" clId="{F3B074A6-CB17-49E8-B65A-23289A07524F}" dt="2025-02-13T14:59:39.005" v="782" actId="478"/>
          <ac:spMkLst>
            <pc:docMk/>
            <pc:sldMk cId="2700757595" sldId="282"/>
            <ac:spMk id="5" creationId="{DAB35F83-1570-8F66-4ABF-8C62D2544ECA}"/>
          </ac:spMkLst>
        </pc:spChg>
        <pc:spChg chg="add del mod">
          <ac:chgData name="ankit shrivas" userId="e4b473bf617c932d" providerId="LiveId" clId="{F3B074A6-CB17-49E8-B65A-23289A07524F}" dt="2025-02-13T15:08:20.329" v="870" actId="478"/>
          <ac:spMkLst>
            <pc:docMk/>
            <pc:sldMk cId="2700757595" sldId="282"/>
            <ac:spMk id="7" creationId="{EE6904BD-B0CE-D67F-EE85-FAC0BC48A84A}"/>
          </ac:spMkLst>
        </pc:spChg>
        <pc:spChg chg="mod">
          <ac:chgData name="ankit shrivas" userId="e4b473bf617c932d" providerId="LiveId" clId="{F3B074A6-CB17-49E8-B65A-23289A07524F}" dt="2025-02-13T14:59:25.691" v="779"/>
          <ac:spMkLst>
            <pc:docMk/>
            <pc:sldMk cId="2700757595" sldId="282"/>
            <ac:spMk id="11006" creationId="{7FBF6777-AB49-B040-D526-701A159E6B5D}"/>
          </ac:spMkLst>
        </pc:spChg>
        <pc:spChg chg="del">
          <ac:chgData name="ankit shrivas" userId="e4b473bf617c932d" providerId="LiveId" clId="{F3B074A6-CB17-49E8-B65A-23289A07524F}" dt="2025-02-13T14:59:34.704" v="781" actId="478"/>
          <ac:spMkLst>
            <pc:docMk/>
            <pc:sldMk cId="2700757595" sldId="282"/>
            <ac:spMk id="11007" creationId="{F65E0E99-92D5-B1B7-3116-01B7898884FF}"/>
          </ac:spMkLst>
        </pc:spChg>
        <pc:spChg chg="del">
          <ac:chgData name="ankit shrivas" userId="e4b473bf617c932d" providerId="LiveId" clId="{F3B074A6-CB17-49E8-B65A-23289A07524F}" dt="2025-02-13T15:08:17.490" v="869" actId="478"/>
          <ac:spMkLst>
            <pc:docMk/>
            <pc:sldMk cId="2700757595" sldId="282"/>
            <ac:spMk id="11008" creationId="{04F0D375-D4CA-929D-7793-444F5779AA5B}"/>
          </ac:spMkLst>
        </pc:spChg>
      </pc:sldChg>
      <pc:sldChg chg="del">
        <pc:chgData name="ankit shrivas" userId="e4b473bf617c932d" providerId="LiveId" clId="{F3B074A6-CB17-49E8-B65A-23289A07524F}" dt="2025-02-12T14:06:21.847" v="149" actId="47"/>
        <pc:sldMkLst>
          <pc:docMk/>
          <pc:sldMk cId="0" sldId="283"/>
        </pc:sldMkLst>
      </pc:sldChg>
      <pc:sldChg chg="addSp delSp modSp add mod">
        <pc:chgData name="ankit shrivas" userId="e4b473bf617c932d" providerId="LiveId" clId="{F3B074A6-CB17-49E8-B65A-23289A07524F}" dt="2025-02-13T15:08:32.564" v="874" actId="478"/>
        <pc:sldMkLst>
          <pc:docMk/>
          <pc:sldMk cId="494934615" sldId="283"/>
        </pc:sldMkLst>
        <pc:spChg chg="add del mod">
          <ac:chgData name="ankit shrivas" userId="e4b473bf617c932d" providerId="LiveId" clId="{F3B074A6-CB17-49E8-B65A-23289A07524F}" dt="2025-02-13T14:55:48.577" v="681" actId="478"/>
          <ac:spMkLst>
            <pc:docMk/>
            <pc:sldMk cId="494934615" sldId="283"/>
            <ac:spMk id="3" creationId="{42A8CA47-4CD9-ED21-994F-E53E1AF01477}"/>
          </ac:spMkLst>
        </pc:spChg>
        <pc:spChg chg="add mod">
          <ac:chgData name="ankit shrivas" userId="e4b473bf617c932d" providerId="LiveId" clId="{F3B074A6-CB17-49E8-B65A-23289A07524F}" dt="2025-02-13T14:59:00.393" v="778" actId="20577"/>
          <ac:spMkLst>
            <pc:docMk/>
            <pc:sldMk cId="494934615" sldId="283"/>
            <ac:spMk id="5" creationId="{FB778F9E-675D-4079-AD8E-10063279904B}"/>
          </ac:spMkLst>
        </pc:spChg>
        <pc:spChg chg="add del mod">
          <ac:chgData name="ankit shrivas" userId="e4b473bf617c932d" providerId="LiveId" clId="{F3B074A6-CB17-49E8-B65A-23289A07524F}" dt="2025-02-13T15:08:32.564" v="874" actId="478"/>
          <ac:spMkLst>
            <pc:docMk/>
            <pc:sldMk cId="494934615" sldId="283"/>
            <ac:spMk id="7" creationId="{3D103E4A-8430-D424-6309-96D95A516179}"/>
          </ac:spMkLst>
        </pc:spChg>
        <pc:spChg chg="add mod">
          <ac:chgData name="ankit shrivas" userId="e4b473bf617c932d" providerId="LiveId" clId="{F3B074A6-CB17-49E8-B65A-23289A07524F}" dt="2025-02-13T14:57:57.925" v="697" actId="1076"/>
          <ac:spMkLst>
            <pc:docMk/>
            <pc:sldMk cId="494934615" sldId="283"/>
            <ac:spMk id="8" creationId="{18C3813B-AEE7-4FB0-E86E-85AF2AEEDA29}"/>
          </ac:spMkLst>
        </pc:spChg>
        <pc:spChg chg="del">
          <ac:chgData name="ankit shrivas" userId="e4b473bf617c932d" providerId="LiveId" clId="{F3B074A6-CB17-49E8-B65A-23289A07524F}" dt="2025-02-13T14:55:43.404" v="679" actId="21"/>
          <ac:spMkLst>
            <pc:docMk/>
            <pc:sldMk cId="494934615" sldId="283"/>
            <ac:spMk id="11007" creationId="{D3FA95ED-EBA2-4F37-E719-4BAEBDB162EB}"/>
          </ac:spMkLst>
        </pc:spChg>
        <pc:spChg chg="del">
          <ac:chgData name="ankit shrivas" userId="e4b473bf617c932d" providerId="LiveId" clId="{F3B074A6-CB17-49E8-B65A-23289A07524F}" dt="2025-02-13T15:08:31.240" v="873" actId="478"/>
          <ac:spMkLst>
            <pc:docMk/>
            <pc:sldMk cId="494934615" sldId="283"/>
            <ac:spMk id="11008" creationId="{0589C8B4-52A5-D142-9614-123066327729}"/>
          </ac:spMkLst>
        </pc:spChg>
      </pc:sldChg>
      <pc:sldChg chg="del">
        <pc:chgData name="ankit shrivas" userId="e4b473bf617c932d" providerId="LiveId" clId="{F3B074A6-CB17-49E8-B65A-23289A07524F}" dt="2025-02-12T14:06:21.316" v="148" actId="47"/>
        <pc:sldMkLst>
          <pc:docMk/>
          <pc:sldMk cId="0" sldId="284"/>
        </pc:sldMkLst>
      </pc:sldChg>
      <pc:sldChg chg="addSp delSp modSp add mod ord">
        <pc:chgData name="ankit shrivas" userId="e4b473bf617c932d" providerId="LiveId" clId="{F3B074A6-CB17-49E8-B65A-23289A07524F}" dt="2025-02-13T15:07:04.515" v="857" actId="478"/>
        <pc:sldMkLst>
          <pc:docMk/>
          <pc:sldMk cId="3209138743" sldId="284"/>
        </pc:sldMkLst>
        <pc:spChg chg="add del mod">
          <ac:chgData name="ankit shrivas" userId="e4b473bf617c932d" providerId="LiveId" clId="{F3B074A6-CB17-49E8-B65A-23289A07524F}" dt="2025-02-13T15:07:04.515" v="857" actId="478"/>
          <ac:spMkLst>
            <pc:docMk/>
            <pc:sldMk cId="3209138743" sldId="284"/>
            <ac:spMk id="4" creationId="{4496DE07-78DD-995D-C0A8-5A76BFEC5A00}"/>
          </ac:spMkLst>
        </pc:spChg>
        <pc:spChg chg="del">
          <ac:chgData name="ankit shrivas" userId="e4b473bf617c932d" providerId="LiveId" clId="{F3B074A6-CB17-49E8-B65A-23289A07524F}" dt="2025-02-13T15:07:02.290" v="856" actId="478"/>
          <ac:spMkLst>
            <pc:docMk/>
            <pc:sldMk cId="3209138743" sldId="284"/>
            <ac:spMk id="11345" creationId="{B5A42F1B-4FA8-79F7-4BE0-500F2287B2F1}"/>
          </ac:spMkLst>
        </pc:spChg>
      </pc:sldChg>
      <pc:sldChg chg="del">
        <pc:chgData name="ankit shrivas" userId="e4b473bf617c932d" providerId="LiveId" clId="{F3B074A6-CB17-49E8-B65A-23289A07524F}" dt="2025-02-12T14:06:20.715" v="146" actId="47"/>
        <pc:sldMkLst>
          <pc:docMk/>
          <pc:sldMk cId="0" sldId="285"/>
        </pc:sldMkLst>
      </pc:sldChg>
      <pc:sldChg chg="add del">
        <pc:chgData name="ankit shrivas" userId="e4b473bf617c932d" providerId="LiveId" clId="{F3B074A6-CB17-49E8-B65A-23289A07524F}" dt="2025-02-13T15:16:38.068" v="950" actId="47"/>
        <pc:sldMkLst>
          <pc:docMk/>
          <pc:sldMk cId="370037741" sldId="285"/>
        </pc:sldMkLst>
      </pc:sldChg>
      <pc:sldChg chg="del">
        <pc:chgData name="ankit shrivas" userId="e4b473bf617c932d" providerId="LiveId" clId="{F3B074A6-CB17-49E8-B65A-23289A07524F}" dt="2025-02-12T14:06:20.991" v="147" actId="47"/>
        <pc:sldMkLst>
          <pc:docMk/>
          <pc:sldMk cId="0" sldId="286"/>
        </pc:sldMkLst>
      </pc:sldChg>
      <pc:sldChg chg="add del">
        <pc:chgData name="ankit shrivas" userId="e4b473bf617c932d" providerId="LiveId" clId="{F3B074A6-CB17-49E8-B65A-23289A07524F}" dt="2025-02-13T15:16:44.167" v="954" actId="47"/>
        <pc:sldMkLst>
          <pc:docMk/>
          <pc:sldMk cId="1934996281" sldId="286"/>
        </pc:sldMkLst>
      </pc:sldChg>
      <pc:sldChg chg="del">
        <pc:chgData name="ankit shrivas" userId="e4b473bf617c932d" providerId="LiveId" clId="{F3B074A6-CB17-49E8-B65A-23289A07524F}" dt="2025-02-12T14:06:17.866" v="145" actId="47"/>
        <pc:sldMkLst>
          <pc:docMk/>
          <pc:sldMk cId="0" sldId="287"/>
        </pc:sldMkLst>
      </pc:sldChg>
      <pc:sldChg chg="addSp delSp modSp add mod">
        <pc:chgData name="ankit shrivas" userId="e4b473bf617c932d" providerId="LiveId" clId="{F3B074A6-CB17-49E8-B65A-23289A07524F}" dt="2025-02-13T15:16:31.963" v="949" actId="1076"/>
        <pc:sldMkLst>
          <pc:docMk/>
          <pc:sldMk cId="3260435025" sldId="287"/>
        </pc:sldMkLst>
        <pc:spChg chg="add mod">
          <ac:chgData name="ankit shrivas" userId="e4b473bf617c932d" providerId="LiveId" clId="{F3B074A6-CB17-49E8-B65A-23289A07524F}" dt="2025-02-13T15:16:28.229" v="948" actId="1076"/>
          <ac:spMkLst>
            <pc:docMk/>
            <pc:sldMk cId="3260435025" sldId="287"/>
            <ac:spMk id="2" creationId="{EA92AF0A-1F1B-BB6E-9F46-A78F182937FC}"/>
          </ac:spMkLst>
        </pc:spChg>
        <pc:spChg chg="del">
          <ac:chgData name="ankit shrivas" userId="e4b473bf617c932d" providerId="LiveId" clId="{F3B074A6-CB17-49E8-B65A-23289A07524F}" dt="2025-02-13T15:15:46.766" v="940" actId="478"/>
          <ac:spMkLst>
            <pc:docMk/>
            <pc:sldMk cId="3260435025" sldId="287"/>
            <ac:spMk id="3" creationId="{8E14F779-B4D3-D94E-F31C-D22CDEF87993}"/>
          </ac:spMkLst>
        </pc:spChg>
        <pc:spChg chg="mod">
          <ac:chgData name="ankit shrivas" userId="e4b473bf617c932d" providerId="LiveId" clId="{F3B074A6-CB17-49E8-B65A-23289A07524F}" dt="2025-02-13T15:16:31.963" v="949" actId="1076"/>
          <ac:spMkLst>
            <pc:docMk/>
            <pc:sldMk cId="3260435025" sldId="287"/>
            <ac:spMk id="11345" creationId="{7DFAA280-DC42-F75D-17F7-AED516906C4C}"/>
          </ac:spMkLst>
        </pc:spChg>
        <pc:grpChg chg="mod">
          <ac:chgData name="ankit shrivas" userId="e4b473bf617c932d" providerId="LiveId" clId="{F3B074A6-CB17-49E8-B65A-23289A07524F}" dt="2025-02-13T15:16:21.003" v="947" actId="14100"/>
          <ac:grpSpMkLst>
            <pc:docMk/>
            <pc:sldMk cId="3260435025" sldId="287"/>
            <ac:grpSpMk id="11355" creationId="{8327627F-F80F-4648-FDA2-41860E3B522B}"/>
          </ac:grpSpMkLst>
        </pc:grpChg>
      </pc:sldChg>
      <pc:sldChg chg="del">
        <pc:chgData name="ankit shrivas" userId="e4b473bf617c932d" providerId="LiveId" clId="{F3B074A6-CB17-49E8-B65A-23289A07524F}" dt="2025-02-12T14:06:17.822" v="144" actId="47"/>
        <pc:sldMkLst>
          <pc:docMk/>
          <pc:sldMk cId="0" sldId="288"/>
        </pc:sldMkLst>
      </pc:sldChg>
      <pc:sldChg chg="addSp modSp add mod ord">
        <pc:chgData name="ankit shrivas" userId="e4b473bf617c932d" providerId="LiveId" clId="{F3B074A6-CB17-49E8-B65A-23289A07524F}" dt="2025-02-14T05:42:51.155" v="1072" actId="1076"/>
        <pc:sldMkLst>
          <pc:docMk/>
          <pc:sldMk cId="1681791027" sldId="288"/>
        </pc:sldMkLst>
        <pc:spChg chg="add mod">
          <ac:chgData name="ankit shrivas" userId="e4b473bf617c932d" providerId="LiveId" clId="{F3B074A6-CB17-49E8-B65A-23289A07524F}" dt="2025-02-14T05:22:14.800" v="1028" actId="14100"/>
          <ac:spMkLst>
            <pc:docMk/>
            <pc:sldMk cId="1681791027" sldId="288"/>
            <ac:spMk id="2" creationId="{021AB641-435C-A34B-AE7F-A68E9E54F5CF}"/>
          </ac:spMkLst>
        </pc:spChg>
        <pc:graphicFrameChg chg="mod modGraphic">
          <ac:chgData name="ankit shrivas" userId="e4b473bf617c932d" providerId="LiveId" clId="{F3B074A6-CB17-49E8-B65A-23289A07524F}" dt="2025-02-14T05:42:51.155" v="1072" actId="1076"/>
          <ac:graphicFrameMkLst>
            <pc:docMk/>
            <pc:sldMk cId="1681791027" sldId="288"/>
            <ac:graphicFrameMk id="6" creationId="{33A02A23-D3F3-1F4D-E431-9C79F98D8BFE}"/>
          </ac:graphicFrameMkLst>
        </pc:graphicFrameChg>
      </pc:sldChg>
      <pc:sldChg chg="del">
        <pc:chgData name="ankit shrivas" userId="e4b473bf617c932d" providerId="LiveId" clId="{F3B074A6-CB17-49E8-B65A-23289A07524F}" dt="2025-02-12T14:06:17.765" v="143" actId="47"/>
        <pc:sldMkLst>
          <pc:docMk/>
          <pc:sldMk cId="0" sldId="289"/>
        </pc:sldMkLst>
      </pc:sldChg>
      <pc:sldChg chg="del">
        <pc:chgData name="ankit shrivas" userId="e4b473bf617c932d" providerId="LiveId" clId="{F3B074A6-CB17-49E8-B65A-23289A07524F}" dt="2025-02-12T14:06:17.711" v="142" actId="47"/>
        <pc:sldMkLst>
          <pc:docMk/>
          <pc:sldMk cId="0" sldId="290"/>
        </pc:sldMkLst>
      </pc:sldChg>
      <pc:sldChg chg="del">
        <pc:chgData name="ankit shrivas" userId="e4b473bf617c932d" providerId="LiveId" clId="{F3B074A6-CB17-49E8-B65A-23289A07524F}" dt="2025-02-12T14:06:17.664" v="141" actId="47"/>
        <pc:sldMkLst>
          <pc:docMk/>
          <pc:sldMk cId="0" sldId="291"/>
        </pc:sldMkLst>
      </pc:sldChg>
      <pc:sldChg chg="del">
        <pc:chgData name="ankit shrivas" userId="e4b473bf617c932d" providerId="LiveId" clId="{F3B074A6-CB17-49E8-B65A-23289A07524F}" dt="2025-02-12T14:06:17.637" v="140" actId="47"/>
        <pc:sldMkLst>
          <pc:docMk/>
          <pc:sldMk cId="0" sldId="292"/>
        </pc:sldMkLst>
      </pc:sldChg>
      <pc:sldChg chg="del">
        <pc:chgData name="ankit shrivas" userId="e4b473bf617c932d" providerId="LiveId" clId="{F3B074A6-CB17-49E8-B65A-23289A07524F}" dt="2025-02-12T14:06:17.603" v="139" actId="47"/>
        <pc:sldMkLst>
          <pc:docMk/>
          <pc:sldMk cId="0" sldId="293"/>
        </pc:sldMkLst>
      </pc:sldChg>
      <pc:sldChg chg="del">
        <pc:chgData name="ankit shrivas" userId="e4b473bf617c932d" providerId="LiveId" clId="{F3B074A6-CB17-49E8-B65A-23289A07524F}" dt="2025-02-12T14:06:17.108" v="138" actId="47"/>
        <pc:sldMkLst>
          <pc:docMk/>
          <pc:sldMk cId="0" sldId="294"/>
        </pc:sldMkLst>
      </pc:sldChg>
      <pc:sldChg chg="del">
        <pc:chgData name="ankit shrivas" userId="e4b473bf617c932d" providerId="LiveId" clId="{F3B074A6-CB17-49E8-B65A-23289A07524F}" dt="2025-02-12T14:06:16.879" v="137" actId="47"/>
        <pc:sldMkLst>
          <pc:docMk/>
          <pc:sldMk cId="0" sldId="295"/>
        </pc:sldMkLst>
      </pc:sldChg>
      <pc:sldChg chg="del">
        <pc:chgData name="ankit shrivas" userId="e4b473bf617c932d" providerId="LiveId" clId="{F3B074A6-CB17-49E8-B65A-23289A07524F}" dt="2025-02-12T14:06:16.746" v="136" actId="47"/>
        <pc:sldMkLst>
          <pc:docMk/>
          <pc:sldMk cId="0" sldId="296"/>
        </pc:sldMkLst>
      </pc:sldChg>
      <pc:sldChg chg="del">
        <pc:chgData name="ankit shrivas" userId="e4b473bf617c932d" providerId="LiveId" clId="{F3B074A6-CB17-49E8-B65A-23289A07524F}" dt="2025-02-12T14:06:16.666" v="135" actId="47"/>
        <pc:sldMkLst>
          <pc:docMk/>
          <pc:sldMk cId="0" sldId="297"/>
        </pc:sldMkLst>
      </pc:sldChg>
      <pc:sldChg chg="del">
        <pc:chgData name="ankit shrivas" userId="e4b473bf617c932d" providerId="LiveId" clId="{F3B074A6-CB17-49E8-B65A-23289A07524F}" dt="2025-02-12T14:06:16.639" v="134" actId="47"/>
        <pc:sldMkLst>
          <pc:docMk/>
          <pc:sldMk cId="0" sldId="298"/>
        </pc:sldMkLst>
      </pc:sldChg>
      <pc:sldChg chg="del">
        <pc:chgData name="ankit shrivas" userId="e4b473bf617c932d" providerId="LiveId" clId="{F3B074A6-CB17-49E8-B65A-23289A07524F}" dt="2025-02-12T14:06:16.594" v="133" actId="47"/>
        <pc:sldMkLst>
          <pc:docMk/>
          <pc:sldMk cId="0" sldId="299"/>
        </pc:sldMkLst>
      </pc:sldChg>
      <pc:sldChg chg="del">
        <pc:chgData name="ankit shrivas" userId="e4b473bf617c932d" providerId="LiveId" clId="{F3B074A6-CB17-49E8-B65A-23289A07524F}" dt="2025-02-12T14:06:16.566" v="132" actId="47"/>
        <pc:sldMkLst>
          <pc:docMk/>
          <pc:sldMk cId="0" sldId="300"/>
        </pc:sldMkLst>
      </pc:sldChg>
      <pc:sldChg chg="del">
        <pc:chgData name="ankit shrivas" userId="e4b473bf617c932d" providerId="LiveId" clId="{F3B074A6-CB17-49E8-B65A-23289A07524F}" dt="2025-02-12T14:06:16.523" v="131" actId="47"/>
        <pc:sldMkLst>
          <pc:docMk/>
          <pc:sldMk cId="0" sldId="301"/>
        </pc:sldMkLst>
      </pc:sldChg>
      <pc:sldChg chg="del">
        <pc:chgData name="ankit shrivas" userId="e4b473bf617c932d" providerId="LiveId" clId="{F3B074A6-CB17-49E8-B65A-23289A07524F}" dt="2025-02-12T14:06:16.452" v="130" actId="47"/>
        <pc:sldMkLst>
          <pc:docMk/>
          <pc:sldMk cId="0" sldId="302"/>
        </pc:sldMkLst>
      </pc:sldChg>
      <pc:sldChg chg="del">
        <pc:chgData name="ankit shrivas" userId="e4b473bf617c932d" providerId="LiveId" clId="{F3B074A6-CB17-49E8-B65A-23289A07524F}" dt="2025-02-12T14:06:16.341" v="129" actId="47"/>
        <pc:sldMkLst>
          <pc:docMk/>
          <pc:sldMk cId="0" sldId="303"/>
        </pc:sldMkLst>
      </pc:sldChg>
      <pc:sldChg chg="del">
        <pc:chgData name="ankit shrivas" userId="e4b473bf617c932d" providerId="LiveId" clId="{F3B074A6-CB17-49E8-B65A-23289A07524F}" dt="2025-02-12T14:06:16.223" v="128" actId="47"/>
        <pc:sldMkLst>
          <pc:docMk/>
          <pc:sldMk cId="0" sldId="304"/>
        </pc:sldMkLst>
      </pc:sldChg>
      <pc:sldChg chg="del">
        <pc:chgData name="ankit shrivas" userId="e4b473bf617c932d" providerId="LiveId" clId="{F3B074A6-CB17-49E8-B65A-23289A07524F}" dt="2025-02-12T14:06:16.109" v="127" actId="47"/>
        <pc:sldMkLst>
          <pc:docMk/>
          <pc:sldMk cId="0" sldId="305"/>
        </pc:sldMkLst>
      </pc:sldChg>
      <pc:sldChg chg="del">
        <pc:chgData name="ankit shrivas" userId="e4b473bf617c932d" providerId="LiveId" clId="{F3B074A6-CB17-49E8-B65A-23289A07524F}" dt="2025-02-12T14:06:15.608" v="126" actId="47"/>
        <pc:sldMkLst>
          <pc:docMk/>
          <pc:sldMk cId="0" sldId="306"/>
        </pc:sldMkLst>
      </pc:sldChg>
      <pc:sldChg chg="del">
        <pc:chgData name="ankit shrivas" userId="e4b473bf617c932d" providerId="LiveId" clId="{F3B074A6-CB17-49E8-B65A-23289A07524F}" dt="2025-02-12T14:06:15.121" v="125" actId="47"/>
        <pc:sldMkLst>
          <pc:docMk/>
          <pc:sldMk cId="0" sldId="307"/>
        </pc:sldMkLst>
      </pc:sldChg>
      <pc:sldMasterChg chg="addSldLayout delSldLayout">
        <pc:chgData name="ankit shrivas" userId="e4b473bf617c932d" providerId="LiveId" clId="{F3B074A6-CB17-49E8-B65A-23289A07524F}" dt="2025-02-13T15:16:42.506" v="953" actId="47"/>
        <pc:sldMasterMkLst>
          <pc:docMk/>
          <pc:sldMasterMk cId="0" sldId="2147483673"/>
        </pc:sldMasterMkLst>
        <pc:sldLayoutChg chg="del">
          <pc:chgData name="ankit shrivas" userId="e4b473bf617c932d" providerId="LiveId" clId="{F3B074A6-CB17-49E8-B65A-23289A07524F}" dt="2025-02-12T14:06:17.822" v="144" actId="47"/>
          <pc:sldLayoutMkLst>
            <pc:docMk/>
            <pc:sldMasterMk cId="0" sldId="2147483673"/>
            <pc:sldLayoutMk cId="0" sldId="2147483650"/>
          </pc:sldLayoutMkLst>
        </pc:sldLayoutChg>
        <pc:sldLayoutChg chg="del">
          <pc:chgData name="ankit shrivas" userId="e4b473bf617c932d" providerId="LiveId" clId="{F3B074A6-CB17-49E8-B65A-23289A07524F}" dt="2025-02-12T14:06:21.316" v="148" actId="47"/>
          <pc:sldLayoutMkLst>
            <pc:docMk/>
            <pc:sldMasterMk cId="0" sldId="2147483673"/>
            <pc:sldLayoutMk cId="0" sldId="2147483651"/>
          </pc:sldLayoutMkLst>
        </pc:sldLayoutChg>
        <pc:sldLayoutChg chg="add del">
          <pc:chgData name="ankit shrivas" userId="e4b473bf617c932d" providerId="LiveId" clId="{F3B074A6-CB17-49E8-B65A-23289A07524F}" dt="2025-02-13T15:16:42.506" v="953" actId="47"/>
          <pc:sldLayoutMkLst>
            <pc:docMk/>
            <pc:sldMasterMk cId="0" sldId="2147483673"/>
            <pc:sldLayoutMk cId="0" sldId="2147483654"/>
          </pc:sldLayoutMkLst>
        </pc:sldLayoutChg>
        <pc:sldLayoutChg chg="del">
          <pc:chgData name="ankit shrivas" userId="e4b473bf617c932d" providerId="LiveId" clId="{F3B074A6-CB17-49E8-B65A-23289A07524F}" dt="2025-02-13T15:16:39.063" v="951" actId="47"/>
          <pc:sldLayoutMkLst>
            <pc:docMk/>
            <pc:sldMasterMk cId="0" sldId="2147483673"/>
            <pc:sldLayoutMk cId="0" sldId="2147483655"/>
          </pc:sldLayoutMkLst>
        </pc:sldLayoutChg>
        <pc:sldLayoutChg chg="del">
          <pc:chgData name="ankit shrivas" userId="e4b473bf617c932d" providerId="LiveId" clId="{F3B074A6-CB17-49E8-B65A-23289A07524F}" dt="2025-02-12T14:07:10.430" v="171" actId="47"/>
          <pc:sldLayoutMkLst>
            <pc:docMk/>
            <pc:sldMasterMk cId="0" sldId="2147483673"/>
            <pc:sldLayoutMk cId="0" sldId="2147483656"/>
          </pc:sldLayoutMkLst>
        </pc:sldLayoutChg>
        <pc:sldLayoutChg chg="del">
          <pc:chgData name="ankit shrivas" userId="e4b473bf617c932d" providerId="LiveId" clId="{F3B074A6-CB17-49E8-B65A-23289A07524F}" dt="2025-02-12T14:07:06.935" v="167" actId="47"/>
          <pc:sldLayoutMkLst>
            <pc:docMk/>
            <pc:sldMasterMk cId="0" sldId="2147483673"/>
            <pc:sldLayoutMk cId="0" sldId="2147483657"/>
          </pc:sldLayoutMkLst>
        </pc:sldLayoutChg>
        <pc:sldLayoutChg chg="del">
          <pc:chgData name="ankit shrivas" userId="e4b473bf617c932d" providerId="LiveId" clId="{F3B074A6-CB17-49E8-B65A-23289A07524F}" dt="2025-02-12T14:07:14.006" v="175" actId="47"/>
          <pc:sldLayoutMkLst>
            <pc:docMk/>
            <pc:sldMasterMk cId="0" sldId="2147483673"/>
            <pc:sldLayoutMk cId="0" sldId="2147483660"/>
          </pc:sldLayoutMkLst>
        </pc:sldLayoutChg>
        <pc:sldLayoutChg chg="add del">
          <pc:chgData name="ankit shrivas" userId="e4b473bf617c932d" providerId="LiveId" clId="{F3B074A6-CB17-49E8-B65A-23289A07524F}" dt="2025-02-12T14:06:25.642" v="157" actId="47"/>
          <pc:sldLayoutMkLst>
            <pc:docMk/>
            <pc:sldMasterMk cId="0" sldId="2147483673"/>
            <pc:sldLayoutMk cId="0" sldId="2147483661"/>
          </pc:sldLayoutMkLst>
        </pc:sldLayoutChg>
        <pc:sldLayoutChg chg="del">
          <pc:chgData name="ankit shrivas" userId="e4b473bf617c932d" providerId="LiveId" clId="{F3B074A6-CB17-49E8-B65A-23289A07524F}" dt="2025-02-12T14:06:20.991" v="147" actId="47"/>
          <pc:sldLayoutMkLst>
            <pc:docMk/>
            <pc:sldMasterMk cId="0" sldId="2147483673"/>
            <pc:sldLayoutMk cId="0" sldId="2147483662"/>
          </pc:sldLayoutMkLst>
        </pc:sldLayoutChg>
        <pc:sldLayoutChg chg="del">
          <pc:chgData name="ankit shrivas" userId="e4b473bf617c932d" providerId="LiveId" clId="{F3B074A6-CB17-49E8-B65A-23289A07524F}" dt="2025-02-12T14:06:17.765" v="143" actId="47"/>
          <pc:sldLayoutMkLst>
            <pc:docMk/>
            <pc:sldMasterMk cId="0" sldId="2147483673"/>
            <pc:sldLayoutMk cId="0" sldId="2147483663"/>
          </pc:sldLayoutMkLst>
        </pc:sldLayoutChg>
        <pc:sldLayoutChg chg="del">
          <pc:chgData name="ankit shrivas" userId="e4b473bf617c932d" providerId="LiveId" clId="{F3B074A6-CB17-49E8-B65A-23289A07524F}" dt="2025-02-12T14:07:20.003" v="178" actId="47"/>
          <pc:sldLayoutMkLst>
            <pc:docMk/>
            <pc:sldMasterMk cId="0" sldId="2147483673"/>
            <pc:sldLayoutMk cId="0" sldId="2147483666"/>
          </pc:sldLayoutMkLst>
        </pc:sldLayoutChg>
        <pc:sldLayoutChg chg="del">
          <pc:chgData name="ankit shrivas" userId="e4b473bf617c932d" providerId="LiveId" clId="{F3B074A6-CB17-49E8-B65A-23289A07524F}" dt="2025-02-12T14:07:16.295" v="177" actId="47"/>
          <pc:sldLayoutMkLst>
            <pc:docMk/>
            <pc:sldMasterMk cId="0" sldId="2147483673"/>
            <pc:sldLayoutMk cId="0" sldId="2147483667"/>
          </pc:sldLayoutMkLst>
        </pc:sldLayoutChg>
        <pc:sldLayoutChg chg="del">
          <pc:chgData name="ankit shrivas" userId="e4b473bf617c932d" providerId="LiveId" clId="{F3B074A6-CB17-49E8-B65A-23289A07524F}" dt="2025-02-12T14:06:17.866" v="145" actId="47"/>
          <pc:sldLayoutMkLst>
            <pc:docMk/>
            <pc:sldMasterMk cId="0" sldId="2147483673"/>
            <pc:sldLayoutMk cId="0" sldId="2147483668"/>
          </pc:sldLayoutMkLst>
        </pc:sldLayoutChg>
      </pc:sldMasterChg>
      <pc:sldMasterChg chg="del delSldLayout">
        <pc:chgData name="ankit shrivas" userId="e4b473bf617c932d" providerId="LiveId" clId="{F3B074A6-CB17-49E8-B65A-23289A07524F}" dt="2025-02-12T14:06:17.711" v="142" actId="47"/>
        <pc:sldMasterMkLst>
          <pc:docMk/>
          <pc:sldMasterMk cId="0" sldId="2147483674"/>
        </pc:sldMasterMkLst>
        <pc:sldLayoutChg chg="del">
          <pc:chgData name="ankit shrivas" userId="e4b473bf617c932d" providerId="LiveId" clId="{F3B074A6-CB17-49E8-B65A-23289A07524F}" dt="2025-02-12T14:06:16.879" v="137" actId="47"/>
          <pc:sldLayoutMkLst>
            <pc:docMk/>
            <pc:sldMasterMk cId="0" sldId="2147483674"/>
            <pc:sldLayoutMk cId="0" sldId="2147483671"/>
          </pc:sldLayoutMkLst>
        </pc:sldLayoutChg>
        <pc:sldLayoutChg chg="del">
          <pc:chgData name="ankit shrivas" userId="e4b473bf617c932d" providerId="LiveId" clId="{F3B074A6-CB17-49E8-B65A-23289A07524F}" dt="2025-02-12T14:06:17.711" v="142" actId="47"/>
          <pc:sldLayoutMkLst>
            <pc:docMk/>
            <pc:sldMasterMk cId="0" sldId="2147483674"/>
            <pc:sldLayoutMk cId="0" sldId="214748367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4"/>
        <p:cNvGrpSpPr/>
        <p:nvPr/>
      </p:nvGrpSpPr>
      <p:grpSpPr>
        <a:xfrm>
          <a:off x="0" y="0"/>
          <a:ext cx="0" cy="0"/>
          <a:chOff x="0" y="0"/>
          <a:chExt cx="0" cy="0"/>
        </a:xfrm>
      </p:grpSpPr>
      <p:sp>
        <p:nvSpPr>
          <p:cNvPr id="10745" name="Google Shape;10745;g1368aa21685_0_4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46" name="Google Shape;10746;g1368aa21685_0_4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66"/>
        <p:cNvGrpSpPr/>
        <p:nvPr/>
      </p:nvGrpSpPr>
      <p:grpSpPr>
        <a:xfrm>
          <a:off x="0" y="0"/>
          <a:ext cx="0" cy="0"/>
          <a:chOff x="0" y="0"/>
          <a:chExt cx="0" cy="0"/>
        </a:xfrm>
      </p:grpSpPr>
      <p:sp>
        <p:nvSpPr>
          <p:cNvPr id="11267" name="Google Shape;11267;ge1d838b627_4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68" name="Google Shape;11268;ge1d838b627_4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4">
          <a:extLst>
            <a:ext uri="{FF2B5EF4-FFF2-40B4-BE49-F238E27FC236}">
              <a16:creationId xmlns:a16="http://schemas.microsoft.com/office/drawing/2014/main" id="{8C15129F-BA82-8AA7-4D6C-4ACC367EAA49}"/>
            </a:ext>
          </a:extLst>
        </p:cNvPr>
        <p:cNvGrpSpPr/>
        <p:nvPr/>
      </p:nvGrpSpPr>
      <p:grpSpPr>
        <a:xfrm>
          <a:off x="0" y="0"/>
          <a:ext cx="0" cy="0"/>
          <a:chOff x="0" y="0"/>
          <a:chExt cx="0" cy="0"/>
        </a:xfrm>
      </p:grpSpPr>
      <p:sp>
        <p:nvSpPr>
          <p:cNvPr id="10995" name="Google Shape;10995;g124799c5fd1_0_30:notes">
            <a:extLst>
              <a:ext uri="{FF2B5EF4-FFF2-40B4-BE49-F238E27FC236}">
                <a16:creationId xmlns:a16="http://schemas.microsoft.com/office/drawing/2014/main" id="{EC796AA6-D0D4-B225-4302-E03C2ABEF2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96" name="Google Shape;10996;g124799c5fd1_0_30:notes">
            <a:extLst>
              <a:ext uri="{FF2B5EF4-FFF2-40B4-BE49-F238E27FC236}">
                <a16:creationId xmlns:a16="http://schemas.microsoft.com/office/drawing/2014/main" id="{A782390D-57F1-5FF1-4AE3-3D2397227D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5882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3"/>
        <p:cNvGrpSpPr/>
        <p:nvPr/>
      </p:nvGrpSpPr>
      <p:grpSpPr>
        <a:xfrm>
          <a:off x="0" y="0"/>
          <a:ext cx="0" cy="0"/>
          <a:chOff x="0" y="0"/>
          <a:chExt cx="0" cy="0"/>
        </a:xfrm>
      </p:grpSpPr>
      <p:sp>
        <p:nvSpPr>
          <p:cNvPr id="11024" name="Google Shape;11024;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25" name="Google Shape;11025;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90"/>
        <p:cNvGrpSpPr/>
        <p:nvPr/>
      </p:nvGrpSpPr>
      <p:grpSpPr>
        <a:xfrm>
          <a:off x="0" y="0"/>
          <a:ext cx="0" cy="0"/>
          <a:chOff x="0" y="0"/>
          <a:chExt cx="0" cy="0"/>
        </a:xfrm>
      </p:grpSpPr>
      <p:sp>
        <p:nvSpPr>
          <p:cNvPr id="12791" name="Google Shape;12791;g125fe1cf66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92" name="Google Shape;12792;g125fe1cf66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39"/>
        <p:cNvGrpSpPr/>
        <p:nvPr/>
      </p:nvGrpSpPr>
      <p:grpSpPr>
        <a:xfrm>
          <a:off x="0" y="0"/>
          <a:ext cx="0" cy="0"/>
          <a:chOff x="0" y="0"/>
          <a:chExt cx="0" cy="0"/>
        </a:xfrm>
      </p:grpSpPr>
      <p:sp>
        <p:nvSpPr>
          <p:cNvPr id="11140" name="Google Shape;11140;ge1d838b627_4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41" name="Google Shape;11141;ge1d838b627_4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1"/>
        <p:cNvGrpSpPr/>
        <p:nvPr/>
      </p:nvGrpSpPr>
      <p:grpSpPr>
        <a:xfrm>
          <a:off x="0" y="0"/>
          <a:ext cx="0" cy="0"/>
          <a:chOff x="0" y="0"/>
          <a:chExt cx="0" cy="0"/>
        </a:xfrm>
      </p:grpSpPr>
      <p:sp>
        <p:nvSpPr>
          <p:cNvPr id="10852" name="Google Shape;10852;g123e0812720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53" name="Google Shape;10853;g123e081272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4"/>
        <p:cNvGrpSpPr/>
        <p:nvPr/>
      </p:nvGrpSpPr>
      <p:grpSpPr>
        <a:xfrm>
          <a:off x="0" y="0"/>
          <a:ext cx="0" cy="0"/>
          <a:chOff x="0" y="0"/>
          <a:chExt cx="0" cy="0"/>
        </a:xfrm>
      </p:grpSpPr>
      <p:sp>
        <p:nvSpPr>
          <p:cNvPr id="10995" name="Google Shape;10995;g124799c5fd1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96" name="Google Shape;10996;g124799c5fd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4">
          <a:extLst>
            <a:ext uri="{FF2B5EF4-FFF2-40B4-BE49-F238E27FC236}">
              <a16:creationId xmlns:a16="http://schemas.microsoft.com/office/drawing/2014/main" id="{3B580057-CA01-9A6B-4269-BD9740B883F4}"/>
            </a:ext>
          </a:extLst>
        </p:cNvPr>
        <p:cNvGrpSpPr/>
        <p:nvPr/>
      </p:nvGrpSpPr>
      <p:grpSpPr>
        <a:xfrm>
          <a:off x="0" y="0"/>
          <a:ext cx="0" cy="0"/>
          <a:chOff x="0" y="0"/>
          <a:chExt cx="0" cy="0"/>
        </a:xfrm>
      </p:grpSpPr>
      <p:sp>
        <p:nvSpPr>
          <p:cNvPr id="10995" name="Google Shape;10995;g124799c5fd1_0_30:notes">
            <a:extLst>
              <a:ext uri="{FF2B5EF4-FFF2-40B4-BE49-F238E27FC236}">
                <a16:creationId xmlns:a16="http://schemas.microsoft.com/office/drawing/2014/main" id="{2791D40A-5DE9-D9AB-6277-6E6ECC9CA9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96" name="Google Shape;10996;g124799c5fd1_0_30:notes">
            <a:extLst>
              <a:ext uri="{FF2B5EF4-FFF2-40B4-BE49-F238E27FC236}">
                <a16:creationId xmlns:a16="http://schemas.microsoft.com/office/drawing/2014/main" id="{5D70FA56-D01C-0B39-11F5-180F103CB5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6129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4">
          <a:extLst>
            <a:ext uri="{FF2B5EF4-FFF2-40B4-BE49-F238E27FC236}">
              <a16:creationId xmlns:a16="http://schemas.microsoft.com/office/drawing/2014/main" id="{83ACD2FA-28A2-800C-6CAC-01C3BCFC4555}"/>
            </a:ext>
          </a:extLst>
        </p:cNvPr>
        <p:cNvGrpSpPr/>
        <p:nvPr/>
      </p:nvGrpSpPr>
      <p:grpSpPr>
        <a:xfrm>
          <a:off x="0" y="0"/>
          <a:ext cx="0" cy="0"/>
          <a:chOff x="0" y="0"/>
          <a:chExt cx="0" cy="0"/>
        </a:xfrm>
      </p:grpSpPr>
      <p:sp>
        <p:nvSpPr>
          <p:cNvPr id="10995" name="Google Shape;10995;g124799c5fd1_0_30:notes">
            <a:extLst>
              <a:ext uri="{FF2B5EF4-FFF2-40B4-BE49-F238E27FC236}">
                <a16:creationId xmlns:a16="http://schemas.microsoft.com/office/drawing/2014/main" id="{AB6CF665-8AC5-4C68-5699-5E93B59299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96" name="Google Shape;10996;g124799c5fd1_0_30:notes">
            <a:extLst>
              <a:ext uri="{FF2B5EF4-FFF2-40B4-BE49-F238E27FC236}">
                <a16:creationId xmlns:a16="http://schemas.microsoft.com/office/drawing/2014/main" id="{ED5C500A-699A-329C-60D4-CA46AAD337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65492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4">
          <a:extLst>
            <a:ext uri="{FF2B5EF4-FFF2-40B4-BE49-F238E27FC236}">
              <a16:creationId xmlns:a16="http://schemas.microsoft.com/office/drawing/2014/main" id="{4EB50282-D167-00B5-AE1E-AB105AC8B13A}"/>
            </a:ext>
          </a:extLst>
        </p:cNvPr>
        <p:cNvGrpSpPr/>
        <p:nvPr/>
      </p:nvGrpSpPr>
      <p:grpSpPr>
        <a:xfrm>
          <a:off x="0" y="0"/>
          <a:ext cx="0" cy="0"/>
          <a:chOff x="0" y="0"/>
          <a:chExt cx="0" cy="0"/>
        </a:xfrm>
      </p:grpSpPr>
      <p:sp>
        <p:nvSpPr>
          <p:cNvPr id="10995" name="Google Shape;10995;g124799c5fd1_0_30:notes">
            <a:extLst>
              <a:ext uri="{FF2B5EF4-FFF2-40B4-BE49-F238E27FC236}">
                <a16:creationId xmlns:a16="http://schemas.microsoft.com/office/drawing/2014/main" id="{6CF73AA2-E747-08A6-AA46-33B969B298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96" name="Google Shape;10996;g124799c5fd1_0_30:notes">
            <a:extLst>
              <a:ext uri="{FF2B5EF4-FFF2-40B4-BE49-F238E27FC236}">
                <a16:creationId xmlns:a16="http://schemas.microsoft.com/office/drawing/2014/main" id="{CBB229CD-6D86-8D5B-DE4D-588DEB16A2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4596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4">
          <a:extLst>
            <a:ext uri="{FF2B5EF4-FFF2-40B4-BE49-F238E27FC236}">
              <a16:creationId xmlns:a16="http://schemas.microsoft.com/office/drawing/2014/main" id="{6BEA8C86-2F31-D2EF-145E-D8A9475B0AF9}"/>
            </a:ext>
          </a:extLst>
        </p:cNvPr>
        <p:cNvGrpSpPr/>
        <p:nvPr/>
      </p:nvGrpSpPr>
      <p:grpSpPr>
        <a:xfrm>
          <a:off x="0" y="0"/>
          <a:ext cx="0" cy="0"/>
          <a:chOff x="0" y="0"/>
          <a:chExt cx="0" cy="0"/>
        </a:xfrm>
      </p:grpSpPr>
      <p:sp>
        <p:nvSpPr>
          <p:cNvPr id="10995" name="Google Shape;10995;g124799c5fd1_0_30:notes">
            <a:extLst>
              <a:ext uri="{FF2B5EF4-FFF2-40B4-BE49-F238E27FC236}">
                <a16:creationId xmlns:a16="http://schemas.microsoft.com/office/drawing/2014/main" id="{6879E0E2-BC9E-ACBC-B972-4A59C40E7C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96" name="Google Shape;10996;g124799c5fd1_0_30:notes">
            <a:extLst>
              <a:ext uri="{FF2B5EF4-FFF2-40B4-BE49-F238E27FC236}">
                <a16:creationId xmlns:a16="http://schemas.microsoft.com/office/drawing/2014/main" id="{ADD57C9C-9964-2C75-C72C-6F62083B84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687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4">
          <a:extLst>
            <a:ext uri="{FF2B5EF4-FFF2-40B4-BE49-F238E27FC236}">
              <a16:creationId xmlns:a16="http://schemas.microsoft.com/office/drawing/2014/main" id="{C945CB9F-7767-A8F4-507C-5AC4242B091D}"/>
            </a:ext>
          </a:extLst>
        </p:cNvPr>
        <p:cNvGrpSpPr/>
        <p:nvPr/>
      </p:nvGrpSpPr>
      <p:grpSpPr>
        <a:xfrm>
          <a:off x="0" y="0"/>
          <a:ext cx="0" cy="0"/>
          <a:chOff x="0" y="0"/>
          <a:chExt cx="0" cy="0"/>
        </a:xfrm>
      </p:grpSpPr>
      <p:sp>
        <p:nvSpPr>
          <p:cNvPr id="10995" name="Google Shape;10995;g124799c5fd1_0_30:notes">
            <a:extLst>
              <a:ext uri="{FF2B5EF4-FFF2-40B4-BE49-F238E27FC236}">
                <a16:creationId xmlns:a16="http://schemas.microsoft.com/office/drawing/2014/main" id="{F4D458D5-856F-4919-5155-F965A2C68D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96" name="Google Shape;10996;g124799c5fd1_0_30:notes">
            <a:extLst>
              <a:ext uri="{FF2B5EF4-FFF2-40B4-BE49-F238E27FC236}">
                <a16:creationId xmlns:a16="http://schemas.microsoft.com/office/drawing/2014/main" id="{657403B0-450C-BE1D-C592-C44D0245C7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41032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1">
          <a:extLst>
            <a:ext uri="{FF2B5EF4-FFF2-40B4-BE49-F238E27FC236}">
              <a16:creationId xmlns:a16="http://schemas.microsoft.com/office/drawing/2014/main" id="{CD12D3EE-1ABE-3018-6A2F-896257880AFD}"/>
            </a:ext>
          </a:extLst>
        </p:cNvPr>
        <p:cNvGrpSpPr/>
        <p:nvPr/>
      </p:nvGrpSpPr>
      <p:grpSpPr>
        <a:xfrm>
          <a:off x="0" y="0"/>
          <a:ext cx="0" cy="0"/>
          <a:chOff x="0" y="0"/>
          <a:chExt cx="0" cy="0"/>
        </a:xfrm>
      </p:grpSpPr>
      <p:sp>
        <p:nvSpPr>
          <p:cNvPr id="11342" name="Google Shape;11342;gf0d4332eef_0_169:notes">
            <a:extLst>
              <a:ext uri="{FF2B5EF4-FFF2-40B4-BE49-F238E27FC236}">
                <a16:creationId xmlns:a16="http://schemas.microsoft.com/office/drawing/2014/main" id="{3B2133B2-5D61-BFE7-7829-6068210E35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43" name="Google Shape;11343;gf0d4332eef_0_169:notes">
            <a:extLst>
              <a:ext uri="{FF2B5EF4-FFF2-40B4-BE49-F238E27FC236}">
                <a16:creationId xmlns:a16="http://schemas.microsoft.com/office/drawing/2014/main" id="{DA639423-679E-A12E-24CD-66A082668C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74756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1"/>
        <p:cNvGrpSpPr/>
        <p:nvPr/>
      </p:nvGrpSpPr>
      <p:grpSpPr>
        <a:xfrm>
          <a:off x="0" y="0"/>
          <a:ext cx="0" cy="0"/>
          <a:chOff x="0" y="0"/>
          <a:chExt cx="0" cy="0"/>
        </a:xfrm>
      </p:grpSpPr>
      <p:sp>
        <p:nvSpPr>
          <p:cNvPr id="11342" name="Google Shape;11342;gf0d4332eef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43" name="Google Shape;11343;gf0d4332eef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1">
          <a:extLst>
            <a:ext uri="{FF2B5EF4-FFF2-40B4-BE49-F238E27FC236}">
              <a16:creationId xmlns:a16="http://schemas.microsoft.com/office/drawing/2014/main" id="{F8A91B5F-43F9-BA8D-4C89-9C9CA2C5481B}"/>
            </a:ext>
          </a:extLst>
        </p:cNvPr>
        <p:cNvGrpSpPr/>
        <p:nvPr/>
      </p:nvGrpSpPr>
      <p:grpSpPr>
        <a:xfrm>
          <a:off x="0" y="0"/>
          <a:ext cx="0" cy="0"/>
          <a:chOff x="0" y="0"/>
          <a:chExt cx="0" cy="0"/>
        </a:xfrm>
      </p:grpSpPr>
      <p:sp>
        <p:nvSpPr>
          <p:cNvPr id="11342" name="Google Shape;11342;gf0d4332eef_0_169:notes">
            <a:extLst>
              <a:ext uri="{FF2B5EF4-FFF2-40B4-BE49-F238E27FC236}">
                <a16:creationId xmlns:a16="http://schemas.microsoft.com/office/drawing/2014/main" id="{D25B41B1-C547-90E5-BE3A-D5A24808F1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43" name="Google Shape;11343;gf0d4332eef_0_169:notes">
            <a:extLst>
              <a:ext uri="{FF2B5EF4-FFF2-40B4-BE49-F238E27FC236}">
                <a16:creationId xmlns:a16="http://schemas.microsoft.com/office/drawing/2014/main" id="{5B0013C9-171B-F992-80B4-A87E4C7A7F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532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14"/>
        <p:cNvGrpSpPr/>
        <p:nvPr/>
      </p:nvGrpSpPr>
      <p:grpSpPr>
        <a:xfrm>
          <a:off x="0" y="0"/>
          <a:ext cx="0" cy="0"/>
          <a:chOff x="0" y="0"/>
          <a:chExt cx="0" cy="0"/>
        </a:xfrm>
      </p:grpSpPr>
      <p:sp>
        <p:nvSpPr>
          <p:cNvPr id="12415" name="Google Shape;12415;ge1d838b627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16" name="Google Shape;12416;ge1d838b627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145158" y="4651640"/>
            <a:ext cx="2095529" cy="1058761"/>
            <a:chOff x="1423500" y="1965000"/>
            <a:chExt cx="1202875" cy="607750"/>
          </a:xfrm>
        </p:grpSpPr>
        <p:sp>
          <p:nvSpPr>
            <p:cNvPr id="10" name="Google Shape;10;p2"/>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 name="Google Shape;142;p2"/>
          <p:cNvGrpSpPr/>
          <p:nvPr/>
        </p:nvGrpSpPr>
        <p:grpSpPr>
          <a:xfrm rot="-820589">
            <a:off x="6346617" y="-320346"/>
            <a:ext cx="2098832" cy="984632"/>
            <a:chOff x="1406550" y="1260600"/>
            <a:chExt cx="1204775" cy="565200"/>
          </a:xfrm>
        </p:grpSpPr>
        <p:sp>
          <p:nvSpPr>
            <p:cNvPr id="143" name="Google Shape;143;p2"/>
            <p:cNvSpPr/>
            <p:nvPr/>
          </p:nvSpPr>
          <p:spPr>
            <a:xfrm>
              <a:off x="1406550" y="1264650"/>
              <a:ext cx="1204775" cy="555275"/>
            </a:xfrm>
            <a:custGeom>
              <a:avLst/>
              <a:gdLst/>
              <a:ahLst/>
              <a:cxnLst/>
              <a:rect l="l" t="t" r="r" b="b"/>
              <a:pathLst>
                <a:path w="48191" h="22211" extrusionOk="0">
                  <a:moveTo>
                    <a:pt x="25953" y="0"/>
                  </a:moveTo>
                  <a:cubicBezTo>
                    <a:pt x="24999" y="0"/>
                    <a:pt x="24004" y="17"/>
                    <a:pt x="22965" y="49"/>
                  </a:cubicBezTo>
                  <a:cubicBezTo>
                    <a:pt x="9089" y="467"/>
                    <a:pt x="0" y="3263"/>
                    <a:pt x="921" y="12586"/>
                  </a:cubicBezTo>
                  <a:cubicBezTo>
                    <a:pt x="1557" y="19097"/>
                    <a:pt x="14897" y="22211"/>
                    <a:pt x="24991" y="22211"/>
                  </a:cubicBezTo>
                  <a:cubicBezTo>
                    <a:pt x="36390" y="22211"/>
                    <a:pt x="48190" y="14461"/>
                    <a:pt x="44759" y="7263"/>
                  </a:cubicBezTo>
                  <a:cubicBezTo>
                    <a:pt x="42311" y="2152"/>
                    <a:pt x="36876" y="0"/>
                    <a:pt x="25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1450475" y="1293850"/>
              <a:ext cx="1112300" cy="487575"/>
            </a:xfrm>
            <a:custGeom>
              <a:avLst/>
              <a:gdLst/>
              <a:ahLst/>
              <a:cxnLst/>
              <a:rect l="l" t="t" r="r" b="b"/>
              <a:pathLst>
                <a:path w="44492" h="19503" extrusionOk="0">
                  <a:moveTo>
                    <a:pt x="24368" y="1"/>
                  </a:moveTo>
                  <a:cubicBezTo>
                    <a:pt x="23367" y="1"/>
                    <a:pt x="22314" y="18"/>
                    <a:pt x="21208" y="53"/>
                  </a:cubicBezTo>
                  <a:cubicBezTo>
                    <a:pt x="8370" y="454"/>
                    <a:pt x="1" y="2697"/>
                    <a:pt x="871" y="11301"/>
                  </a:cubicBezTo>
                  <a:cubicBezTo>
                    <a:pt x="1474" y="17293"/>
                    <a:pt x="13475" y="19503"/>
                    <a:pt x="22799" y="19503"/>
                  </a:cubicBezTo>
                  <a:cubicBezTo>
                    <a:pt x="33344" y="19503"/>
                    <a:pt x="44492" y="13025"/>
                    <a:pt x="41328" y="6380"/>
                  </a:cubicBezTo>
                  <a:cubicBezTo>
                    <a:pt x="39111" y="1702"/>
                    <a:pt x="34179" y="1"/>
                    <a:pt x="243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1427050" y="1514850"/>
              <a:ext cx="1112725" cy="310950"/>
            </a:xfrm>
            <a:custGeom>
              <a:avLst/>
              <a:gdLst/>
              <a:ahLst/>
              <a:cxnLst/>
              <a:rect l="l" t="t" r="r" b="b"/>
              <a:pathLst>
                <a:path w="44509" h="12438" extrusionOk="0">
                  <a:moveTo>
                    <a:pt x="101" y="0"/>
                  </a:moveTo>
                  <a:lnTo>
                    <a:pt x="101" y="0"/>
                  </a:lnTo>
                  <a:cubicBezTo>
                    <a:pt x="0" y="804"/>
                    <a:pt x="0" y="1657"/>
                    <a:pt x="84" y="2578"/>
                  </a:cubicBezTo>
                  <a:cubicBezTo>
                    <a:pt x="737" y="9089"/>
                    <a:pt x="14077" y="12437"/>
                    <a:pt x="24154" y="12437"/>
                  </a:cubicBezTo>
                  <a:cubicBezTo>
                    <a:pt x="34030" y="12437"/>
                    <a:pt x="44157" y="6428"/>
                    <a:pt x="44508" y="218"/>
                  </a:cubicBezTo>
                  <a:lnTo>
                    <a:pt x="44508" y="218"/>
                  </a:lnTo>
                  <a:cubicBezTo>
                    <a:pt x="43654" y="6194"/>
                    <a:pt x="33812" y="11684"/>
                    <a:pt x="24204" y="11684"/>
                  </a:cubicBezTo>
                  <a:cubicBezTo>
                    <a:pt x="14128" y="11684"/>
                    <a:pt x="770" y="8570"/>
                    <a:pt x="151" y="2059"/>
                  </a:cubicBezTo>
                  <a:cubicBezTo>
                    <a:pt x="84" y="1323"/>
                    <a:pt x="67" y="653"/>
                    <a:pt x="1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1423275" y="1260600"/>
              <a:ext cx="1118575" cy="293600"/>
            </a:xfrm>
            <a:custGeom>
              <a:avLst/>
              <a:gdLst/>
              <a:ahLst/>
              <a:cxnLst/>
              <a:rect l="l" t="t" r="r" b="b"/>
              <a:pathLst>
                <a:path w="44743" h="11744" extrusionOk="0">
                  <a:moveTo>
                    <a:pt x="25024" y="1"/>
                  </a:moveTo>
                  <a:cubicBezTo>
                    <a:pt x="24140" y="1"/>
                    <a:pt x="23220" y="15"/>
                    <a:pt x="22263" y="44"/>
                  </a:cubicBezTo>
                  <a:cubicBezTo>
                    <a:pt x="8889" y="462"/>
                    <a:pt x="1" y="3207"/>
                    <a:pt x="185" y="11744"/>
                  </a:cubicBezTo>
                  <a:cubicBezTo>
                    <a:pt x="369" y="3626"/>
                    <a:pt x="9190" y="964"/>
                    <a:pt x="22296" y="579"/>
                  </a:cubicBezTo>
                  <a:cubicBezTo>
                    <a:pt x="23287" y="548"/>
                    <a:pt x="24238" y="533"/>
                    <a:pt x="25151" y="533"/>
                  </a:cubicBezTo>
                  <a:cubicBezTo>
                    <a:pt x="36163" y="533"/>
                    <a:pt x="41632" y="2796"/>
                    <a:pt x="44090" y="7927"/>
                  </a:cubicBezTo>
                  <a:cubicBezTo>
                    <a:pt x="44475" y="8714"/>
                    <a:pt x="44659" y="9484"/>
                    <a:pt x="44693" y="10254"/>
                  </a:cubicBezTo>
                  <a:cubicBezTo>
                    <a:pt x="44743" y="9317"/>
                    <a:pt x="44542" y="8346"/>
                    <a:pt x="44090" y="7408"/>
                  </a:cubicBezTo>
                  <a:cubicBezTo>
                    <a:pt x="41625" y="2262"/>
                    <a:pt x="36116" y="1"/>
                    <a:pt x="25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1447450" y="1299025"/>
              <a:ext cx="1027225" cy="464700"/>
            </a:xfrm>
            <a:custGeom>
              <a:avLst/>
              <a:gdLst/>
              <a:ahLst/>
              <a:cxnLst/>
              <a:rect l="l" t="t" r="r" b="b"/>
              <a:pathLst>
                <a:path w="41089" h="18588" extrusionOk="0">
                  <a:moveTo>
                    <a:pt x="24535" y="1"/>
                  </a:moveTo>
                  <a:cubicBezTo>
                    <a:pt x="23384" y="1"/>
                    <a:pt x="22185" y="29"/>
                    <a:pt x="20944" y="80"/>
                  </a:cubicBezTo>
                  <a:cubicBezTo>
                    <a:pt x="9646" y="565"/>
                    <a:pt x="4390" y="2624"/>
                    <a:pt x="2398" y="7411"/>
                  </a:cubicBezTo>
                  <a:cubicBezTo>
                    <a:pt x="1" y="13215"/>
                    <a:pt x="9357" y="18588"/>
                    <a:pt x="18763" y="18588"/>
                  </a:cubicBezTo>
                  <a:cubicBezTo>
                    <a:pt x="19340" y="18588"/>
                    <a:pt x="19918" y="18567"/>
                    <a:pt x="20492" y="18526"/>
                  </a:cubicBezTo>
                  <a:cubicBezTo>
                    <a:pt x="29247" y="17907"/>
                    <a:pt x="40679" y="14525"/>
                    <a:pt x="40863" y="9102"/>
                  </a:cubicBezTo>
                  <a:cubicBezTo>
                    <a:pt x="41089" y="2131"/>
                    <a:pt x="34625" y="1"/>
                    <a:pt x="245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1439025" y="1308900"/>
              <a:ext cx="1025525" cy="450175"/>
            </a:xfrm>
            <a:custGeom>
              <a:avLst/>
              <a:gdLst/>
              <a:ahLst/>
              <a:cxnLst/>
              <a:rect l="l" t="t" r="r" b="b"/>
              <a:pathLst>
                <a:path w="41021" h="18007" extrusionOk="0">
                  <a:moveTo>
                    <a:pt x="24879" y="0"/>
                  </a:moveTo>
                  <a:cubicBezTo>
                    <a:pt x="23603" y="0"/>
                    <a:pt x="22282" y="66"/>
                    <a:pt x="20930" y="204"/>
                  </a:cubicBezTo>
                  <a:cubicBezTo>
                    <a:pt x="11941" y="1124"/>
                    <a:pt x="6250" y="2179"/>
                    <a:pt x="3020" y="7184"/>
                  </a:cubicBezTo>
                  <a:cubicBezTo>
                    <a:pt x="1" y="11821"/>
                    <a:pt x="10031" y="18006"/>
                    <a:pt x="19970" y="18006"/>
                  </a:cubicBezTo>
                  <a:cubicBezTo>
                    <a:pt x="20722" y="18006"/>
                    <a:pt x="21473" y="17971"/>
                    <a:pt x="22219" y="17896"/>
                  </a:cubicBezTo>
                  <a:cubicBezTo>
                    <a:pt x="34070" y="16675"/>
                    <a:pt x="40079" y="12038"/>
                    <a:pt x="40564" y="7452"/>
                  </a:cubicBezTo>
                  <a:cubicBezTo>
                    <a:pt x="41020" y="3422"/>
                    <a:pt x="34112" y="0"/>
                    <a:pt x="248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1447350" y="1315975"/>
              <a:ext cx="1011500" cy="419150"/>
            </a:xfrm>
            <a:custGeom>
              <a:avLst/>
              <a:gdLst/>
              <a:ahLst/>
              <a:cxnLst/>
              <a:rect l="l" t="t" r="r" b="b"/>
              <a:pathLst>
                <a:path w="40460" h="16766" extrusionOk="0">
                  <a:moveTo>
                    <a:pt x="24729" y="1"/>
                  </a:moveTo>
                  <a:cubicBezTo>
                    <a:pt x="23450" y="1"/>
                    <a:pt x="22124" y="66"/>
                    <a:pt x="20764" y="205"/>
                  </a:cubicBezTo>
                  <a:cubicBezTo>
                    <a:pt x="11910" y="1093"/>
                    <a:pt x="6302" y="2130"/>
                    <a:pt x="3021" y="6951"/>
                  </a:cubicBezTo>
                  <a:cubicBezTo>
                    <a:pt x="0" y="11390"/>
                    <a:pt x="10165" y="16766"/>
                    <a:pt x="19948" y="16766"/>
                  </a:cubicBezTo>
                  <a:cubicBezTo>
                    <a:pt x="20790" y="16766"/>
                    <a:pt x="21628" y="16726"/>
                    <a:pt x="22455" y="16643"/>
                  </a:cubicBezTo>
                  <a:cubicBezTo>
                    <a:pt x="34138" y="15454"/>
                    <a:pt x="39361" y="11554"/>
                    <a:pt x="39947" y="7152"/>
                  </a:cubicBezTo>
                  <a:cubicBezTo>
                    <a:pt x="40460" y="3281"/>
                    <a:pt x="33767" y="1"/>
                    <a:pt x="247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2072350" y="1350525"/>
              <a:ext cx="329350" cy="96850"/>
            </a:xfrm>
            <a:custGeom>
              <a:avLst/>
              <a:gdLst/>
              <a:ahLst/>
              <a:cxnLst/>
              <a:rect l="l" t="t" r="r" b="b"/>
              <a:pathLst>
                <a:path w="13174" h="3874" extrusionOk="0">
                  <a:moveTo>
                    <a:pt x="5782" y="1"/>
                  </a:moveTo>
                  <a:cubicBezTo>
                    <a:pt x="4496" y="1"/>
                    <a:pt x="3161" y="810"/>
                    <a:pt x="1020" y="2707"/>
                  </a:cubicBezTo>
                  <a:cubicBezTo>
                    <a:pt x="31" y="3584"/>
                    <a:pt x="0" y="3873"/>
                    <a:pt x="572" y="3873"/>
                  </a:cubicBezTo>
                  <a:cubicBezTo>
                    <a:pt x="1681" y="3873"/>
                    <a:pt x="5062" y="2782"/>
                    <a:pt x="8109" y="2782"/>
                  </a:cubicBezTo>
                  <a:cubicBezTo>
                    <a:pt x="9123" y="2782"/>
                    <a:pt x="10101" y="2903"/>
                    <a:pt x="10946" y="3226"/>
                  </a:cubicBezTo>
                  <a:cubicBezTo>
                    <a:pt x="11895" y="3593"/>
                    <a:pt x="12399" y="3747"/>
                    <a:pt x="12582" y="3747"/>
                  </a:cubicBezTo>
                  <a:cubicBezTo>
                    <a:pt x="13174" y="3747"/>
                    <a:pt x="10404" y="2138"/>
                    <a:pt x="8435" y="949"/>
                  </a:cubicBezTo>
                  <a:cubicBezTo>
                    <a:pt x="7433" y="343"/>
                    <a:pt x="6618" y="1"/>
                    <a:pt x="578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1580725" y="1367450"/>
              <a:ext cx="772400" cy="329975"/>
            </a:xfrm>
            <a:custGeom>
              <a:avLst/>
              <a:gdLst/>
              <a:ahLst/>
              <a:cxnLst/>
              <a:rect l="l" t="t" r="r" b="b"/>
              <a:pathLst>
                <a:path w="30896" h="13199" extrusionOk="0">
                  <a:moveTo>
                    <a:pt x="10486" y="1"/>
                  </a:moveTo>
                  <a:cubicBezTo>
                    <a:pt x="5302" y="1"/>
                    <a:pt x="220" y="3089"/>
                    <a:pt x="114" y="7604"/>
                  </a:cubicBezTo>
                  <a:cubicBezTo>
                    <a:pt x="1" y="11782"/>
                    <a:pt x="6792" y="13199"/>
                    <a:pt x="14214" y="13199"/>
                  </a:cubicBezTo>
                  <a:cubicBezTo>
                    <a:pt x="15592" y="13199"/>
                    <a:pt x="16993" y="13150"/>
                    <a:pt x="18375" y="13060"/>
                  </a:cubicBezTo>
                  <a:cubicBezTo>
                    <a:pt x="26711" y="12508"/>
                    <a:pt x="30896" y="6030"/>
                    <a:pt x="21656" y="5762"/>
                  </a:cubicBezTo>
                  <a:cubicBezTo>
                    <a:pt x="21406" y="5756"/>
                    <a:pt x="21169" y="5752"/>
                    <a:pt x="20945" y="5752"/>
                  </a:cubicBezTo>
                  <a:cubicBezTo>
                    <a:pt x="12914" y="5752"/>
                    <a:pt x="20364" y="10013"/>
                    <a:pt x="10090" y="11169"/>
                  </a:cubicBezTo>
                  <a:cubicBezTo>
                    <a:pt x="9229" y="11267"/>
                    <a:pt x="8460" y="11312"/>
                    <a:pt x="7773" y="11312"/>
                  </a:cubicBezTo>
                  <a:cubicBezTo>
                    <a:pt x="27" y="11312"/>
                    <a:pt x="2814" y="5552"/>
                    <a:pt x="4951" y="4875"/>
                  </a:cubicBezTo>
                  <a:cubicBezTo>
                    <a:pt x="8583" y="3720"/>
                    <a:pt x="19430" y="1042"/>
                    <a:pt x="12115" y="105"/>
                  </a:cubicBezTo>
                  <a:cubicBezTo>
                    <a:pt x="11575" y="35"/>
                    <a:pt x="11029" y="1"/>
                    <a:pt x="10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2287400" y="1486800"/>
              <a:ext cx="106750" cy="111450"/>
            </a:xfrm>
            <a:custGeom>
              <a:avLst/>
              <a:gdLst/>
              <a:ahLst/>
              <a:cxnLst/>
              <a:rect l="l" t="t" r="r" b="b"/>
              <a:pathLst>
                <a:path w="4270" h="4458" extrusionOk="0">
                  <a:moveTo>
                    <a:pt x="2302" y="1"/>
                  </a:moveTo>
                  <a:cubicBezTo>
                    <a:pt x="1248" y="1"/>
                    <a:pt x="1" y="540"/>
                    <a:pt x="1" y="1106"/>
                  </a:cubicBezTo>
                  <a:cubicBezTo>
                    <a:pt x="1" y="3019"/>
                    <a:pt x="690" y="4458"/>
                    <a:pt x="1722" y="4458"/>
                  </a:cubicBezTo>
                  <a:cubicBezTo>
                    <a:pt x="2215" y="4458"/>
                    <a:pt x="2787" y="4129"/>
                    <a:pt x="3399" y="3365"/>
                  </a:cubicBezTo>
                  <a:cubicBezTo>
                    <a:pt x="4152" y="2428"/>
                    <a:pt x="4269" y="838"/>
                    <a:pt x="3298" y="235"/>
                  </a:cubicBezTo>
                  <a:cubicBezTo>
                    <a:pt x="3036" y="71"/>
                    <a:pt x="2682" y="1"/>
                    <a:pt x="230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2228825" y="1474250"/>
              <a:ext cx="64875" cy="29350"/>
            </a:xfrm>
            <a:custGeom>
              <a:avLst/>
              <a:gdLst/>
              <a:ahLst/>
              <a:cxnLst/>
              <a:rect l="l" t="t" r="r" b="b"/>
              <a:pathLst>
                <a:path w="2595" h="1174" extrusionOk="0">
                  <a:moveTo>
                    <a:pt x="1306" y="1"/>
                  </a:moveTo>
                  <a:cubicBezTo>
                    <a:pt x="586" y="1"/>
                    <a:pt x="0" y="269"/>
                    <a:pt x="0" y="587"/>
                  </a:cubicBezTo>
                  <a:cubicBezTo>
                    <a:pt x="0" y="921"/>
                    <a:pt x="586" y="1172"/>
                    <a:pt x="1306" y="1172"/>
                  </a:cubicBezTo>
                  <a:cubicBezTo>
                    <a:pt x="1327" y="1173"/>
                    <a:pt x="1348" y="1173"/>
                    <a:pt x="1368" y="1173"/>
                  </a:cubicBezTo>
                  <a:cubicBezTo>
                    <a:pt x="2043" y="1173"/>
                    <a:pt x="2595" y="911"/>
                    <a:pt x="2595" y="587"/>
                  </a:cubicBezTo>
                  <a:cubicBezTo>
                    <a:pt x="2595" y="252"/>
                    <a:pt x="2009" y="1"/>
                    <a:pt x="130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1938825" y="1549575"/>
              <a:ext cx="31400" cy="18850"/>
            </a:xfrm>
            <a:custGeom>
              <a:avLst/>
              <a:gdLst/>
              <a:ahLst/>
              <a:cxnLst/>
              <a:rect l="l" t="t" r="r" b="b"/>
              <a:pathLst>
                <a:path w="1256" h="754" extrusionOk="0">
                  <a:moveTo>
                    <a:pt x="620" y="1"/>
                  </a:moveTo>
                  <a:cubicBezTo>
                    <a:pt x="268" y="1"/>
                    <a:pt x="1" y="168"/>
                    <a:pt x="1" y="369"/>
                  </a:cubicBezTo>
                  <a:cubicBezTo>
                    <a:pt x="1" y="586"/>
                    <a:pt x="268" y="754"/>
                    <a:pt x="620" y="754"/>
                  </a:cubicBezTo>
                  <a:cubicBezTo>
                    <a:pt x="971" y="754"/>
                    <a:pt x="1256" y="586"/>
                    <a:pt x="1256" y="369"/>
                  </a:cubicBezTo>
                  <a:cubicBezTo>
                    <a:pt x="1256" y="168"/>
                    <a:pt x="971" y="1"/>
                    <a:pt x="62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1686500" y="1573025"/>
              <a:ext cx="37675" cy="13825"/>
            </a:xfrm>
            <a:custGeom>
              <a:avLst/>
              <a:gdLst/>
              <a:ahLst/>
              <a:cxnLst/>
              <a:rect l="l" t="t" r="r" b="b"/>
              <a:pathLst>
                <a:path w="1507" h="553" extrusionOk="0">
                  <a:moveTo>
                    <a:pt x="753" y="0"/>
                  </a:moveTo>
                  <a:cubicBezTo>
                    <a:pt x="335" y="0"/>
                    <a:pt x="0" y="134"/>
                    <a:pt x="0" y="268"/>
                  </a:cubicBezTo>
                  <a:cubicBezTo>
                    <a:pt x="0" y="418"/>
                    <a:pt x="335" y="552"/>
                    <a:pt x="753" y="552"/>
                  </a:cubicBezTo>
                  <a:cubicBezTo>
                    <a:pt x="1172" y="552"/>
                    <a:pt x="1507" y="418"/>
                    <a:pt x="1507" y="268"/>
                  </a:cubicBezTo>
                  <a:cubicBezTo>
                    <a:pt x="1507" y="134"/>
                    <a:pt x="1172" y="0"/>
                    <a:pt x="7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1560950" y="1463375"/>
              <a:ext cx="29325" cy="18850"/>
            </a:xfrm>
            <a:custGeom>
              <a:avLst/>
              <a:gdLst/>
              <a:ahLst/>
              <a:cxnLst/>
              <a:rect l="l" t="t" r="r" b="b"/>
              <a:pathLst>
                <a:path w="1173" h="754" extrusionOk="0">
                  <a:moveTo>
                    <a:pt x="586" y="0"/>
                  </a:moveTo>
                  <a:cubicBezTo>
                    <a:pt x="252" y="0"/>
                    <a:pt x="1" y="168"/>
                    <a:pt x="1" y="369"/>
                  </a:cubicBezTo>
                  <a:cubicBezTo>
                    <a:pt x="1" y="586"/>
                    <a:pt x="268" y="754"/>
                    <a:pt x="586" y="754"/>
                  </a:cubicBezTo>
                  <a:cubicBezTo>
                    <a:pt x="921" y="754"/>
                    <a:pt x="1172" y="586"/>
                    <a:pt x="1172" y="369"/>
                  </a:cubicBezTo>
                  <a:cubicBezTo>
                    <a:pt x="1172" y="168"/>
                    <a:pt x="905" y="0"/>
                    <a:pt x="58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1939675" y="1348300"/>
              <a:ext cx="110075" cy="18850"/>
            </a:xfrm>
            <a:custGeom>
              <a:avLst/>
              <a:gdLst/>
              <a:ahLst/>
              <a:cxnLst/>
              <a:rect l="l" t="t" r="r" b="b"/>
              <a:pathLst>
                <a:path w="4403" h="754" extrusionOk="0">
                  <a:moveTo>
                    <a:pt x="2193" y="0"/>
                  </a:moveTo>
                  <a:cubicBezTo>
                    <a:pt x="988" y="0"/>
                    <a:pt x="0" y="168"/>
                    <a:pt x="0" y="369"/>
                  </a:cubicBezTo>
                  <a:cubicBezTo>
                    <a:pt x="0" y="586"/>
                    <a:pt x="988" y="754"/>
                    <a:pt x="2193" y="754"/>
                  </a:cubicBezTo>
                  <a:cubicBezTo>
                    <a:pt x="3415" y="754"/>
                    <a:pt x="4402" y="586"/>
                    <a:pt x="4402" y="369"/>
                  </a:cubicBezTo>
                  <a:cubicBezTo>
                    <a:pt x="4402" y="168"/>
                    <a:pt x="3415" y="0"/>
                    <a:pt x="219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1886925" y="1428325"/>
              <a:ext cx="164075" cy="32050"/>
            </a:xfrm>
            <a:custGeom>
              <a:avLst/>
              <a:gdLst/>
              <a:ahLst/>
              <a:cxnLst/>
              <a:rect l="l" t="t" r="r" b="b"/>
              <a:pathLst>
                <a:path w="6563" h="1282" extrusionOk="0">
                  <a:moveTo>
                    <a:pt x="3956" y="0"/>
                  </a:moveTo>
                  <a:cubicBezTo>
                    <a:pt x="2950" y="0"/>
                    <a:pt x="1843" y="116"/>
                    <a:pt x="1106" y="331"/>
                  </a:cubicBezTo>
                  <a:cubicBezTo>
                    <a:pt x="1" y="649"/>
                    <a:pt x="85" y="1034"/>
                    <a:pt x="1290" y="1202"/>
                  </a:cubicBezTo>
                  <a:cubicBezTo>
                    <a:pt x="1678" y="1256"/>
                    <a:pt x="2134" y="1282"/>
                    <a:pt x="2611" y="1282"/>
                  </a:cubicBezTo>
                  <a:cubicBezTo>
                    <a:pt x="3614" y="1282"/>
                    <a:pt x="4709" y="1166"/>
                    <a:pt x="5458" y="951"/>
                  </a:cubicBezTo>
                  <a:cubicBezTo>
                    <a:pt x="6562" y="649"/>
                    <a:pt x="6479" y="248"/>
                    <a:pt x="5274" y="80"/>
                  </a:cubicBezTo>
                  <a:cubicBezTo>
                    <a:pt x="4891" y="26"/>
                    <a:pt x="4435" y="0"/>
                    <a:pt x="395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2125875" y="1330725"/>
              <a:ext cx="45225" cy="13825"/>
            </a:xfrm>
            <a:custGeom>
              <a:avLst/>
              <a:gdLst/>
              <a:ahLst/>
              <a:cxnLst/>
              <a:rect l="l" t="t" r="r" b="b"/>
              <a:pathLst>
                <a:path w="1809" h="553" extrusionOk="0">
                  <a:moveTo>
                    <a:pt x="905" y="0"/>
                  </a:moveTo>
                  <a:cubicBezTo>
                    <a:pt x="419" y="0"/>
                    <a:pt x="1" y="134"/>
                    <a:pt x="1" y="285"/>
                  </a:cubicBezTo>
                  <a:cubicBezTo>
                    <a:pt x="1" y="419"/>
                    <a:pt x="402" y="553"/>
                    <a:pt x="905" y="553"/>
                  </a:cubicBezTo>
                  <a:cubicBezTo>
                    <a:pt x="1407" y="553"/>
                    <a:pt x="1808" y="419"/>
                    <a:pt x="1808" y="285"/>
                  </a:cubicBezTo>
                  <a:cubicBezTo>
                    <a:pt x="1808" y="134"/>
                    <a:pt x="1407" y="0"/>
                    <a:pt x="905" y="0"/>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2066450" y="1471750"/>
              <a:ext cx="42725" cy="25975"/>
            </a:xfrm>
            <a:custGeom>
              <a:avLst/>
              <a:gdLst/>
              <a:ahLst/>
              <a:cxnLst/>
              <a:rect l="l" t="t" r="r" b="b"/>
              <a:pathLst>
                <a:path w="1709" h="1039" extrusionOk="0">
                  <a:moveTo>
                    <a:pt x="854" y="0"/>
                  </a:moveTo>
                  <a:cubicBezTo>
                    <a:pt x="369" y="0"/>
                    <a:pt x="1" y="218"/>
                    <a:pt x="1" y="519"/>
                  </a:cubicBezTo>
                  <a:cubicBezTo>
                    <a:pt x="1" y="804"/>
                    <a:pt x="369" y="1038"/>
                    <a:pt x="854" y="1038"/>
                  </a:cubicBezTo>
                  <a:cubicBezTo>
                    <a:pt x="1323" y="1038"/>
                    <a:pt x="1708" y="804"/>
                    <a:pt x="1708" y="519"/>
                  </a:cubicBezTo>
                  <a:cubicBezTo>
                    <a:pt x="1708" y="218"/>
                    <a:pt x="1323" y="0"/>
                    <a:pt x="8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1995725" y="1467550"/>
              <a:ext cx="39800" cy="19700"/>
            </a:xfrm>
            <a:custGeom>
              <a:avLst/>
              <a:gdLst/>
              <a:ahLst/>
              <a:cxnLst/>
              <a:rect l="l" t="t" r="r" b="b"/>
              <a:pathLst>
                <a:path w="1592" h="788" extrusionOk="0">
                  <a:moveTo>
                    <a:pt x="788" y="1"/>
                  </a:moveTo>
                  <a:cubicBezTo>
                    <a:pt x="352" y="1"/>
                    <a:pt x="1" y="168"/>
                    <a:pt x="1" y="386"/>
                  </a:cubicBezTo>
                  <a:cubicBezTo>
                    <a:pt x="1" y="620"/>
                    <a:pt x="352" y="788"/>
                    <a:pt x="788" y="788"/>
                  </a:cubicBezTo>
                  <a:cubicBezTo>
                    <a:pt x="1240" y="771"/>
                    <a:pt x="1591" y="603"/>
                    <a:pt x="1591" y="386"/>
                  </a:cubicBezTo>
                  <a:cubicBezTo>
                    <a:pt x="1591" y="185"/>
                    <a:pt x="1240" y="1"/>
                    <a:pt x="788"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1891550" y="1466725"/>
              <a:ext cx="39775" cy="20100"/>
            </a:xfrm>
            <a:custGeom>
              <a:avLst/>
              <a:gdLst/>
              <a:ahLst/>
              <a:cxnLst/>
              <a:rect l="l" t="t" r="r" b="b"/>
              <a:pathLst>
                <a:path w="1591" h="804" extrusionOk="0">
                  <a:moveTo>
                    <a:pt x="787" y="0"/>
                  </a:moveTo>
                  <a:cubicBezTo>
                    <a:pt x="352" y="0"/>
                    <a:pt x="0" y="168"/>
                    <a:pt x="0" y="402"/>
                  </a:cubicBezTo>
                  <a:cubicBezTo>
                    <a:pt x="0" y="620"/>
                    <a:pt x="352" y="804"/>
                    <a:pt x="787" y="804"/>
                  </a:cubicBezTo>
                  <a:cubicBezTo>
                    <a:pt x="1239" y="804"/>
                    <a:pt x="1590" y="620"/>
                    <a:pt x="1590" y="402"/>
                  </a:cubicBezTo>
                  <a:cubicBezTo>
                    <a:pt x="1590" y="201"/>
                    <a:pt x="1239" y="0"/>
                    <a:pt x="7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1886525" y="1342850"/>
              <a:ext cx="37250" cy="14675"/>
            </a:xfrm>
            <a:custGeom>
              <a:avLst/>
              <a:gdLst/>
              <a:ahLst/>
              <a:cxnLst/>
              <a:rect l="l" t="t" r="r" b="b"/>
              <a:pathLst>
                <a:path w="1490" h="587" extrusionOk="0">
                  <a:moveTo>
                    <a:pt x="753" y="1"/>
                  </a:moveTo>
                  <a:cubicBezTo>
                    <a:pt x="335" y="1"/>
                    <a:pt x="0" y="135"/>
                    <a:pt x="0" y="302"/>
                  </a:cubicBezTo>
                  <a:cubicBezTo>
                    <a:pt x="0" y="436"/>
                    <a:pt x="335" y="587"/>
                    <a:pt x="753" y="587"/>
                  </a:cubicBezTo>
                  <a:cubicBezTo>
                    <a:pt x="1172" y="570"/>
                    <a:pt x="1490" y="436"/>
                    <a:pt x="1490" y="302"/>
                  </a:cubicBezTo>
                  <a:cubicBezTo>
                    <a:pt x="1490" y="151"/>
                    <a:pt x="1172" y="1"/>
                    <a:pt x="75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2189900" y="1549150"/>
              <a:ext cx="42725" cy="26000"/>
            </a:xfrm>
            <a:custGeom>
              <a:avLst/>
              <a:gdLst/>
              <a:ahLst/>
              <a:cxnLst/>
              <a:rect l="l" t="t" r="r" b="b"/>
              <a:pathLst>
                <a:path w="1709" h="1040" extrusionOk="0">
                  <a:moveTo>
                    <a:pt x="854" y="1"/>
                  </a:moveTo>
                  <a:cubicBezTo>
                    <a:pt x="369" y="1"/>
                    <a:pt x="1" y="219"/>
                    <a:pt x="1" y="520"/>
                  </a:cubicBezTo>
                  <a:cubicBezTo>
                    <a:pt x="1" y="804"/>
                    <a:pt x="369" y="1039"/>
                    <a:pt x="854" y="1039"/>
                  </a:cubicBezTo>
                  <a:cubicBezTo>
                    <a:pt x="870" y="1039"/>
                    <a:pt x="885" y="1039"/>
                    <a:pt x="900" y="1039"/>
                  </a:cubicBezTo>
                  <a:cubicBezTo>
                    <a:pt x="1363" y="1039"/>
                    <a:pt x="1708" y="795"/>
                    <a:pt x="1708" y="520"/>
                  </a:cubicBezTo>
                  <a:cubicBezTo>
                    <a:pt x="1708" y="219"/>
                    <a:pt x="1323" y="1"/>
                    <a:pt x="854"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1730850" y="1376325"/>
              <a:ext cx="149825" cy="70325"/>
            </a:xfrm>
            <a:custGeom>
              <a:avLst/>
              <a:gdLst/>
              <a:ahLst/>
              <a:cxnLst/>
              <a:rect l="l" t="t" r="r" b="b"/>
              <a:pathLst>
                <a:path w="5993" h="2813" extrusionOk="0">
                  <a:moveTo>
                    <a:pt x="2997" y="1"/>
                  </a:moveTo>
                  <a:cubicBezTo>
                    <a:pt x="1340" y="1"/>
                    <a:pt x="0" y="637"/>
                    <a:pt x="0" y="1407"/>
                  </a:cubicBezTo>
                  <a:cubicBezTo>
                    <a:pt x="0" y="2177"/>
                    <a:pt x="1340" y="2813"/>
                    <a:pt x="2997" y="2813"/>
                  </a:cubicBezTo>
                  <a:cubicBezTo>
                    <a:pt x="4654" y="2813"/>
                    <a:pt x="5993" y="2177"/>
                    <a:pt x="5993" y="1407"/>
                  </a:cubicBezTo>
                  <a:cubicBezTo>
                    <a:pt x="5993" y="637"/>
                    <a:pt x="4654" y="1"/>
                    <a:pt x="29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1738375" y="1401050"/>
              <a:ext cx="110925" cy="36875"/>
            </a:xfrm>
            <a:custGeom>
              <a:avLst/>
              <a:gdLst/>
              <a:ahLst/>
              <a:cxnLst/>
              <a:rect l="l" t="t" r="r" b="b"/>
              <a:pathLst>
                <a:path w="4437" h="1475" extrusionOk="0">
                  <a:moveTo>
                    <a:pt x="625" y="0"/>
                  </a:moveTo>
                  <a:cubicBezTo>
                    <a:pt x="498" y="0"/>
                    <a:pt x="396" y="39"/>
                    <a:pt x="319" y="133"/>
                  </a:cubicBezTo>
                  <a:cubicBezTo>
                    <a:pt x="1" y="518"/>
                    <a:pt x="603" y="1037"/>
                    <a:pt x="1658" y="1305"/>
                  </a:cubicBezTo>
                  <a:cubicBezTo>
                    <a:pt x="2074" y="1419"/>
                    <a:pt x="2501" y="1474"/>
                    <a:pt x="2884" y="1474"/>
                  </a:cubicBezTo>
                  <a:cubicBezTo>
                    <a:pt x="3455" y="1474"/>
                    <a:pt x="3928" y="1352"/>
                    <a:pt x="4118" y="1121"/>
                  </a:cubicBezTo>
                  <a:cubicBezTo>
                    <a:pt x="4436" y="753"/>
                    <a:pt x="3382" y="786"/>
                    <a:pt x="2344" y="518"/>
                  </a:cubicBezTo>
                  <a:cubicBezTo>
                    <a:pt x="1561" y="319"/>
                    <a:pt x="990" y="0"/>
                    <a:pt x="625"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1767675" y="1385550"/>
              <a:ext cx="106725" cy="33400"/>
            </a:xfrm>
            <a:custGeom>
              <a:avLst/>
              <a:gdLst/>
              <a:ahLst/>
              <a:cxnLst/>
              <a:rect l="l" t="t" r="r" b="b"/>
              <a:pathLst>
                <a:path w="4269" h="1336" extrusionOk="0">
                  <a:moveTo>
                    <a:pt x="1481" y="0"/>
                  </a:moveTo>
                  <a:cubicBezTo>
                    <a:pt x="1130" y="0"/>
                    <a:pt x="814" y="43"/>
                    <a:pt x="586" y="134"/>
                  </a:cubicBezTo>
                  <a:cubicBezTo>
                    <a:pt x="0" y="368"/>
                    <a:pt x="1105" y="469"/>
                    <a:pt x="1942" y="787"/>
                  </a:cubicBezTo>
                  <a:cubicBezTo>
                    <a:pt x="2622" y="1040"/>
                    <a:pt x="2941" y="1336"/>
                    <a:pt x="3339" y="1336"/>
                  </a:cubicBezTo>
                  <a:cubicBezTo>
                    <a:pt x="3440" y="1336"/>
                    <a:pt x="3547" y="1317"/>
                    <a:pt x="3666" y="1272"/>
                  </a:cubicBezTo>
                  <a:cubicBezTo>
                    <a:pt x="4269" y="1038"/>
                    <a:pt x="4051" y="603"/>
                    <a:pt x="3198" y="301"/>
                  </a:cubicBezTo>
                  <a:cubicBezTo>
                    <a:pt x="2675" y="107"/>
                    <a:pt x="2034" y="0"/>
                    <a:pt x="148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1807425" y="1423625"/>
              <a:ext cx="13225" cy="9250"/>
            </a:xfrm>
            <a:custGeom>
              <a:avLst/>
              <a:gdLst/>
              <a:ahLst/>
              <a:cxnLst/>
              <a:rect l="l" t="t" r="r" b="b"/>
              <a:pathLst>
                <a:path w="529" h="370" extrusionOk="0">
                  <a:moveTo>
                    <a:pt x="335" y="0"/>
                  </a:moveTo>
                  <a:cubicBezTo>
                    <a:pt x="151" y="201"/>
                    <a:pt x="1" y="352"/>
                    <a:pt x="268" y="369"/>
                  </a:cubicBezTo>
                  <a:cubicBezTo>
                    <a:pt x="274" y="369"/>
                    <a:pt x="280" y="369"/>
                    <a:pt x="286" y="369"/>
                  </a:cubicBezTo>
                  <a:cubicBezTo>
                    <a:pt x="529" y="369"/>
                    <a:pt x="369" y="17"/>
                    <a:pt x="369" y="17"/>
                  </a:cubicBezTo>
                  <a:lnTo>
                    <a:pt x="3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1792375" y="1421950"/>
              <a:ext cx="12200" cy="8675"/>
            </a:xfrm>
            <a:custGeom>
              <a:avLst/>
              <a:gdLst/>
              <a:ahLst/>
              <a:cxnLst/>
              <a:rect l="l" t="t" r="r" b="b"/>
              <a:pathLst>
                <a:path w="488" h="347" extrusionOk="0">
                  <a:moveTo>
                    <a:pt x="385" y="0"/>
                  </a:moveTo>
                  <a:cubicBezTo>
                    <a:pt x="167" y="151"/>
                    <a:pt x="0" y="251"/>
                    <a:pt x="251" y="335"/>
                  </a:cubicBezTo>
                  <a:cubicBezTo>
                    <a:pt x="275" y="343"/>
                    <a:pt x="296" y="347"/>
                    <a:pt x="314" y="347"/>
                  </a:cubicBezTo>
                  <a:cubicBezTo>
                    <a:pt x="487" y="347"/>
                    <a:pt x="419" y="17"/>
                    <a:pt x="419" y="17"/>
                  </a:cubicBezTo>
                  <a:lnTo>
                    <a:pt x="3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1772275" y="1417750"/>
              <a:ext cx="12200" cy="8700"/>
            </a:xfrm>
            <a:custGeom>
              <a:avLst/>
              <a:gdLst/>
              <a:ahLst/>
              <a:cxnLst/>
              <a:rect l="l" t="t" r="r" b="b"/>
              <a:pathLst>
                <a:path w="488" h="348" extrusionOk="0">
                  <a:moveTo>
                    <a:pt x="402" y="1"/>
                  </a:moveTo>
                  <a:cubicBezTo>
                    <a:pt x="168" y="152"/>
                    <a:pt x="1" y="252"/>
                    <a:pt x="252" y="336"/>
                  </a:cubicBezTo>
                  <a:cubicBezTo>
                    <a:pt x="275" y="344"/>
                    <a:pt x="296" y="347"/>
                    <a:pt x="314" y="347"/>
                  </a:cubicBezTo>
                  <a:cubicBezTo>
                    <a:pt x="488" y="347"/>
                    <a:pt x="419" y="18"/>
                    <a:pt x="419" y="18"/>
                  </a:cubicBezTo>
                  <a:lnTo>
                    <a:pt x="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1756125" y="1411475"/>
              <a:ext cx="12000" cy="6525"/>
            </a:xfrm>
            <a:custGeom>
              <a:avLst/>
              <a:gdLst/>
              <a:ahLst/>
              <a:cxnLst/>
              <a:rect l="l" t="t" r="r" b="b"/>
              <a:pathLst>
                <a:path w="480" h="261" extrusionOk="0">
                  <a:moveTo>
                    <a:pt x="352" y="1"/>
                  </a:moveTo>
                  <a:cubicBezTo>
                    <a:pt x="140" y="1"/>
                    <a:pt x="1" y="13"/>
                    <a:pt x="144" y="185"/>
                  </a:cubicBezTo>
                  <a:cubicBezTo>
                    <a:pt x="183" y="240"/>
                    <a:pt x="223" y="261"/>
                    <a:pt x="259" y="261"/>
                  </a:cubicBezTo>
                  <a:cubicBezTo>
                    <a:pt x="381" y="261"/>
                    <a:pt x="479" y="34"/>
                    <a:pt x="479" y="34"/>
                  </a:cubicBezTo>
                  <a:lnTo>
                    <a:pt x="462" y="1"/>
                  </a:lnTo>
                  <a:cubicBezTo>
                    <a:pt x="424" y="1"/>
                    <a:pt x="387" y="1"/>
                    <a:pt x="3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1842575" y="1405250"/>
              <a:ext cx="10900" cy="6675"/>
            </a:xfrm>
            <a:custGeom>
              <a:avLst/>
              <a:gdLst/>
              <a:ahLst/>
              <a:cxnLst/>
              <a:rect l="l" t="t" r="r" b="b"/>
              <a:pathLst>
                <a:path w="436" h="267" extrusionOk="0">
                  <a:moveTo>
                    <a:pt x="222" y="0"/>
                  </a:moveTo>
                  <a:cubicBezTo>
                    <a:pt x="137" y="0"/>
                    <a:pt x="79" y="123"/>
                    <a:pt x="1" y="267"/>
                  </a:cubicBezTo>
                  <a:lnTo>
                    <a:pt x="17" y="267"/>
                  </a:lnTo>
                  <a:cubicBezTo>
                    <a:pt x="17" y="267"/>
                    <a:pt x="436" y="116"/>
                    <a:pt x="302" y="32"/>
                  </a:cubicBezTo>
                  <a:cubicBezTo>
                    <a:pt x="272" y="10"/>
                    <a:pt x="246"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1832950" y="1400200"/>
              <a:ext cx="12175" cy="7125"/>
            </a:xfrm>
            <a:custGeom>
              <a:avLst/>
              <a:gdLst/>
              <a:ahLst/>
              <a:cxnLst/>
              <a:rect l="l" t="t" r="r" b="b"/>
              <a:pathLst>
                <a:path w="487" h="285" extrusionOk="0">
                  <a:moveTo>
                    <a:pt x="154" y="1"/>
                  </a:moveTo>
                  <a:cubicBezTo>
                    <a:pt x="17" y="1"/>
                    <a:pt x="15" y="131"/>
                    <a:pt x="1" y="285"/>
                  </a:cubicBezTo>
                  <a:lnTo>
                    <a:pt x="51" y="285"/>
                  </a:lnTo>
                  <a:cubicBezTo>
                    <a:pt x="51" y="285"/>
                    <a:pt x="486" y="67"/>
                    <a:pt x="252" y="17"/>
                  </a:cubicBezTo>
                  <a:cubicBezTo>
                    <a:pt x="213" y="6"/>
                    <a:pt x="181" y="1"/>
                    <a:pt x="1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1817900" y="1392525"/>
              <a:ext cx="12575" cy="8100"/>
            </a:xfrm>
            <a:custGeom>
              <a:avLst/>
              <a:gdLst/>
              <a:ahLst/>
              <a:cxnLst/>
              <a:rect l="l" t="t" r="r" b="b"/>
              <a:pathLst>
                <a:path w="503" h="324" extrusionOk="0">
                  <a:moveTo>
                    <a:pt x="139" y="0"/>
                  </a:moveTo>
                  <a:cubicBezTo>
                    <a:pt x="0" y="0"/>
                    <a:pt x="0" y="145"/>
                    <a:pt x="0" y="324"/>
                  </a:cubicBezTo>
                  <a:lnTo>
                    <a:pt x="34" y="324"/>
                  </a:lnTo>
                  <a:cubicBezTo>
                    <a:pt x="34" y="324"/>
                    <a:pt x="502" y="106"/>
                    <a:pt x="251" y="22"/>
                  </a:cubicBezTo>
                  <a:cubicBezTo>
                    <a:pt x="206" y="7"/>
                    <a:pt x="169" y="0"/>
                    <a:pt x="1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1792775" y="1389175"/>
              <a:ext cx="16375" cy="8100"/>
            </a:xfrm>
            <a:custGeom>
              <a:avLst/>
              <a:gdLst/>
              <a:ahLst/>
              <a:cxnLst/>
              <a:rect l="l" t="t" r="r" b="b"/>
              <a:pathLst>
                <a:path w="655" h="324" extrusionOk="0">
                  <a:moveTo>
                    <a:pt x="412" y="1"/>
                  </a:moveTo>
                  <a:cubicBezTo>
                    <a:pt x="394" y="1"/>
                    <a:pt x="375" y="2"/>
                    <a:pt x="352" y="6"/>
                  </a:cubicBezTo>
                  <a:cubicBezTo>
                    <a:pt x="1" y="73"/>
                    <a:pt x="185" y="173"/>
                    <a:pt x="403" y="324"/>
                  </a:cubicBezTo>
                  <a:lnTo>
                    <a:pt x="436" y="307"/>
                  </a:lnTo>
                  <a:cubicBezTo>
                    <a:pt x="436" y="307"/>
                    <a:pt x="655" y="1"/>
                    <a:pt x="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2274425" y="1444925"/>
              <a:ext cx="116775" cy="67025"/>
            </a:xfrm>
            <a:custGeom>
              <a:avLst/>
              <a:gdLst/>
              <a:ahLst/>
              <a:cxnLst/>
              <a:rect l="l" t="t" r="r" b="b"/>
              <a:pathLst>
                <a:path w="4671" h="2681" extrusionOk="0">
                  <a:moveTo>
                    <a:pt x="2256" y="1"/>
                  </a:moveTo>
                  <a:cubicBezTo>
                    <a:pt x="1015" y="1"/>
                    <a:pt x="17" y="574"/>
                    <a:pt x="1" y="1291"/>
                  </a:cubicBezTo>
                  <a:cubicBezTo>
                    <a:pt x="1" y="2027"/>
                    <a:pt x="1022" y="2647"/>
                    <a:pt x="2311" y="2680"/>
                  </a:cubicBezTo>
                  <a:cubicBezTo>
                    <a:pt x="2329" y="2680"/>
                    <a:pt x="2346" y="2681"/>
                    <a:pt x="2364" y="2681"/>
                  </a:cubicBezTo>
                  <a:cubicBezTo>
                    <a:pt x="3612" y="2681"/>
                    <a:pt x="4638" y="2101"/>
                    <a:pt x="4654" y="1375"/>
                  </a:cubicBezTo>
                  <a:cubicBezTo>
                    <a:pt x="4671" y="638"/>
                    <a:pt x="3633" y="19"/>
                    <a:pt x="2361" y="2"/>
                  </a:cubicBezTo>
                  <a:cubicBezTo>
                    <a:pt x="2326" y="1"/>
                    <a:pt x="2291" y="1"/>
                    <a:pt x="2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2280700" y="1468525"/>
              <a:ext cx="86250" cy="35325"/>
            </a:xfrm>
            <a:custGeom>
              <a:avLst/>
              <a:gdLst/>
              <a:ahLst/>
              <a:cxnLst/>
              <a:rect l="l" t="t" r="r" b="b"/>
              <a:pathLst>
                <a:path w="3450" h="1413" extrusionOk="0">
                  <a:moveTo>
                    <a:pt x="489" y="0"/>
                  </a:moveTo>
                  <a:cubicBezTo>
                    <a:pt x="383" y="0"/>
                    <a:pt x="299" y="42"/>
                    <a:pt x="235" y="146"/>
                  </a:cubicBezTo>
                  <a:cubicBezTo>
                    <a:pt x="1" y="498"/>
                    <a:pt x="486" y="1016"/>
                    <a:pt x="1323" y="1267"/>
                  </a:cubicBezTo>
                  <a:cubicBezTo>
                    <a:pt x="1643" y="1365"/>
                    <a:pt x="1969" y="1412"/>
                    <a:pt x="2260" y="1412"/>
                  </a:cubicBezTo>
                  <a:cubicBezTo>
                    <a:pt x="2715" y="1412"/>
                    <a:pt x="3089" y="1298"/>
                    <a:pt x="3231" y="1083"/>
                  </a:cubicBezTo>
                  <a:cubicBezTo>
                    <a:pt x="3449" y="732"/>
                    <a:pt x="2646" y="749"/>
                    <a:pt x="1825" y="498"/>
                  </a:cubicBezTo>
                  <a:cubicBezTo>
                    <a:pt x="1215" y="302"/>
                    <a:pt x="774" y="0"/>
                    <a:pt x="489"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2302900" y="1452850"/>
              <a:ext cx="82875" cy="32225"/>
            </a:xfrm>
            <a:custGeom>
              <a:avLst/>
              <a:gdLst/>
              <a:ahLst/>
              <a:cxnLst/>
              <a:rect l="l" t="t" r="r" b="b"/>
              <a:pathLst>
                <a:path w="3315" h="1289" extrusionOk="0">
                  <a:moveTo>
                    <a:pt x="1164" y="1"/>
                  </a:moveTo>
                  <a:cubicBezTo>
                    <a:pt x="887" y="1"/>
                    <a:pt x="637" y="41"/>
                    <a:pt x="452" y="120"/>
                  </a:cubicBezTo>
                  <a:cubicBezTo>
                    <a:pt x="0" y="338"/>
                    <a:pt x="854" y="438"/>
                    <a:pt x="1523" y="756"/>
                  </a:cubicBezTo>
                  <a:cubicBezTo>
                    <a:pt x="2056" y="996"/>
                    <a:pt x="2292" y="1289"/>
                    <a:pt x="2602" y="1289"/>
                  </a:cubicBezTo>
                  <a:cubicBezTo>
                    <a:pt x="2682" y="1289"/>
                    <a:pt x="2767" y="1269"/>
                    <a:pt x="2862" y="1225"/>
                  </a:cubicBezTo>
                  <a:cubicBezTo>
                    <a:pt x="3314" y="1024"/>
                    <a:pt x="3130" y="606"/>
                    <a:pt x="2477" y="288"/>
                  </a:cubicBezTo>
                  <a:cubicBezTo>
                    <a:pt x="2072" y="95"/>
                    <a:pt x="1587" y="1"/>
                    <a:pt x="116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2334700" y="1489750"/>
              <a:ext cx="10300" cy="9225"/>
            </a:xfrm>
            <a:custGeom>
              <a:avLst/>
              <a:gdLst/>
              <a:ahLst/>
              <a:cxnLst/>
              <a:rect l="l" t="t" r="r" b="b"/>
              <a:pathLst>
                <a:path w="412" h="369" extrusionOk="0">
                  <a:moveTo>
                    <a:pt x="251" y="0"/>
                  </a:moveTo>
                  <a:cubicBezTo>
                    <a:pt x="117" y="201"/>
                    <a:pt x="0" y="335"/>
                    <a:pt x="201" y="368"/>
                  </a:cubicBezTo>
                  <a:cubicBezTo>
                    <a:pt x="206" y="369"/>
                    <a:pt x="211" y="369"/>
                    <a:pt x="216" y="369"/>
                  </a:cubicBezTo>
                  <a:cubicBezTo>
                    <a:pt x="412" y="369"/>
                    <a:pt x="268" y="34"/>
                    <a:pt x="268" y="34"/>
                  </a:cubicBez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2322150" y="1488475"/>
              <a:ext cx="10225" cy="8525"/>
            </a:xfrm>
            <a:custGeom>
              <a:avLst/>
              <a:gdLst/>
              <a:ahLst/>
              <a:cxnLst/>
              <a:rect l="l" t="t" r="r" b="b"/>
              <a:pathLst>
                <a:path w="409" h="341" extrusionOk="0">
                  <a:moveTo>
                    <a:pt x="318" y="1"/>
                  </a:moveTo>
                  <a:cubicBezTo>
                    <a:pt x="151" y="135"/>
                    <a:pt x="0" y="252"/>
                    <a:pt x="201" y="336"/>
                  </a:cubicBezTo>
                  <a:cubicBezTo>
                    <a:pt x="215" y="339"/>
                    <a:pt x="227" y="340"/>
                    <a:pt x="239" y="340"/>
                  </a:cubicBezTo>
                  <a:cubicBezTo>
                    <a:pt x="408" y="340"/>
                    <a:pt x="335" y="18"/>
                    <a:pt x="335" y="18"/>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2307075" y="1484300"/>
              <a:ext cx="9425" cy="8675"/>
            </a:xfrm>
            <a:custGeom>
              <a:avLst/>
              <a:gdLst/>
              <a:ahLst/>
              <a:cxnLst/>
              <a:rect l="l" t="t" r="r" b="b"/>
              <a:pathLst>
                <a:path w="377" h="347" extrusionOk="0">
                  <a:moveTo>
                    <a:pt x="302" y="0"/>
                  </a:moveTo>
                  <a:cubicBezTo>
                    <a:pt x="134" y="134"/>
                    <a:pt x="0" y="252"/>
                    <a:pt x="201" y="335"/>
                  </a:cubicBezTo>
                  <a:cubicBezTo>
                    <a:pt x="219" y="343"/>
                    <a:pt x="234" y="347"/>
                    <a:pt x="247" y="347"/>
                  </a:cubicBezTo>
                  <a:cubicBezTo>
                    <a:pt x="376" y="347"/>
                    <a:pt x="335" y="17"/>
                    <a:pt x="335" y="17"/>
                  </a:cubicBezTo>
                  <a:lnTo>
                    <a:pt x="3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2293800" y="1478425"/>
              <a:ext cx="9525" cy="6350"/>
            </a:xfrm>
            <a:custGeom>
              <a:avLst/>
              <a:gdLst/>
              <a:ahLst/>
              <a:cxnLst/>
              <a:rect l="l" t="t" r="r" b="b"/>
              <a:pathLst>
                <a:path w="381" h="254" extrusionOk="0">
                  <a:moveTo>
                    <a:pt x="275" y="1"/>
                  </a:moveTo>
                  <a:cubicBezTo>
                    <a:pt x="105" y="1"/>
                    <a:pt x="1" y="13"/>
                    <a:pt x="130" y="185"/>
                  </a:cubicBezTo>
                  <a:cubicBezTo>
                    <a:pt x="164" y="235"/>
                    <a:pt x="196" y="254"/>
                    <a:pt x="224" y="254"/>
                  </a:cubicBezTo>
                  <a:cubicBezTo>
                    <a:pt x="321" y="254"/>
                    <a:pt x="381" y="35"/>
                    <a:pt x="381" y="35"/>
                  </a:cubicBezTo>
                  <a:lnTo>
                    <a:pt x="364" y="1"/>
                  </a:lnTo>
                  <a:cubicBezTo>
                    <a:pt x="333" y="1"/>
                    <a:pt x="303" y="1"/>
                    <a:pt x="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2360650" y="1472200"/>
              <a:ext cx="9225" cy="6275"/>
            </a:xfrm>
            <a:custGeom>
              <a:avLst/>
              <a:gdLst/>
              <a:ahLst/>
              <a:cxnLst/>
              <a:rect l="l" t="t" r="r" b="b"/>
              <a:pathLst>
                <a:path w="369" h="251" extrusionOk="0">
                  <a:moveTo>
                    <a:pt x="172" y="0"/>
                  </a:moveTo>
                  <a:cubicBezTo>
                    <a:pt x="104" y="0"/>
                    <a:pt x="52" y="120"/>
                    <a:pt x="0" y="250"/>
                  </a:cubicBezTo>
                  <a:lnTo>
                    <a:pt x="33" y="250"/>
                  </a:lnTo>
                  <a:cubicBezTo>
                    <a:pt x="33" y="250"/>
                    <a:pt x="368" y="150"/>
                    <a:pt x="234" y="32"/>
                  </a:cubicBezTo>
                  <a:cubicBezTo>
                    <a:pt x="212" y="10"/>
                    <a:pt x="19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2353950" y="1467375"/>
              <a:ext cx="8800" cy="6900"/>
            </a:xfrm>
            <a:custGeom>
              <a:avLst/>
              <a:gdLst/>
              <a:ahLst/>
              <a:cxnLst/>
              <a:rect l="l" t="t" r="r" b="b"/>
              <a:pathLst>
                <a:path w="352" h="276" extrusionOk="0">
                  <a:moveTo>
                    <a:pt x="104" y="1"/>
                  </a:moveTo>
                  <a:cubicBezTo>
                    <a:pt x="16" y="1"/>
                    <a:pt x="14" y="127"/>
                    <a:pt x="0" y="276"/>
                  </a:cubicBezTo>
                  <a:lnTo>
                    <a:pt x="17" y="276"/>
                  </a:lnTo>
                  <a:cubicBezTo>
                    <a:pt x="17" y="276"/>
                    <a:pt x="352" y="92"/>
                    <a:pt x="184" y="25"/>
                  </a:cubicBezTo>
                  <a:cubicBezTo>
                    <a:pt x="152" y="8"/>
                    <a:pt x="125" y="1"/>
                    <a:pt x="1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2341100" y="1459900"/>
              <a:ext cx="9950" cy="8100"/>
            </a:xfrm>
            <a:custGeom>
              <a:avLst/>
              <a:gdLst/>
              <a:ahLst/>
              <a:cxnLst/>
              <a:rect l="l" t="t" r="r" b="b"/>
              <a:pathLst>
                <a:path w="398" h="324" extrusionOk="0">
                  <a:moveTo>
                    <a:pt x="108" y="0"/>
                  </a:moveTo>
                  <a:cubicBezTo>
                    <a:pt x="1" y="0"/>
                    <a:pt x="12" y="145"/>
                    <a:pt x="12" y="324"/>
                  </a:cubicBezTo>
                  <a:lnTo>
                    <a:pt x="62" y="324"/>
                  </a:lnTo>
                  <a:cubicBezTo>
                    <a:pt x="62" y="324"/>
                    <a:pt x="397" y="106"/>
                    <a:pt x="196" y="22"/>
                  </a:cubicBezTo>
                  <a:cubicBezTo>
                    <a:pt x="160" y="7"/>
                    <a:pt x="131" y="0"/>
                    <a:pt x="1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2321725" y="1457300"/>
              <a:ext cx="12275" cy="7350"/>
            </a:xfrm>
            <a:custGeom>
              <a:avLst/>
              <a:gdLst/>
              <a:ahLst/>
              <a:cxnLst/>
              <a:rect l="l" t="t" r="r" b="b"/>
              <a:pathLst>
                <a:path w="491" h="294" extrusionOk="0">
                  <a:moveTo>
                    <a:pt x="327" y="0"/>
                  </a:moveTo>
                  <a:cubicBezTo>
                    <a:pt x="310" y="0"/>
                    <a:pt x="291" y="3"/>
                    <a:pt x="268" y="9"/>
                  </a:cubicBezTo>
                  <a:cubicBezTo>
                    <a:pt x="0" y="76"/>
                    <a:pt x="134" y="177"/>
                    <a:pt x="302" y="294"/>
                  </a:cubicBezTo>
                  <a:lnTo>
                    <a:pt x="352" y="277"/>
                  </a:lnTo>
                  <a:cubicBezTo>
                    <a:pt x="352" y="277"/>
                    <a:pt x="490" y="0"/>
                    <a:pt x="3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1904500" y="1452925"/>
              <a:ext cx="118050" cy="66975"/>
            </a:xfrm>
            <a:custGeom>
              <a:avLst/>
              <a:gdLst/>
              <a:ahLst/>
              <a:cxnLst/>
              <a:rect l="l" t="t" r="r" b="b"/>
              <a:pathLst>
                <a:path w="4722" h="2679" extrusionOk="0">
                  <a:moveTo>
                    <a:pt x="2311" y="0"/>
                  </a:moveTo>
                  <a:cubicBezTo>
                    <a:pt x="1039" y="0"/>
                    <a:pt x="1" y="603"/>
                    <a:pt x="51" y="1339"/>
                  </a:cubicBezTo>
                  <a:cubicBezTo>
                    <a:pt x="68" y="2059"/>
                    <a:pt x="1139" y="2678"/>
                    <a:pt x="2411" y="2678"/>
                  </a:cubicBezTo>
                  <a:cubicBezTo>
                    <a:pt x="3683" y="2678"/>
                    <a:pt x="4721" y="2059"/>
                    <a:pt x="4671" y="1339"/>
                  </a:cubicBezTo>
                  <a:cubicBezTo>
                    <a:pt x="4654" y="603"/>
                    <a:pt x="3600" y="0"/>
                    <a:pt x="23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1905350" y="1447900"/>
              <a:ext cx="117600" cy="66975"/>
            </a:xfrm>
            <a:custGeom>
              <a:avLst/>
              <a:gdLst/>
              <a:ahLst/>
              <a:cxnLst/>
              <a:rect l="l" t="t" r="r" b="b"/>
              <a:pathLst>
                <a:path w="4704" h="2679" extrusionOk="0">
                  <a:moveTo>
                    <a:pt x="2294" y="0"/>
                  </a:moveTo>
                  <a:cubicBezTo>
                    <a:pt x="1022" y="0"/>
                    <a:pt x="0" y="619"/>
                    <a:pt x="34" y="1339"/>
                  </a:cubicBezTo>
                  <a:cubicBezTo>
                    <a:pt x="51" y="2076"/>
                    <a:pt x="1122" y="2678"/>
                    <a:pt x="2394" y="2678"/>
                  </a:cubicBezTo>
                  <a:cubicBezTo>
                    <a:pt x="3666" y="2678"/>
                    <a:pt x="4704" y="2092"/>
                    <a:pt x="4654" y="1339"/>
                  </a:cubicBezTo>
                  <a:cubicBezTo>
                    <a:pt x="4637" y="619"/>
                    <a:pt x="3566" y="0"/>
                    <a:pt x="22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1912050" y="1471625"/>
              <a:ext cx="86225" cy="35575"/>
            </a:xfrm>
            <a:custGeom>
              <a:avLst/>
              <a:gdLst/>
              <a:ahLst/>
              <a:cxnLst/>
              <a:rect l="l" t="t" r="r" b="b"/>
              <a:pathLst>
                <a:path w="3449" h="1423" extrusionOk="0">
                  <a:moveTo>
                    <a:pt x="477" y="1"/>
                  </a:moveTo>
                  <a:cubicBezTo>
                    <a:pt x="374" y="1"/>
                    <a:pt x="293" y="41"/>
                    <a:pt x="235" y="139"/>
                  </a:cubicBezTo>
                  <a:cubicBezTo>
                    <a:pt x="0" y="507"/>
                    <a:pt x="486" y="1026"/>
                    <a:pt x="1323" y="1277"/>
                  </a:cubicBezTo>
                  <a:cubicBezTo>
                    <a:pt x="1636" y="1375"/>
                    <a:pt x="1957" y="1422"/>
                    <a:pt x="2246" y="1422"/>
                  </a:cubicBezTo>
                  <a:cubicBezTo>
                    <a:pt x="2698" y="1422"/>
                    <a:pt x="3071" y="1308"/>
                    <a:pt x="3214" y="1093"/>
                  </a:cubicBezTo>
                  <a:cubicBezTo>
                    <a:pt x="3448" y="725"/>
                    <a:pt x="2628" y="759"/>
                    <a:pt x="1825" y="507"/>
                  </a:cubicBezTo>
                  <a:cubicBezTo>
                    <a:pt x="1212" y="299"/>
                    <a:pt x="760" y="1"/>
                    <a:pt x="47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1933800" y="1455925"/>
              <a:ext cx="83300" cy="32350"/>
            </a:xfrm>
            <a:custGeom>
              <a:avLst/>
              <a:gdLst/>
              <a:ahLst/>
              <a:cxnLst/>
              <a:rect l="l" t="t" r="r" b="b"/>
              <a:pathLst>
                <a:path w="3332" h="1294" extrusionOk="0">
                  <a:moveTo>
                    <a:pt x="1142" y="0"/>
                  </a:moveTo>
                  <a:cubicBezTo>
                    <a:pt x="877" y="0"/>
                    <a:pt x="641" y="38"/>
                    <a:pt x="469" y="114"/>
                  </a:cubicBezTo>
                  <a:cubicBezTo>
                    <a:pt x="1" y="332"/>
                    <a:pt x="871" y="432"/>
                    <a:pt x="1541" y="750"/>
                  </a:cubicBezTo>
                  <a:cubicBezTo>
                    <a:pt x="2078" y="1006"/>
                    <a:pt x="2313" y="1293"/>
                    <a:pt x="2627" y="1293"/>
                  </a:cubicBezTo>
                  <a:cubicBezTo>
                    <a:pt x="2705" y="1293"/>
                    <a:pt x="2787" y="1276"/>
                    <a:pt x="2880" y="1236"/>
                  </a:cubicBezTo>
                  <a:cubicBezTo>
                    <a:pt x="3332" y="1018"/>
                    <a:pt x="3148" y="600"/>
                    <a:pt x="2495" y="298"/>
                  </a:cubicBezTo>
                  <a:cubicBezTo>
                    <a:pt x="2079" y="101"/>
                    <a:pt x="1574" y="0"/>
                    <a:pt x="114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1966025" y="1493075"/>
              <a:ext cx="10725" cy="8850"/>
            </a:xfrm>
            <a:custGeom>
              <a:avLst/>
              <a:gdLst/>
              <a:ahLst/>
              <a:cxnLst/>
              <a:rect l="l" t="t" r="r" b="b"/>
              <a:pathLst>
                <a:path w="429" h="354" extrusionOk="0">
                  <a:moveTo>
                    <a:pt x="252" y="1"/>
                  </a:moveTo>
                  <a:cubicBezTo>
                    <a:pt x="118" y="185"/>
                    <a:pt x="1" y="336"/>
                    <a:pt x="201" y="352"/>
                  </a:cubicBezTo>
                  <a:cubicBezTo>
                    <a:pt x="207" y="353"/>
                    <a:pt x="212" y="353"/>
                    <a:pt x="217" y="353"/>
                  </a:cubicBezTo>
                  <a:cubicBezTo>
                    <a:pt x="428" y="353"/>
                    <a:pt x="268" y="18"/>
                    <a:pt x="268" y="18"/>
                  </a:cubicBezTo>
                  <a:lnTo>
                    <a:pt x="2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1953475" y="1491400"/>
              <a:ext cx="10150" cy="8600"/>
            </a:xfrm>
            <a:custGeom>
              <a:avLst/>
              <a:gdLst/>
              <a:ahLst/>
              <a:cxnLst/>
              <a:rect l="l" t="t" r="r" b="b"/>
              <a:pathLst>
                <a:path w="406" h="344" extrusionOk="0">
                  <a:moveTo>
                    <a:pt x="302" y="1"/>
                  </a:moveTo>
                  <a:cubicBezTo>
                    <a:pt x="134" y="152"/>
                    <a:pt x="0" y="252"/>
                    <a:pt x="201" y="336"/>
                  </a:cubicBezTo>
                  <a:cubicBezTo>
                    <a:pt x="219" y="341"/>
                    <a:pt x="234" y="344"/>
                    <a:pt x="248" y="344"/>
                  </a:cubicBezTo>
                  <a:cubicBezTo>
                    <a:pt x="406" y="344"/>
                    <a:pt x="335" y="18"/>
                    <a:pt x="335" y="18"/>
                  </a:cubicBezTo>
                  <a:lnTo>
                    <a:pt x="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1938000" y="1487225"/>
              <a:ext cx="9750" cy="8675"/>
            </a:xfrm>
            <a:custGeom>
              <a:avLst/>
              <a:gdLst/>
              <a:ahLst/>
              <a:cxnLst/>
              <a:rect l="l" t="t" r="r" b="b"/>
              <a:pathLst>
                <a:path w="390" h="347" extrusionOk="0">
                  <a:moveTo>
                    <a:pt x="318" y="1"/>
                  </a:moveTo>
                  <a:cubicBezTo>
                    <a:pt x="151" y="151"/>
                    <a:pt x="0" y="252"/>
                    <a:pt x="218" y="335"/>
                  </a:cubicBezTo>
                  <a:cubicBezTo>
                    <a:pt x="235" y="343"/>
                    <a:pt x="250" y="347"/>
                    <a:pt x="263" y="347"/>
                  </a:cubicBezTo>
                  <a:cubicBezTo>
                    <a:pt x="390" y="347"/>
                    <a:pt x="335" y="17"/>
                    <a:pt x="335" y="17"/>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1925125" y="1480950"/>
              <a:ext cx="9125" cy="6575"/>
            </a:xfrm>
            <a:custGeom>
              <a:avLst/>
              <a:gdLst/>
              <a:ahLst/>
              <a:cxnLst/>
              <a:rect l="l" t="t" r="r" b="b"/>
              <a:pathLst>
                <a:path w="365" h="263" extrusionOk="0">
                  <a:moveTo>
                    <a:pt x="264" y="0"/>
                  </a:moveTo>
                  <a:cubicBezTo>
                    <a:pt x="105" y="0"/>
                    <a:pt x="1" y="12"/>
                    <a:pt x="130" y="185"/>
                  </a:cubicBezTo>
                  <a:cubicBezTo>
                    <a:pt x="162" y="241"/>
                    <a:pt x="193" y="263"/>
                    <a:pt x="220" y="263"/>
                  </a:cubicBezTo>
                  <a:cubicBezTo>
                    <a:pt x="307" y="263"/>
                    <a:pt x="364" y="51"/>
                    <a:pt x="364" y="51"/>
                  </a:cubicBezTo>
                  <a:lnTo>
                    <a:pt x="348" y="1"/>
                  </a:lnTo>
                  <a:cubicBezTo>
                    <a:pt x="319" y="1"/>
                    <a:pt x="291" y="0"/>
                    <a:pt x="2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1991975" y="1475475"/>
              <a:ext cx="8800" cy="5925"/>
            </a:xfrm>
            <a:custGeom>
              <a:avLst/>
              <a:gdLst/>
              <a:ahLst/>
              <a:cxnLst/>
              <a:rect l="l" t="t" r="r" b="b"/>
              <a:pathLst>
                <a:path w="352" h="237" extrusionOk="0">
                  <a:moveTo>
                    <a:pt x="168" y="1"/>
                  </a:moveTo>
                  <a:cubicBezTo>
                    <a:pt x="102" y="1"/>
                    <a:pt x="51" y="109"/>
                    <a:pt x="0" y="236"/>
                  </a:cubicBezTo>
                  <a:lnTo>
                    <a:pt x="17" y="236"/>
                  </a:lnTo>
                  <a:cubicBezTo>
                    <a:pt x="17" y="236"/>
                    <a:pt x="352" y="119"/>
                    <a:pt x="235" y="35"/>
                  </a:cubicBezTo>
                  <a:cubicBezTo>
                    <a:pt x="211" y="11"/>
                    <a:pt x="189" y="1"/>
                    <a:pt x="1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1985275" y="1470325"/>
              <a:ext cx="8825" cy="6875"/>
            </a:xfrm>
            <a:custGeom>
              <a:avLst/>
              <a:gdLst/>
              <a:ahLst/>
              <a:cxnLst/>
              <a:rect l="l" t="t" r="r" b="b"/>
              <a:pathLst>
                <a:path w="353" h="275" extrusionOk="0">
                  <a:moveTo>
                    <a:pt x="105" y="0"/>
                  </a:moveTo>
                  <a:cubicBezTo>
                    <a:pt x="17" y="0"/>
                    <a:pt x="14" y="127"/>
                    <a:pt x="1" y="275"/>
                  </a:cubicBezTo>
                  <a:lnTo>
                    <a:pt x="17" y="275"/>
                  </a:lnTo>
                  <a:cubicBezTo>
                    <a:pt x="17" y="275"/>
                    <a:pt x="352" y="91"/>
                    <a:pt x="185" y="24"/>
                  </a:cubicBezTo>
                  <a:cubicBezTo>
                    <a:pt x="152" y="7"/>
                    <a:pt x="126" y="0"/>
                    <a:pt x="1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1972450" y="1463250"/>
              <a:ext cx="9500" cy="7675"/>
            </a:xfrm>
            <a:custGeom>
              <a:avLst/>
              <a:gdLst/>
              <a:ahLst/>
              <a:cxnLst/>
              <a:rect l="l" t="t" r="r" b="b"/>
              <a:pathLst>
                <a:path w="380" h="307" extrusionOk="0">
                  <a:moveTo>
                    <a:pt x="106" y="0"/>
                  </a:moveTo>
                  <a:cubicBezTo>
                    <a:pt x="0" y="0"/>
                    <a:pt x="11" y="142"/>
                    <a:pt x="11" y="307"/>
                  </a:cubicBezTo>
                  <a:lnTo>
                    <a:pt x="45" y="307"/>
                  </a:lnTo>
                  <a:cubicBezTo>
                    <a:pt x="45" y="307"/>
                    <a:pt x="380" y="106"/>
                    <a:pt x="195" y="22"/>
                  </a:cubicBezTo>
                  <a:cubicBezTo>
                    <a:pt x="159" y="7"/>
                    <a:pt x="130"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1952625" y="1460325"/>
              <a:ext cx="13225" cy="7675"/>
            </a:xfrm>
            <a:custGeom>
              <a:avLst/>
              <a:gdLst/>
              <a:ahLst/>
              <a:cxnLst/>
              <a:rect l="l" t="t" r="r" b="b"/>
              <a:pathLst>
                <a:path w="529" h="307" extrusionOk="0">
                  <a:moveTo>
                    <a:pt x="335" y="0"/>
                  </a:moveTo>
                  <a:cubicBezTo>
                    <a:pt x="321" y="0"/>
                    <a:pt x="304" y="2"/>
                    <a:pt x="285" y="5"/>
                  </a:cubicBezTo>
                  <a:cubicBezTo>
                    <a:pt x="1" y="72"/>
                    <a:pt x="152" y="173"/>
                    <a:pt x="319" y="307"/>
                  </a:cubicBezTo>
                  <a:lnTo>
                    <a:pt x="369" y="290"/>
                  </a:lnTo>
                  <a:cubicBezTo>
                    <a:pt x="369" y="290"/>
                    <a:pt x="528"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2060175" y="1350225"/>
              <a:ext cx="121375" cy="61700"/>
            </a:xfrm>
            <a:custGeom>
              <a:avLst/>
              <a:gdLst/>
              <a:ahLst/>
              <a:cxnLst/>
              <a:rect l="l" t="t" r="r" b="b"/>
              <a:pathLst>
                <a:path w="4855" h="2468" extrusionOk="0">
                  <a:moveTo>
                    <a:pt x="1927" y="1"/>
                  </a:moveTo>
                  <a:cubicBezTo>
                    <a:pt x="1854" y="1"/>
                    <a:pt x="1781" y="3"/>
                    <a:pt x="1708" y="7"/>
                  </a:cubicBezTo>
                  <a:cubicBezTo>
                    <a:pt x="637" y="57"/>
                    <a:pt x="1" y="593"/>
                    <a:pt x="185" y="1212"/>
                  </a:cubicBezTo>
                  <a:cubicBezTo>
                    <a:pt x="386" y="1882"/>
                    <a:pt x="1541" y="2468"/>
                    <a:pt x="2779" y="2468"/>
                  </a:cubicBezTo>
                  <a:cubicBezTo>
                    <a:pt x="4102" y="2468"/>
                    <a:pt x="4855" y="1815"/>
                    <a:pt x="4436" y="1095"/>
                  </a:cubicBezTo>
                  <a:cubicBezTo>
                    <a:pt x="4077" y="438"/>
                    <a:pt x="2972" y="1"/>
                    <a:pt x="19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2061025" y="1344800"/>
              <a:ext cx="121800" cy="61700"/>
            </a:xfrm>
            <a:custGeom>
              <a:avLst/>
              <a:gdLst/>
              <a:ahLst/>
              <a:cxnLst/>
              <a:rect l="l" t="t" r="r" b="b"/>
              <a:pathLst>
                <a:path w="4872" h="2468" extrusionOk="0">
                  <a:moveTo>
                    <a:pt x="1954" y="0"/>
                  </a:moveTo>
                  <a:cubicBezTo>
                    <a:pt x="1882" y="0"/>
                    <a:pt x="1811" y="2"/>
                    <a:pt x="1741" y="6"/>
                  </a:cubicBezTo>
                  <a:cubicBezTo>
                    <a:pt x="670" y="73"/>
                    <a:pt x="0" y="592"/>
                    <a:pt x="218" y="1228"/>
                  </a:cubicBezTo>
                  <a:cubicBezTo>
                    <a:pt x="416" y="1889"/>
                    <a:pt x="1525" y="2467"/>
                    <a:pt x="2760" y="2467"/>
                  </a:cubicBezTo>
                  <a:cubicBezTo>
                    <a:pt x="2777" y="2467"/>
                    <a:pt x="2795" y="2467"/>
                    <a:pt x="2812" y="2467"/>
                  </a:cubicBezTo>
                  <a:cubicBezTo>
                    <a:pt x="4101" y="2467"/>
                    <a:pt x="4871" y="1831"/>
                    <a:pt x="4453" y="1094"/>
                  </a:cubicBezTo>
                  <a:cubicBezTo>
                    <a:pt x="4108" y="452"/>
                    <a:pt x="3000" y="0"/>
                    <a:pt x="19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2089900" y="1363150"/>
              <a:ext cx="78275" cy="35475"/>
            </a:xfrm>
            <a:custGeom>
              <a:avLst/>
              <a:gdLst/>
              <a:ahLst/>
              <a:cxnLst/>
              <a:rect l="l" t="t" r="r" b="b"/>
              <a:pathLst>
                <a:path w="3131" h="1419" extrusionOk="0">
                  <a:moveTo>
                    <a:pt x="2426" y="0"/>
                  </a:moveTo>
                  <a:cubicBezTo>
                    <a:pt x="2140" y="0"/>
                    <a:pt x="1867" y="308"/>
                    <a:pt x="1373" y="511"/>
                  </a:cubicBezTo>
                  <a:cubicBezTo>
                    <a:pt x="737" y="779"/>
                    <a:pt x="0" y="762"/>
                    <a:pt x="335" y="1097"/>
                  </a:cubicBezTo>
                  <a:cubicBezTo>
                    <a:pt x="543" y="1305"/>
                    <a:pt x="926" y="1419"/>
                    <a:pt x="1353" y="1419"/>
                  </a:cubicBezTo>
                  <a:cubicBezTo>
                    <a:pt x="1648" y="1419"/>
                    <a:pt x="1965" y="1364"/>
                    <a:pt x="2260" y="1248"/>
                  </a:cubicBezTo>
                  <a:cubicBezTo>
                    <a:pt x="2946" y="946"/>
                    <a:pt x="3130" y="444"/>
                    <a:pt x="2712" y="109"/>
                  </a:cubicBezTo>
                  <a:cubicBezTo>
                    <a:pt x="2610" y="32"/>
                    <a:pt x="2517" y="0"/>
                    <a:pt x="2426"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2070650" y="1351300"/>
              <a:ext cx="66975" cy="29650"/>
            </a:xfrm>
            <a:custGeom>
              <a:avLst/>
              <a:gdLst/>
              <a:ahLst/>
              <a:cxnLst/>
              <a:rect l="l" t="t" r="r" b="b"/>
              <a:pathLst>
                <a:path w="2679" h="1186" extrusionOk="0">
                  <a:moveTo>
                    <a:pt x="1607" y="0"/>
                  </a:moveTo>
                  <a:cubicBezTo>
                    <a:pt x="1209" y="0"/>
                    <a:pt x="766" y="108"/>
                    <a:pt x="452" y="299"/>
                  </a:cubicBezTo>
                  <a:cubicBezTo>
                    <a:pt x="0" y="583"/>
                    <a:pt x="0" y="968"/>
                    <a:pt x="452" y="1136"/>
                  </a:cubicBezTo>
                  <a:cubicBezTo>
                    <a:pt x="543" y="1170"/>
                    <a:pt x="618" y="1185"/>
                    <a:pt x="683" y="1185"/>
                  </a:cubicBezTo>
                  <a:cubicBezTo>
                    <a:pt x="966" y="1185"/>
                    <a:pt x="1062" y="899"/>
                    <a:pt x="1456" y="667"/>
                  </a:cubicBezTo>
                  <a:cubicBezTo>
                    <a:pt x="1942" y="383"/>
                    <a:pt x="2678" y="249"/>
                    <a:pt x="2143" y="81"/>
                  </a:cubicBezTo>
                  <a:cubicBezTo>
                    <a:pt x="1988" y="26"/>
                    <a:pt x="1803" y="0"/>
                    <a:pt x="160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2113750" y="1385125"/>
              <a:ext cx="10050" cy="8450"/>
            </a:xfrm>
            <a:custGeom>
              <a:avLst/>
              <a:gdLst/>
              <a:ahLst/>
              <a:cxnLst/>
              <a:rect l="l" t="t" r="r" b="b"/>
              <a:pathLst>
                <a:path w="402" h="338" extrusionOk="0">
                  <a:moveTo>
                    <a:pt x="0" y="0"/>
                  </a:moveTo>
                  <a:cubicBezTo>
                    <a:pt x="0" y="0"/>
                    <a:pt x="0" y="337"/>
                    <a:pt x="191" y="337"/>
                  </a:cubicBezTo>
                  <a:cubicBezTo>
                    <a:pt x="199" y="337"/>
                    <a:pt x="208" y="337"/>
                    <a:pt x="218" y="335"/>
                  </a:cubicBezTo>
                  <a:cubicBezTo>
                    <a:pt x="402" y="318"/>
                    <a:pt x="235" y="168"/>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2123375" y="1382600"/>
              <a:ext cx="10900" cy="8275"/>
            </a:xfrm>
            <a:custGeom>
              <a:avLst/>
              <a:gdLst/>
              <a:ahLst/>
              <a:cxnLst/>
              <a:rect l="l" t="t" r="r" b="b"/>
              <a:pathLst>
                <a:path w="436" h="331" extrusionOk="0">
                  <a:moveTo>
                    <a:pt x="17" y="1"/>
                  </a:moveTo>
                  <a:lnTo>
                    <a:pt x="0" y="18"/>
                  </a:lnTo>
                  <a:cubicBezTo>
                    <a:pt x="0" y="18"/>
                    <a:pt x="82" y="331"/>
                    <a:pt x="221" y="331"/>
                  </a:cubicBezTo>
                  <a:cubicBezTo>
                    <a:pt x="236" y="331"/>
                    <a:pt x="252" y="327"/>
                    <a:pt x="268" y="319"/>
                  </a:cubicBezTo>
                  <a:cubicBezTo>
                    <a:pt x="435" y="235"/>
                    <a:pt x="251" y="152"/>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2136350" y="1378425"/>
              <a:ext cx="10900" cy="8375"/>
            </a:xfrm>
            <a:custGeom>
              <a:avLst/>
              <a:gdLst/>
              <a:ahLst/>
              <a:cxnLst/>
              <a:rect l="l" t="t" r="r" b="b"/>
              <a:pathLst>
                <a:path w="436" h="335" extrusionOk="0">
                  <a:moveTo>
                    <a:pt x="17" y="1"/>
                  </a:moveTo>
                  <a:lnTo>
                    <a:pt x="0" y="17"/>
                  </a:lnTo>
                  <a:cubicBezTo>
                    <a:pt x="0" y="17"/>
                    <a:pt x="79" y="335"/>
                    <a:pt x="238" y="335"/>
                  </a:cubicBezTo>
                  <a:cubicBezTo>
                    <a:pt x="258" y="335"/>
                    <a:pt x="279" y="330"/>
                    <a:pt x="301" y="319"/>
                  </a:cubicBezTo>
                  <a:cubicBezTo>
                    <a:pt x="435" y="235"/>
                    <a:pt x="251" y="134"/>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2144700" y="1372325"/>
              <a:ext cx="8700" cy="6300"/>
            </a:xfrm>
            <a:custGeom>
              <a:avLst/>
              <a:gdLst/>
              <a:ahLst/>
              <a:cxnLst/>
              <a:rect l="l" t="t" r="r" b="b"/>
              <a:pathLst>
                <a:path w="348" h="252" extrusionOk="0">
                  <a:moveTo>
                    <a:pt x="161" y="1"/>
                  </a:moveTo>
                  <a:cubicBezTo>
                    <a:pt x="115" y="1"/>
                    <a:pt x="61" y="6"/>
                    <a:pt x="1" y="10"/>
                  </a:cubicBezTo>
                  <a:lnTo>
                    <a:pt x="1" y="60"/>
                  </a:lnTo>
                  <a:cubicBezTo>
                    <a:pt x="1" y="60"/>
                    <a:pt x="173" y="251"/>
                    <a:pt x="271" y="251"/>
                  </a:cubicBezTo>
                  <a:cubicBezTo>
                    <a:pt x="303" y="251"/>
                    <a:pt x="327" y="231"/>
                    <a:pt x="336" y="178"/>
                  </a:cubicBezTo>
                  <a:cubicBezTo>
                    <a:pt x="348" y="32"/>
                    <a:pt x="281" y="1"/>
                    <a:pt x="1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2083200" y="1369125"/>
              <a:ext cx="8400" cy="5550"/>
            </a:xfrm>
            <a:custGeom>
              <a:avLst/>
              <a:gdLst/>
              <a:ahLst/>
              <a:cxnLst/>
              <a:rect l="l" t="t" r="r" b="b"/>
              <a:pathLst>
                <a:path w="336" h="222" extrusionOk="0">
                  <a:moveTo>
                    <a:pt x="108" y="1"/>
                  </a:moveTo>
                  <a:cubicBezTo>
                    <a:pt x="87" y="1"/>
                    <a:pt x="68" y="12"/>
                    <a:pt x="51" y="38"/>
                  </a:cubicBezTo>
                  <a:cubicBezTo>
                    <a:pt x="0" y="121"/>
                    <a:pt x="335" y="222"/>
                    <a:pt x="335" y="222"/>
                  </a:cubicBezTo>
                  <a:cubicBezTo>
                    <a:pt x="248" y="97"/>
                    <a:pt x="170" y="1"/>
                    <a:pt x="1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2086550" y="1364750"/>
              <a:ext cx="9650" cy="5750"/>
            </a:xfrm>
            <a:custGeom>
              <a:avLst/>
              <a:gdLst/>
              <a:ahLst/>
              <a:cxnLst/>
              <a:rect l="l" t="t" r="r" b="b"/>
              <a:pathLst>
                <a:path w="386" h="230" extrusionOk="0">
                  <a:moveTo>
                    <a:pt x="205" y="1"/>
                  </a:moveTo>
                  <a:cubicBezTo>
                    <a:pt x="184" y="1"/>
                    <a:pt x="161" y="10"/>
                    <a:pt x="134" y="29"/>
                  </a:cubicBezTo>
                  <a:cubicBezTo>
                    <a:pt x="0" y="62"/>
                    <a:pt x="369" y="230"/>
                    <a:pt x="369" y="230"/>
                  </a:cubicBezTo>
                  <a:lnTo>
                    <a:pt x="385" y="230"/>
                  </a:lnTo>
                  <a:cubicBezTo>
                    <a:pt x="321" y="100"/>
                    <a:pt x="276" y="1"/>
                    <a:pt x="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2094075" y="1358125"/>
              <a:ext cx="10075" cy="6100"/>
            </a:xfrm>
            <a:custGeom>
              <a:avLst/>
              <a:gdLst/>
              <a:ahLst/>
              <a:cxnLst/>
              <a:rect l="l" t="t" r="r" b="b"/>
              <a:pathLst>
                <a:path w="403" h="244" extrusionOk="0">
                  <a:moveTo>
                    <a:pt x="201" y="0"/>
                  </a:moveTo>
                  <a:cubicBezTo>
                    <a:pt x="177" y="0"/>
                    <a:pt x="150" y="8"/>
                    <a:pt x="118" y="26"/>
                  </a:cubicBezTo>
                  <a:cubicBezTo>
                    <a:pt x="1" y="76"/>
                    <a:pt x="369" y="243"/>
                    <a:pt x="369" y="243"/>
                  </a:cubicBezTo>
                  <a:lnTo>
                    <a:pt x="402" y="243"/>
                  </a:lnTo>
                  <a:cubicBezTo>
                    <a:pt x="336" y="111"/>
                    <a:pt x="291"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2106800" y="1355175"/>
              <a:ext cx="12000" cy="6550"/>
            </a:xfrm>
            <a:custGeom>
              <a:avLst/>
              <a:gdLst/>
              <a:ahLst/>
              <a:cxnLst/>
              <a:rect l="l" t="t" r="r" b="b"/>
              <a:pathLst>
                <a:path w="480" h="262" extrusionOk="0">
                  <a:moveTo>
                    <a:pt x="135" y="0"/>
                  </a:moveTo>
                  <a:cubicBezTo>
                    <a:pt x="1" y="0"/>
                    <a:pt x="245" y="244"/>
                    <a:pt x="245" y="244"/>
                  </a:cubicBezTo>
                  <a:lnTo>
                    <a:pt x="278" y="261"/>
                  </a:lnTo>
                  <a:cubicBezTo>
                    <a:pt x="395" y="144"/>
                    <a:pt x="479" y="60"/>
                    <a:pt x="195" y="10"/>
                  </a:cubicBezTo>
                  <a:cubicBezTo>
                    <a:pt x="169" y="3"/>
                    <a:pt x="150" y="0"/>
                    <a:pt x="1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2035900" y="1578750"/>
              <a:ext cx="136025" cy="85500"/>
            </a:xfrm>
            <a:custGeom>
              <a:avLst/>
              <a:gdLst/>
              <a:ahLst/>
              <a:cxnLst/>
              <a:rect l="l" t="t" r="r" b="b"/>
              <a:pathLst>
                <a:path w="5441" h="3420" extrusionOk="0">
                  <a:moveTo>
                    <a:pt x="2813" y="0"/>
                  </a:moveTo>
                  <a:cubicBezTo>
                    <a:pt x="1602" y="0"/>
                    <a:pt x="507" y="569"/>
                    <a:pt x="269" y="1378"/>
                  </a:cubicBezTo>
                  <a:cubicBezTo>
                    <a:pt x="1" y="2299"/>
                    <a:pt x="855" y="3219"/>
                    <a:pt x="2328" y="3387"/>
                  </a:cubicBezTo>
                  <a:cubicBezTo>
                    <a:pt x="2496" y="3409"/>
                    <a:pt x="2663" y="3419"/>
                    <a:pt x="2827" y="3419"/>
                  </a:cubicBezTo>
                  <a:cubicBezTo>
                    <a:pt x="4159" y="3419"/>
                    <a:pt x="5283" y="2721"/>
                    <a:pt x="5357" y="1796"/>
                  </a:cubicBezTo>
                  <a:cubicBezTo>
                    <a:pt x="5441" y="842"/>
                    <a:pt x="4370" y="72"/>
                    <a:pt x="3014" y="5"/>
                  </a:cubicBezTo>
                  <a:cubicBezTo>
                    <a:pt x="2947" y="2"/>
                    <a:pt x="2880" y="0"/>
                    <a:pt x="28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p:nvPr/>
          </p:nvSpPr>
          <p:spPr>
            <a:xfrm>
              <a:off x="2033825" y="1571275"/>
              <a:ext cx="136025" cy="85625"/>
            </a:xfrm>
            <a:custGeom>
              <a:avLst/>
              <a:gdLst/>
              <a:ahLst/>
              <a:cxnLst/>
              <a:rect l="l" t="t" r="r" b="b"/>
              <a:pathLst>
                <a:path w="5441" h="3425" extrusionOk="0">
                  <a:moveTo>
                    <a:pt x="2865" y="0"/>
                  </a:moveTo>
                  <a:cubicBezTo>
                    <a:pt x="1650" y="0"/>
                    <a:pt x="541" y="588"/>
                    <a:pt x="268" y="1392"/>
                  </a:cubicBezTo>
                  <a:cubicBezTo>
                    <a:pt x="0" y="2313"/>
                    <a:pt x="887" y="3234"/>
                    <a:pt x="2327" y="3401"/>
                  </a:cubicBezTo>
                  <a:cubicBezTo>
                    <a:pt x="2473" y="3417"/>
                    <a:pt x="2617" y="3425"/>
                    <a:pt x="2760" y="3425"/>
                  </a:cubicBezTo>
                  <a:cubicBezTo>
                    <a:pt x="4107" y="3425"/>
                    <a:pt x="5266" y="2734"/>
                    <a:pt x="5357" y="1811"/>
                  </a:cubicBezTo>
                  <a:cubicBezTo>
                    <a:pt x="5440" y="840"/>
                    <a:pt x="4369" y="70"/>
                    <a:pt x="3013" y="3"/>
                  </a:cubicBezTo>
                  <a:cubicBezTo>
                    <a:pt x="2964" y="1"/>
                    <a:pt x="2914" y="0"/>
                    <a:pt x="28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
            <p:cNvSpPr/>
            <p:nvPr/>
          </p:nvSpPr>
          <p:spPr>
            <a:xfrm>
              <a:off x="2062700" y="1602075"/>
              <a:ext cx="98350" cy="42700"/>
            </a:xfrm>
            <a:custGeom>
              <a:avLst/>
              <a:gdLst/>
              <a:ahLst/>
              <a:cxnLst/>
              <a:rect l="l" t="t" r="r" b="b"/>
              <a:pathLst>
                <a:path w="3934" h="1708" extrusionOk="0">
                  <a:moveTo>
                    <a:pt x="3414" y="1"/>
                  </a:moveTo>
                  <a:cubicBezTo>
                    <a:pt x="3088" y="1"/>
                    <a:pt x="2546" y="333"/>
                    <a:pt x="1841" y="512"/>
                  </a:cubicBezTo>
                  <a:cubicBezTo>
                    <a:pt x="854" y="780"/>
                    <a:pt x="0" y="663"/>
                    <a:pt x="151" y="1148"/>
                  </a:cubicBezTo>
                  <a:cubicBezTo>
                    <a:pt x="246" y="1503"/>
                    <a:pt x="752" y="1708"/>
                    <a:pt x="1401" y="1708"/>
                  </a:cubicBezTo>
                  <a:cubicBezTo>
                    <a:pt x="1669" y="1708"/>
                    <a:pt x="1962" y="1673"/>
                    <a:pt x="2260" y="1600"/>
                  </a:cubicBezTo>
                  <a:cubicBezTo>
                    <a:pt x="3281" y="1332"/>
                    <a:pt x="3934" y="696"/>
                    <a:pt x="3699" y="194"/>
                  </a:cubicBezTo>
                  <a:cubicBezTo>
                    <a:pt x="3642" y="54"/>
                    <a:pt x="3545" y="1"/>
                    <a:pt x="341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2045950" y="1580850"/>
              <a:ext cx="92100" cy="35675"/>
            </a:xfrm>
            <a:custGeom>
              <a:avLst/>
              <a:gdLst/>
              <a:ahLst/>
              <a:cxnLst/>
              <a:rect l="l" t="t" r="r" b="b"/>
              <a:pathLst>
                <a:path w="3684" h="1427" extrusionOk="0">
                  <a:moveTo>
                    <a:pt x="2330" y="0"/>
                  </a:moveTo>
                  <a:cubicBezTo>
                    <a:pt x="1926" y="0"/>
                    <a:pt x="1471" y="80"/>
                    <a:pt x="1072" y="239"/>
                  </a:cubicBezTo>
                  <a:cubicBezTo>
                    <a:pt x="285" y="541"/>
                    <a:pt x="1" y="1026"/>
                    <a:pt x="402" y="1327"/>
                  </a:cubicBezTo>
                  <a:cubicBezTo>
                    <a:pt x="499" y="1397"/>
                    <a:pt x="592" y="1427"/>
                    <a:pt x="686" y="1427"/>
                  </a:cubicBezTo>
                  <a:cubicBezTo>
                    <a:pt x="1000" y="1427"/>
                    <a:pt x="1338" y="1103"/>
                    <a:pt x="1942" y="859"/>
                  </a:cubicBezTo>
                  <a:cubicBezTo>
                    <a:pt x="2712" y="541"/>
                    <a:pt x="3683" y="490"/>
                    <a:pt x="3214" y="189"/>
                  </a:cubicBezTo>
                  <a:cubicBezTo>
                    <a:pt x="3010" y="63"/>
                    <a:pt x="2690" y="0"/>
                    <a:pt x="233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2082350" y="1624900"/>
              <a:ext cx="12175" cy="11750"/>
            </a:xfrm>
            <a:custGeom>
              <a:avLst/>
              <a:gdLst/>
              <a:ahLst/>
              <a:cxnLst/>
              <a:rect l="l" t="t" r="r" b="b"/>
              <a:pathLst>
                <a:path w="487" h="470" extrusionOk="0">
                  <a:moveTo>
                    <a:pt x="302" y="1"/>
                  </a:moveTo>
                  <a:lnTo>
                    <a:pt x="252" y="17"/>
                  </a:lnTo>
                  <a:cubicBezTo>
                    <a:pt x="252" y="17"/>
                    <a:pt x="1" y="469"/>
                    <a:pt x="252" y="469"/>
                  </a:cubicBezTo>
                  <a:cubicBezTo>
                    <a:pt x="486" y="469"/>
                    <a:pt x="403" y="268"/>
                    <a:pt x="3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2097525" y="1623650"/>
              <a:ext cx="12050" cy="11475"/>
            </a:xfrm>
            <a:custGeom>
              <a:avLst/>
              <a:gdLst/>
              <a:ahLst/>
              <a:cxnLst/>
              <a:rect l="l" t="t" r="r" b="b"/>
              <a:pathLst>
                <a:path w="482" h="459" extrusionOk="0">
                  <a:moveTo>
                    <a:pt x="197" y="0"/>
                  </a:moveTo>
                  <a:lnTo>
                    <a:pt x="147" y="34"/>
                  </a:lnTo>
                  <a:cubicBezTo>
                    <a:pt x="147" y="34"/>
                    <a:pt x="1" y="459"/>
                    <a:pt x="187" y="459"/>
                  </a:cubicBezTo>
                  <a:cubicBezTo>
                    <a:pt x="200" y="459"/>
                    <a:pt x="215" y="457"/>
                    <a:pt x="231" y="452"/>
                  </a:cubicBezTo>
                  <a:cubicBezTo>
                    <a:pt x="482" y="352"/>
                    <a:pt x="365" y="218"/>
                    <a:pt x="1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2116550" y="1620300"/>
              <a:ext cx="12275" cy="11225"/>
            </a:xfrm>
            <a:custGeom>
              <a:avLst/>
              <a:gdLst/>
              <a:ahLst/>
              <a:cxnLst/>
              <a:rect l="l" t="t" r="r" b="b"/>
              <a:pathLst>
                <a:path w="491" h="449" extrusionOk="0">
                  <a:moveTo>
                    <a:pt x="190" y="0"/>
                  </a:moveTo>
                  <a:lnTo>
                    <a:pt x="139" y="17"/>
                  </a:lnTo>
                  <a:cubicBezTo>
                    <a:pt x="139" y="17"/>
                    <a:pt x="0" y="449"/>
                    <a:pt x="191" y="449"/>
                  </a:cubicBezTo>
                  <a:cubicBezTo>
                    <a:pt x="210" y="449"/>
                    <a:pt x="231" y="445"/>
                    <a:pt x="257" y="436"/>
                  </a:cubicBezTo>
                  <a:cubicBezTo>
                    <a:pt x="491" y="352"/>
                    <a:pt x="357" y="201"/>
                    <a:pt x="1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
            <p:cNvSpPr/>
            <p:nvPr/>
          </p:nvSpPr>
          <p:spPr>
            <a:xfrm>
              <a:off x="2134250" y="1614025"/>
              <a:ext cx="11750" cy="8525"/>
            </a:xfrm>
            <a:custGeom>
              <a:avLst/>
              <a:gdLst/>
              <a:ahLst/>
              <a:cxnLst/>
              <a:rect l="l" t="t" r="r" b="b"/>
              <a:pathLst>
                <a:path w="470" h="341" extrusionOk="0">
                  <a:moveTo>
                    <a:pt x="17" y="0"/>
                  </a:moveTo>
                  <a:lnTo>
                    <a:pt x="0" y="34"/>
                  </a:lnTo>
                  <a:cubicBezTo>
                    <a:pt x="0" y="34"/>
                    <a:pt x="53" y="340"/>
                    <a:pt x="167" y="340"/>
                  </a:cubicBezTo>
                  <a:cubicBezTo>
                    <a:pt x="197" y="340"/>
                    <a:pt x="230" y="320"/>
                    <a:pt x="268" y="268"/>
                  </a:cubicBezTo>
                  <a:cubicBezTo>
                    <a:pt x="469" y="0"/>
                    <a:pt x="268" y="0"/>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2063100" y="1600800"/>
              <a:ext cx="7975" cy="7800"/>
            </a:xfrm>
            <a:custGeom>
              <a:avLst/>
              <a:gdLst/>
              <a:ahLst/>
              <a:cxnLst/>
              <a:rect l="l" t="t" r="r" b="b"/>
              <a:pathLst>
                <a:path w="319" h="312" extrusionOk="0">
                  <a:moveTo>
                    <a:pt x="203" y="1"/>
                  </a:moveTo>
                  <a:cubicBezTo>
                    <a:pt x="180" y="1"/>
                    <a:pt x="152" y="14"/>
                    <a:pt x="118" y="44"/>
                  </a:cubicBezTo>
                  <a:cubicBezTo>
                    <a:pt x="1" y="144"/>
                    <a:pt x="302" y="312"/>
                    <a:pt x="302" y="312"/>
                  </a:cubicBezTo>
                  <a:lnTo>
                    <a:pt x="319" y="312"/>
                  </a:lnTo>
                  <a:cubicBezTo>
                    <a:pt x="306" y="156"/>
                    <a:pt x="283" y="1"/>
                    <a:pt x="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2071900" y="1595525"/>
              <a:ext cx="9475" cy="8475"/>
            </a:xfrm>
            <a:custGeom>
              <a:avLst/>
              <a:gdLst/>
              <a:ahLst/>
              <a:cxnLst/>
              <a:rect l="l" t="t" r="r" b="b"/>
              <a:pathLst>
                <a:path w="379" h="339" extrusionOk="0">
                  <a:moveTo>
                    <a:pt x="278" y="0"/>
                  </a:moveTo>
                  <a:cubicBezTo>
                    <a:pt x="258" y="0"/>
                    <a:pt x="232" y="7"/>
                    <a:pt x="201" y="21"/>
                  </a:cubicBezTo>
                  <a:cubicBezTo>
                    <a:pt x="0" y="88"/>
                    <a:pt x="302" y="339"/>
                    <a:pt x="302" y="339"/>
                  </a:cubicBezTo>
                  <a:lnTo>
                    <a:pt x="318" y="339"/>
                  </a:lnTo>
                  <a:cubicBezTo>
                    <a:pt x="360" y="158"/>
                    <a:pt x="379" y="0"/>
                    <a:pt x="2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
            <p:cNvSpPr/>
            <p:nvPr/>
          </p:nvSpPr>
          <p:spPr>
            <a:xfrm>
              <a:off x="2085700" y="1587875"/>
              <a:ext cx="10975" cy="9425"/>
            </a:xfrm>
            <a:custGeom>
              <a:avLst/>
              <a:gdLst/>
              <a:ahLst/>
              <a:cxnLst/>
              <a:rect l="l" t="t" r="r" b="b"/>
              <a:pathLst>
                <a:path w="439" h="377" extrusionOk="0">
                  <a:moveTo>
                    <a:pt x="298" y="0"/>
                  </a:moveTo>
                  <a:cubicBezTo>
                    <a:pt x="280" y="0"/>
                    <a:pt x="260" y="3"/>
                    <a:pt x="235" y="9"/>
                  </a:cubicBezTo>
                  <a:cubicBezTo>
                    <a:pt x="1" y="92"/>
                    <a:pt x="319" y="377"/>
                    <a:pt x="319" y="377"/>
                  </a:cubicBezTo>
                  <a:lnTo>
                    <a:pt x="352" y="377"/>
                  </a:lnTo>
                  <a:cubicBezTo>
                    <a:pt x="382" y="169"/>
                    <a:pt x="438"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
            <p:cNvSpPr/>
            <p:nvPr/>
          </p:nvSpPr>
          <p:spPr>
            <a:xfrm>
              <a:off x="2104650" y="1585700"/>
              <a:ext cx="12875" cy="8675"/>
            </a:xfrm>
            <a:custGeom>
              <a:avLst/>
              <a:gdLst/>
              <a:ahLst/>
              <a:cxnLst/>
              <a:rect l="l" t="t" r="r" b="b"/>
              <a:pathLst>
                <a:path w="515" h="347" extrusionOk="0">
                  <a:moveTo>
                    <a:pt x="181" y="0"/>
                  </a:moveTo>
                  <a:cubicBezTo>
                    <a:pt x="0" y="0"/>
                    <a:pt x="96" y="330"/>
                    <a:pt x="96" y="330"/>
                  </a:cubicBezTo>
                  <a:lnTo>
                    <a:pt x="130" y="347"/>
                  </a:lnTo>
                  <a:cubicBezTo>
                    <a:pt x="348" y="213"/>
                    <a:pt x="515" y="96"/>
                    <a:pt x="247" y="12"/>
                  </a:cubicBezTo>
                  <a:cubicBezTo>
                    <a:pt x="222" y="4"/>
                    <a:pt x="200" y="0"/>
                    <a:pt x="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1689000" y="1570900"/>
              <a:ext cx="129750" cy="71950"/>
            </a:xfrm>
            <a:custGeom>
              <a:avLst/>
              <a:gdLst/>
              <a:ahLst/>
              <a:cxnLst/>
              <a:rect l="l" t="t" r="r" b="b"/>
              <a:pathLst>
                <a:path w="5190" h="2878" extrusionOk="0">
                  <a:moveTo>
                    <a:pt x="2722" y="1"/>
                  </a:moveTo>
                  <a:cubicBezTo>
                    <a:pt x="2702" y="1"/>
                    <a:pt x="2682" y="1"/>
                    <a:pt x="2662" y="1"/>
                  </a:cubicBezTo>
                  <a:cubicBezTo>
                    <a:pt x="1256" y="18"/>
                    <a:pt x="1" y="755"/>
                    <a:pt x="118" y="1658"/>
                  </a:cubicBezTo>
                  <a:cubicBezTo>
                    <a:pt x="211" y="2415"/>
                    <a:pt x="1209" y="2877"/>
                    <a:pt x="2353" y="2877"/>
                  </a:cubicBezTo>
                  <a:cubicBezTo>
                    <a:pt x="2652" y="2877"/>
                    <a:pt x="2960" y="2846"/>
                    <a:pt x="3265" y="2780"/>
                  </a:cubicBezTo>
                  <a:cubicBezTo>
                    <a:pt x="4503" y="2512"/>
                    <a:pt x="5190" y="1759"/>
                    <a:pt x="5005" y="1089"/>
                  </a:cubicBezTo>
                  <a:cubicBezTo>
                    <a:pt x="4824" y="480"/>
                    <a:pt x="3883" y="1"/>
                    <a:pt x="27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1726250" y="1590400"/>
              <a:ext cx="84125" cy="42675"/>
            </a:xfrm>
            <a:custGeom>
              <a:avLst/>
              <a:gdLst/>
              <a:ahLst/>
              <a:cxnLst/>
              <a:rect l="l" t="t" r="r" b="b"/>
              <a:pathLst>
                <a:path w="3365" h="1707" extrusionOk="0">
                  <a:moveTo>
                    <a:pt x="2883" y="1"/>
                  </a:moveTo>
                  <a:cubicBezTo>
                    <a:pt x="2638" y="1"/>
                    <a:pt x="2323" y="330"/>
                    <a:pt x="1775" y="611"/>
                  </a:cubicBezTo>
                  <a:cubicBezTo>
                    <a:pt x="971" y="996"/>
                    <a:pt x="0" y="1113"/>
                    <a:pt x="385" y="1481"/>
                  </a:cubicBezTo>
                  <a:cubicBezTo>
                    <a:pt x="539" y="1635"/>
                    <a:pt x="801" y="1707"/>
                    <a:pt x="1108" y="1707"/>
                  </a:cubicBezTo>
                  <a:cubicBezTo>
                    <a:pt x="1535" y="1707"/>
                    <a:pt x="2049" y="1567"/>
                    <a:pt x="2478" y="1314"/>
                  </a:cubicBezTo>
                  <a:cubicBezTo>
                    <a:pt x="3147" y="912"/>
                    <a:pt x="3365" y="393"/>
                    <a:pt x="3097" y="108"/>
                  </a:cubicBezTo>
                  <a:cubicBezTo>
                    <a:pt x="3029" y="33"/>
                    <a:pt x="2960" y="1"/>
                    <a:pt x="288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1699050" y="1578800"/>
              <a:ext cx="87900" cy="37950"/>
            </a:xfrm>
            <a:custGeom>
              <a:avLst/>
              <a:gdLst/>
              <a:ahLst/>
              <a:cxnLst/>
              <a:rect l="l" t="t" r="r" b="b"/>
              <a:pathLst>
                <a:path w="3516" h="1518" extrusionOk="0">
                  <a:moveTo>
                    <a:pt x="2492" y="1"/>
                  </a:moveTo>
                  <a:cubicBezTo>
                    <a:pt x="2015" y="1"/>
                    <a:pt x="1430" y="131"/>
                    <a:pt x="938" y="372"/>
                  </a:cubicBezTo>
                  <a:cubicBezTo>
                    <a:pt x="151" y="790"/>
                    <a:pt x="0" y="1326"/>
                    <a:pt x="670" y="1476"/>
                  </a:cubicBezTo>
                  <a:cubicBezTo>
                    <a:pt x="768" y="1505"/>
                    <a:pt x="855" y="1518"/>
                    <a:pt x="935" y="1518"/>
                  </a:cubicBezTo>
                  <a:cubicBezTo>
                    <a:pt x="1374" y="1518"/>
                    <a:pt x="1593" y="1127"/>
                    <a:pt x="2160" y="773"/>
                  </a:cubicBezTo>
                  <a:cubicBezTo>
                    <a:pt x="2762" y="422"/>
                    <a:pt x="3515" y="254"/>
                    <a:pt x="3064" y="87"/>
                  </a:cubicBezTo>
                  <a:cubicBezTo>
                    <a:pt x="2910" y="29"/>
                    <a:pt x="2712" y="1"/>
                    <a:pt x="2492"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1755350" y="1617375"/>
              <a:ext cx="10675" cy="9825"/>
            </a:xfrm>
            <a:custGeom>
              <a:avLst/>
              <a:gdLst/>
              <a:ahLst/>
              <a:cxnLst/>
              <a:rect l="l" t="t" r="r" b="b"/>
              <a:pathLst>
                <a:path w="427" h="393" extrusionOk="0">
                  <a:moveTo>
                    <a:pt x="75" y="0"/>
                  </a:moveTo>
                  <a:lnTo>
                    <a:pt x="58" y="34"/>
                  </a:lnTo>
                  <a:cubicBezTo>
                    <a:pt x="58" y="34"/>
                    <a:pt x="1" y="393"/>
                    <a:pt x="152" y="393"/>
                  </a:cubicBezTo>
                  <a:cubicBezTo>
                    <a:pt x="164" y="393"/>
                    <a:pt x="177" y="390"/>
                    <a:pt x="192" y="385"/>
                  </a:cubicBezTo>
                  <a:cubicBezTo>
                    <a:pt x="427" y="318"/>
                    <a:pt x="259" y="184"/>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1768100" y="1614025"/>
              <a:ext cx="10050" cy="8775"/>
            </a:xfrm>
            <a:custGeom>
              <a:avLst/>
              <a:gdLst/>
              <a:ahLst/>
              <a:cxnLst/>
              <a:rect l="l" t="t" r="r" b="b"/>
              <a:pathLst>
                <a:path w="402" h="351" extrusionOk="0">
                  <a:moveTo>
                    <a:pt x="17" y="0"/>
                  </a:moveTo>
                  <a:lnTo>
                    <a:pt x="0" y="17"/>
                  </a:lnTo>
                  <a:cubicBezTo>
                    <a:pt x="0" y="17"/>
                    <a:pt x="14" y="351"/>
                    <a:pt x="159" y="351"/>
                  </a:cubicBezTo>
                  <a:cubicBezTo>
                    <a:pt x="177" y="351"/>
                    <a:pt x="196" y="346"/>
                    <a:pt x="218" y="335"/>
                  </a:cubicBezTo>
                  <a:cubicBezTo>
                    <a:pt x="402" y="201"/>
                    <a:pt x="235" y="118"/>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1782325" y="1608175"/>
              <a:ext cx="9225" cy="8075"/>
            </a:xfrm>
            <a:custGeom>
              <a:avLst/>
              <a:gdLst/>
              <a:ahLst/>
              <a:cxnLst/>
              <a:rect l="l" t="t" r="r" b="b"/>
              <a:pathLst>
                <a:path w="369" h="323" extrusionOk="0">
                  <a:moveTo>
                    <a:pt x="17" y="0"/>
                  </a:moveTo>
                  <a:lnTo>
                    <a:pt x="0" y="17"/>
                  </a:lnTo>
                  <a:cubicBezTo>
                    <a:pt x="0" y="17"/>
                    <a:pt x="13" y="323"/>
                    <a:pt x="139" y="323"/>
                  </a:cubicBezTo>
                  <a:cubicBezTo>
                    <a:pt x="157" y="323"/>
                    <a:pt x="178" y="316"/>
                    <a:pt x="201" y="301"/>
                  </a:cubicBezTo>
                  <a:cubicBezTo>
                    <a:pt x="369" y="201"/>
                    <a:pt x="201" y="117"/>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1791100" y="1600300"/>
              <a:ext cx="7425" cy="6025"/>
            </a:xfrm>
            <a:custGeom>
              <a:avLst/>
              <a:gdLst/>
              <a:ahLst/>
              <a:cxnLst/>
              <a:rect l="l" t="t" r="r" b="b"/>
              <a:pathLst>
                <a:path w="297" h="241" extrusionOk="0">
                  <a:moveTo>
                    <a:pt x="163" y="1"/>
                  </a:moveTo>
                  <a:cubicBezTo>
                    <a:pt x="118" y="1"/>
                    <a:pt x="62" y="8"/>
                    <a:pt x="1" y="14"/>
                  </a:cubicBezTo>
                  <a:lnTo>
                    <a:pt x="1" y="64"/>
                  </a:lnTo>
                  <a:cubicBezTo>
                    <a:pt x="1" y="64"/>
                    <a:pt x="122" y="241"/>
                    <a:pt x="197" y="241"/>
                  </a:cubicBezTo>
                  <a:cubicBezTo>
                    <a:pt x="223" y="241"/>
                    <a:pt x="243" y="220"/>
                    <a:pt x="252" y="164"/>
                  </a:cubicBezTo>
                  <a:cubicBezTo>
                    <a:pt x="297" y="30"/>
                    <a:pt x="252" y="1"/>
                    <a:pt x="1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1720400" y="1601700"/>
              <a:ext cx="11300" cy="6500"/>
            </a:xfrm>
            <a:custGeom>
              <a:avLst/>
              <a:gdLst/>
              <a:ahLst/>
              <a:cxnLst/>
              <a:rect l="l" t="t" r="r" b="b"/>
              <a:pathLst>
                <a:path w="452" h="260" extrusionOk="0">
                  <a:moveTo>
                    <a:pt x="192" y="0"/>
                  </a:moveTo>
                  <a:cubicBezTo>
                    <a:pt x="166" y="0"/>
                    <a:pt x="142" y="13"/>
                    <a:pt x="117" y="41"/>
                  </a:cubicBezTo>
                  <a:cubicBezTo>
                    <a:pt x="0" y="142"/>
                    <a:pt x="418" y="259"/>
                    <a:pt x="418" y="259"/>
                  </a:cubicBezTo>
                  <a:lnTo>
                    <a:pt x="452" y="259"/>
                  </a:lnTo>
                  <a:cubicBezTo>
                    <a:pt x="351" y="120"/>
                    <a:pt x="269" y="0"/>
                    <a:pt x="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1727500" y="1595275"/>
              <a:ext cx="11750" cy="7050"/>
            </a:xfrm>
            <a:custGeom>
              <a:avLst/>
              <a:gdLst/>
              <a:ahLst/>
              <a:cxnLst/>
              <a:rect l="l" t="t" r="r" b="b"/>
              <a:pathLst>
                <a:path w="470" h="282" extrusionOk="0">
                  <a:moveTo>
                    <a:pt x="298" y="0"/>
                  </a:moveTo>
                  <a:cubicBezTo>
                    <a:pt x="271" y="0"/>
                    <a:pt x="240" y="10"/>
                    <a:pt x="201" y="31"/>
                  </a:cubicBezTo>
                  <a:cubicBezTo>
                    <a:pt x="1" y="98"/>
                    <a:pt x="436" y="282"/>
                    <a:pt x="436" y="282"/>
                  </a:cubicBezTo>
                  <a:lnTo>
                    <a:pt x="469" y="282"/>
                  </a:lnTo>
                  <a:cubicBezTo>
                    <a:pt x="429" y="136"/>
                    <a:pt x="400"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1739225" y="1586900"/>
              <a:ext cx="12150" cy="7475"/>
            </a:xfrm>
            <a:custGeom>
              <a:avLst/>
              <a:gdLst/>
              <a:ahLst/>
              <a:cxnLst/>
              <a:rect l="l" t="t" r="r" b="b"/>
              <a:pathLst>
                <a:path w="486" h="299" extrusionOk="0">
                  <a:moveTo>
                    <a:pt x="322" y="1"/>
                  </a:moveTo>
                  <a:cubicBezTo>
                    <a:pt x="294" y="1"/>
                    <a:pt x="259" y="10"/>
                    <a:pt x="218" y="31"/>
                  </a:cubicBezTo>
                  <a:cubicBezTo>
                    <a:pt x="0" y="115"/>
                    <a:pt x="452" y="299"/>
                    <a:pt x="452" y="299"/>
                  </a:cubicBezTo>
                  <a:lnTo>
                    <a:pt x="486" y="299"/>
                  </a:lnTo>
                  <a:cubicBezTo>
                    <a:pt x="459" y="139"/>
                    <a:pt x="433" y="1"/>
                    <a:pt x="3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1756275" y="1582825"/>
              <a:ext cx="13100" cy="7375"/>
            </a:xfrm>
            <a:custGeom>
              <a:avLst/>
              <a:gdLst/>
              <a:ahLst/>
              <a:cxnLst/>
              <a:rect l="l" t="t" r="r" b="b"/>
              <a:pathLst>
                <a:path w="524" h="295" extrusionOk="0">
                  <a:moveTo>
                    <a:pt x="174" y="1"/>
                  </a:moveTo>
                  <a:cubicBezTo>
                    <a:pt x="1" y="1"/>
                    <a:pt x="222" y="278"/>
                    <a:pt x="222" y="278"/>
                  </a:cubicBezTo>
                  <a:lnTo>
                    <a:pt x="272" y="294"/>
                  </a:lnTo>
                  <a:cubicBezTo>
                    <a:pt x="390" y="160"/>
                    <a:pt x="523" y="43"/>
                    <a:pt x="239" y="10"/>
                  </a:cubicBezTo>
                  <a:cubicBezTo>
                    <a:pt x="213" y="4"/>
                    <a:pt x="192"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1682725" y="1459600"/>
              <a:ext cx="41875" cy="61975"/>
            </a:xfrm>
            <a:custGeom>
              <a:avLst/>
              <a:gdLst/>
              <a:ahLst/>
              <a:cxnLst/>
              <a:rect l="l" t="t" r="r" b="b"/>
              <a:pathLst>
                <a:path w="1675" h="2479" extrusionOk="0">
                  <a:moveTo>
                    <a:pt x="536" y="1"/>
                  </a:moveTo>
                  <a:lnTo>
                    <a:pt x="151" y="34"/>
                  </a:lnTo>
                  <a:cubicBezTo>
                    <a:pt x="1" y="2026"/>
                    <a:pt x="888" y="2478"/>
                    <a:pt x="888" y="2478"/>
                  </a:cubicBezTo>
                  <a:lnTo>
                    <a:pt x="1674" y="2009"/>
                  </a:lnTo>
                  <a:cubicBezTo>
                    <a:pt x="1674" y="1993"/>
                    <a:pt x="536" y="1156"/>
                    <a:pt x="5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2134250" y="1484075"/>
              <a:ext cx="64050" cy="18250"/>
            </a:xfrm>
            <a:custGeom>
              <a:avLst/>
              <a:gdLst/>
              <a:ahLst/>
              <a:cxnLst/>
              <a:rect l="l" t="t" r="r" b="b"/>
              <a:pathLst>
                <a:path w="2562" h="730" extrusionOk="0">
                  <a:moveTo>
                    <a:pt x="828" y="0"/>
                  </a:moveTo>
                  <a:cubicBezTo>
                    <a:pt x="393" y="0"/>
                    <a:pt x="185" y="93"/>
                    <a:pt x="185" y="93"/>
                  </a:cubicBezTo>
                  <a:lnTo>
                    <a:pt x="0" y="729"/>
                  </a:lnTo>
                  <a:cubicBezTo>
                    <a:pt x="0" y="729"/>
                    <a:pt x="673" y="494"/>
                    <a:pt x="1459" y="494"/>
                  </a:cubicBezTo>
                  <a:cubicBezTo>
                    <a:pt x="1781" y="494"/>
                    <a:pt x="2123" y="533"/>
                    <a:pt x="2444" y="645"/>
                  </a:cubicBezTo>
                  <a:lnTo>
                    <a:pt x="2561" y="361"/>
                  </a:lnTo>
                  <a:cubicBezTo>
                    <a:pt x="1792" y="75"/>
                    <a:pt x="1219" y="0"/>
                    <a:pt x="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1988200" y="1342075"/>
              <a:ext cx="37700" cy="10850"/>
            </a:xfrm>
            <a:custGeom>
              <a:avLst/>
              <a:gdLst/>
              <a:ahLst/>
              <a:cxnLst/>
              <a:rect l="l" t="t" r="r" b="b"/>
              <a:pathLst>
                <a:path w="1508" h="434" extrusionOk="0">
                  <a:moveTo>
                    <a:pt x="471" y="0"/>
                  </a:moveTo>
                  <a:cubicBezTo>
                    <a:pt x="232" y="0"/>
                    <a:pt x="118" y="49"/>
                    <a:pt x="118" y="49"/>
                  </a:cubicBezTo>
                  <a:lnTo>
                    <a:pt x="1" y="434"/>
                  </a:lnTo>
                  <a:cubicBezTo>
                    <a:pt x="1" y="434"/>
                    <a:pt x="384" y="283"/>
                    <a:pt x="851" y="283"/>
                  </a:cubicBezTo>
                  <a:cubicBezTo>
                    <a:pt x="1046" y="283"/>
                    <a:pt x="1255" y="309"/>
                    <a:pt x="1457" y="383"/>
                  </a:cubicBezTo>
                  <a:lnTo>
                    <a:pt x="1507" y="216"/>
                  </a:lnTo>
                  <a:cubicBezTo>
                    <a:pt x="1041" y="44"/>
                    <a:pt x="699" y="0"/>
                    <a:pt x="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2180700" y="1351225"/>
              <a:ext cx="27225" cy="20525"/>
            </a:xfrm>
            <a:custGeom>
              <a:avLst/>
              <a:gdLst/>
              <a:ahLst/>
              <a:cxnLst/>
              <a:rect l="l" t="t" r="r" b="b"/>
              <a:pathLst>
                <a:path w="1089" h="821" extrusionOk="0">
                  <a:moveTo>
                    <a:pt x="335" y="1"/>
                  </a:moveTo>
                  <a:lnTo>
                    <a:pt x="0" y="17"/>
                  </a:lnTo>
                  <a:cubicBezTo>
                    <a:pt x="34" y="17"/>
                    <a:pt x="670" y="402"/>
                    <a:pt x="787" y="821"/>
                  </a:cubicBezTo>
                  <a:lnTo>
                    <a:pt x="1088" y="804"/>
                  </a:lnTo>
                  <a:cubicBezTo>
                    <a:pt x="971" y="168"/>
                    <a:pt x="335" y="1"/>
                    <a:pt x="3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2362300" y="1540800"/>
              <a:ext cx="32675" cy="20950"/>
            </a:xfrm>
            <a:custGeom>
              <a:avLst/>
              <a:gdLst/>
              <a:ahLst/>
              <a:cxnLst/>
              <a:rect l="l" t="t" r="r" b="b"/>
              <a:pathLst>
                <a:path w="1307" h="838" extrusionOk="0">
                  <a:moveTo>
                    <a:pt x="905" y="0"/>
                  </a:moveTo>
                  <a:cubicBezTo>
                    <a:pt x="905" y="0"/>
                    <a:pt x="152" y="184"/>
                    <a:pt x="1" y="804"/>
                  </a:cubicBezTo>
                  <a:lnTo>
                    <a:pt x="386" y="837"/>
                  </a:lnTo>
                  <a:cubicBezTo>
                    <a:pt x="486" y="419"/>
                    <a:pt x="1307" y="34"/>
                    <a:pt x="1307" y="17"/>
                  </a:cubicBezTo>
                  <a:lnTo>
                    <a:pt x="905" y="0"/>
                  </a:lnTo>
                  <a:close/>
                </a:path>
              </a:pathLst>
            </a:custGeom>
            <a:solidFill>
              <a:srgbClr val="B2AA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1834200" y="1671775"/>
              <a:ext cx="63225" cy="31450"/>
            </a:xfrm>
            <a:custGeom>
              <a:avLst/>
              <a:gdLst/>
              <a:ahLst/>
              <a:cxnLst/>
              <a:rect l="l" t="t" r="r" b="b"/>
              <a:pathLst>
                <a:path w="2529" h="1258" extrusionOk="0">
                  <a:moveTo>
                    <a:pt x="202" y="0"/>
                  </a:moveTo>
                  <a:lnTo>
                    <a:pt x="1" y="251"/>
                  </a:lnTo>
                  <a:cubicBezTo>
                    <a:pt x="1161" y="1194"/>
                    <a:pt x="1920" y="1257"/>
                    <a:pt x="2101" y="1257"/>
                  </a:cubicBezTo>
                  <a:cubicBezTo>
                    <a:pt x="2129" y="1257"/>
                    <a:pt x="2143" y="1256"/>
                    <a:pt x="2143" y="1256"/>
                  </a:cubicBezTo>
                  <a:lnTo>
                    <a:pt x="2528" y="703"/>
                  </a:lnTo>
                  <a:cubicBezTo>
                    <a:pt x="2528" y="687"/>
                    <a:pt x="1122" y="737"/>
                    <a:pt x="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2230500" y="1402750"/>
              <a:ext cx="46475" cy="29125"/>
            </a:xfrm>
            <a:custGeom>
              <a:avLst/>
              <a:gdLst/>
              <a:ahLst/>
              <a:cxnLst/>
              <a:rect l="l" t="t" r="r" b="b"/>
              <a:pathLst>
                <a:path w="1859" h="1165" extrusionOk="0">
                  <a:moveTo>
                    <a:pt x="1040" y="191"/>
                  </a:moveTo>
                  <a:cubicBezTo>
                    <a:pt x="1211" y="191"/>
                    <a:pt x="1375" y="257"/>
                    <a:pt x="1473" y="367"/>
                  </a:cubicBezTo>
                  <a:cubicBezTo>
                    <a:pt x="1590" y="534"/>
                    <a:pt x="1507" y="768"/>
                    <a:pt x="1272" y="869"/>
                  </a:cubicBezTo>
                  <a:cubicBezTo>
                    <a:pt x="1185" y="904"/>
                    <a:pt x="1094" y="920"/>
                    <a:pt x="1006" y="920"/>
                  </a:cubicBezTo>
                  <a:cubicBezTo>
                    <a:pt x="840" y="920"/>
                    <a:pt x="685" y="861"/>
                    <a:pt x="586" y="752"/>
                  </a:cubicBezTo>
                  <a:cubicBezTo>
                    <a:pt x="436" y="584"/>
                    <a:pt x="519" y="350"/>
                    <a:pt x="770" y="249"/>
                  </a:cubicBezTo>
                  <a:cubicBezTo>
                    <a:pt x="857" y="209"/>
                    <a:pt x="950" y="191"/>
                    <a:pt x="1040" y="191"/>
                  </a:cubicBezTo>
                  <a:close/>
                  <a:moveTo>
                    <a:pt x="940" y="0"/>
                  </a:moveTo>
                  <a:cubicBezTo>
                    <a:pt x="798" y="0"/>
                    <a:pt x="653" y="26"/>
                    <a:pt x="519" y="82"/>
                  </a:cubicBezTo>
                  <a:cubicBezTo>
                    <a:pt x="134" y="249"/>
                    <a:pt x="0" y="601"/>
                    <a:pt x="235" y="869"/>
                  </a:cubicBezTo>
                  <a:cubicBezTo>
                    <a:pt x="395" y="1051"/>
                    <a:pt x="663" y="1164"/>
                    <a:pt x="946" y="1164"/>
                  </a:cubicBezTo>
                  <a:cubicBezTo>
                    <a:pt x="1077" y="1164"/>
                    <a:pt x="1212" y="1140"/>
                    <a:pt x="1339" y="1086"/>
                  </a:cubicBezTo>
                  <a:cubicBezTo>
                    <a:pt x="1741" y="919"/>
                    <a:pt x="1858" y="551"/>
                    <a:pt x="1641" y="283"/>
                  </a:cubicBezTo>
                  <a:cubicBezTo>
                    <a:pt x="1496" y="104"/>
                    <a:pt x="1224" y="0"/>
                    <a:pt x="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2255600" y="1583300"/>
              <a:ext cx="46475" cy="29000"/>
            </a:xfrm>
            <a:custGeom>
              <a:avLst/>
              <a:gdLst/>
              <a:ahLst/>
              <a:cxnLst/>
              <a:rect l="l" t="t" r="r" b="b"/>
              <a:pathLst>
                <a:path w="1859" h="1160" extrusionOk="0">
                  <a:moveTo>
                    <a:pt x="1024" y="190"/>
                  </a:moveTo>
                  <a:cubicBezTo>
                    <a:pt x="1194" y="190"/>
                    <a:pt x="1353" y="250"/>
                    <a:pt x="1440" y="359"/>
                  </a:cubicBezTo>
                  <a:cubicBezTo>
                    <a:pt x="1591" y="526"/>
                    <a:pt x="1507" y="761"/>
                    <a:pt x="1256" y="861"/>
                  </a:cubicBezTo>
                  <a:cubicBezTo>
                    <a:pt x="1169" y="902"/>
                    <a:pt x="1079" y="920"/>
                    <a:pt x="991" y="920"/>
                  </a:cubicBezTo>
                  <a:cubicBezTo>
                    <a:pt x="824" y="920"/>
                    <a:pt x="668" y="854"/>
                    <a:pt x="570" y="744"/>
                  </a:cubicBezTo>
                  <a:cubicBezTo>
                    <a:pt x="419" y="577"/>
                    <a:pt x="503" y="342"/>
                    <a:pt x="754" y="242"/>
                  </a:cubicBezTo>
                  <a:cubicBezTo>
                    <a:pt x="841" y="207"/>
                    <a:pt x="934" y="190"/>
                    <a:pt x="1024" y="190"/>
                  </a:cubicBezTo>
                  <a:close/>
                  <a:moveTo>
                    <a:pt x="929" y="0"/>
                  </a:moveTo>
                  <a:cubicBezTo>
                    <a:pt x="789" y="0"/>
                    <a:pt x="648" y="24"/>
                    <a:pt x="520" y="74"/>
                  </a:cubicBezTo>
                  <a:cubicBezTo>
                    <a:pt x="135" y="242"/>
                    <a:pt x="1" y="593"/>
                    <a:pt x="235" y="861"/>
                  </a:cubicBezTo>
                  <a:cubicBezTo>
                    <a:pt x="392" y="1052"/>
                    <a:pt x="655" y="1160"/>
                    <a:pt x="932" y="1160"/>
                  </a:cubicBezTo>
                  <a:cubicBezTo>
                    <a:pt x="1068" y="1160"/>
                    <a:pt x="1207" y="1134"/>
                    <a:pt x="1340" y="1079"/>
                  </a:cubicBezTo>
                  <a:cubicBezTo>
                    <a:pt x="1741" y="911"/>
                    <a:pt x="1859" y="560"/>
                    <a:pt x="1641" y="275"/>
                  </a:cubicBezTo>
                  <a:cubicBezTo>
                    <a:pt x="1485" y="97"/>
                    <a:pt x="1210"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1904100" y="1625425"/>
              <a:ext cx="46050" cy="28350"/>
            </a:xfrm>
            <a:custGeom>
              <a:avLst/>
              <a:gdLst/>
              <a:ahLst/>
              <a:cxnLst/>
              <a:rect l="l" t="t" r="r" b="b"/>
              <a:pathLst>
                <a:path w="1842" h="1134" extrusionOk="0">
                  <a:moveTo>
                    <a:pt x="1116" y="167"/>
                  </a:moveTo>
                  <a:cubicBezTo>
                    <a:pt x="1257" y="167"/>
                    <a:pt x="1388" y="210"/>
                    <a:pt x="1456" y="298"/>
                  </a:cubicBezTo>
                  <a:cubicBezTo>
                    <a:pt x="1590" y="432"/>
                    <a:pt x="1523" y="649"/>
                    <a:pt x="1306" y="766"/>
                  </a:cubicBezTo>
                  <a:cubicBezTo>
                    <a:pt x="1203" y="825"/>
                    <a:pt x="1081" y="852"/>
                    <a:pt x="965" y="852"/>
                  </a:cubicBezTo>
                  <a:cubicBezTo>
                    <a:pt x="817" y="852"/>
                    <a:pt x="678" y="808"/>
                    <a:pt x="603" y="733"/>
                  </a:cubicBezTo>
                  <a:cubicBezTo>
                    <a:pt x="486" y="565"/>
                    <a:pt x="569" y="348"/>
                    <a:pt x="820" y="231"/>
                  </a:cubicBezTo>
                  <a:cubicBezTo>
                    <a:pt x="911" y="189"/>
                    <a:pt x="1016" y="167"/>
                    <a:pt x="1116" y="167"/>
                  </a:cubicBezTo>
                  <a:close/>
                  <a:moveTo>
                    <a:pt x="1035" y="1"/>
                  </a:moveTo>
                  <a:cubicBezTo>
                    <a:pt x="883" y="1"/>
                    <a:pt x="725" y="30"/>
                    <a:pt x="586" y="97"/>
                  </a:cubicBezTo>
                  <a:cubicBezTo>
                    <a:pt x="184" y="281"/>
                    <a:pt x="0" y="649"/>
                    <a:pt x="235" y="917"/>
                  </a:cubicBezTo>
                  <a:cubicBezTo>
                    <a:pt x="362" y="1062"/>
                    <a:pt x="573" y="1134"/>
                    <a:pt x="804" y="1134"/>
                  </a:cubicBezTo>
                  <a:cubicBezTo>
                    <a:pt x="998" y="1134"/>
                    <a:pt x="1206" y="1083"/>
                    <a:pt x="1390" y="984"/>
                  </a:cubicBezTo>
                  <a:cubicBezTo>
                    <a:pt x="1741" y="766"/>
                    <a:pt x="1841" y="415"/>
                    <a:pt x="1607" y="180"/>
                  </a:cubicBezTo>
                  <a:cubicBezTo>
                    <a:pt x="1486" y="69"/>
                    <a:pt x="1267" y="1"/>
                    <a:pt x="10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1715775" y="1454800"/>
              <a:ext cx="36850" cy="26625"/>
            </a:xfrm>
            <a:custGeom>
              <a:avLst/>
              <a:gdLst/>
              <a:ahLst/>
              <a:cxnLst/>
              <a:rect l="l" t="t" r="r" b="b"/>
              <a:pathLst>
                <a:path w="1474" h="1065" extrusionOk="0">
                  <a:moveTo>
                    <a:pt x="622" y="100"/>
                  </a:moveTo>
                  <a:cubicBezTo>
                    <a:pt x="769" y="100"/>
                    <a:pt x="919" y="166"/>
                    <a:pt x="1005" y="277"/>
                  </a:cubicBezTo>
                  <a:cubicBezTo>
                    <a:pt x="1139" y="444"/>
                    <a:pt x="1089" y="628"/>
                    <a:pt x="905" y="712"/>
                  </a:cubicBezTo>
                  <a:cubicBezTo>
                    <a:pt x="855" y="734"/>
                    <a:pt x="801" y="745"/>
                    <a:pt x="746" y="745"/>
                  </a:cubicBezTo>
                  <a:cubicBezTo>
                    <a:pt x="595" y="745"/>
                    <a:pt x="434" y="667"/>
                    <a:pt x="336" y="544"/>
                  </a:cubicBezTo>
                  <a:cubicBezTo>
                    <a:pt x="235" y="394"/>
                    <a:pt x="302" y="210"/>
                    <a:pt x="470" y="126"/>
                  </a:cubicBezTo>
                  <a:cubicBezTo>
                    <a:pt x="518" y="108"/>
                    <a:pt x="570" y="100"/>
                    <a:pt x="622" y="100"/>
                  </a:cubicBezTo>
                  <a:close/>
                  <a:moveTo>
                    <a:pt x="652" y="1"/>
                  </a:moveTo>
                  <a:cubicBezTo>
                    <a:pt x="566" y="1"/>
                    <a:pt x="481" y="14"/>
                    <a:pt x="403" y="42"/>
                  </a:cubicBezTo>
                  <a:cubicBezTo>
                    <a:pt x="101" y="143"/>
                    <a:pt x="1" y="444"/>
                    <a:pt x="168" y="712"/>
                  </a:cubicBezTo>
                  <a:cubicBezTo>
                    <a:pt x="304" y="934"/>
                    <a:pt x="567" y="1065"/>
                    <a:pt x="830" y="1065"/>
                  </a:cubicBezTo>
                  <a:cubicBezTo>
                    <a:pt x="924" y="1065"/>
                    <a:pt x="1018" y="1048"/>
                    <a:pt x="1106" y="1013"/>
                  </a:cubicBezTo>
                  <a:cubicBezTo>
                    <a:pt x="1424" y="862"/>
                    <a:pt x="1474" y="528"/>
                    <a:pt x="1256" y="277"/>
                  </a:cubicBezTo>
                  <a:cubicBezTo>
                    <a:pt x="1111" y="95"/>
                    <a:pt x="878"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1952225" y="1364175"/>
              <a:ext cx="44375" cy="25450"/>
            </a:xfrm>
            <a:custGeom>
              <a:avLst/>
              <a:gdLst/>
              <a:ahLst/>
              <a:cxnLst/>
              <a:rect l="l" t="t" r="r" b="b"/>
              <a:pathLst>
                <a:path w="1775" h="1018" extrusionOk="0">
                  <a:moveTo>
                    <a:pt x="726" y="113"/>
                  </a:moveTo>
                  <a:cubicBezTo>
                    <a:pt x="921" y="113"/>
                    <a:pt x="1169" y="222"/>
                    <a:pt x="1272" y="370"/>
                  </a:cubicBezTo>
                  <a:cubicBezTo>
                    <a:pt x="1406" y="554"/>
                    <a:pt x="1339" y="721"/>
                    <a:pt x="1088" y="738"/>
                  </a:cubicBezTo>
                  <a:cubicBezTo>
                    <a:pt x="1052" y="745"/>
                    <a:pt x="1015" y="749"/>
                    <a:pt x="977" y="749"/>
                  </a:cubicBezTo>
                  <a:cubicBezTo>
                    <a:pt x="754" y="749"/>
                    <a:pt x="519" y="628"/>
                    <a:pt x="419" y="470"/>
                  </a:cubicBezTo>
                  <a:cubicBezTo>
                    <a:pt x="301" y="303"/>
                    <a:pt x="402" y="152"/>
                    <a:pt x="653" y="119"/>
                  </a:cubicBezTo>
                  <a:cubicBezTo>
                    <a:pt x="676" y="115"/>
                    <a:pt x="701" y="113"/>
                    <a:pt x="726" y="113"/>
                  </a:cubicBezTo>
                  <a:close/>
                  <a:moveTo>
                    <a:pt x="573" y="0"/>
                  </a:moveTo>
                  <a:cubicBezTo>
                    <a:pt x="555" y="0"/>
                    <a:pt x="537" y="1"/>
                    <a:pt x="519" y="1"/>
                  </a:cubicBezTo>
                  <a:cubicBezTo>
                    <a:pt x="168" y="52"/>
                    <a:pt x="0" y="286"/>
                    <a:pt x="168" y="554"/>
                  </a:cubicBezTo>
                  <a:cubicBezTo>
                    <a:pt x="330" y="805"/>
                    <a:pt x="741" y="1017"/>
                    <a:pt x="1123" y="1017"/>
                  </a:cubicBezTo>
                  <a:cubicBezTo>
                    <a:pt x="1173" y="1017"/>
                    <a:pt x="1223" y="1014"/>
                    <a:pt x="1272" y="1006"/>
                  </a:cubicBezTo>
                  <a:cubicBezTo>
                    <a:pt x="1674" y="972"/>
                    <a:pt x="1774" y="671"/>
                    <a:pt x="1557" y="403"/>
                  </a:cubicBezTo>
                  <a:cubicBezTo>
                    <a:pt x="1349" y="164"/>
                    <a:pt x="944" y="0"/>
                    <a:pt x="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1782325" y="1477100"/>
              <a:ext cx="98775" cy="60375"/>
            </a:xfrm>
            <a:custGeom>
              <a:avLst/>
              <a:gdLst/>
              <a:ahLst/>
              <a:cxnLst/>
              <a:rect l="l" t="t" r="r" b="b"/>
              <a:pathLst>
                <a:path w="3951" h="2415" extrusionOk="0">
                  <a:moveTo>
                    <a:pt x="1951" y="152"/>
                  </a:moveTo>
                  <a:cubicBezTo>
                    <a:pt x="1993" y="152"/>
                    <a:pt x="2034" y="153"/>
                    <a:pt x="2076" y="155"/>
                  </a:cubicBezTo>
                  <a:cubicBezTo>
                    <a:pt x="2294" y="171"/>
                    <a:pt x="2528" y="221"/>
                    <a:pt x="2712" y="288"/>
                  </a:cubicBezTo>
                  <a:cubicBezTo>
                    <a:pt x="2494" y="221"/>
                    <a:pt x="2243" y="205"/>
                    <a:pt x="1959" y="205"/>
                  </a:cubicBezTo>
                  <a:cubicBezTo>
                    <a:pt x="1524" y="205"/>
                    <a:pt x="1122" y="288"/>
                    <a:pt x="821" y="406"/>
                  </a:cubicBezTo>
                  <a:cubicBezTo>
                    <a:pt x="1097" y="237"/>
                    <a:pt x="1499" y="152"/>
                    <a:pt x="1951" y="152"/>
                  </a:cubicBezTo>
                  <a:close/>
                  <a:moveTo>
                    <a:pt x="2016" y="338"/>
                  </a:moveTo>
                  <a:cubicBezTo>
                    <a:pt x="2828" y="338"/>
                    <a:pt x="3501" y="684"/>
                    <a:pt x="3599" y="1142"/>
                  </a:cubicBezTo>
                  <a:lnTo>
                    <a:pt x="3599" y="1176"/>
                  </a:lnTo>
                  <a:cubicBezTo>
                    <a:pt x="3536" y="1677"/>
                    <a:pt x="2857" y="2017"/>
                    <a:pt x="2029" y="2017"/>
                  </a:cubicBezTo>
                  <a:cubicBezTo>
                    <a:pt x="1973" y="2017"/>
                    <a:pt x="1916" y="2016"/>
                    <a:pt x="1858" y="2012"/>
                  </a:cubicBezTo>
                  <a:cubicBezTo>
                    <a:pt x="1072" y="1979"/>
                    <a:pt x="436" y="1628"/>
                    <a:pt x="335" y="1176"/>
                  </a:cubicBezTo>
                  <a:cubicBezTo>
                    <a:pt x="419" y="707"/>
                    <a:pt x="1105" y="339"/>
                    <a:pt x="1959" y="339"/>
                  </a:cubicBezTo>
                  <a:cubicBezTo>
                    <a:pt x="1978" y="338"/>
                    <a:pt x="1997" y="338"/>
                    <a:pt x="2016" y="338"/>
                  </a:cubicBezTo>
                  <a:close/>
                  <a:moveTo>
                    <a:pt x="1911" y="0"/>
                  </a:moveTo>
                  <a:cubicBezTo>
                    <a:pt x="896" y="0"/>
                    <a:pt x="64" y="436"/>
                    <a:pt x="0" y="1008"/>
                  </a:cubicBezTo>
                  <a:cubicBezTo>
                    <a:pt x="0" y="1075"/>
                    <a:pt x="0" y="1159"/>
                    <a:pt x="17" y="1226"/>
                  </a:cubicBezTo>
                  <a:lnTo>
                    <a:pt x="17" y="1309"/>
                  </a:lnTo>
                  <a:cubicBezTo>
                    <a:pt x="17" y="1912"/>
                    <a:pt x="904" y="2414"/>
                    <a:pt x="1992" y="2414"/>
                  </a:cubicBezTo>
                  <a:cubicBezTo>
                    <a:pt x="3080" y="2414"/>
                    <a:pt x="3951" y="1912"/>
                    <a:pt x="3951" y="1309"/>
                  </a:cubicBezTo>
                  <a:cubicBezTo>
                    <a:pt x="3934" y="1243"/>
                    <a:pt x="3917" y="1176"/>
                    <a:pt x="3917" y="1142"/>
                  </a:cubicBezTo>
                  <a:cubicBezTo>
                    <a:pt x="3884" y="556"/>
                    <a:pt x="3097" y="71"/>
                    <a:pt x="2076" y="4"/>
                  </a:cubicBezTo>
                  <a:cubicBezTo>
                    <a:pt x="2021" y="1"/>
                    <a:pt x="1966" y="0"/>
                    <a:pt x="19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1781900" y="1477175"/>
              <a:ext cx="98375" cy="55700"/>
            </a:xfrm>
            <a:custGeom>
              <a:avLst/>
              <a:gdLst/>
              <a:ahLst/>
              <a:cxnLst/>
              <a:rect l="l" t="t" r="r" b="b"/>
              <a:pathLst>
                <a:path w="3935" h="2228" extrusionOk="0">
                  <a:moveTo>
                    <a:pt x="1959" y="135"/>
                  </a:moveTo>
                  <a:cubicBezTo>
                    <a:pt x="2863" y="135"/>
                    <a:pt x="3616" y="553"/>
                    <a:pt x="3616" y="1072"/>
                  </a:cubicBezTo>
                  <a:cubicBezTo>
                    <a:pt x="3616" y="1591"/>
                    <a:pt x="2880" y="2009"/>
                    <a:pt x="1959" y="2009"/>
                  </a:cubicBezTo>
                  <a:cubicBezTo>
                    <a:pt x="1055" y="2009"/>
                    <a:pt x="302" y="1591"/>
                    <a:pt x="302" y="1072"/>
                  </a:cubicBezTo>
                  <a:cubicBezTo>
                    <a:pt x="302" y="553"/>
                    <a:pt x="1038" y="135"/>
                    <a:pt x="1959" y="135"/>
                  </a:cubicBezTo>
                  <a:close/>
                  <a:moveTo>
                    <a:pt x="1959" y="1"/>
                  </a:moveTo>
                  <a:cubicBezTo>
                    <a:pt x="871" y="1"/>
                    <a:pt x="1" y="503"/>
                    <a:pt x="1" y="1122"/>
                  </a:cubicBezTo>
                  <a:cubicBezTo>
                    <a:pt x="1" y="1725"/>
                    <a:pt x="871" y="2227"/>
                    <a:pt x="1959" y="2227"/>
                  </a:cubicBezTo>
                  <a:cubicBezTo>
                    <a:pt x="3047" y="2227"/>
                    <a:pt x="3934" y="1725"/>
                    <a:pt x="3934" y="1122"/>
                  </a:cubicBezTo>
                  <a:cubicBezTo>
                    <a:pt x="3901" y="486"/>
                    <a:pt x="3030" y="1"/>
                    <a:pt x="1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1779800" y="1472425"/>
              <a:ext cx="100875" cy="55925"/>
            </a:xfrm>
            <a:custGeom>
              <a:avLst/>
              <a:gdLst/>
              <a:ahLst/>
              <a:cxnLst/>
              <a:rect l="l" t="t" r="r" b="b"/>
              <a:pathLst>
                <a:path w="4035" h="2237" extrusionOk="0">
                  <a:moveTo>
                    <a:pt x="1962" y="153"/>
                  </a:moveTo>
                  <a:cubicBezTo>
                    <a:pt x="2017" y="153"/>
                    <a:pt x="2071" y="154"/>
                    <a:pt x="2127" y="157"/>
                  </a:cubicBezTo>
                  <a:cubicBezTo>
                    <a:pt x="3031" y="191"/>
                    <a:pt x="3717" y="660"/>
                    <a:pt x="3667" y="1178"/>
                  </a:cubicBezTo>
                  <a:cubicBezTo>
                    <a:pt x="3635" y="1651"/>
                    <a:pt x="2951" y="2020"/>
                    <a:pt x="2104" y="2020"/>
                  </a:cubicBezTo>
                  <a:cubicBezTo>
                    <a:pt x="2051" y="2020"/>
                    <a:pt x="1997" y="2018"/>
                    <a:pt x="1943" y="2015"/>
                  </a:cubicBezTo>
                  <a:cubicBezTo>
                    <a:pt x="1039" y="1982"/>
                    <a:pt x="352" y="1513"/>
                    <a:pt x="386" y="994"/>
                  </a:cubicBezTo>
                  <a:cubicBezTo>
                    <a:pt x="449" y="507"/>
                    <a:pt x="1131" y="153"/>
                    <a:pt x="1962" y="153"/>
                  </a:cubicBezTo>
                  <a:close/>
                  <a:moveTo>
                    <a:pt x="1920" y="0"/>
                  </a:moveTo>
                  <a:cubicBezTo>
                    <a:pt x="924" y="0"/>
                    <a:pt x="114" y="447"/>
                    <a:pt x="51" y="1011"/>
                  </a:cubicBezTo>
                  <a:cubicBezTo>
                    <a:pt x="1" y="1614"/>
                    <a:pt x="804" y="2166"/>
                    <a:pt x="1892" y="2233"/>
                  </a:cubicBezTo>
                  <a:cubicBezTo>
                    <a:pt x="1948" y="2236"/>
                    <a:pt x="2003" y="2237"/>
                    <a:pt x="2057" y="2237"/>
                  </a:cubicBezTo>
                  <a:cubicBezTo>
                    <a:pt x="3072" y="2237"/>
                    <a:pt x="3904" y="1801"/>
                    <a:pt x="3968" y="1229"/>
                  </a:cubicBezTo>
                  <a:cubicBezTo>
                    <a:pt x="4035" y="609"/>
                    <a:pt x="3215" y="74"/>
                    <a:pt x="2127" y="7"/>
                  </a:cubicBezTo>
                  <a:cubicBezTo>
                    <a:pt x="2057" y="2"/>
                    <a:pt x="1988" y="0"/>
                    <a:pt x="1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
            <p:cNvSpPr/>
            <p:nvPr/>
          </p:nvSpPr>
          <p:spPr>
            <a:xfrm>
              <a:off x="1927100" y="1545725"/>
              <a:ext cx="103825" cy="63475"/>
            </a:xfrm>
            <a:custGeom>
              <a:avLst/>
              <a:gdLst/>
              <a:ahLst/>
              <a:cxnLst/>
              <a:rect l="l" t="t" r="r" b="b"/>
              <a:pathLst>
                <a:path w="4153" h="2539" extrusionOk="0">
                  <a:moveTo>
                    <a:pt x="2381" y="149"/>
                  </a:moveTo>
                  <a:cubicBezTo>
                    <a:pt x="2432" y="149"/>
                    <a:pt x="2481" y="151"/>
                    <a:pt x="2528" y="155"/>
                  </a:cubicBezTo>
                  <a:cubicBezTo>
                    <a:pt x="2294" y="171"/>
                    <a:pt x="2026" y="222"/>
                    <a:pt x="1775" y="272"/>
                  </a:cubicBezTo>
                  <a:cubicBezTo>
                    <a:pt x="1357" y="406"/>
                    <a:pt x="1005" y="590"/>
                    <a:pt x="737" y="807"/>
                  </a:cubicBezTo>
                  <a:cubicBezTo>
                    <a:pt x="988" y="556"/>
                    <a:pt x="1407" y="322"/>
                    <a:pt x="1859" y="222"/>
                  </a:cubicBezTo>
                  <a:cubicBezTo>
                    <a:pt x="2038" y="170"/>
                    <a:pt x="2217" y="149"/>
                    <a:pt x="2381" y="149"/>
                  </a:cubicBezTo>
                  <a:close/>
                  <a:moveTo>
                    <a:pt x="2593" y="295"/>
                  </a:moveTo>
                  <a:cubicBezTo>
                    <a:pt x="3076" y="295"/>
                    <a:pt x="3469" y="452"/>
                    <a:pt x="3616" y="724"/>
                  </a:cubicBezTo>
                  <a:cubicBezTo>
                    <a:pt x="3616" y="740"/>
                    <a:pt x="3616" y="740"/>
                    <a:pt x="3633" y="757"/>
                  </a:cubicBezTo>
                  <a:cubicBezTo>
                    <a:pt x="3734" y="1259"/>
                    <a:pt x="3097" y="1845"/>
                    <a:pt x="2210" y="2063"/>
                  </a:cubicBezTo>
                  <a:cubicBezTo>
                    <a:pt x="1999" y="2113"/>
                    <a:pt x="1793" y="2137"/>
                    <a:pt x="1600" y="2137"/>
                  </a:cubicBezTo>
                  <a:cubicBezTo>
                    <a:pt x="1091" y="2137"/>
                    <a:pt x="678" y="1969"/>
                    <a:pt x="520" y="1678"/>
                  </a:cubicBezTo>
                  <a:cubicBezTo>
                    <a:pt x="453" y="1192"/>
                    <a:pt x="1039" y="657"/>
                    <a:pt x="1859" y="406"/>
                  </a:cubicBezTo>
                  <a:cubicBezTo>
                    <a:pt x="2113" y="330"/>
                    <a:pt x="2363" y="295"/>
                    <a:pt x="2593" y="295"/>
                  </a:cubicBezTo>
                  <a:close/>
                  <a:moveTo>
                    <a:pt x="2562" y="0"/>
                  </a:moveTo>
                  <a:cubicBezTo>
                    <a:pt x="2329" y="0"/>
                    <a:pt x="2080" y="28"/>
                    <a:pt x="1825" y="88"/>
                  </a:cubicBezTo>
                  <a:cubicBezTo>
                    <a:pt x="771" y="339"/>
                    <a:pt x="1" y="1025"/>
                    <a:pt x="101" y="1611"/>
                  </a:cubicBezTo>
                  <a:lnTo>
                    <a:pt x="168" y="1812"/>
                  </a:lnTo>
                  <a:cubicBezTo>
                    <a:pt x="168" y="1828"/>
                    <a:pt x="168" y="1845"/>
                    <a:pt x="185" y="1895"/>
                  </a:cubicBezTo>
                  <a:cubicBezTo>
                    <a:pt x="303" y="2309"/>
                    <a:pt x="829" y="2539"/>
                    <a:pt x="1498" y="2539"/>
                  </a:cubicBezTo>
                  <a:cubicBezTo>
                    <a:pt x="1778" y="2539"/>
                    <a:pt x="2083" y="2498"/>
                    <a:pt x="2394" y="2414"/>
                  </a:cubicBezTo>
                  <a:cubicBezTo>
                    <a:pt x="3449" y="2113"/>
                    <a:pt x="4152" y="1393"/>
                    <a:pt x="3985" y="807"/>
                  </a:cubicBezTo>
                  <a:cubicBezTo>
                    <a:pt x="3951" y="757"/>
                    <a:pt x="3934" y="690"/>
                    <a:pt x="3918" y="657"/>
                  </a:cubicBezTo>
                  <a:cubicBezTo>
                    <a:pt x="3793" y="244"/>
                    <a:pt x="3248" y="0"/>
                    <a:pt x="25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
            <p:cNvSpPr/>
            <p:nvPr/>
          </p:nvSpPr>
          <p:spPr>
            <a:xfrm>
              <a:off x="1924600" y="1545300"/>
              <a:ext cx="102550" cy="59725"/>
            </a:xfrm>
            <a:custGeom>
              <a:avLst/>
              <a:gdLst/>
              <a:ahLst/>
              <a:cxnLst/>
              <a:rect l="l" t="t" r="r" b="b"/>
              <a:pathLst>
                <a:path w="4102" h="2389" extrusionOk="0">
                  <a:moveTo>
                    <a:pt x="2537" y="144"/>
                  </a:moveTo>
                  <a:cubicBezTo>
                    <a:pt x="3086" y="144"/>
                    <a:pt x="3511" y="339"/>
                    <a:pt x="3616" y="691"/>
                  </a:cubicBezTo>
                  <a:cubicBezTo>
                    <a:pt x="3767" y="1193"/>
                    <a:pt x="3181" y="1795"/>
                    <a:pt x="2294" y="2046"/>
                  </a:cubicBezTo>
                  <a:cubicBezTo>
                    <a:pt x="2032" y="2122"/>
                    <a:pt x="1775" y="2158"/>
                    <a:pt x="1539" y="2158"/>
                  </a:cubicBezTo>
                  <a:cubicBezTo>
                    <a:pt x="991" y="2158"/>
                    <a:pt x="558" y="1962"/>
                    <a:pt x="452" y="1611"/>
                  </a:cubicBezTo>
                  <a:cubicBezTo>
                    <a:pt x="318" y="1109"/>
                    <a:pt x="904" y="506"/>
                    <a:pt x="1775" y="255"/>
                  </a:cubicBezTo>
                  <a:cubicBezTo>
                    <a:pt x="2041" y="180"/>
                    <a:pt x="2301" y="144"/>
                    <a:pt x="2537" y="144"/>
                  </a:cubicBezTo>
                  <a:close/>
                  <a:moveTo>
                    <a:pt x="2592" y="1"/>
                  </a:moveTo>
                  <a:cubicBezTo>
                    <a:pt x="2324" y="1"/>
                    <a:pt x="2035" y="40"/>
                    <a:pt x="1741" y="121"/>
                  </a:cubicBezTo>
                  <a:cubicBezTo>
                    <a:pt x="687" y="423"/>
                    <a:pt x="0" y="1159"/>
                    <a:pt x="168" y="1745"/>
                  </a:cubicBezTo>
                  <a:cubicBezTo>
                    <a:pt x="286" y="2158"/>
                    <a:pt x="812" y="2388"/>
                    <a:pt x="1475" y="2388"/>
                  </a:cubicBezTo>
                  <a:cubicBezTo>
                    <a:pt x="1753" y="2388"/>
                    <a:pt x="2054" y="2348"/>
                    <a:pt x="2361" y="2264"/>
                  </a:cubicBezTo>
                  <a:cubicBezTo>
                    <a:pt x="3415" y="1963"/>
                    <a:pt x="4101" y="1243"/>
                    <a:pt x="3934" y="657"/>
                  </a:cubicBezTo>
                  <a:cubicBezTo>
                    <a:pt x="3791" y="240"/>
                    <a:pt x="3257" y="1"/>
                    <a:pt x="25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1923350" y="1541550"/>
              <a:ext cx="101275" cy="58825"/>
            </a:xfrm>
            <a:custGeom>
              <a:avLst/>
              <a:gdLst/>
              <a:ahLst/>
              <a:cxnLst/>
              <a:rect l="l" t="t" r="r" b="b"/>
              <a:pathLst>
                <a:path w="4051" h="2353" extrusionOk="0">
                  <a:moveTo>
                    <a:pt x="2496" y="142"/>
                  </a:moveTo>
                  <a:cubicBezTo>
                    <a:pt x="3097" y="142"/>
                    <a:pt x="3569" y="378"/>
                    <a:pt x="3632" y="757"/>
                  </a:cubicBezTo>
                  <a:cubicBezTo>
                    <a:pt x="3733" y="1276"/>
                    <a:pt x="3080" y="1862"/>
                    <a:pt x="2210" y="2062"/>
                  </a:cubicBezTo>
                  <a:cubicBezTo>
                    <a:pt x="2002" y="2110"/>
                    <a:pt x="1799" y="2132"/>
                    <a:pt x="1610" y="2132"/>
                  </a:cubicBezTo>
                  <a:cubicBezTo>
                    <a:pt x="991" y="2132"/>
                    <a:pt x="512" y="1895"/>
                    <a:pt x="435" y="1510"/>
                  </a:cubicBezTo>
                  <a:cubicBezTo>
                    <a:pt x="352" y="1008"/>
                    <a:pt x="988" y="422"/>
                    <a:pt x="1875" y="221"/>
                  </a:cubicBezTo>
                  <a:cubicBezTo>
                    <a:pt x="2089" y="168"/>
                    <a:pt x="2299" y="142"/>
                    <a:pt x="2496" y="142"/>
                  </a:cubicBezTo>
                  <a:close/>
                  <a:moveTo>
                    <a:pt x="2542" y="1"/>
                  </a:moveTo>
                  <a:cubicBezTo>
                    <a:pt x="2315" y="1"/>
                    <a:pt x="2073" y="28"/>
                    <a:pt x="1825" y="87"/>
                  </a:cubicBezTo>
                  <a:cubicBezTo>
                    <a:pt x="787" y="338"/>
                    <a:pt x="0" y="1025"/>
                    <a:pt x="117" y="1611"/>
                  </a:cubicBezTo>
                  <a:cubicBezTo>
                    <a:pt x="194" y="2068"/>
                    <a:pt x="753" y="2352"/>
                    <a:pt x="1487" y="2352"/>
                  </a:cubicBezTo>
                  <a:cubicBezTo>
                    <a:pt x="1719" y="2352"/>
                    <a:pt x="1969" y="2324"/>
                    <a:pt x="2226" y="2263"/>
                  </a:cubicBezTo>
                  <a:cubicBezTo>
                    <a:pt x="3264" y="2012"/>
                    <a:pt x="4051" y="1326"/>
                    <a:pt x="3934" y="740"/>
                  </a:cubicBezTo>
                  <a:cubicBezTo>
                    <a:pt x="3857" y="292"/>
                    <a:pt x="3281" y="1"/>
                    <a:pt x="2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2166975" y="1523200"/>
              <a:ext cx="86975" cy="61200"/>
            </a:xfrm>
            <a:custGeom>
              <a:avLst/>
              <a:gdLst/>
              <a:ahLst/>
              <a:cxnLst/>
              <a:rect l="l" t="t" r="r" b="b"/>
              <a:pathLst>
                <a:path w="3479" h="2448" extrusionOk="0">
                  <a:moveTo>
                    <a:pt x="1939" y="152"/>
                  </a:moveTo>
                  <a:cubicBezTo>
                    <a:pt x="2123" y="152"/>
                    <a:pt x="2340" y="168"/>
                    <a:pt x="2508" y="219"/>
                  </a:cubicBezTo>
                  <a:cubicBezTo>
                    <a:pt x="2388" y="191"/>
                    <a:pt x="2273" y="179"/>
                    <a:pt x="2153" y="179"/>
                  </a:cubicBezTo>
                  <a:cubicBezTo>
                    <a:pt x="2054" y="179"/>
                    <a:pt x="1951" y="187"/>
                    <a:pt x="1838" y="202"/>
                  </a:cubicBezTo>
                  <a:cubicBezTo>
                    <a:pt x="1453" y="235"/>
                    <a:pt x="1102" y="336"/>
                    <a:pt x="801" y="503"/>
                  </a:cubicBezTo>
                  <a:cubicBezTo>
                    <a:pt x="1102" y="302"/>
                    <a:pt x="1504" y="168"/>
                    <a:pt x="1939" y="152"/>
                  </a:cubicBezTo>
                  <a:close/>
                  <a:moveTo>
                    <a:pt x="2075" y="322"/>
                  </a:moveTo>
                  <a:cubicBezTo>
                    <a:pt x="2680" y="322"/>
                    <a:pt x="3137" y="604"/>
                    <a:pt x="3211" y="1005"/>
                  </a:cubicBezTo>
                  <a:lnTo>
                    <a:pt x="3211" y="1056"/>
                  </a:lnTo>
                  <a:cubicBezTo>
                    <a:pt x="3127" y="1575"/>
                    <a:pt x="2424" y="2010"/>
                    <a:pt x="1637" y="2060"/>
                  </a:cubicBezTo>
                  <a:cubicBezTo>
                    <a:pt x="1618" y="2060"/>
                    <a:pt x="1599" y="2061"/>
                    <a:pt x="1580" y="2061"/>
                  </a:cubicBezTo>
                  <a:cubicBezTo>
                    <a:pt x="923" y="2061"/>
                    <a:pt x="430" y="1780"/>
                    <a:pt x="365" y="1340"/>
                  </a:cubicBezTo>
                  <a:cubicBezTo>
                    <a:pt x="449" y="872"/>
                    <a:pt x="1102" y="420"/>
                    <a:pt x="1838" y="336"/>
                  </a:cubicBezTo>
                  <a:cubicBezTo>
                    <a:pt x="1919" y="326"/>
                    <a:pt x="1998" y="322"/>
                    <a:pt x="2075" y="322"/>
                  </a:cubicBezTo>
                  <a:close/>
                  <a:moveTo>
                    <a:pt x="1989" y="1"/>
                  </a:moveTo>
                  <a:cubicBezTo>
                    <a:pt x="1972" y="1"/>
                    <a:pt x="1956" y="1"/>
                    <a:pt x="1939" y="1"/>
                  </a:cubicBezTo>
                  <a:cubicBezTo>
                    <a:pt x="985" y="51"/>
                    <a:pt x="148" y="570"/>
                    <a:pt x="47" y="1206"/>
                  </a:cubicBezTo>
                  <a:cubicBezTo>
                    <a:pt x="31" y="1257"/>
                    <a:pt x="31" y="1340"/>
                    <a:pt x="47" y="1407"/>
                  </a:cubicBezTo>
                  <a:cubicBezTo>
                    <a:pt x="47" y="1424"/>
                    <a:pt x="47" y="1474"/>
                    <a:pt x="31" y="1491"/>
                  </a:cubicBezTo>
                  <a:cubicBezTo>
                    <a:pt x="1" y="2055"/>
                    <a:pt x="564" y="2448"/>
                    <a:pt x="1368" y="2448"/>
                  </a:cubicBezTo>
                  <a:cubicBezTo>
                    <a:pt x="1471" y="2448"/>
                    <a:pt x="1578" y="2441"/>
                    <a:pt x="1688" y="2428"/>
                  </a:cubicBezTo>
                  <a:cubicBezTo>
                    <a:pt x="2625" y="2328"/>
                    <a:pt x="3445" y="1759"/>
                    <a:pt x="3479" y="1139"/>
                  </a:cubicBezTo>
                  <a:cubicBezTo>
                    <a:pt x="3479" y="1089"/>
                    <a:pt x="3479" y="1039"/>
                    <a:pt x="3462" y="989"/>
                  </a:cubicBezTo>
                  <a:cubicBezTo>
                    <a:pt x="3478" y="414"/>
                    <a:pt x="2835" y="1"/>
                    <a:pt x="19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2168275" y="1524100"/>
              <a:ext cx="87725" cy="56850"/>
            </a:xfrm>
            <a:custGeom>
              <a:avLst/>
              <a:gdLst/>
              <a:ahLst/>
              <a:cxnLst/>
              <a:rect l="l" t="t" r="r" b="b"/>
              <a:pathLst>
                <a:path w="3509" h="2274" extrusionOk="0">
                  <a:moveTo>
                    <a:pt x="2070" y="154"/>
                  </a:moveTo>
                  <a:cubicBezTo>
                    <a:pt x="2756" y="154"/>
                    <a:pt x="3256" y="485"/>
                    <a:pt x="3226" y="953"/>
                  </a:cubicBezTo>
                  <a:cubicBezTo>
                    <a:pt x="3176" y="1472"/>
                    <a:pt x="2506" y="1957"/>
                    <a:pt x="1719" y="2041"/>
                  </a:cubicBezTo>
                  <a:cubicBezTo>
                    <a:pt x="1640" y="2049"/>
                    <a:pt x="1562" y="2053"/>
                    <a:pt x="1486" y="2053"/>
                  </a:cubicBezTo>
                  <a:cubicBezTo>
                    <a:pt x="799" y="2053"/>
                    <a:pt x="300" y="1721"/>
                    <a:pt x="330" y="1254"/>
                  </a:cubicBezTo>
                  <a:cubicBezTo>
                    <a:pt x="380" y="718"/>
                    <a:pt x="1050" y="233"/>
                    <a:pt x="1837" y="166"/>
                  </a:cubicBezTo>
                  <a:cubicBezTo>
                    <a:pt x="1916" y="158"/>
                    <a:pt x="1994" y="154"/>
                    <a:pt x="2070" y="154"/>
                  </a:cubicBezTo>
                  <a:close/>
                  <a:moveTo>
                    <a:pt x="2115" y="0"/>
                  </a:moveTo>
                  <a:cubicBezTo>
                    <a:pt x="2025" y="0"/>
                    <a:pt x="1932" y="5"/>
                    <a:pt x="1837" y="15"/>
                  </a:cubicBezTo>
                  <a:cubicBezTo>
                    <a:pt x="899" y="116"/>
                    <a:pt x="79" y="685"/>
                    <a:pt x="45" y="1304"/>
                  </a:cubicBezTo>
                  <a:cubicBezTo>
                    <a:pt x="0" y="1877"/>
                    <a:pt x="593" y="2273"/>
                    <a:pt x="1420" y="2273"/>
                  </a:cubicBezTo>
                  <a:cubicBezTo>
                    <a:pt x="1511" y="2273"/>
                    <a:pt x="1606" y="2268"/>
                    <a:pt x="1703" y="2258"/>
                  </a:cubicBezTo>
                  <a:cubicBezTo>
                    <a:pt x="2640" y="2141"/>
                    <a:pt x="3460" y="1589"/>
                    <a:pt x="3494" y="953"/>
                  </a:cubicBezTo>
                  <a:cubicBezTo>
                    <a:pt x="3509" y="395"/>
                    <a:pt x="2927" y="0"/>
                    <a:pt x="2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2166975" y="1519775"/>
              <a:ext cx="90200" cy="56650"/>
            </a:xfrm>
            <a:custGeom>
              <a:avLst/>
              <a:gdLst/>
              <a:ahLst/>
              <a:cxnLst/>
              <a:rect l="l" t="t" r="r" b="b"/>
              <a:pathLst>
                <a:path w="3608" h="2266" extrusionOk="0">
                  <a:moveTo>
                    <a:pt x="2022" y="121"/>
                  </a:moveTo>
                  <a:cubicBezTo>
                    <a:pt x="2799" y="121"/>
                    <a:pt x="3343" y="501"/>
                    <a:pt x="3261" y="1025"/>
                  </a:cubicBezTo>
                  <a:cubicBezTo>
                    <a:pt x="3177" y="1544"/>
                    <a:pt x="2474" y="2013"/>
                    <a:pt x="1688" y="2030"/>
                  </a:cubicBezTo>
                  <a:cubicBezTo>
                    <a:pt x="1671" y="2030"/>
                    <a:pt x="1655" y="2030"/>
                    <a:pt x="1639" y="2030"/>
                  </a:cubicBezTo>
                  <a:cubicBezTo>
                    <a:pt x="862" y="2030"/>
                    <a:pt x="334" y="1634"/>
                    <a:pt x="416" y="1126"/>
                  </a:cubicBezTo>
                  <a:cubicBezTo>
                    <a:pt x="499" y="607"/>
                    <a:pt x="1202" y="172"/>
                    <a:pt x="1972" y="121"/>
                  </a:cubicBezTo>
                  <a:cubicBezTo>
                    <a:pt x="1989" y="121"/>
                    <a:pt x="2006" y="121"/>
                    <a:pt x="2022" y="121"/>
                  </a:cubicBezTo>
                  <a:close/>
                  <a:moveTo>
                    <a:pt x="2107" y="1"/>
                  </a:moveTo>
                  <a:cubicBezTo>
                    <a:pt x="2063" y="1"/>
                    <a:pt x="2018" y="2"/>
                    <a:pt x="1972" y="4"/>
                  </a:cubicBezTo>
                  <a:cubicBezTo>
                    <a:pt x="1035" y="38"/>
                    <a:pt x="198" y="557"/>
                    <a:pt x="97" y="1193"/>
                  </a:cubicBezTo>
                  <a:cubicBezTo>
                    <a:pt x="0" y="1792"/>
                    <a:pt x="639" y="2266"/>
                    <a:pt x="1530" y="2266"/>
                  </a:cubicBezTo>
                  <a:cubicBezTo>
                    <a:pt x="1560" y="2266"/>
                    <a:pt x="1590" y="2265"/>
                    <a:pt x="1621" y="2264"/>
                  </a:cubicBezTo>
                  <a:cubicBezTo>
                    <a:pt x="2558" y="2214"/>
                    <a:pt x="3395" y="1695"/>
                    <a:pt x="3512" y="1059"/>
                  </a:cubicBezTo>
                  <a:cubicBezTo>
                    <a:pt x="3608" y="469"/>
                    <a:pt x="2990" y="1"/>
                    <a:pt x="2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
            <p:cNvSpPr/>
            <p:nvPr/>
          </p:nvSpPr>
          <p:spPr>
            <a:xfrm>
              <a:off x="1565550" y="1534925"/>
              <a:ext cx="41050" cy="15625"/>
            </a:xfrm>
            <a:custGeom>
              <a:avLst/>
              <a:gdLst/>
              <a:ahLst/>
              <a:cxnLst/>
              <a:rect l="l" t="t" r="r" b="b"/>
              <a:pathLst>
                <a:path w="1642" h="625" extrusionOk="0">
                  <a:moveTo>
                    <a:pt x="821" y="1"/>
                  </a:moveTo>
                  <a:cubicBezTo>
                    <a:pt x="386" y="1"/>
                    <a:pt x="1" y="151"/>
                    <a:pt x="1" y="319"/>
                  </a:cubicBezTo>
                  <a:cubicBezTo>
                    <a:pt x="1" y="503"/>
                    <a:pt x="352" y="620"/>
                    <a:pt x="821" y="620"/>
                  </a:cubicBezTo>
                  <a:cubicBezTo>
                    <a:pt x="865" y="623"/>
                    <a:pt x="909" y="625"/>
                    <a:pt x="951" y="625"/>
                  </a:cubicBezTo>
                  <a:cubicBezTo>
                    <a:pt x="1353" y="625"/>
                    <a:pt x="1641" y="486"/>
                    <a:pt x="1641" y="319"/>
                  </a:cubicBezTo>
                  <a:cubicBezTo>
                    <a:pt x="1641" y="118"/>
                    <a:pt x="1290" y="1"/>
                    <a:pt x="8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1574200" y="1376675"/>
              <a:ext cx="120550" cy="78925"/>
            </a:xfrm>
            <a:custGeom>
              <a:avLst/>
              <a:gdLst/>
              <a:ahLst/>
              <a:cxnLst/>
              <a:rect l="l" t="t" r="r" b="b"/>
              <a:pathLst>
                <a:path w="4822" h="3157" extrusionOk="0">
                  <a:moveTo>
                    <a:pt x="4687" y="0"/>
                  </a:moveTo>
                  <a:cubicBezTo>
                    <a:pt x="4252" y="0"/>
                    <a:pt x="2747" y="543"/>
                    <a:pt x="1128" y="1761"/>
                  </a:cubicBezTo>
                  <a:cubicBezTo>
                    <a:pt x="0" y="2611"/>
                    <a:pt x="323" y="3156"/>
                    <a:pt x="1001" y="3156"/>
                  </a:cubicBezTo>
                  <a:cubicBezTo>
                    <a:pt x="1511" y="3156"/>
                    <a:pt x="2222" y="2848"/>
                    <a:pt x="2668" y="2129"/>
                  </a:cubicBezTo>
                  <a:cubicBezTo>
                    <a:pt x="3588" y="673"/>
                    <a:pt x="4793" y="322"/>
                    <a:pt x="4810" y="71"/>
                  </a:cubicBezTo>
                  <a:cubicBezTo>
                    <a:pt x="4822" y="24"/>
                    <a:pt x="4778" y="0"/>
                    <a:pt x="46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1708675" y="1364525"/>
              <a:ext cx="34750" cy="8575"/>
            </a:xfrm>
            <a:custGeom>
              <a:avLst/>
              <a:gdLst/>
              <a:ahLst/>
              <a:cxnLst/>
              <a:rect l="l" t="t" r="r" b="b"/>
              <a:pathLst>
                <a:path w="1390" h="343" extrusionOk="0">
                  <a:moveTo>
                    <a:pt x="977" y="1"/>
                  </a:moveTo>
                  <a:cubicBezTo>
                    <a:pt x="887" y="1"/>
                    <a:pt x="788" y="7"/>
                    <a:pt x="687" y="21"/>
                  </a:cubicBezTo>
                  <a:cubicBezTo>
                    <a:pt x="302" y="54"/>
                    <a:pt x="0" y="155"/>
                    <a:pt x="17" y="239"/>
                  </a:cubicBezTo>
                  <a:cubicBezTo>
                    <a:pt x="17" y="299"/>
                    <a:pt x="193" y="342"/>
                    <a:pt x="430" y="342"/>
                  </a:cubicBezTo>
                  <a:cubicBezTo>
                    <a:pt x="520" y="342"/>
                    <a:pt x="619" y="336"/>
                    <a:pt x="720" y="322"/>
                  </a:cubicBezTo>
                  <a:cubicBezTo>
                    <a:pt x="1105" y="289"/>
                    <a:pt x="1390" y="188"/>
                    <a:pt x="1390" y="105"/>
                  </a:cubicBezTo>
                  <a:cubicBezTo>
                    <a:pt x="1390" y="44"/>
                    <a:pt x="1214" y="1"/>
                    <a:pt x="9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1914375" y="1683475"/>
              <a:ext cx="214875" cy="41050"/>
            </a:xfrm>
            <a:custGeom>
              <a:avLst/>
              <a:gdLst/>
              <a:ahLst/>
              <a:cxnLst/>
              <a:rect l="l" t="t" r="r" b="b"/>
              <a:pathLst>
                <a:path w="8595" h="1642" extrusionOk="0">
                  <a:moveTo>
                    <a:pt x="3437" y="1"/>
                  </a:moveTo>
                  <a:cubicBezTo>
                    <a:pt x="2593" y="1"/>
                    <a:pt x="2013" y="271"/>
                    <a:pt x="1045" y="838"/>
                  </a:cubicBezTo>
                  <a:cubicBezTo>
                    <a:pt x="0" y="1467"/>
                    <a:pt x="280" y="1641"/>
                    <a:pt x="1566" y="1641"/>
                  </a:cubicBezTo>
                  <a:cubicBezTo>
                    <a:pt x="2297" y="1641"/>
                    <a:pt x="3354" y="1585"/>
                    <a:pt x="4678" y="1524"/>
                  </a:cubicBezTo>
                  <a:cubicBezTo>
                    <a:pt x="5866" y="1474"/>
                    <a:pt x="8595" y="1039"/>
                    <a:pt x="5883" y="403"/>
                  </a:cubicBezTo>
                  <a:cubicBezTo>
                    <a:pt x="4776" y="138"/>
                    <a:pt x="4039" y="1"/>
                    <a:pt x="34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2110825" y="1696050"/>
              <a:ext cx="36425" cy="11325"/>
            </a:xfrm>
            <a:custGeom>
              <a:avLst/>
              <a:gdLst/>
              <a:ahLst/>
              <a:cxnLst/>
              <a:rect l="l" t="t" r="r" b="b"/>
              <a:pathLst>
                <a:path w="1457" h="453" extrusionOk="0">
                  <a:moveTo>
                    <a:pt x="737" y="0"/>
                  </a:moveTo>
                  <a:cubicBezTo>
                    <a:pt x="335" y="0"/>
                    <a:pt x="0" y="101"/>
                    <a:pt x="0" y="234"/>
                  </a:cubicBezTo>
                  <a:cubicBezTo>
                    <a:pt x="0" y="352"/>
                    <a:pt x="335" y="452"/>
                    <a:pt x="737" y="452"/>
                  </a:cubicBezTo>
                  <a:cubicBezTo>
                    <a:pt x="1122" y="452"/>
                    <a:pt x="1456" y="352"/>
                    <a:pt x="1456" y="234"/>
                  </a:cubicBezTo>
                  <a:cubicBezTo>
                    <a:pt x="1456" y="101"/>
                    <a:pt x="1122" y="0"/>
                    <a:pt x="7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2319625" y="1385100"/>
              <a:ext cx="100450" cy="49700"/>
            </a:xfrm>
            <a:custGeom>
              <a:avLst/>
              <a:gdLst/>
              <a:ahLst/>
              <a:cxnLst/>
              <a:rect l="l" t="t" r="r" b="b"/>
              <a:pathLst>
                <a:path w="4018" h="1988" extrusionOk="0">
                  <a:moveTo>
                    <a:pt x="922" y="0"/>
                  </a:moveTo>
                  <a:cubicBezTo>
                    <a:pt x="612" y="0"/>
                    <a:pt x="373" y="47"/>
                    <a:pt x="268" y="119"/>
                  </a:cubicBezTo>
                  <a:cubicBezTo>
                    <a:pt x="1" y="252"/>
                    <a:pt x="704" y="487"/>
                    <a:pt x="1641" y="989"/>
                  </a:cubicBezTo>
                  <a:cubicBezTo>
                    <a:pt x="2519" y="1435"/>
                    <a:pt x="3277" y="1987"/>
                    <a:pt x="3623" y="1987"/>
                  </a:cubicBezTo>
                  <a:cubicBezTo>
                    <a:pt x="3667" y="1987"/>
                    <a:pt x="3703" y="1978"/>
                    <a:pt x="3733" y="1960"/>
                  </a:cubicBezTo>
                  <a:cubicBezTo>
                    <a:pt x="4018" y="1809"/>
                    <a:pt x="3616" y="922"/>
                    <a:pt x="2645" y="420"/>
                  </a:cubicBezTo>
                  <a:cubicBezTo>
                    <a:pt x="2063" y="114"/>
                    <a:pt x="1407" y="0"/>
                    <a:pt x="9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2416400" y="1433175"/>
              <a:ext cx="20900" cy="25050"/>
            </a:xfrm>
            <a:custGeom>
              <a:avLst/>
              <a:gdLst/>
              <a:ahLst/>
              <a:cxnLst/>
              <a:rect l="l" t="t" r="r" b="b"/>
              <a:pathLst>
                <a:path w="836" h="1002" extrusionOk="0">
                  <a:moveTo>
                    <a:pt x="238" y="1"/>
                  </a:moveTo>
                  <a:cubicBezTo>
                    <a:pt x="72" y="1"/>
                    <a:pt x="0" y="299"/>
                    <a:pt x="80" y="505"/>
                  </a:cubicBezTo>
                  <a:cubicBezTo>
                    <a:pt x="164" y="723"/>
                    <a:pt x="398" y="957"/>
                    <a:pt x="565" y="991"/>
                  </a:cubicBezTo>
                  <a:cubicBezTo>
                    <a:pt x="594" y="998"/>
                    <a:pt x="620" y="1001"/>
                    <a:pt x="644" y="1001"/>
                  </a:cubicBezTo>
                  <a:cubicBezTo>
                    <a:pt x="786" y="1001"/>
                    <a:pt x="836" y="879"/>
                    <a:pt x="749" y="706"/>
                  </a:cubicBezTo>
                  <a:cubicBezTo>
                    <a:pt x="666" y="489"/>
                    <a:pt x="448" y="70"/>
                    <a:pt x="264" y="3"/>
                  </a:cubicBezTo>
                  <a:cubicBezTo>
                    <a:pt x="255" y="2"/>
                    <a:pt x="246" y="1"/>
                    <a:pt x="2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1" name="Google Shape;261;p2"/>
          <p:cNvGrpSpPr/>
          <p:nvPr/>
        </p:nvGrpSpPr>
        <p:grpSpPr>
          <a:xfrm rot="1574134">
            <a:off x="-1533887" y="64553"/>
            <a:ext cx="2261716" cy="949902"/>
            <a:chOff x="1411350" y="554900"/>
            <a:chExt cx="1298300" cy="545275"/>
          </a:xfrm>
        </p:grpSpPr>
        <p:sp>
          <p:nvSpPr>
            <p:cNvPr id="262" name="Google Shape;262;p2"/>
            <p:cNvSpPr/>
            <p:nvPr/>
          </p:nvSpPr>
          <p:spPr>
            <a:xfrm>
              <a:off x="1411350" y="555300"/>
              <a:ext cx="1298300" cy="544875"/>
            </a:xfrm>
            <a:custGeom>
              <a:avLst/>
              <a:gdLst/>
              <a:ahLst/>
              <a:cxnLst/>
              <a:rect l="l" t="t" r="r" b="b"/>
              <a:pathLst>
                <a:path w="51932" h="21795" extrusionOk="0">
                  <a:moveTo>
                    <a:pt x="21160" y="685"/>
                  </a:moveTo>
                  <a:cubicBezTo>
                    <a:pt x="11439" y="685"/>
                    <a:pt x="0" y="6642"/>
                    <a:pt x="695" y="11818"/>
                  </a:cubicBezTo>
                  <a:cubicBezTo>
                    <a:pt x="1515" y="17928"/>
                    <a:pt x="11441" y="21794"/>
                    <a:pt x="26305" y="21794"/>
                  </a:cubicBezTo>
                  <a:cubicBezTo>
                    <a:pt x="39612" y="21794"/>
                    <a:pt x="51932" y="12588"/>
                    <a:pt x="47664" y="6295"/>
                  </a:cubicBezTo>
                  <a:cubicBezTo>
                    <a:pt x="43395" y="1"/>
                    <a:pt x="37219" y="4353"/>
                    <a:pt x="26171" y="1306"/>
                  </a:cubicBezTo>
                  <a:cubicBezTo>
                    <a:pt x="24611" y="879"/>
                    <a:pt x="22914" y="685"/>
                    <a:pt x="21160" y="68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1451675" y="627700"/>
              <a:ext cx="1206100" cy="430725"/>
            </a:xfrm>
            <a:custGeom>
              <a:avLst/>
              <a:gdLst/>
              <a:ahLst/>
              <a:cxnLst/>
              <a:rect l="l" t="t" r="r" b="b"/>
              <a:pathLst>
                <a:path w="48244" h="17229" extrusionOk="0">
                  <a:moveTo>
                    <a:pt x="20236" y="218"/>
                  </a:moveTo>
                  <a:cubicBezTo>
                    <a:pt x="10022" y="218"/>
                    <a:pt x="0" y="3725"/>
                    <a:pt x="773" y="8604"/>
                  </a:cubicBezTo>
                  <a:cubicBezTo>
                    <a:pt x="1610" y="13906"/>
                    <a:pt x="10561" y="17228"/>
                    <a:pt x="23915" y="17228"/>
                  </a:cubicBezTo>
                  <a:cubicBezTo>
                    <a:pt x="24178" y="17228"/>
                    <a:pt x="24443" y="17227"/>
                    <a:pt x="24709" y="17225"/>
                  </a:cubicBezTo>
                  <a:cubicBezTo>
                    <a:pt x="37062" y="17124"/>
                    <a:pt x="48243" y="8939"/>
                    <a:pt x="44293" y="3332"/>
                  </a:cubicBezTo>
                  <a:cubicBezTo>
                    <a:pt x="41950" y="1"/>
                    <a:pt x="34032" y="1122"/>
                    <a:pt x="23437" y="335"/>
                  </a:cubicBezTo>
                  <a:cubicBezTo>
                    <a:pt x="22376" y="256"/>
                    <a:pt x="21305" y="218"/>
                    <a:pt x="20236" y="21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1421225" y="554900"/>
              <a:ext cx="1204325" cy="288750"/>
            </a:xfrm>
            <a:custGeom>
              <a:avLst/>
              <a:gdLst/>
              <a:ahLst/>
              <a:cxnLst/>
              <a:rect l="l" t="t" r="r" b="b"/>
              <a:pathLst>
                <a:path w="48173" h="11550" extrusionOk="0">
                  <a:moveTo>
                    <a:pt x="20753" y="698"/>
                  </a:moveTo>
                  <a:cubicBezTo>
                    <a:pt x="11203" y="698"/>
                    <a:pt x="1" y="6446"/>
                    <a:pt x="284" y="11550"/>
                  </a:cubicBezTo>
                  <a:cubicBezTo>
                    <a:pt x="523" y="6533"/>
                    <a:pt x="11450" y="1054"/>
                    <a:pt x="20773" y="1054"/>
                  </a:cubicBezTo>
                  <a:cubicBezTo>
                    <a:pt x="22525" y="1054"/>
                    <a:pt x="24220" y="1248"/>
                    <a:pt x="25776" y="1674"/>
                  </a:cubicBezTo>
                  <a:cubicBezTo>
                    <a:pt x="36824" y="4720"/>
                    <a:pt x="43000" y="368"/>
                    <a:pt x="47269" y="6662"/>
                  </a:cubicBezTo>
                  <a:cubicBezTo>
                    <a:pt x="47821" y="7482"/>
                    <a:pt x="48089" y="8336"/>
                    <a:pt x="48122" y="9223"/>
                  </a:cubicBezTo>
                  <a:cubicBezTo>
                    <a:pt x="48173" y="8219"/>
                    <a:pt x="47905" y="7231"/>
                    <a:pt x="47269" y="6311"/>
                  </a:cubicBezTo>
                  <a:cubicBezTo>
                    <a:pt x="43000" y="0"/>
                    <a:pt x="36857" y="4352"/>
                    <a:pt x="25776" y="1322"/>
                  </a:cubicBezTo>
                  <a:cubicBezTo>
                    <a:pt x="24213" y="893"/>
                    <a:pt x="22511" y="698"/>
                    <a:pt x="20753" y="69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1429550" y="748225"/>
              <a:ext cx="1234450" cy="351525"/>
            </a:xfrm>
            <a:custGeom>
              <a:avLst/>
              <a:gdLst/>
              <a:ahLst/>
              <a:cxnLst/>
              <a:rect l="l" t="t" r="r" b="b"/>
              <a:pathLst>
                <a:path w="49378" h="14061" extrusionOk="0">
                  <a:moveTo>
                    <a:pt x="47605" y="0"/>
                  </a:moveTo>
                  <a:lnTo>
                    <a:pt x="47605" y="0"/>
                  </a:lnTo>
                  <a:cubicBezTo>
                    <a:pt x="48576" y="6093"/>
                    <a:pt x="37411" y="13508"/>
                    <a:pt x="25460" y="13508"/>
                  </a:cubicBezTo>
                  <a:cubicBezTo>
                    <a:pt x="11266" y="13508"/>
                    <a:pt x="1557" y="9960"/>
                    <a:pt x="1" y="4302"/>
                  </a:cubicBezTo>
                  <a:lnTo>
                    <a:pt x="1" y="4302"/>
                  </a:lnTo>
                  <a:cubicBezTo>
                    <a:pt x="1055" y="10278"/>
                    <a:pt x="10898" y="14061"/>
                    <a:pt x="25577" y="14061"/>
                  </a:cubicBezTo>
                  <a:cubicBezTo>
                    <a:pt x="25590" y="14061"/>
                    <a:pt x="25603" y="14061"/>
                    <a:pt x="25616" y="14061"/>
                  </a:cubicBezTo>
                  <a:cubicBezTo>
                    <a:pt x="37921" y="14061"/>
                    <a:pt x="49378" y="6170"/>
                    <a:pt x="476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1450650" y="624525"/>
              <a:ext cx="1121325" cy="423400"/>
            </a:xfrm>
            <a:custGeom>
              <a:avLst/>
              <a:gdLst/>
              <a:ahLst/>
              <a:cxnLst/>
              <a:rect l="l" t="t" r="r" b="b"/>
              <a:pathLst>
                <a:path w="44853" h="16936" extrusionOk="0">
                  <a:moveTo>
                    <a:pt x="17938" y="1"/>
                  </a:moveTo>
                  <a:cubicBezTo>
                    <a:pt x="10036" y="1"/>
                    <a:pt x="5951" y="1695"/>
                    <a:pt x="2990" y="6472"/>
                  </a:cubicBezTo>
                  <a:cubicBezTo>
                    <a:pt x="1" y="11312"/>
                    <a:pt x="11439" y="16936"/>
                    <a:pt x="22282" y="16936"/>
                  </a:cubicBezTo>
                  <a:cubicBezTo>
                    <a:pt x="23401" y="16936"/>
                    <a:pt x="24514" y="16876"/>
                    <a:pt x="25604" y="16749"/>
                  </a:cubicBezTo>
                  <a:cubicBezTo>
                    <a:pt x="38643" y="15243"/>
                    <a:pt x="44234" y="10840"/>
                    <a:pt x="44552" y="5986"/>
                  </a:cubicBezTo>
                  <a:cubicBezTo>
                    <a:pt x="44853" y="1132"/>
                    <a:pt x="30458" y="462"/>
                    <a:pt x="21084" y="77"/>
                  </a:cubicBezTo>
                  <a:cubicBezTo>
                    <a:pt x="19973" y="27"/>
                    <a:pt x="18926" y="1"/>
                    <a:pt x="179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1462975" y="628300"/>
              <a:ext cx="1104000" cy="405800"/>
            </a:xfrm>
            <a:custGeom>
              <a:avLst/>
              <a:gdLst/>
              <a:ahLst/>
              <a:cxnLst/>
              <a:rect l="l" t="t" r="r" b="b"/>
              <a:pathLst>
                <a:path w="44160" h="16232" extrusionOk="0">
                  <a:moveTo>
                    <a:pt x="17957" y="1"/>
                  </a:moveTo>
                  <a:cubicBezTo>
                    <a:pt x="10003" y="1"/>
                    <a:pt x="5931" y="1618"/>
                    <a:pt x="2982" y="6237"/>
                  </a:cubicBezTo>
                  <a:cubicBezTo>
                    <a:pt x="0" y="10899"/>
                    <a:pt x="11200" y="16232"/>
                    <a:pt x="21849" y="16232"/>
                  </a:cubicBezTo>
                  <a:cubicBezTo>
                    <a:pt x="22976" y="16232"/>
                    <a:pt x="24097" y="16172"/>
                    <a:pt x="25194" y="16046"/>
                  </a:cubicBezTo>
                  <a:cubicBezTo>
                    <a:pt x="38033" y="14573"/>
                    <a:pt x="43523" y="10355"/>
                    <a:pt x="43841" y="5701"/>
                  </a:cubicBezTo>
                  <a:cubicBezTo>
                    <a:pt x="44159" y="1048"/>
                    <a:pt x="29998" y="445"/>
                    <a:pt x="20792" y="60"/>
                  </a:cubicBezTo>
                  <a:cubicBezTo>
                    <a:pt x="19795" y="21"/>
                    <a:pt x="18852" y="1"/>
                    <a:pt x="179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1473400" y="636425"/>
              <a:ext cx="1075575" cy="406650"/>
            </a:xfrm>
            <a:custGeom>
              <a:avLst/>
              <a:gdLst/>
              <a:ahLst/>
              <a:cxnLst/>
              <a:rect l="l" t="t" r="r" b="b"/>
              <a:pathLst>
                <a:path w="43023" h="16266" extrusionOk="0">
                  <a:moveTo>
                    <a:pt x="17301" y="1"/>
                  </a:moveTo>
                  <a:cubicBezTo>
                    <a:pt x="9665" y="1"/>
                    <a:pt x="5750" y="1617"/>
                    <a:pt x="2900" y="6213"/>
                  </a:cubicBezTo>
                  <a:cubicBezTo>
                    <a:pt x="0" y="10874"/>
                    <a:pt x="10982" y="16265"/>
                    <a:pt x="21405" y="16265"/>
                  </a:cubicBezTo>
                  <a:cubicBezTo>
                    <a:pt x="22473" y="16265"/>
                    <a:pt x="23536" y="16209"/>
                    <a:pt x="24576" y="16089"/>
                  </a:cubicBezTo>
                  <a:cubicBezTo>
                    <a:pt x="37063" y="14633"/>
                    <a:pt x="42420" y="10431"/>
                    <a:pt x="42738" y="5761"/>
                  </a:cubicBezTo>
                  <a:cubicBezTo>
                    <a:pt x="43022" y="1125"/>
                    <a:pt x="29247" y="472"/>
                    <a:pt x="20258" y="70"/>
                  </a:cubicBezTo>
                  <a:cubicBezTo>
                    <a:pt x="19214" y="25"/>
                    <a:pt x="18230" y="1"/>
                    <a:pt x="17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1904500" y="714125"/>
              <a:ext cx="508725" cy="158650"/>
            </a:xfrm>
            <a:custGeom>
              <a:avLst/>
              <a:gdLst/>
              <a:ahLst/>
              <a:cxnLst/>
              <a:rect l="l" t="t" r="r" b="b"/>
              <a:pathLst>
                <a:path w="20349" h="6346" extrusionOk="0">
                  <a:moveTo>
                    <a:pt x="2195" y="1"/>
                  </a:moveTo>
                  <a:cubicBezTo>
                    <a:pt x="1938" y="1"/>
                    <a:pt x="1660" y="100"/>
                    <a:pt x="1323" y="360"/>
                  </a:cubicBezTo>
                  <a:cubicBezTo>
                    <a:pt x="1" y="1381"/>
                    <a:pt x="2060" y="1348"/>
                    <a:pt x="4939" y="1465"/>
                  </a:cubicBezTo>
                  <a:cubicBezTo>
                    <a:pt x="9408" y="1649"/>
                    <a:pt x="6696" y="5900"/>
                    <a:pt x="11300" y="6302"/>
                  </a:cubicBezTo>
                  <a:cubicBezTo>
                    <a:pt x="11621" y="6331"/>
                    <a:pt x="11942" y="6345"/>
                    <a:pt x="12261" y="6345"/>
                  </a:cubicBezTo>
                  <a:cubicBezTo>
                    <a:pt x="16517" y="6345"/>
                    <a:pt x="20349" y="3876"/>
                    <a:pt x="17141" y="2318"/>
                  </a:cubicBezTo>
                  <a:cubicBezTo>
                    <a:pt x="13693" y="645"/>
                    <a:pt x="6596" y="1214"/>
                    <a:pt x="4822" y="1013"/>
                  </a:cubicBezTo>
                  <a:cubicBezTo>
                    <a:pt x="3512" y="851"/>
                    <a:pt x="2946" y="1"/>
                    <a:pt x="21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1582800" y="653175"/>
              <a:ext cx="473325" cy="208975"/>
            </a:xfrm>
            <a:custGeom>
              <a:avLst/>
              <a:gdLst/>
              <a:ahLst/>
              <a:cxnLst/>
              <a:rect l="l" t="t" r="r" b="b"/>
              <a:pathLst>
                <a:path w="18933" h="8359" extrusionOk="0">
                  <a:moveTo>
                    <a:pt x="10267" y="0"/>
                  </a:moveTo>
                  <a:cubicBezTo>
                    <a:pt x="4054" y="0"/>
                    <a:pt x="1" y="4130"/>
                    <a:pt x="566" y="6765"/>
                  </a:cubicBezTo>
                  <a:cubicBezTo>
                    <a:pt x="812" y="7927"/>
                    <a:pt x="1246" y="8358"/>
                    <a:pt x="1632" y="8358"/>
                  </a:cubicBezTo>
                  <a:cubicBezTo>
                    <a:pt x="2192" y="8358"/>
                    <a:pt x="2653" y="7455"/>
                    <a:pt x="2307" y="6564"/>
                  </a:cubicBezTo>
                  <a:cubicBezTo>
                    <a:pt x="1201" y="3860"/>
                    <a:pt x="3990" y="1996"/>
                    <a:pt x="7269" y="1996"/>
                  </a:cubicBezTo>
                  <a:cubicBezTo>
                    <a:pt x="7663" y="1996"/>
                    <a:pt x="8064" y="2023"/>
                    <a:pt x="8467" y="2078"/>
                  </a:cubicBezTo>
                  <a:cubicBezTo>
                    <a:pt x="9081" y="2171"/>
                    <a:pt x="9834" y="2213"/>
                    <a:pt x="10620" y="2213"/>
                  </a:cubicBezTo>
                  <a:cubicBezTo>
                    <a:pt x="14392" y="2213"/>
                    <a:pt x="18933" y="1242"/>
                    <a:pt x="12685" y="204"/>
                  </a:cubicBezTo>
                  <a:cubicBezTo>
                    <a:pt x="11849" y="64"/>
                    <a:pt x="11041" y="0"/>
                    <a:pt x="1026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1634175" y="667600"/>
              <a:ext cx="907275" cy="341575"/>
            </a:xfrm>
            <a:custGeom>
              <a:avLst/>
              <a:gdLst/>
              <a:ahLst/>
              <a:cxnLst/>
              <a:rect l="l" t="t" r="r" b="b"/>
              <a:pathLst>
                <a:path w="36291" h="13663" extrusionOk="0">
                  <a:moveTo>
                    <a:pt x="19173" y="0"/>
                  </a:moveTo>
                  <a:cubicBezTo>
                    <a:pt x="17448" y="0"/>
                    <a:pt x="16147" y="196"/>
                    <a:pt x="15651" y="698"/>
                  </a:cubicBezTo>
                  <a:cubicBezTo>
                    <a:pt x="15024" y="1325"/>
                    <a:pt x="16741" y="1386"/>
                    <a:pt x="19202" y="1386"/>
                  </a:cubicBezTo>
                  <a:cubicBezTo>
                    <a:pt x="19801" y="1386"/>
                    <a:pt x="20443" y="1383"/>
                    <a:pt x="21107" y="1383"/>
                  </a:cubicBezTo>
                  <a:cubicBezTo>
                    <a:pt x="23905" y="1383"/>
                    <a:pt x="27076" y="1447"/>
                    <a:pt x="28892" y="2121"/>
                  </a:cubicBezTo>
                  <a:cubicBezTo>
                    <a:pt x="32892" y="3594"/>
                    <a:pt x="32641" y="11544"/>
                    <a:pt x="23100" y="12331"/>
                  </a:cubicBezTo>
                  <a:cubicBezTo>
                    <a:pt x="22050" y="12416"/>
                    <a:pt x="21014" y="12455"/>
                    <a:pt x="20003" y="12455"/>
                  </a:cubicBezTo>
                  <a:cubicBezTo>
                    <a:pt x="11829" y="12455"/>
                    <a:pt x="5342" y="9895"/>
                    <a:pt x="7115" y="8197"/>
                  </a:cubicBezTo>
                  <a:cubicBezTo>
                    <a:pt x="7806" y="7534"/>
                    <a:pt x="8580" y="7336"/>
                    <a:pt x="9426" y="7336"/>
                  </a:cubicBezTo>
                  <a:cubicBezTo>
                    <a:pt x="10691" y="7336"/>
                    <a:pt x="12117" y="7781"/>
                    <a:pt x="13666" y="7781"/>
                  </a:cubicBezTo>
                  <a:cubicBezTo>
                    <a:pt x="14063" y="7781"/>
                    <a:pt x="14468" y="7751"/>
                    <a:pt x="14881" y="7678"/>
                  </a:cubicBezTo>
                  <a:cubicBezTo>
                    <a:pt x="17439" y="7230"/>
                    <a:pt x="13747" y="4324"/>
                    <a:pt x="9007" y="4324"/>
                  </a:cubicBezTo>
                  <a:cubicBezTo>
                    <a:pt x="8256" y="4324"/>
                    <a:pt x="7479" y="4397"/>
                    <a:pt x="6696" y="4564"/>
                  </a:cubicBezTo>
                  <a:cubicBezTo>
                    <a:pt x="1" y="6004"/>
                    <a:pt x="3282" y="10105"/>
                    <a:pt x="6428" y="11578"/>
                  </a:cubicBezTo>
                  <a:cubicBezTo>
                    <a:pt x="9625" y="13081"/>
                    <a:pt x="13323" y="13662"/>
                    <a:pt x="16915" y="13662"/>
                  </a:cubicBezTo>
                  <a:cubicBezTo>
                    <a:pt x="23799" y="13662"/>
                    <a:pt x="30290" y="11529"/>
                    <a:pt x="32105" y="9670"/>
                  </a:cubicBezTo>
                  <a:cubicBezTo>
                    <a:pt x="34851" y="6841"/>
                    <a:pt x="36290" y="2288"/>
                    <a:pt x="30616" y="1300"/>
                  </a:cubicBezTo>
                  <a:cubicBezTo>
                    <a:pt x="26942" y="661"/>
                    <a:pt x="22341" y="0"/>
                    <a:pt x="1917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2119175" y="674975"/>
              <a:ext cx="163225" cy="58225"/>
            </a:xfrm>
            <a:custGeom>
              <a:avLst/>
              <a:gdLst/>
              <a:ahLst/>
              <a:cxnLst/>
              <a:rect l="l" t="t" r="r" b="b"/>
              <a:pathLst>
                <a:path w="6529" h="2329" extrusionOk="0">
                  <a:moveTo>
                    <a:pt x="3352" y="1"/>
                  </a:moveTo>
                  <a:cubicBezTo>
                    <a:pt x="3323" y="1"/>
                    <a:pt x="3294" y="1"/>
                    <a:pt x="3265" y="1"/>
                  </a:cubicBezTo>
                  <a:cubicBezTo>
                    <a:pt x="1457" y="18"/>
                    <a:pt x="1" y="570"/>
                    <a:pt x="1" y="1189"/>
                  </a:cubicBezTo>
                  <a:cubicBezTo>
                    <a:pt x="1" y="1832"/>
                    <a:pt x="1410" y="2328"/>
                    <a:pt x="3177" y="2328"/>
                  </a:cubicBezTo>
                  <a:cubicBezTo>
                    <a:pt x="3206" y="2328"/>
                    <a:pt x="3236" y="2328"/>
                    <a:pt x="3265" y="2328"/>
                  </a:cubicBezTo>
                  <a:cubicBezTo>
                    <a:pt x="5056" y="2328"/>
                    <a:pt x="6529" y="1775"/>
                    <a:pt x="6529" y="1123"/>
                  </a:cubicBezTo>
                  <a:cubicBezTo>
                    <a:pt x="6529" y="497"/>
                    <a:pt x="5103" y="1"/>
                    <a:pt x="335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2124200" y="685925"/>
              <a:ext cx="161150" cy="42225"/>
            </a:xfrm>
            <a:custGeom>
              <a:avLst/>
              <a:gdLst/>
              <a:ahLst/>
              <a:cxnLst/>
              <a:rect l="l" t="t" r="r" b="b"/>
              <a:pathLst>
                <a:path w="6446" h="1689" extrusionOk="0">
                  <a:moveTo>
                    <a:pt x="1428" y="0"/>
                  </a:moveTo>
                  <a:cubicBezTo>
                    <a:pt x="630" y="0"/>
                    <a:pt x="1" y="342"/>
                    <a:pt x="1" y="685"/>
                  </a:cubicBezTo>
                  <a:cubicBezTo>
                    <a:pt x="1" y="1254"/>
                    <a:pt x="1306" y="1689"/>
                    <a:pt x="2913" y="1689"/>
                  </a:cubicBezTo>
                  <a:cubicBezTo>
                    <a:pt x="4520" y="1655"/>
                    <a:pt x="6445" y="1070"/>
                    <a:pt x="5893" y="1003"/>
                  </a:cubicBezTo>
                  <a:cubicBezTo>
                    <a:pt x="5769" y="991"/>
                    <a:pt x="5635" y="988"/>
                    <a:pt x="5491" y="988"/>
                  </a:cubicBezTo>
                  <a:cubicBezTo>
                    <a:pt x="5372" y="988"/>
                    <a:pt x="5246" y="990"/>
                    <a:pt x="5115" y="990"/>
                  </a:cubicBezTo>
                  <a:cubicBezTo>
                    <a:pt x="4486" y="990"/>
                    <a:pt x="3737" y="949"/>
                    <a:pt x="2980" y="467"/>
                  </a:cubicBezTo>
                  <a:cubicBezTo>
                    <a:pt x="2471" y="129"/>
                    <a:pt x="1917" y="0"/>
                    <a:pt x="1428"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2210825" y="681675"/>
              <a:ext cx="31400" cy="11750"/>
            </a:xfrm>
            <a:custGeom>
              <a:avLst/>
              <a:gdLst/>
              <a:ahLst/>
              <a:cxnLst/>
              <a:rect l="l" t="t" r="r" b="b"/>
              <a:pathLst>
                <a:path w="1256" h="470" extrusionOk="0">
                  <a:moveTo>
                    <a:pt x="620" y="1"/>
                  </a:moveTo>
                  <a:cubicBezTo>
                    <a:pt x="268" y="1"/>
                    <a:pt x="1" y="101"/>
                    <a:pt x="1" y="235"/>
                  </a:cubicBezTo>
                  <a:cubicBezTo>
                    <a:pt x="1" y="352"/>
                    <a:pt x="268" y="470"/>
                    <a:pt x="620" y="470"/>
                  </a:cubicBezTo>
                  <a:cubicBezTo>
                    <a:pt x="955" y="470"/>
                    <a:pt x="1256" y="352"/>
                    <a:pt x="1256" y="235"/>
                  </a:cubicBezTo>
                  <a:cubicBezTo>
                    <a:pt x="1256" y="101"/>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2195350" y="706800"/>
              <a:ext cx="31400" cy="11725"/>
            </a:xfrm>
            <a:custGeom>
              <a:avLst/>
              <a:gdLst/>
              <a:ahLst/>
              <a:cxnLst/>
              <a:rect l="l" t="t" r="r" b="b"/>
              <a:pathLst>
                <a:path w="1256" h="469" extrusionOk="0">
                  <a:moveTo>
                    <a:pt x="636" y="0"/>
                  </a:moveTo>
                  <a:cubicBezTo>
                    <a:pt x="285" y="0"/>
                    <a:pt x="0" y="101"/>
                    <a:pt x="0" y="235"/>
                  </a:cubicBezTo>
                  <a:cubicBezTo>
                    <a:pt x="0" y="352"/>
                    <a:pt x="285" y="469"/>
                    <a:pt x="636" y="469"/>
                  </a:cubicBezTo>
                  <a:cubicBezTo>
                    <a:pt x="988" y="469"/>
                    <a:pt x="1256" y="352"/>
                    <a:pt x="1256" y="235"/>
                  </a:cubicBezTo>
                  <a:cubicBezTo>
                    <a:pt x="1256" y="101"/>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1992400" y="935275"/>
              <a:ext cx="185400" cy="58600"/>
            </a:xfrm>
            <a:custGeom>
              <a:avLst/>
              <a:gdLst/>
              <a:ahLst/>
              <a:cxnLst/>
              <a:rect l="l" t="t" r="r" b="b"/>
              <a:pathLst>
                <a:path w="7416" h="2344" extrusionOk="0">
                  <a:moveTo>
                    <a:pt x="3716" y="0"/>
                  </a:moveTo>
                  <a:cubicBezTo>
                    <a:pt x="1657" y="0"/>
                    <a:pt x="0" y="536"/>
                    <a:pt x="0" y="1172"/>
                  </a:cubicBezTo>
                  <a:cubicBezTo>
                    <a:pt x="0" y="1825"/>
                    <a:pt x="1657" y="2344"/>
                    <a:pt x="3716" y="2344"/>
                  </a:cubicBezTo>
                  <a:cubicBezTo>
                    <a:pt x="5758" y="2344"/>
                    <a:pt x="7415" y="1825"/>
                    <a:pt x="7415" y="1172"/>
                  </a:cubicBezTo>
                  <a:cubicBezTo>
                    <a:pt x="7415" y="536"/>
                    <a:pt x="5758" y="0"/>
                    <a:pt x="37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1946350" y="800100"/>
              <a:ext cx="185425" cy="58200"/>
            </a:xfrm>
            <a:custGeom>
              <a:avLst/>
              <a:gdLst/>
              <a:ahLst/>
              <a:cxnLst/>
              <a:rect l="l" t="t" r="r" b="b"/>
              <a:pathLst>
                <a:path w="7417" h="2328" extrusionOk="0">
                  <a:moveTo>
                    <a:pt x="3700" y="1"/>
                  </a:moveTo>
                  <a:cubicBezTo>
                    <a:pt x="1658" y="1"/>
                    <a:pt x="1" y="520"/>
                    <a:pt x="1" y="1173"/>
                  </a:cubicBezTo>
                  <a:cubicBezTo>
                    <a:pt x="1" y="1809"/>
                    <a:pt x="1658" y="2328"/>
                    <a:pt x="3700" y="2328"/>
                  </a:cubicBezTo>
                  <a:cubicBezTo>
                    <a:pt x="5759" y="2328"/>
                    <a:pt x="7416" y="1809"/>
                    <a:pt x="7416" y="1173"/>
                  </a:cubicBezTo>
                  <a:cubicBezTo>
                    <a:pt x="7416" y="520"/>
                    <a:pt x="5759" y="1"/>
                    <a:pt x="3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2266075" y="794650"/>
              <a:ext cx="166575" cy="64625"/>
            </a:xfrm>
            <a:custGeom>
              <a:avLst/>
              <a:gdLst/>
              <a:ahLst/>
              <a:cxnLst/>
              <a:rect l="l" t="t" r="r" b="b"/>
              <a:pathLst>
                <a:path w="6663" h="2585" extrusionOk="0">
                  <a:moveTo>
                    <a:pt x="3499" y="1"/>
                  </a:moveTo>
                  <a:cubicBezTo>
                    <a:pt x="1875" y="1"/>
                    <a:pt x="432" y="481"/>
                    <a:pt x="234" y="1140"/>
                  </a:cubicBezTo>
                  <a:cubicBezTo>
                    <a:pt x="0" y="1843"/>
                    <a:pt x="1255" y="2512"/>
                    <a:pt x="3113" y="2579"/>
                  </a:cubicBezTo>
                  <a:cubicBezTo>
                    <a:pt x="3212" y="2583"/>
                    <a:pt x="3311" y="2584"/>
                    <a:pt x="3408" y="2584"/>
                  </a:cubicBezTo>
                  <a:cubicBezTo>
                    <a:pt x="5169" y="2584"/>
                    <a:pt x="6613" y="2021"/>
                    <a:pt x="6629" y="1307"/>
                  </a:cubicBezTo>
                  <a:cubicBezTo>
                    <a:pt x="6662" y="587"/>
                    <a:pt x="5273" y="18"/>
                    <a:pt x="3582" y="1"/>
                  </a:cubicBezTo>
                  <a:cubicBezTo>
                    <a:pt x="3554" y="1"/>
                    <a:pt x="3527" y="1"/>
                    <a:pt x="3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2280700" y="737125"/>
              <a:ext cx="104650" cy="41075"/>
            </a:xfrm>
            <a:custGeom>
              <a:avLst/>
              <a:gdLst/>
              <a:ahLst/>
              <a:cxnLst/>
              <a:rect l="l" t="t" r="r" b="b"/>
              <a:pathLst>
                <a:path w="4186" h="1643" extrusionOk="0">
                  <a:moveTo>
                    <a:pt x="1900" y="0"/>
                  </a:moveTo>
                  <a:cubicBezTo>
                    <a:pt x="925" y="0"/>
                    <a:pt x="129" y="299"/>
                    <a:pt x="68" y="695"/>
                  </a:cubicBezTo>
                  <a:cubicBezTo>
                    <a:pt x="1" y="1147"/>
                    <a:pt x="855" y="1566"/>
                    <a:pt x="1993" y="1633"/>
                  </a:cubicBezTo>
                  <a:cubicBezTo>
                    <a:pt x="2098" y="1639"/>
                    <a:pt x="2201" y="1642"/>
                    <a:pt x="2303" y="1642"/>
                  </a:cubicBezTo>
                  <a:cubicBezTo>
                    <a:pt x="3288" y="1642"/>
                    <a:pt x="4088" y="1356"/>
                    <a:pt x="4119" y="946"/>
                  </a:cubicBezTo>
                  <a:cubicBezTo>
                    <a:pt x="4186" y="478"/>
                    <a:pt x="3332" y="59"/>
                    <a:pt x="2194" y="9"/>
                  </a:cubicBezTo>
                  <a:cubicBezTo>
                    <a:pt x="2095" y="3"/>
                    <a:pt x="1997" y="0"/>
                    <a:pt x="19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2193325" y="934275"/>
              <a:ext cx="68925" cy="31225"/>
            </a:xfrm>
            <a:custGeom>
              <a:avLst/>
              <a:gdLst/>
              <a:ahLst/>
              <a:cxnLst/>
              <a:rect l="l" t="t" r="r" b="b"/>
              <a:pathLst>
                <a:path w="2757" h="1249" extrusionOk="0">
                  <a:moveTo>
                    <a:pt x="1636" y="1"/>
                  </a:moveTo>
                  <a:cubicBezTo>
                    <a:pt x="1577" y="1"/>
                    <a:pt x="1516" y="3"/>
                    <a:pt x="1454" y="7"/>
                  </a:cubicBezTo>
                  <a:cubicBezTo>
                    <a:pt x="701" y="40"/>
                    <a:pt x="65" y="358"/>
                    <a:pt x="48" y="693"/>
                  </a:cubicBezTo>
                  <a:cubicBezTo>
                    <a:pt x="1" y="1008"/>
                    <a:pt x="515" y="1249"/>
                    <a:pt x="1189" y="1249"/>
                  </a:cubicBezTo>
                  <a:cubicBezTo>
                    <a:pt x="1232" y="1249"/>
                    <a:pt x="1276" y="1248"/>
                    <a:pt x="1320" y="1246"/>
                  </a:cubicBezTo>
                  <a:cubicBezTo>
                    <a:pt x="2056" y="1195"/>
                    <a:pt x="2676" y="911"/>
                    <a:pt x="2726" y="543"/>
                  </a:cubicBezTo>
                  <a:cubicBezTo>
                    <a:pt x="2757" y="237"/>
                    <a:pt x="2270"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2257325" y="908050"/>
              <a:ext cx="37625" cy="16925"/>
            </a:xfrm>
            <a:custGeom>
              <a:avLst/>
              <a:gdLst/>
              <a:ahLst/>
              <a:cxnLst/>
              <a:rect l="l" t="t" r="r" b="b"/>
              <a:pathLst>
                <a:path w="1505" h="677" extrusionOk="0">
                  <a:moveTo>
                    <a:pt x="853" y="0"/>
                  </a:moveTo>
                  <a:cubicBezTo>
                    <a:pt x="831" y="0"/>
                    <a:pt x="808" y="0"/>
                    <a:pt x="785" y="1"/>
                  </a:cubicBezTo>
                  <a:cubicBezTo>
                    <a:pt x="400" y="18"/>
                    <a:pt x="32" y="202"/>
                    <a:pt x="15" y="386"/>
                  </a:cubicBezTo>
                  <a:cubicBezTo>
                    <a:pt x="0" y="551"/>
                    <a:pt x="254" y="676"/>
                    <a:pt x="584" y="676"/>
                  </a:cubicBezTo>
                  <a:cubicBezTo>
                    <a:pt x="622" y="676"/>
                    <a:pt x="662" y="674"/>
                    <a:pt x="702" y="671"/>
                  </a:cubicBezTo>
                  <a:cubicBezTo>
                    <a:pt x="1120" y="654"/>
                    <a:pt x="1488" y="487"/>
                    <a:pt x="1488" y="303"/>
                  </a:cubicBezTo>
                  <a:cubicBezTo>
                    <a:pt x="1504" y="129"/>
                    <a:pt x="1222" y="0"/>
                    <a:pt x="8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2088675" y="875300"/>
              <a:ext cx="37600" cy="16925"/>
            </a:xfrm>
            <a:custGeom>
              <a:avLst/>
              <a:gdLst/>
              <a:ahLst/>
              <a:cxnLst/>
              <a:rect l="l" t="t" r="r" b="b"/>
              <a:pathLst>
                <a:path w="1504" h="677" extrusionOk="0">
                  <a:moveTo>
                    <a:pt x="924" y="1"/>
                  </a:moveTo>
                  <a:cubicBezTo>
                    <a:pt x="885" y="1"/>
                    <a:pt x="844" y="2"/>
                    <a:pt x="802" y="6"/>
                  </a:cubicBezTo>
                  <a:cubicBezTo>
                    <a:pt x="401" y="23"/>
                    <a:pt x="49" y="190"/>
                    <a:pt x="32" y="374"/>
                  </a:cubicBezTo>
                  <a:cubicBezTo>
                    <a:pt x="1" y="548"/>
                    <a:pt x="282" y="677"/>
                    <a:pt x="651" y="677"/>
                  </a:cubicBezTo>
                  <a:cubicBezTo>
                    <a:pt x="673" y="677"/>
                    <a:pt x="696" y="676"/>
                    <a:pt x="719" y="675"/>
                  </a:cubicBezTo>
                  <a:cubicBezTo>
                    <a:pt x="1137" y="642"/>
                    <a:pt x="1472" y="475"/>
                    <a:pt x="1489" y="290"/>
                  </a:cubicBezTo>
                  <a:cubicBezTo>
                    <a:pt x="1504" y="125"/>
                    <a:pt x="1263" y="1"/>
                    <a:pt x="9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2028375" y="714525"/>
              <a:ext cx="54000" cy="21300"/>
            </a:xfrm>
            <a:custGeom>
              <a:avLst/>
              <a:gdLst/>
              <a:ahLst/>
              <a:cxnLst/>
              <a:rect l="l" t="t" r="r" b="b"/>
              <a:pathLst>
                <a:path w="2160" h="852" extrusionOk="0">
                  <a:moveTo>
                    <a:pt x="932" y="0"/>
                  </a:moveTo>
                  <a:cubicBezTo>
                    <a:pt x="439" y="0"/>
                    <a:pt x="49" y="155"/>
                    <a:pt x="34" y="361"/>
                  </a:cubicBezTo>
                  <a:cubicBezTo>
                    <a:pt x="1" y="595"/>
                    <a:pt x="453" y="829"/>
                    <a:pt x="1038" y="846"/>
                  </a:cubicBezTo>
                  <a:cubicBezTo>
                    <a:pt x="1098" y="850"/>
                    <a:pt x="1156" y="851"/>
                    <a:pt x="1213" y="851"/>
                  </a:cubicBezTo>
                  <a:cubicBezTo>
                    <a:pt x="1718" y="851"/>
                    <a:pt x="2113" y="720"/>
                    <a:pt x="2143" y="495"/>
                  </a:cubicBezTo>
                  <a:cubicBezTo>
                    <a:pt x="2160" y="260"/>
                    <a:pt x="1725" y="26"/>
                    <a:pt x="1139" y="9"/>
                  </a:cubicBezTo>
                  <a:cubicBezTo>
                    <a:pt x="1068" y="3"/>
                    <a:pt x="999" y="0"/>
                    <a:pt x="9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1656775" y="734625"/>
              <a:ext cx="42725" cy="28200"/>
            </a:xfrm>
            <a:custGeom>
              <a:avLst/>
              <a:gdLst/>
              <a:ahLst/>
              <a:cxnLst/>
              <a:rect l="l" t="t" r="r" b="b"/>
              <a:pathLst>
                <a:path w="1709" h="1128" extrusionOk="0">
                  <a:moveTo>
                    <a:pt x="1155" y="0"/>
                  </a:moveTo>
                  <a:cubicBezTo>
                    <a:pt x="988" y="0"/>
                    <a:pt x="796" y="46"/>
                    <a:pt x="603" y="143"/>
                  </a:cubicBezTo>
                  <a:cubicBezTo>
                    <a:pt x="185" y="377"/>
                    <a:pt x="1" y="779"/>
                    <a:pt x="235" y="996"/>
                  </a:cubicBezTo>
                  <a:cubicBezTo>
                    <a:pt x="339" y="1086"/>
                    <a:pt x="479" y="1127"/>
                    <a:pt x="632" y="1127"/>
                  </a:cubicBezTo>
                  <a:cubicBezTo>
                    <a:pt x="850" y="1127"/>
                    <a:pt x="1093" y="1043"/>
                    <a:pt x="1290" y="896"/>
                  </a:cubicBezTo>
                  <a:cubicBezTo>
                    <a:pt x="1608" y="661"/>
                    <a:pt x="1708" y="360"/>
                    <a:pt x="1574" y="159"/>
                  </a:cubicBezTo>
                  <a:cubicBezTo>
                    <a:pt x="1487" y="55"/>
                    <a:pt x="1336"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1874375" y="871275"/>
              <a:ext cx="34350" cy="16750"/>
            </a:xfrm>
            <a:custGeom>
              <a:avLst/>
              <a:gdLst/>
              <a:ahLst/>
              <a:cxnLst/>
              <a:rect l="l" t="t" r="r" b="b"/>
              <a:pathLst>
                <a:path w="1374" h="670" extrusionOk="0">
                  <a:moveTo>
                    <a:pt x="715" y="1"/>
                  </a:moveTo>
                  <a:cubicBezTo>
                    <a:pt x="575" y="1"/>
                    <a:pt x="433" y="30"/>
                    <a:pt x="319" y="83"/>
                  </a:cubicBezTo>
                  <a:cubicBezTo>
                    <a:pt x="84" y="184"/>
                    <a:pt x="1" y="351"/>
                    <a:pt x="118" y="502"/>
                  </a:cubicBezTo>
                  <a:cubicBezTo>
                    <a:pt x="215" y="598"/>
                    <a:pt x="417" y="669"/>
                    <a:pt x="629" y="669"/>
                  </a:cubicBezTo>
                  <a:cubicBezTo>
                    <a:pt x="710" y="669"/>
                    <a:pt x="792" y="659"/>
                    <a:pt x="871" y="636"/>
                  </a:cubicBezTo>
                  <a:cubicBezTo>
                    <a:pt x="1239" y="552"/>
                    <a:pt x="1373" y="301"/>
                    <a:pt x="1156" y="133"/>
                  </a:cubicBezTo>
                  <a:cubicBezTo>
                    <a:pt x="1046" y="42"/>
                    <a:pt x="882" y="1"/>
                    <a:pt x="715" y="1"/>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1896975" y="793875"/>
              <a:ext cx="34350" cy="16725"/>
            </a:xfrm>
            <a:custGeom>
              <a:avLst/>
              <a:gdLst/>
              <a:ahLst/>
              <a:cxnLst/>
              <a:rect l="l" t="t" r="r" b="b"/>
              <a:pathLst>
                <a:path w="1374" h="669" extrusionOk="0">
                  <a:moveTo>
                    <a:pt x="704" y="0"/>
                  </a:moveTo>
                  <a:cubicBezTo>
                    <a:pt x="562" y="0"/>
                    <a:pt x="416" y="29"/>
                    <a:pt x="302" y="82"/>
                  </a:cubicBezTo>
                  <a:cubicBezTo>
                    <a:pt x="84" y="183"/>
                    <a:pt x="1" y="350"/>
                    <a:pt x="118" y="501"/>
                  </a:cubicBezTo>
                  <a:cubicBezTo>
                    <a:pt x="203" y="598"/>
                    <a:pt x="392" y="668"/>
                    <a:pt x="611" y="668"/>
                  </a:cubicBezTo>
                  <a:cubicBezTo>
                    <a:pt x="695" y="668"/>
                    <a:pt x="783" y="658"/>
                    <a:pt x="871" y="635"/>
                  </a:cubicBezTo>
                  <a:cubicBezTo>
                    <a:pt x="1223" y="551"/>
                    <a:pt x="1373" y="300"/>
                    <a:pt x="1139" y="133"/>
                  </a:cubicBezTo>
                  <a:cubicBezTo>
                    <a:pt x="1039" y="42"/>
                    <a:pt x="874" y="0"/>
                    <a:pt x="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2138850" y="700100"/>
              <a:ext cx="23050" cy="8400"/>
            </a:xfrm>
            <a:custGeom>
              <a:avLst/>
              <a:gdLst/>
              <a:ahLst/>
              <a:cxnLst/>
              <a:rect l="l" t="t" r="r" b="b"/>
              <a:pathLst>
                <a:path w="922" h="336" extrusionOk="0">
                  <a:moveTo>
                    <a:pt x="469" y="0"/>
                  </a:moveTo>
                  <a:cubicBezTo>
                    <a:pt x="218" y="0"/>
                    <a:pt x="1" y="84"/>
                    <a:pt x="1" y="168"/>
                  </a:cubicBezTo>
                  <a:cubicBezTo>
                    <a:pt x="1" y="251"/>
                    <a:pt x="218" y="335"/>
                    <a:pt x="469" y="335"/>
                  </a:cubicBezTo>
                  <a:cubicBezTo>
                    <a:pt x="720" y="335"/>
                    <a:pt x="921" y="251"/>
                    <a:pt x="921" y="168"/>
                  </a:cubicBezTo>
                  <a:cubicBezTo>
                    <a:pt x="921" y="84"/>
                    <a:pt x="720" y="0"/>
                    <a:pt x="4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1962850" y="803450"/>
              <a:ext cx="158875" cy="39750"/>
            </a:xfrm>
            <a:custGeom>
              <a:avLst/>
              <a:gdLst/>
              <a:ahLst/>
              <a:cxnLst/>
              <a:rect l="l" t="t" r="r" b="b"/>
              <a:pathLst>
                <a:path w="6355" h="1590" extrusionOk="0">
                  <a:moveTo>
                    <a:pt x="2889" y="1"/>
                  </a:moveTo>
                  <a:cubicBezTo>
                    <a:pt x="1316" y="1"/>
                    <a:pt x="10" y="419"/>
                    <a:pt x="10" y="955"/>
                  </a:cubicBezTo>
                  <a:cubicBezTo>
                    <a:pt x="0" y="1275"/>
                    <a:pt x="603" y="1590"/>
                    <a:pt x="1381" y="1590"/>
                  </a:cubicBezTo>
                  <a:cubicBezTo>
                    <a:pt x="1862" y="1590"/>
                    <a:pt x="2411" y="1469"/>
                    <a:pt x="2923" y="1156"/>
                  </a:cubicBezTo>
                  <a:cubicBezTo>
                    <a:pt x="3712" y="678"/>
                    <a:pt x="4475" y="652"/>
                    <a:pt x="5104" y="652"/>
                  </a:cubicBezTo>
                  <a:cubicBezTo>
                    <a:pt x="5179" y="652"/>
                    <a:pt x="5252" y="652"/>
                    <a:pt x="5324" y="652"/>
                  </a:cubicBezTo>
                  <a:cubicBezTo>
                    <a:pt x="5490" y="652"/>
                    <a:pt x="5645" y="650"/>
                    <a:pt x="5785" y="637"/>
                  </a:cubicBezTo>
                  <a:cubicBezTo>
                    <a:pt x="6354" y="587"/>
                    <a:pt x="4446" y="34"/>
                    <a:pt x="288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2025450" y="837775"/>
              <a:ext cx="31400" cy="10475"/>
            </a:xfrm>
            <a:custGeom>
              <a:avLst/>
              <a:gdLst/>
              <a:ahLst/>
              <a:cxnLst/>
              <a:rect l="l" t="t" r="r" b="b"/>
              <a:pathLst>
                <a:path w="1256" h="419" extrusionOk="0">
                  <a:moveTo>
                    <a:pt x="636" y="0"/>
                  </a:moveTo>
                  <a:cubicBezTo>
                    <a:pt x="268" y="0"/>
                    <a:pt x="0" y="84"/>
                    <a:pt x="0" y="201"/>
                  </a:cubicBezTo>
                  <a:cubicBezTo>
                    <a:pt x="0" y="318"/>
                    <a:pt x="268" y="419"/>
                    <a:pt x="636" y="419"/>
                  </a:cubicBezTo>
                  <a:cubicBezTo>
                    <a:pt x="988" y="419"/>
                    <a:pt x="1256" y="335"/>
                    <a:pt x="1256" y="201"/>
                  </a:cubicBezTo>
                  <a:cubicBezTo>
                    <a:pt x="1256" y="84"/>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2012475" y="813075"/>
              <a:ext cx="31400" cy="10500"/>
            </a:xfrm>
            <a:custGeom>
              <a:avLst/>
              <a:gdLst/>
              <a:ahLst/>
              <a:cxnLst/>
              <a:rect l="l" t="t" r="r" b="b"/>
              <a:pathLst>
                <a:path w="1256" h="420" extrusionOk="0">
                  <a:moveTo>
                    <a:pt x="620" y="1"/>
                  </a:moveTo>
                  <a:cubicBezTo>
                    <a:pt x="285" y="1"/>
                    <a:pt x="1" y="84"/>
                    <a:pt x="1" y="202"/>
                  </a:cubicBezTo>
                  <a:cubicBezTo>
                    <a:pt x="1" y="336"/>
                    <a:pt x="268" y="419"/>
                    <a:pt x="620" y="419"/>
                  </a:cubicBezTo>
                  <a:cubicBezTo>
                    <a:pt x="955" y="419"/>
                    <a:pt x="1256" y="319"/>
                    <a:pt x="1256" y="202"/>
                  </a:cubicBezTo>
                  <a:cubicBezTo>
                    <a:pt x="1256" y="84"/>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1975650" y="827725"/>
              <a:ext cx="22200" cy="7150"/>
            </a:xfrm>
            <a:custGeom>
              <a:avLst/>
              <a:gdLst/>
              <a:ahLst/>
              <a:cxnLst/>
              <a:rect l="l" t="t" r="r" b="b"/>
              <a:pathLst>
                <a:path w="888" h="286" extrusionOk="0">
                  <a:moveTo>
                    <a:pt x="452" y="1"/>
                  </a:moveTo>
                  <a:cubicBezTo>
                    <a:pt x="201" y="1"/>
                    <a:pt x="1" y="68"/>
                    <a:pt x="1" y="151"/>
                  </a:cubicBezTo>
                  <a:cubicBezTo>
                    <a:pt x="1" y="235"/>
                    <a:pt x="201" y="285"/>
                    <a:pt x="452" y="285"/>
                  </a:cubicBezTo>
                  <a:cubicBezTo>
                    <a:pt x="704" y="285"/>
                    <a:pt x="888" y="235"/>
                    <a:pt x="888" y="151"/>
                  </a:cubicBezTo>
                  <a:cubicBezTo>
                    <a:pt x="888" y="68"/>
                    <a:pt x="704"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2075250" y="818100"/>
              <a:ext cx="21775" cy="7550"/>
            </a:xfrm>
            <a:custGeom>
              <a:avLst/>
              <a:gdLst/>
              <a:ahLst/>
              <a:cxnLst/>
              <a:rect l="l" t="t" r="r" b="b"/>
              <a:pathLst>
                <a:path w="871" h="302" extrusionOk="0">
                  <a:moveTo>
                    <a:pt x="436" y="1"/>
                  </a:moveTo>
                  <a:cubicBezTo>
                    <a:pt x="184" y="1"/>
                    <a:pt x="0" y="68"/>
                    <a:pt x="0" y="151"/>
                  </a:cubicBezTo>
                  <a:cubicBezTo>
                    <a:pt x="0" y="235"/>
                    <a:pt x="184" y="302"/>
                    <a:pt x="436" y="302"/>
                  </a:cubicBezTo>
                  <a:cubicBezTo>
                    <a:pt x="687" y="302"/>
                    <a:pt x="871" y="235"/>
                    <a:pt x="871" y="151"/>
                  </a:cubicBezTo>
                  <a:cubicBezTo>
                    <a:pt x="871" y="68"/>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2295350" y="809325"/>
              <a:ext cx="22200" cy="7550"/>
            </a:xfrm>
            <a:custGeom>
              <a:avLst/>
              <a:gdLst/>
              <a:ahLst/>
              <a:cxnLst/>
              <a:rect l="l" t="t" r="r" b="b"/>
              <a:pathLst>
                <a:path w="888" h="302" extrusionOk="0">
                  <a:moveTo>
                    <a:pt x="436" y="0"/>
                  </a:moveTo>
                  <a:cubicBezTo>
                    <a:pt x="185" y="0"/>
                    <a:pt x="1" y="67"/>
                    <a:pt x="1" y="151"/>
                  </a:cubicBezTo>
                  <a:cubicBezTo>
                    <a:pt x="1" y="234"/>
                    <a:pt x="185" y="301"/>
                    <a:pt x="436" y="301"/>
                  </a:cubicBezTo>
                  <a:cubicBezTo>
                    <a:pt x="687" y="301"/>
                    <a:pt x="888" y="234"/>
                    <a:pt x="888" y="151"/>
                  </a:cubicBezTo>
                  <a:cubicBezTo>
                    <a:pt x="888" y="67"/>
                    <a:pt x="687"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1863925" y="897375"/>
              <a:ext cx="193725" cy="30425"/>
            </a:xfrm>
            <a:custGeom>
              <a:avLst/>
              <a:gdLst/>
              <a:ahLst/>
              <a:cxnLst/>
              <a:rect l="l" t="t" r="r" b="b"/>
              <a:pathLst>
                <a:path w="7749" h="1217" extrusionOk="0">
                  <a:moveTo>
                    <a:pt x="3619" y="0"/>
                  </a:moveTo>
                  <a:cubicBezTo>
                    <a:pt x="3223" y="0"/>
                    <a:pt x="2825" y="43"/>
                    <a:pt x="2444" y="144"/>
                  </a:cubicBezTo>
                  <a:cubicBezTo>
                    <a:pt x="0" y="763"/>
                    <a:pt x="3281" y="1098"/>
                    <a:pt x="6210" y="1215"/>
                  </a:cubicBezTo>
                  <a:cubicBezTo>
                    <a:pt x="6246" y="1216"/>
                    <a:pt x="6279" y="1217"/>
                    <a:pt x="6311" y="1217"/>
                  </a:cubicBezTo>
                  <a:cubicBezTo>
                    <a:pt x="7748" y="1217"/>
                    <a:pt x="5733" y="0"/>
                    <a:pt x="36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1662750" y="693975"/>
              <a:ext cx="142875" cy="53300"/>
            </a:xfrm>
            <a:custGeom>
              <a:avLst/>
              <a:gdLst/>
              <a:ahLst/>
              <a:cxnLst/>
              <a:rect l="l" t="t" r="r" b="b"/>
              <a:pathLst>
                <a:path w="5715" h="2132" extrusionOk="0">
                  <a:moveTo>
                    <a:pt x="3380" y="0"/>
                  </a:moveTo>
                  <a:cubicBezTo>
                    <a:pt x="3249" y="0"/>
                    <a:pt x="3114" y="4"/>
                    <a:pt x="2976" y="11"/>
                  </a:cubicBezTo>
                  <a:cubicBezTo>
                    <a:pt x="1436" y="95"/>
                    <a:pt x="113" y="647"/>
                    <a:pt x="46" y="1233"/>
                  </a:cubicBezTo>
                  <a:cubicBezTo>
                    <a:pt x="1" y="1765"/>
                    <a:pt x="977" y="2131"/>
                    <a:pt x="2310" y="2131"/>
                  </a:cubicBezTo>
                  <a:cubicBezTo>
                    <a:pt x="2445" y="2131"/>
                    <a:pt x="2583" y="2128"/>
                    <a:pt x="2724" y="2120"/>
                  </a:cubicBezTo>
                  <a:cubicBezTo>
                    <a:pt x="4281" y="2036"/>
                    <a:pt x="5570" y="1501"/>
                    <a:pt x="5654" y="915"/>
                  </a:cubicBezTo>
                  <a:cubicBezTo>
                    <a:pt x="5715" y="381"/>
                    <a:pt x="4733" y="0"/>
                    <a:pt x="33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1914550" y="708475"/>
              <a:ext cx="140225" cy="59450"/>
            </a:xfrm>
            <a:custGeom>
              <a:avLst/>
              <a:gdLst/>
              <a:ahLst/>
              <a:cxnLst/>
              <a:rect l="l" t="t" r="r" b="b"/>
              <a:pathLst>
                <a:path w="5609" h="2378" extrusionOk="0">
                  <a:moveTo>
                    <a:pt x="2813" y="0"/>
                  </a:moveTo>
                  <a:cubicBezTo>
                    <a:pt x="1256" y="0"/>
                    <a:pt x="1" y="536"/>
                    <a:pt x="1" y="1189"/>
                  </a:cubicBezTo>
                  <a:cubicBezTo>
                    <a:pt x="1" y="1841"/>
                    <a:pt x="1256" y="2377"/>
                    <a:pt x="2813" y="2377"/>
                  </a:cubicBezTo>
                  <a:cubicBezTo>
                    <a:pt x="4353" y="2377"/>
                    <a:pt x="5608" y="1841"/>
                    <a:pt x="5608" y="1189"/>
                  </a:cubicBezTo>
                  <a:cubicBezTo>
                    <a:pt x="5608" y="536"/>
                    <a:pt x="4353" y="0"/>
                    <a:pt x="28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1914550" y="590050"/>
              <a:ext cx="97525" cy="18850"/>
            </a:xfrm>
            <a:custGeom>
              <a:avLst/>
              <a:gdLst/>
              <a:ahLst/>
              <a:cxnLst/>
              <a:rect l="l" t="t" r="r" b="b"/>
              <a:pathLst>
                <a:path w="3901" h="754" extrusionOk="0">
                  <a:moveTo>
                    <a:pt x="1942" y="0"/>
                  </a:moveTo>
                  <a:cubicBezTo>
                    <a:pt x="871" y="0"/>
                    <a:pt x="1" y="168"/>
                    <a:pt x="1" y="385"/>
                  </a:cubicBezTo>
                  <a:cubicBezTo>
                    <a:pt x="1" y="586"/>
                    <a:pt x="871" y="753"/>
                    <a:pt x="1942" y="753"/>
                  </a:cubicBezTo>
                  <a:cubicBezTo>
                    <a:pt x="3014" y="753"/>
                    <a:pt x="3901" y="586"/>
                    <a:pt x="3901" y="385"/>
                  </a:cubicBezTo>
                  <a:cubicBezTo>
                    <a:pt x="3901" y="168"/>
                    <a:pt x="3014" y="0"/>
                    <a:pt x="19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2029625" y="601500"/>
              <a:ext cx="33500" cy="12600"/>
            </a:xfrm>
            <a:custGeom>
              <a:avLst/>
              <a:gdLst/>
              <a:ahLst/>
              <a:cxnLst/>
              <a:rect l="l" t="t" r="r" b="b"/>
              <a:pathLst>
                <a:path w="1340" h="504" extrusionOk="0">
                  <a:moveTo>
                    <a:pt x="426" y="1"/>
                  </a:moveTo>
                  <a:cubicBezTo>
                    <a:pt x="205" y="1"/>
                    <a:pt x="42" y="56"/>
                    <a:pt x="18" y="128"/>
                  </a:cubicBezTo>
                  <a:cubicBezTo>
                    <a:pt x="1" y="262"/>
                    <a:pt x="269" y="413"/>
                    <a:pt x="620" y="463"/>
                  </a:cubicBezTo>
                  <a:cubicBezTo>
                    <a:pt x="743" y="491"/>
                    <a:pt x="860" y="504"/>
                    <a:pt x="962" y="504"/>
                  </a:cubicBezTo>
                  <a:cubicBezTo>
                    <a:pt x="1167" y="504"/>
                    <a:pt x="1312" y="452"/>
                    <a:pt x="1323" y="362"/>
                  </a:cubicBezTo>
                  <a:cubicBezTo>
                    <a:pt x="1340" y="245"/>
                    <a:pt x="1072" y="95"/>
                    <a:pt x="704" y="28"/>
                  </a:cubicBezTo>
                  <a:cubicBezTo>
                    <a:pt x="606" y="9"/>
                    <a:pt x="511" y="1"/>
                    <a:pt x="4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2009125" y="947725"/>
              <a:ext cx="158200" cy="41975"/>
            </a:xfrm>
            <a:custGeom>
              <a:avLst/>
              <a:gdLst/>
              <a:ahLst/>
              <a:cxnLst/>
              <a:rect l="l" t="t" r="r" b="b"/>
              <a:pathLst>
                <a:path w="6328" h="1679" extrusionOk="0">
                  <a:moveTo>
                    <a:pt x="5183" y="0"/>
                  </a:moveTo>
                  <a:cubicBezTo>
                    <a:pt x="4964" y="0"/>
                    <a:pt x="4746" y="46"/>
                    <a:pt x="4554" y="139"/>
                  </a:cubicBezTo>
                  <a:cubicBezTo>
                    <a:pt x="3984" y="390"/>
                    <a:pt x="3014" y="574"/>
                    <a:pt x="1959" y="574"/>
                  </a:cubicBezTo>
                  <a:cubicBezTo>
                    <a:pt x="1289" y="574"/>
                    <a:pt x="653" y="507"/>
                    <a:pt x="135" y="390"/>
                  </a:cubicBezTo>
                  <a:cubicBezTo>
                    <a:pt x="51" y="473"/>
                    <a:pt x="1" y="574"/>
                    <a:pt x="1" y="674"/>
                  </a:cubicBezTo>
                  <a:cubicBezTo>
                    <a:pt x="1" y="1227"/>
                    <a:pt x="1423" y="1678"/>
                    <a:pt x="3164" y="1678"/>
                  </a:cubicBezTo>
                  <a:cubicBezTo>
                    <a:pt x="4905" y="1678"/>
                    <a:pt x="6328" y="1243"/>
                    <a:pt x="6328" y="674"/>
                  </a:cubicBezTo>
                  <a:cubicBezTo>
                    <a:pt x="6328" y="473"/>
                    <a:pt x="6144" y="289"/>
                    <a:pt x="5826" y="139"/>
                  </a:cubicBezTo>
                  <a:cubicBezTo>
                    <a:pt x="5625" y="46"/>
                    <a:pt x="5403" y="0"/>
                    <a:pt x="5183"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2291300" y="805325"/>
              <a:ext cx="132975" cy="50600"/>
            </a:xfrm>
            <a:custGeom>
              <a:avLst/>
              <a:gdLst/>
              <a:ahLst/>
              <a:cxnLst/>
              <a:rect l="l" t="t" r="r" b="b"/>
              <a:pathLst>
                <a:path w="5319" h="2024" extrusionOk="0">
                  <a:moveTo>
                    <a:pt x="4000" y="1"/>
                  </a:moveTo>
                  <a:cubicBezTo>
                    <a:pt x="3689" y="1"/>
                    <a:pt x="3375" y="89"/>
                    <a:pt x="3092" y="261"/>
                  </a:cubicBezTo>
                  <a:cubicBezTo>
                    <a:pt x="2539" y="608"/>
                    <a:pt x="1671" y="1001"/>
                    <a:pt x="716" y="1001"/>
                  </a:cubicBezTo>
                  <a:cubicBezTo>
                    <a:pt x="660" y="1001"/>
                    <a:pt x="604" y="1000"/>
                    <a:pt x="548" y="997"/>
                  </a:cubicBezTo>
                  <a:lnTo>
                    <a:pt x="514" y="997"/>
                  </a:lnTo>
                  <a:cubicBezTo>
                    <a:pt x="508" y="997"/>
                    <a:pt x="503" y="997"/>
                    <a:pt x="497" y="997"/>
                  </a:cubicBezTo>
                  <a:cubicBezTo>
                    <a:pt x="93" y="997"/>
                    <a:pt x="1" y="1568"/>
                    <a:pt x="380" y="1717"/>
                  </a:cubicBezTo>
                  <a:cubicBezTo>
                    <a:pt x="816" y="1884"/>
                    <a:pt x="1418" y="2001"/>
                    <a:pt x="2104" y="2018"/>
                  </a:cubicBezTo>
                  <a:cubicBezTo>
                    <a:pt x="2202" y="2022"/>
                    <a:pt x="2299" y="2024"/>
                    <a:pt x="2395" y="2024"/>
                  </a:cubicBezTo>
                  <a:cubicBezTo>
                    <a:pt x="3986" y="2024"/>
                    <a:pt x="5252" y="1511"/>
                    <a:pt x="5268" y="880"/>
                  </a:cubicBezTo>
                  <a:cubicBezTo>
                    <a:pt x="5318" y="646"/>
                    <a:pt x="5151" y="428"/>
                    <a:pt x="4850" y="244"/>
                  </a:cubicBezTo>
                  <a:cubicBezTo>
                    <a:pt x="4588" y="81"/>
                    <a:pt x="4296" y="1"/>
                    <a:pt x="400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2330925" y="832325"/>
              <a:ext cx="31400" cy="8825"/>
            </a:xfrm>
            <a:custGeom>
              <a:avLst/>
              <a:gdLst/>
              <a:ahLst/>
              <a:cxnLst/>
              <a:rect l="l" t="t" r="r" b="b"/>
              <a:pathLst>
                <a:path w="1256" h="353" extrusionOk="0">
                  <a:moveTo>
                    <a:pt x="637" y="1"/>
                  </a:moveTo>
                  <a:cubicBezTo>
                    <a:pt x="302" y="1"/>
                    <a:pt x="1" y="84"/>
                    <a:pt x="1" y="168"/>
                  </a:cubicBezTo>
                  <a:cubicBezTo>
                    <a:pt x="1" y="269"/>
                    <a:pt x="268" y="352"/>
                    <a:pt x="637" y="352"/>
                  </a:cubicBezTo>
                  <a:cubicBezTo>
                    <a:pt x="988" y="352"/>
                    <a:pt x="1256" y="302"/>
                    <a:pt x="1256" y="185"/>
                  </a:cubicBezTo>
                  <a:cubicBezTo>
                    <a:pt x="1256" y="84"/>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2369850" y="804725"/>
              <a:ext cx="21775" cy="7125"/>
            </a:xfrm>
            <a:custGeom>
              <a:avLst/>
              <a:gdLst/>
              <a:ahLst/>
              <a:cxnLst/>
              <a:rect l="l" t="t" r="r" b="b"/>
              <a:pathLst>
                <a:path w="871" h="285" extrusionOk="0">
                  <a:moveTo>
                    <a:pt x="435" y="0"/>
                  </a:moveTo>
                  <a:cubicBezTo>
                    <a:pt x="184" y="0"/>
                    <a:pt x="0" y="67"/>
                    <a:pt x="0" y="151"/>
                  </a:cubicBezTo>
                  <a:cubicBezTo>
                    <a:pt x="0" y="234"/>
                    <a:pt x="184" y="285"/>
                    <a:pt x="435" y="285"/>
                  </a:cubicBezTo>
                  <a:cubicBezTo>
                    <a:pt x="670" y="285"/>
                    <a:pt x="871" y="234"/>
                    <a:pt x="871" y="151"/>
                  </a:cubicBezTo>
                  <a:cubicBezTo>
                    <a:pt x="871" y="67"/>
                    <a:pt x="687"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2020425" y="951175"/>
              <a:ext cx="21775" cy="7150"/>
            </a:xfrm>
            <a:custGeom>
              <a:avLst/>
              <a:gdLst/>
              <a:ahLst/>
              <a:cxnLst/>
              <a:rect l="l" t="t" r="r" b="b"/>
              <a:pathLst>
                <a:path w="871" h="286" extrusionOk="0">
                  <a:moveTo>
                    <a:pt x="436" y="1"/>
                  </a:moveTo>
                  <a:cubicBezTo>
                    <a:pt x="185" y="1"/>
                    <a:pt x="1" y="67"/>
                    <a:pt x="1" y="151"/>
                  </a:cubicBezTo>
                  <a:cubicBezTo>
                    <a:pt x="1" y="235"/>
                    <a:pt x="185" y="285"/>
                    <a:pt x="436" y="285"/>
                  </a:cubicBezTo>
                  <a:cubicBezTo>
                    <a:pt x="670" y="285"/>
                    <a:pt x="871" y="235"/>
                    <a:pt x="871" y="151"/>
                  </a:cubicBezTo>
                  <a:cubicBezTo>
                    <a:pt x="871" y="67"/>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
            <p:cNvSpPr/>
            <p:nvPr/>
          </p:nvSpPr>
          <p:spPr>
            <a:xfrm>
              <a:off x="2058925" y="969175"/>
              <a:ext cx="31400" cy="9275"/>
            </a:xfrm>
            <a:custGeom>
              <a:avLst/>
              <a:gdLst/>
              <a:ahLst/>
              <a:cxnLst/>
              <a:rect l="l" t="t" r="r" b="b"/>
              <a:pathLst>
                <a:path w="1256" h="371" extrusionOk="0">
                  <a:moveTo>
                    <a:pt x="637" y="0"/>
                  </a:moveTo>
                  <a:cubicBezTo>
                    <a:pt x="302" y="0"/>
                    <a:pt x="1" y="84"/>
                    <a:pt x="1" y="184"/>
                  </a:cubicBezTo>
                  <a:cubicBezTo>
                    <a:pt x="1" y="285"/>
                    <a:pt x="268" y="369"/>
                    <a:pt x="637" y="369"/>
                  </a:cubicBezTo>
                  <a:cubicBezTo>
                    <a:pt x="667" y="370"/>
                    <a:pt x="697" y="371"/>
                    <a:pt x="726" y="371"/>
                  </a:cubicBezTo>
                  <a:cubicBezTo>
                    <a:pt x="1032" y="371"/>
                    <a:pt x="1256" y="293"/>
                    <a:pt x="1256" y="201"/>
                  </a:cubicBezTo>
                  <a:cubicBezTo>
                    <a:pt x="1256" y="84"/>
                    <a:pt x="988" y="0"/>
                    <a:pt x="6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
            <p:cNvSpPr/>
            <p:nvPr/>
          </p:nvSpPr>
          <p:spPr>
            <a:xfrm>
              <a:off x="2117100" y="961225"/>
              <a:ext cx="21775" cy="7125"/>
            </a:xfrm>
            <a:custGeom>
              <a:avLst/>
              <a:gdLst/>
              <a:ahLst/>
              <a:cxnLst/>
              <a:rect l="l" t="t" r="r" b="b"/>
              <a:pathLst>
                <a:path w="871" h="285" extrusionOk="0">
                  <a:moveTo>
                    <a:pt x="435" y="0"/>
                  </a:moveTo>
                  <a:cubicBezTo>
                    <a:pt x="184" y="0"/>
                    <a:pt x="0" y="50"/>
                    <a:pt x="0" y="134"/>
                  </a:cubicBezTo>
                  <a:cubicBezTo>
                    <a:pt x="0" y="218"/>
                    <a:pt x="184" y="285"/>
                    <a:pt x="435" y="285"/>
                  </a:cubicBezTo>
                  <a:cubicBezTo>
                    <a:pt x="686" y="285"/>
                    <a:pt x="871" y="218"/>
                    <a:pt x="871" y="134"/>
                  </a:cubicBezTo>
                  <a:cubicBezTo>
                    <a:pt x="871" y="50"/>
                    <a:pt x="686"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2082350" y="944475"/>
              <a:ext cx="22225" cy="7150"/>
            </a:xfrm>
            <a:custGeom>
              <a:avLst/>
              <a:gdLst/>
              <a:ahLst/>
              <a:cxnLst/>
              <a:rect l="l" t="t" r="r" b="b"/>
              <a:pathLst>
                <a:path w="889" h="286" extrusionOk="0">
                  <a:moveTo>
                    <a:pt x="453" y="1"/>
                  </a:moveTo>
                  <a:cubicBezTo>
                    <a:pt x="202" y="1"/>
                    <a:pt x="1" y="51"/>
                    <a:pt x="1" y="135"/>
                  </a:cubicBezTo>
                  <a:cubicBezTo>
                    <a:pt x="1" y="218"/>
                    <a:pt x="202" y="285"/>
                    <a:pt x="453" y="285"/>
                  </a:cubicBezTo>
                  <a:cubicBezTo>
                    <a:pt x="704" y="285"/>
                    <a:pt x="888" y="218"/>
                    <a:pt x="888" y="135"/>
                  </a:cubicBezTo>
                  <a:cubicBezTo>
                    <a:pt x="888" y="51"/>
                    <a:pt x="704"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1922925" y="715475"/>
              <a:ext cx="110925" cy="48250"/>
            </a:xfrm>
            <a:custGeom>
              <a:avLst/>
              <a:gdLst/>
              <a:ahLst/>
              <a:cxnLst/>
              <a:rect l="l" t="t" r="r" b="b"/>
              <a:pathLst>
                <a:path w="4437" h="1930" extrusionOk="0">
                  <a:moveTo>
                    <a:pt x="1190" y="1"/>
                  </a:moveTo>
                  <a:cubicBezTo>
                    <a:pt x="1173" y="1"/>
                    <a:pt x="1156" y="2"/>
                    <a:pt x="1139" y="5"/>
                  </a:cubicBezTo>
                  <a:cubicBezTo>
                    <a:pt x="436" y="206"/>
                    <a:pt x="0" y="507"/>
                    <a:pt x="0" y="892"/>
                  </a:cubicBezTo>
                  <a:cubicBezTo>
                    <a:pt x="0" y="1461"/>
                    <a:pt x="1088" y="1930"/>
                    <a:pt x="2428" y="1930"/>
                  </a:cubicBezTo>
                  <a:cubicBezTo>
                    <a:pt x="3264" y="1930"/>
                    <a:pt x="4001" y="1746"/>
                    <a:pt x="4436" y="1478"/>
                  </a:cubicBezTo>
                  <a:lnTo>
                    <a:pt x="4436" y="1478"/>
                  </a:lnTo>
                  <a:cubicBezTo>
                    <a:pt x="4269" y="1494"/>
                    <a:pt x="4101" y="1511"/>
                    <a:pt x="3934" y="1511"/>
                  </a:cubicBezTo>
                  <a:cubicBezTo>
                    <a:pt x="2595" y="1511"/>
                    <a:pt x="1507" y="1059"/>
                    <a:pt x="1507" y="473"/>
                  </a:cubicBezTo>
                  <a:lnTo>
                    <a:pt x="1507" y="390"/>
                  </a:lnTo>
                  <a:cubicBezTo>
                    <a:pt x="1553" y="174"/>
                    <a:pt x="1387" y="1"/>
                    <a:pt x="119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1934225" y="723525"/>
              <a:ext cx="31400" cy="10500"/>
            </a:xfrm>
            <a:custGeom>
              <a:avLst/>
              <a:gdLst/>
              <a:ahLst/>
              <a:cxnLst/>
              <a:rect l="l" t="t" r="r" b="b"/>
              <a:pathLst>
                <a:path w="1256" h="420" extrusionOk="0">
                  <a:moveTo>
                    <a:pt x="636" y="1"/>
                  </a:moveTo>
                  <a:cubicBezTo>
                    <a:pt x="302" y="1"/>
                    <a:pt x="0" y="84"/>
                    <a:pt x="0" y="218"/>
                  </a:cubicBezTo>
                  <a:cubicBezTo>
                    <a:pt x="0" y="335"/>
                    <a:pt x="285" y="419"/>
                    <a:pt x="636" y="419"/>
                  </a:cubicBezTo>
                  <a:cubicBezTo>
                    <a:pt x="988" y="419"/>
                    <a:pt x="1256" y="335"/>
                    <a:pt x="1256" y="218"/>
                  </a:cubicBezTo>
                  <a:cubicBezTo>
                    <a:pt x="1256" y="84"/>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1971875" y="747800"/>
              <a:ext cx="25150" cy="7150"/>
            </a:xfrm>
            <a:custGeom>
              <a:avLst/>
              <a:gdLst/>
              <a:ahLst/>
              <a:cxnLst/>
              <a:rect l="l" t="t" r="r" b="b"/>
              <a:pathLst>
                <a:path w="1006" h="286" extrusionOk="0">
                  <a:moveTo>
                    <a:pt x="503" y="1"/>
                  </a:moveTo>
                  <a:cubicBezTo>
                    <a:pt x="235" y="1"/>
                    <a:pt x="1" y="51"/>
                    <a:pt x="1" y="134"/>
                  </a:cubicBezTo>
                  <a:cubicBezTo>
                    <a:pt x="1" y="218"/>
                    <a:pt x="235" y="285"/>
                    <a:pt x="503" y="285"/>
                  </a:cubicBezTo>
                  <a:cubicBezTo>
                    <a:pt x="788" y="285"/>
                    <a:pt x="1005" y="218"/>
                    <a:pt x="1005" y="134"/>
                  </a:cubicBezTo>
                  <a:cubicBezTo>
                    <a:pt x="1005" y="51"/>
                    <a:pt x="788"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2022100" y="728125"/>
              <a:ext cx="19275" cy="7575"/>
            </a:xfrm>
            <a:custGeom>
              <a:avLst/>
              <a:gdLst/>
              <a:ahLst/>
              <a:cxnLst/>
              <a:rect l="l" t="t" r="r" b="b"/>
              <a:pathLst>
                <a:path w="771" h="303" extrusionOk="0">
                  <a:moveTo>
                    <a:pt x="386" y="1"/>
                  </a:moveTo>
                  <a:cubicBezTo>
                    <a:pt x="168" y="1"/>
                    <a:pt x="1" y="68"/>
                    <a:pt x="1" y="151"/>
                  </a:cubicBezTo>
                  <a:cubicBezTo>
                    <a:pt x="1" y="235"/>
                    <a:pt x="168" y="302"/>
                    <a:pt x="386" y="302"/>
                  </a:cubicBezTo>
                  <a:cubicBezTo>
                    <a:pt x="603" y="285"/>
                    <a:pt x="770" y="218"/>
                    <a:pt x="770" y="151"/>
                  </a:cubicBezTo>
                  <a:cubicBezTo>
                    <a:pt x="770" y="68"/>
                    <a:pt x="586" y="1"/>
                    <a:pt x="3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1990725" y="717675"/>
              <a:ext cx="19275" cy="7550"/>
            </a:xfrm>
            <a:custGeom>
              <a:avLst/>
              <a:gdLst/>
              <a:ahLst/>
              <a:cxnLst/>
              <a:rect l="l" t="t" r="r" b="b"/>
              <a:pathLst>
                <a:path w="771" h="302" extrusionOk="0">
                  <a:moveTo>
                    <a:pt x="385" y="0"/>
                  </a:moveTo>
                  <a:cubicBezTo>
                    <a:pt x="168" y="0"/>
                    <a:pt x="0" y="67"/>
                    <a:pt x="0" y="151"/>
                  </a:cubicBezTo>
                  <a:cubicBezTo>
                    <a:pt x="0" y="235"/>
                    <a:pt x="168" y="302"/>
                    <a:pt x="385" y="302"/>
                  </a:cubicBezTo>
                  <a:cubicBezTo>
                    <a:pt x="603" y="285"/>
                    <a:pt x="770" y="218"/>
                    <a:pt x="770" y="151"/>
                  </a:cubicBezTo>
                  <a:cubicBezTo>
                    <a:pt x="770" y="67"/>
                    <a:pt x="586" y="0"/>
                    <a:pt x="3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1674350" y="851500"/>
              <a:ext cx="161975" cy="66300"/>
            </a:xfrm>
            <a:custGeom>
              <a:avLst/>
              <a:gdLst/>
              <a:ahLst/>
              <a:cxnLst/>
              <a:rect l="l" t="t" r="r" b="b"/>
              <a:pathLst>
                <a:path w="6479" h="2652" extrusionOk="0">
                  <a:moveTo>
                    <a:pt x="3306" y="0"/>
                  </a:moveTo>
                  <a:cubicBezTo>
                    <a:pt x="3232" y="0"/>
                    <a:pt x="3156" y="2"/>
                    <a:pt x="3081" y="4"/>
                  </a:cubicBezTo>
                  <a:cubicBezTo>
                    <a:pt x="1340" y="71"/>
                    <a:pt x="1" y="723"/>
                    <a:pt x="84" y="1427"/>
                  </a:cubicBezTo>
                  <a:cubicBezTo>
                    <a:pt x="165" y="2131"/>
                    <a:pt x="1531" y="2652"/>
                    <a:pt x="3173" y="2652"/>
                  </a:cubicBezTo>
                  <a:cubicBezTo>
                    <a:pt x="3248" y="2652"/>
                    <a:pt x="3323" y="2651"/>
                    <a:pt x="3399" y="2648"/>
                  </a:cubicBezTo>
                  <a:cubicBezTo>
                    <a:pt x="5140" y="2581"/>
                    <a:pt x="6479" y="1962"/>
                    <a:pt x="6395" y="1226"/>
                  </a:cubicBezTo>
                  <a:cubicBezTo>
                    <a:pt x="6315" y="521"/>
                    <a:pt x="4948" y="0"/>
                    <a:pt x="33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1710775" y="855675"/>
              <a:ext cx="112150" cy="32850"/>
            </a:xfrm>
            <a:custGeom>
              <a:avLst/>
              <a:gdLst/>
              <a:ahLst/>
              <a:cxnLst/>
              <a:rect l="l" t="t" r="r" b="b"/>
              <a:pathLst>
                <a:path w="4486" h="1314" extrusionOk="0">
                  <a:moveTo>
                    <a:pt x="1661" y="1"/>
                  </a:moveTo>
                  <a:cubicBezTo>
                    <a:pt x="1588" y="1"/>
                    <a:pt x="1514" y="2"/>
                    <a:pt x="1440" y="4"/>
                  </a:cubicBezTo>
                  <a:cubicBezTo>
                    <a:pt x="1055" y="21"/>
                    <a:pt x="686" y="71"/>
                    <a:pt x="352" y="138"/>
                  </a:cubicBezTo>
                  <a:cubicBezTo>
                    <a:pt x="50" y="188"/>
                    <a:pt x="0" y="573"/>
                    <a:pt x="218" y="741"/>
                  </a:cubicBezTo>
                  <a:cubicBezTo>
                    <a:pt x="764" y="1100"/>
                    <a:pt x="1732" y="1313"/>
                    <a:pt x="2811" y="1313"/>
                  </a:cubicBezTo>
                  <a:cubicBezTo>
                    <a:pt x="2889" y="1313"/>
                    <a:pt x="2967" y="1312"/>
                    <a:pt x="3046" y="1310"/>
                  </a:cubicBezTo>
                  <a:cubicBezTo>
                    <a:pt x="3431" y="1293"/>
                    <a:pt x="3800" y="1243"/>
                    <a:pt x="4134" y="1176"/>
                  </a:cubicBezTo>
                  <a:cubicBezTo>
                    <a:pt x="4436" y="1126"/>
                    <a:pt x="4486" y="741"/>
                    <a:pt x="4268" y="573"/>
                  </a:cubicBezTo>
                  <a:cubicBezTo>
                    <a:pt x="3720" y="228"/>
                    <a:pt x="2745" y="1"/>
                    <a:pt x="1661"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1696950" y="868325"/>
              <a:ext cx="26400" cy="8400"/>
            </a:xfrm>
            <a:custGeom>
              <a:avLst/>
              <a:gdLst/>
              <a:ahLst/>
              <a:cxnLst/>
              <a:rect l="l" t="t" r="r" b="b"/>
              <a:pathLst>
                <a:path w="1056" h="336" extrusionOk="0">
                  <a:moveTo>
                    <a:pt x="520" y="0"/>
                  </a:moveTo>
                  <a:cubicBezTo>
                    <a:pt x="235" y="0"/>
                    <a:pt x="1" y="67"/>
                    <a:pt x="1" y="168"/>
                  </a:cubicBezTo>
                  <a:cubicBezTo>
                    <a:pt x="1" y="251"/>
                    <a:pt x="235" y="335"/>
                    <a:pt x="520" y="335"/>
                  </a:cubicBezTo>
                  <a:cubicBezTo>
                    <a:pt x="821" y="335"/>
                    <a:pt x="1055" y="285"/>
                    <a:pt x="1055" y="168"/>
                  </a:cubicBezTo>
                  <a:cubicBezTo>
                    <a:pt x="1055" y="84"/>
                    <a:pt x="821" y="0"/>
                    <a:pt x="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1770600" y="864125"/>
              <a:ext cx="31425" cy="10500"/>
            </a:xfrm>
            <a:custGeom>
              <a:avLst/>
              <a:gdLst/>
              <a:ahLst/>
              <a:cxnLst/>
              <a:rect l="l" t="t" r="r" b="b"/>
              <a:pathLst>
                <a:path w="1257" h="420" extrusionOk="0">
                  <a:moveTo>
                    <a:pt x="637" y="1"/>
                  </a:moveTo>
                  <a:cubicBezTo>
                    <a:pt x="285" y="1"/>
                    <a:pt x="1" y="85"/>
                    <a:pt x="1" y="218"/>
                  </a:cubicBezTo>
                  <a:cubicBezTo>
                    <a:pt x="1" y="336"/>
                    <a:pt x="285" y="419"/>
                    <a:pt x="637" y="419"/>
                  </a:cubicBezTo>
                  <a:cubicBezTo>
                    <a:pt x="988" y="419"/>
                    <a:pt x="1256" y="319"/>
                    <a:pt x="1256" y="218"/>
                  </a:cubicBezTo>
                  <a:cubicBezTo>
                    <a:pt x="1256" y="85"/>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1738375" y="900950"/>
              <a:ext cx="25150" cy="6300"/>
            </a:xfrm>
            <a:custGeom>
              <a:avLst/>
              <a:gdLst/>
              <a:ahLst/>
              <a:cxnLst/>
              <a:rect l="l" t="t" r="r" b="b"/>
              <a:pathLst>
                <a:path w="1006" h="252" extrusionOk="0">
                  <a:moveTo>
                    <a:pt x="503" y="1"/>
                  </a:moveTo>
                  <a:cubicBezTo>
                    <a:pt x="235" y="1"/>
                    <a:pt x="1" y="68"/>
                    <a:pt x="1" y="118"/>
                  </a:cubicBezTo>
                  <a:cubicBezTo>
                    <a:pt x="1" y="185"/>
                    <a:pt x="218" y="252"/>
                    <a:pt x="503" y="252"/>
                  </a:cubicBezTo>
                  <a:cubicBezTo>
                    <a:pt x="771" y="252"/>
                    <a:pt x="1005" y="202"/>
                    <a:pt x="1005" y="118"/>
                  </a:cubicBezTo>
                  <a:cubicBezTo>
                    <a:pt x="1005" y="68"/>
                    <a:pt x="771"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1671575" y="705125"/>
              <a:ext cx="121650" cy="39150"/>
            </a:xfrm>
            <a:custGeom>
              <a:avLst/>
              <a:gdLst/>
              <a:ahLst/>
              <a:cxnLst/>
              <a:rect l="l" t="t" r="r" b="b"/>
              <a:pathLst>
                <a:path w="4866" h="1566" extrusionOk="0">
                  <a:moveTo>
                    <a:pt x="1099" y="0"/>
                  </a:moveTo>
                  <a:lnTo>
                    <a:pt x="1099" y="0"/>
                  </a:lnTo>
                  <a:cubicBezTo>
                    <a:pt x="497" y="201"/>
                    <a:pt x="78" y="486"/>
                    <a:pt x="62" y="787"/>
                  </a:cubicBezTo>
                  <a:cubicBezTo>
                    <a:pt x="0" y="1246"/>
                    <a:pt x="863" y="1565"/>
                    <a:pt x="2035" y="1565"/>
                  </a:cubicBezTo>
                  <a:cubicBezTo>
                    <a:pt x="2145" y="1565"/>
                    <a:pt x="2257" y="1563"/>
                    <a:pt x="2371" y="1557"/>
                  </a:cubicBezTo>
                  <a:cubicBezTo>
                    <a:pt x="3610" y="1490"/>
                    <a:pt x="4681" y="1071"/>
                    <a:pt x="4866" y="620"/>
                  </a:cubicBezTo>
                  <a:lnTo>
                    <a:pt x="4866" y="620"/>
                  </a:lnTo>
                  <a:cubicBezTo>
                    <a:pt x="4447" y="753"/>
                    <a:pt x="3945" y="837"/>
                    <a:pt x="3409" y="887"/>
                  </a:cubicBezTo>
                  <a:cubicBezTo>
                    <a:pt x="3276" y="896"/>
                    <a:pt x="3146" y="900"/>
                    <a:pt x="3020" y="900"/>
                  </a:cubicBezTo>
                  <a:cubicBezTo>
                    <a:pt x="1875" y="900"/>
                    <a:pt x="1037" y="570"/>
                    <a:pt x="1083" y="117"/>
                  </a:cubicBezTo>
                  <a:cubicBezTo>
                    <a:pt x="1083" y="67"/>
                    <a:pt x="1099" y="50"/>
                    <a:pt x="109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1692775" y="708875"/>
              <a:ext cx="31400" cy="10500"/>
            </a:xfrm>
            <a:custGeom>
              <a:avLst/>
              <a:gdLst/>
              <a:ahLst/>
              <a:cxnLst/>
              <a:rect l="l" t="t" r="r" b="b"/>
              <a:pathLst>
                <a:path w="1256" h="420" extrusionOk="0">
                  <a:moveTo>
                    <a:pt x="636" y="1"/>
                  </a:moveTo>
                  <a:cubicBezTo>
                    <a:pt x="302" y="1"/>
                    <a:pt x="0" y="85"/>
                    <a:pt x="0" y="218"/>
                  </a:cubicBezTo>
                  <a:cubicBezTo>
                    <a:pt x="0" y="336"/>
                    <a:pt x="268" y="419"/>
                    <a:pt x="636" y="419"/>
                  </a:cubicBezTo>
                  <a:cubicBezTo>
                    <a:pt x="988" y="419"/>
                    <a:pt x="1256" y="336"/>
                    <a:pt x="1256" y="218"/>
                  </a:cubicBezTo>
                  <a:cubicBezTo>
                    <a:pt x="1256" y="85"/>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1722475" y="729400"/>
              <a:ext cx="22200" cy="7975"/>
            </a:xfrm>
            <a:custGeom>
              <a:avLst/>
              <a:gdLst/>
              <a:ahLst/>
              <a:cxnLst/>
              <a:rect l="l" t="t" r="r" b="b"/>
              <a:pathLst>
                <a:path w="888" h="319" extrusionOk="0">
                  <a:moveTo>
                    <a:pt x="453" y="0"/>
                  </a:moveTo>
                  <a:cubicBezTo>
                    <a:pt x="202" y="0"/>
                    <a:pt x="1" y="84"/>
                    <a:pt x="1" y="167"/>
                  </a:cubicBezTo>
                  <a:cubicBezTo>
                    <a:pt x="1" y="251"/>
                    <a:pt x="218" y="318"/>
                    <a:pt x="453" y="318"/>
                  </a:cubicBezTo>
                  <a:cubicBezTo>
                    <a:pt x="670" y="318"/>
                    <a:pt x="888" y="234"/>
                    <a:pt x="888" y="151"/>
                  </a:cubicBezTo>
                  <a:cubicBezTo>
                    <a:pt x="888" y="50"/>
                    <a:pt x="670" y="0"/>
                    <a:pt x="4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1757625" y="708050"/>
              <a:ext cx="22200" cy="7550"/>
            </a:xfrm>
            <a:custGeom>
              <a:avLst/>
              <a:gdLst/>
              <a:ahLst/>
              <a:cxnLst/>
              <a:rect l="l" t="t" r="r" b="b"/>
              <a:pathLst>
                <a:path w="888" h="302" extrusionOk="0">
                  <a:moveTo>
                    <a:pt x="436" y="0"/>
                  </a:moveTo>
                  <a:cubicBezTo>
                    <a:pt x="218" y="0"/>
                    <a:pt x="1" y="84"/>
                    <a:pt x="1" y="168"/>
                  </a:cubicBezTo>
                  <a:cubicBezTo>
                    <a:pt x="1" y="251"/>
                    <a:pt x="218" y="302"/>
                    <a:pt x="436" y="302"/>
                  </a:cubicBezTo>
                  <a:cubicBezTo>
                    <a:pt x="670" y="302"/>
                    <a:pt x="888" y="218"/>
                    <a:pt x="888" y="134"/>
                  </a:cubicBezTo>
                  <a:cubicBezTo>
                    <a:pt x="888" y="51"/>
                    <a:pt x="670"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1702800" y="949750"/>
              <a:ext cx="261600" cy="72175"/>
            </a:xfrm>
            <a:custGeom>
              <a:avLst/>
              <a:gdLst/>
              <a:ahLst/>
              <a:cxnLst/>
              <a:rect l="l" t="t" r="r" b="b"/>
              <a:pathLst>
                <a:path w="10464" h="2887" extrusionOk="0">
                  <a:moveTo>
                    <a:pt x="2079" y="1"/>
                  </a:moveTo>
                  <a:cubicBezTo>
                    <a:pt x="1950" y="1"/>
                    <a:pt x="1826" y="13"/>
                    <a:pt x="1708" y="41"/>
                  </a:cubicBezTo>
                  <a:cubicBezTo>
                    <a:pt x="1" y="426"/>
                    <a:pt x="3131" y="2836"/>
                    <a:pt x="7617" y="2886"/>
                  </a:cubicBezTo>
                  <a:cubicBezTo>
                    <a:pt x="7658" y="2887"/>
                    <a:pt x="7699" y="2887"/>
                    <a:pt x="7740" y="2887"/>
                  </a:cubicBezTo>
                  <a:cubicBezTo>
                    <a:pt x="10155" y="2887"/>
                    <a:pt x="10463" y="2401"/>
                    <a:pt x="8487" y="2401"/>
                  </a:cubicBezTo>
                  <a:cubicBezTo>
                    <a:pt x="6647" y="2385"/>
                    <a:pt x="3847" y="1"/>
                    <a:pt x="20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1680625" y="953275"/>
              <a:ext cx="47750" cy="26000"/>
            </a:xfrm>
            <a:custGeom>
              <a:avLst/>
              <a:gdLst/>
              <a:ahLst/>
              <a:cxnLst/>
              <a:rect l="l" t="t" r="r" b="b"/>
              <a:pathLst>
                <a:path w="1910" h="1040" extrusionOk="0">
                  <a:moveTo>
                    <a:pt x="562" y="0"/>
                  </a:moveTo>
                  <a:cubicBezTo>
                    <a:pt x="473" y="0"/>
                    <a:pt x="390" y="11"/>
                    <a:pt x="319" y="34"/>
                  </a:cubicBezTo>
                  <a:cubicBezTo>
                    <a:pt x="1" y="151"/>
                    <a:pt x="34" y="435"/>
                    <a:pt x="386" y="703"/>
                  </a:cubicBezTo>
                  <a:cubicBezTo>
                    <a:pt x="654" y="920"/>
                    <a:pt x="1039" y="1040"/>
                    <a:pt x="1340" y="1040"/>
                  </a:cubicBezTo>
                  <a:cubicBezTo>
                    <a:pt x="1434" y="1040"/>
                    <a:pt x="1520" y="1028"/>
                    <a:pt x="1591" y="1005"/>
                  </a:cubicBezTo>
                  <a:cubicBezTo>
                    <a:pt x="1909" y="904"/>
                    <a:pt x="1892" y="603"/>
                    <a:pt x="1541" y="335"/>
                  </a:cubicBezTo>
                  <a:cubicBezTo>
                    <a:pt x="1255" y="127"/>
                    <a:pt x="870" y="0"/>
                    <a:pt x="5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1791925" y="646025"/>
              <a:ext cx="319275" cy="16000"/>
            </a:xfrm>
            <a:custGeom>
              <a:avLst/>
              <a:gdLst/>
              <a:ahLst/>
              <a:cxnLst/>
              <a:rect l="l" t="t" r="r" b="b"/>
              <a:pathLst>
                <a:path w="12771" h="640" extrusionOk="0">
                  <a:moveTo>
                    <a:pt x="5084" y="0"/>
                  </a:moveTo>
                  <a:cubicBezTo>
                    <a:pt x="3940" y="0"/>
                    <a:pt x="2868" y="39"/>
                    <a:pt x="2127" y="138"/>
                  </a:cubicBezTo>
                  <a:cubicBezTo>
                    <a:pt x="1" y="410"/>
                    <a:pt x="1935" y="640"/>
                    <a:pt x="5329" y="640"/>
                  </a:cubicBezTo>
                  <a:cubicBezTo>
                    <a:pt x="6743" y="640"/>
                    <a:pt x="8412" y="600"/>
                    <a:pt x="10145" y="506"/>
                  </a:cubicBezTo>
                  <a:cubicBezTo>
                    <a:pt x="12770" y="367"/>
                    <a:pt x="8590" y="0"/>
                    <a:pt x="5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1853875" y="842375"/>
              <a:ext cx="22200" cy="7350"/>
            </a:xfrm>
            <a:custGeom>
              <a:avLst/>
              <a:gdLst/>
              <a:ahLst/>
              <a:cxnLst/>
              <a:rect l="l" t="t" r="r" b="b"/>
              <a:pathLst>
                <a:path w="888" h="294" extrusionOk="0">
                  <a:moveTo>
                    <a:pt x="436" y="0"/>
                  </a:moveTo>
                  <a:cubicBezTo>
                    <a:pt x="218" y="0"/>
                    <a:pt x="1" y="67"/>
                    <a:pt x="1" y="151"/>
                  </a:cubicBezTo>
                  <a:cubicBezTo>
                    <a:pt x="1" y="235"/>
                    <a:pt x="185" y="285"/>
                    <a:pt x="436" y="285"/>
                  </a:cubicBezTo>
                  <a:cubicBezTo>
                    <a:pt x="480" y="291"/>
                    <a:pt x="523" y="294"/>
                    <a:pt x="564" y="294"/>
                  </a:cubicBezTo>
                  <a:cubicBezTo>
                    <a:pt x="752" y="294"/>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2227975" y="757000"/>
              <a:ext cx="21800" cy="7575"/>
            </a:xfrm>
            <a:custGeom>
              <a:avLst/>
              <a:gdLst/>
              <a:ahLst/>
              <a:cxnLst/>
              <a:rect l="l" t="t" r="r" b="b"/>
              <a:pathLst>
                <a:path w="872" h="303" extrusionOk="0">
                  <a:moveTo>
                    <a:pt x="436" y="1"/>
                  </a:moveTo>
                  <a:cubicBezTo>
                    <a:pt x="202" y="1"/>
                    <a:pt x="1" y="68"/>
                    <a:pt x="1" y="151"/>
                  </a:cubicBezTo>
                  <a:cubicBezTo>
                    <a:pt x="1" y="235"/>
                    <a:pt x="185" y="302"/>
                    <a:pt x="436" y="302"/>
                  </a:cubicBezTo>
                  <a:cubicBezTo>
                    <a:pt x="687" y="302"/>
                    <a:pt x="871" y="235"/>
                    <a:pt x="871" y="151"/>
                  </a:cubicBezTo>
                  <a:cubicBezTo>
                    <a:pt x="871"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2092400" y="675000"/>
              <a:ext cx="22200" cy="7125"/>
            </a:xfrm>
            <a:custGeom>
              <a:avLst/>
              <a:gdLst/>
              <a:ahLst/>
              <a:cxnLst/>
              <a:rect l="l" t="t" r="r" b="b"/>
              <a:pathLst>
                <a:path w="888" h="285" extrusionOk="0">
                  <a:moveTo>
                    <a:pt x="436" y="0"/>
                  </a:moveTo>
                  <a:cubicBezTo>
                    <a:pt x="218" y="0"/>
                    <a:pt x="1" y="67"/>
                    <a:pt x="1" y="151"/>
                  </a:cubicBezTo>
                  <a:cubicBezTo>
                    <a:pt x="1" y="234"/>
                    <a:pt x="185" y="285"/>
                    <a:pt x="436" y="285"/>
                  </a:cubicBezTo>
                  <a:cubicBezTo>
                    <a:pt x="687" y="285"/>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1625400" y="879625"/>
              <a:ext cx="21775" cy="7125"/>
            </a:xfrm>
            <a:custGeom>
              <a:avLst/>
              <a:gdLst/>
              <a:ahLst/>
              <a:cxnLst/>
              <a:rect l="l" t="t" r="r" b="b"/>
              <a:pathLst>
                <a:path w="871" h="285" extrusionOk="0">
                  <a:moveTo>
                    <a:pt x="436" y="0"/>
                  </a:moveTo>
                  <a:cubicBezTo>
                    <a:pt x="201" y="0"/>
                    <a:pt x="0" y="50"/>
                    <a:pt x="0" y="134"/>
                  </a:cubicBezTo>
                  <a:cubicBezTo>
                    <a:pt x="0" y="218"/>
                    <a:pt x="184" y="285"/>
                    <a:pt x="436" y="285"/>
                  </a:cubicBezTo>
                  <a:cubicBezTo>
                    <a:pt x="687" y="285"/>
                    <a:pt x="871" y="218"/>
                    <a:pt x="871" y="134"/>
                  </a:cubicBezTo>
                  <a:cubicBezTo>
                    <a:pt x="871" y="50"/>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1838825" y="754075"/>
              <a:ext cx="21775" cy="7150"/>
            </a:xfrm>
            <a:custGeom>
              <a:avLst/>
              <a:gdLst/>
              <a:ahLst/>
              <a:cxnLst/>
              <a:rect l="l" t="t" r="r" b="b"/>
              <a:pathLst>
                <a:path w="871" h="286" extrusionOk="0">
                  <a:moveTo>
                    <a:pt x="435" y="1"/>
                  </a:moveTo>
                  <a:cubicBezTo>
                    <a:pt x="201" y="1"/>
                    <a:pt x="0" y="51"/>
                    <a:pt x="0" y="135"/>
                  </a:cubicBezTo>
                  <a:cubicBezTo>
                    <a:pt x="0" y="218"/>
                    <a:pt x="184" y="285"/>
                    <a:pt x="435" y="285"/>
                  </a:cubicBezTo>
                  <a:cubicBezTo>
                    <a:pt x="686" y="285"/>
                    <a:pt x="870" y="218"/>
                    <a:pt x="870" y="135"/>
                  </a:cubicBezTo>
                  <a:cubicBezTo>
                    <a:pt x="870" y="51"/>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2201625" y="872500"/>
              <a:ext cx="22200" cy="7550"/>
            </a:xfrm>
            <a:custGeom>
              <a:avLst/>
              <a:gdLst/>
              <a:ahLst/>
              <a:cxnLst/>
              <a:rect l="l" t="t" r="r" b="b"/>
              <a:pathLst>
                <a:path w="888" h="302" extrusionOk="0">
                  <a:moveTo>
                    <a:pt x="452" y="1"/>
                  </a:moveTo>
                  <a:cubicBezTo>
                    <a:pt x="218" y="1"/>
                    <a:pt x="0" y="68"/>
                    <a:pt x="0" y="151"/>
                  </a:cubicBezTo>
                  <a:cubicBezTo>
                    <a:pt x="0" y="235"/>
                    <a:pt x="201" y="302"/>
                    <a:pt x="452" y="302"/>
                  </a:cubicBezTo>
                  <a:cubicBezTo>
                    <a:pt x="703" y="302"/>
                    <a:pt x="888" y="235"/>
                    <a:pt x="888" y="151"/>
                  </a:cubicBezTo>
                  <a:cubicBezTo>
                    <a:pt x="888" y="68"/>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2398300" y="887975"/>
              <a:ext cx="22200" cy="7200"/>
            </a:xfrm>
            <a:custGeom>
              <a:avLst/>
              <a:gdLst/>
              <a:ahLst/>
              <a:cxnLst/>
              <a:rect l="l" t="t" r="r" b="b"/>
              <a:pathLst>
                <a:path w="888" h="288" extrusionOk="0">
                  <a:moveTo>
                    <a:pt x="452" y="1"/>
                  </a:moveTo>
                  <a:cubicBezTo>
                    <a:pt x="218" y="1"/>
                    <a:pt x="0" y="51"/>
                    <a:pt x="0" y="135"/>
                  </a:cubicBezTo>
                  <a:cubicBezTo>
                    <a:pt x="0" y="219"/>
                    <a:pt x="201" y="286"/>
                    <a:pt x="452" y="286"/>
                  </a:cubicBezTo>
                  <a:cubicBezTo>
                    <a:pt x="471" y="287"/>
                    <a:pt x="490" y="288"/>
                    <a:pt x="509" y="288"/>
                  </a:cubicBezTo>
                  <a:cubicBezTo>
                    <a:pt x="706" y="288"/>
                    <a:pt x="888" y="211"/>
                    <a:pt x="888" y="135"/>
                  </a:cubicBezTo>
                  <a:cubicBezTo>
                    <a:pt x="888" y="51"/>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1667650" y="779600"/>
              <a:ext cx="22225" cy="7150"/>
            </a:xfrm>
            <a:custGeom>
              <a:avLst/>
              <a:gdLst/>
              <a:ahLst/>
              <a:cxnLst/>
              <a:rect l="l" t="t" r="r" b="b"/>
              <a:pathLst>
                <a:path w="889" h="286" extrusionOk="0">
                  <a:moveTo>
                    <a:pt x="436" y="1"/>
                  </a:moveTo>
                  <a:cubicBezTo>
                    <a:pt x="219" y="1"/>
                    <a:pt x="1" y="68"/>
                    <a:pt x="1" y="151"/>
                  </a:cubicBezTo>
                  <a:cubicBezTo>
                    <a:pt x="1" y="235"/>
                    <a:pt x="185" y="285"/>
                    <a:pt x="436" y="285"/>
                  </a:cubicBezTo>
                  <a:cubicBezTo>
                    <a:pt x="687" y="285"/>
                    <a:pt x="888" y="235"/>
                    <a:pt x="888" y="151"/>
                  </a:cubicBezTo>
                  <a:cubicBezTo>
                    <a:pt x="888"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1912475" y="949500"/>
              <a:ext cx="21775" cy="7200"/>
            </a:xfrm>
            <a:custGeom>
              <a:avLst/>
              <a:gdLst/>
              <a:ahLst/>
              <a:cxnLst/>
              <a:rect l="l" t="t" r="r" b="b"/>
              <a:pathLst>
                <a:path w="871" h="288" extrusionOk="0">
                  <a:moveTo>
                    <a:pt x="435" y="1"/>
                  </a:moveTo>
                  <a:cubicBezTo>
                    <a:pt x="218" y="1"/>
                    <a:pt x="0" y="68"/>
                    <a:pt x="0" y="151"/>
                  </a:cubicBezTo>
                  <a:cubicBezTo>
                    <a:pt x="0" y="235"/>
                    <a:pt x="184" y="285"/>
                    <a:pt x="435" y="285"/>
                  </a:cubicBezTo>
                  <a:cubicBezTo>
                    <a:pt x="460" y="287"/>
                    <a:pt x="484" y="288"/>
                    <a:pt x="507" y="288"/>
                  </a:cubicBezTo>
                  <a:cubicBezTo>
                    <a:pt x="709" y="288"/>
                    <a:pt x="870" y="226"/>
                    <a:pt x="870" y="151"/>
                  </a:cubicBezTo>
                  <a:cubicBezTo>
                    <a:pt x="870" y="68"/>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3" name="Google Shape;333;p2"/>
          <p:cNvGrpSpPr/>
          <p:nvPr/>
        </p:nvGrpSpPr>
        <p:grpSpPr>
          <a:xfrm rot="2280519">
            <a:off x="8509025" y="2778334"/>
            <a:ext cx="537748" cy="439389"/>
            <a:chOff x="3419775" y="1620100"/>
            <a:chExt cx="406350" cy="332025"/>
          </a:xfrm>
        </p:grpSpPr>
        <p:sp>
          <p:nvSpPr>
            <p:cNvPr id="334" name="Google Shape;334;p2"/>
            <p:cNvSpPr/>
            <p:nvPr/>
          </p:nvSpPr>
          <p:spPr>
            <a:xfrm>
              <a:off x="3636950" y="1772625"/>
              <a:ext cx="189175" cy="179500"/>
            </a:xfrm>
            <a:custGeom>
              <a:avLst/>
              <a:gdLst/>
              <a:ahLst/>
              <a:cxnLst/>
              <a:rect l="l" t="t" r="r" b="b"/>
              <a:pathLst>
                <a:path w="7567" h="7180" extrusionOk="0">
                  <a:moveTo>
                    <a:pt x="2411" y="0"/>
                  </a:moveTo>
                  <a:lnTo>
                    <a:pt x="1" y="3214"/>
                  </a:lnTo>
                  <a:cubicBezTo>
                    <a:pt x="2578" y="4252"/>
                    <a:pt x="3968" y="6227"/>
                    <a:pt x="4353" y="6846"/>
                  </a:cubicBezTo>
                  <a:cubicBezTo>
                    <a:pt x="4470" y="7014"/>
                    <a:pt x="4637" y="7148"/>
                    <a:pt x="4821" y="7164"/>
                  </a:cubicBezTo>
                  <a:cubicBezTo>
                    <a:pt x="4885" y="7174"/>
                    <a:pt x="4951" y="7179"/>
                    <a:pt x="5020" y="7179"/>
                  </a:cubicBezTo>
                  <a:cubicBezTo>
                    <a:pt x="5867" y="7179"/>
                    <a:pt x="7024" y="6430"/>
                    <a:pt x="7349" y="5424"/>
                  </a:cubicBezTo>
                  <a:cubicBezTo>
                    <a:pt x="7566" y="4804"/>
                    <a:pt x="7148" y="4151"/>
                    <a:pt x="6495" y="4051"/>
                  </a:cubicBezTo>
                  <a:cubicBezTo>
                    <a:pt x="5390" y="3867"/>
                    <a:pt x="3348" y="3063"/>
                    <a:pt x="24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
            <p:cNvSpPr/>
            <p:nvPr/>
          </p:nvSpPr>
          <p:spPr>
            <a:xfrm>
              <a:off x="3636950" y="1772625"/>
              <a:ext cx="145650" cy="179425"/>
            </a:xfrm>
            <a:custGeom>
              <a:avLst/>
              <a:gdLst/>
              <a:ahLst/>
              <a:cxnLst/>
              <a:rect l="l" t="t" r="r" b="b"/>
              <a:pathLst>
                <a:path w="5826" h="7177" extrusionOk="0">
                  <a:moveTo>
                    <a:pt x="2411" y="0"/>
                  </a:moveTo>
                  <a:lnTo>
                    <a:pt x="1" y="3214"/>
                  </a:lnTo>
                  <a:cubicBezTo>
                    <a:pt x="2578" y="4252"/>
                    <a:pt x="3968" y="6227"/>
                    <a:pt x="4353" y="6846"/>
                  </a:cubicBezTo>
                  <a:cubicBezTo>
                    <a:pt x="4470" y="7014"/>
                    <a:pt x="4637" y="7148"/>
                    <a:pt x="4821" y="7164"/>
                  </a:cubicBezTo>
                  <a:cubicBezTo>
                    <a:pt x="4863" y="7173"/>
                    <a:pt x="4905" y="7177"/>
                    <a:pt x="4949" y="7177"/>
                  </a:cubicBezTo>
                  <a:cubicBezTo>
                    <a:pt x="4993" y="7177"/>
                    <a:pt x="5039" y="7173"/>
                    <a:pt x="5089" y="7164"/>
                  </a:cubicBezTo>
                  <a:cubicBezTo>
                    <a:pt x="5022" y="6913"/>
                    <a:pt x="4989" y="6629"/>
                    <a:pt x="4989" y="6311"/>
                  </a:cubicBezTo>
                  <a:cubicBezTo>
                    <a:pt x="4989" y="5323"/>
                    <a:pt x="5323" y="4453"/>
                    <a:pt x="5826" y="3884"/>
                  </a:cubicBezTo>
                  <a:cubicBezTo>
                    <a:pt x="4687" y="3499"/>
                    <a:pt x="3181" y="2511"/>
                    <a:pt x="241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3419775" y="1620100"/>
              <a:ext cx="395050" cy="330150"/>
            </a:xfrm>
            <a:custGeom>
              <a:avLst/>
              <a:gdLst/>
              <a:ahLst/>
              <a:cxnLst/>
              <a:rect l="l" t="t" r="r" b="b"/>
              <a:pathLst>
                <a:path w="15802" h="13206" extrusionOk="0">
                  <a:moveTo>
                    <a:pt x="8772" y="0"/>
                  </a:moveTo>
                  <a:cubicBezTo>
                    <a:pt x="6513" y="0"/>
                    <a:pt x="4030" y="956"/>
                    <a:pt x="2377" y="4243"/>
                  </a:cubicBezTo>
                  <a:cubicBezTo>
                    <a:pt x="0" y="8964"/>
                    <a:pt x="4486" y="12914"/>
                    <a:pt x="6428" y="13182"/>
                  </a:cubicBezTo>
                  <a:cubicBezTo>
                    <a:pt x="6543" y="13197"/>
                    <a:pt x="6664" y="13205"/>
                    <a:pt x="6789" y="13205"/>
                  </a:cubicBezTo>
                  <a:cubicBezTo>
                    <a:pt x="8808" y="13205"/>
                    <a:pt x="12031" y="11197"/>
                    <a:pt x="13860" y="8076"/>
                  </a:cubicBezTo>
                  <a:cubicBezTo>
                    <a:pt x="15802" y="4779"/>
                    <a:pt x="15299" y="2402"/>
                    <a:pt x="13625" y="1364"/>
                  </a:cubicBezTo>
                  <a:cubicBezTo>
                    <a:pt x="12757" y="817"/>
                    <a:pt x="10861" y="0"/>
                    <a:pt x="87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3476675" y="1674700"/>
              <a:ext cx="328525" cy="276025"/>
            </a:xfrm>
            <a:custGeom>
              <a:avLst/>
              <a:gdLst/>
              <a:ahLst/>
              <a:cxnLst/>
              <a:rect l="l" t="t" r="r" b="b"/>
              <a:pathLst>
                <a:path w="13141" h="11041" extrusionOk="0">
                  <a:moveTo>
                    <a:pt x="12237" y="0"/>
                  </a:moveTo>
                  <a:lnTo>
                    <a:pt x="12237" y="0"/>
                  </a:lnTo>
                  <a:cubicBezTo>
                    <a:pt x="13057" y="2545"/>
                    <a:pt x="10580" y="5725"/>
                    <a:pt x="6629" y="7131"/>
                  </a:cubicBezTo>
                  <a:cubicBezTo>
                    <a:pt x="5349" y="7587"/>
                    <a:pt x="4065" y="7804"/>
                    <a:pt x="2884" y="7804"/>
                  </a:cubicBezTo>
                  <a:cubicBezTo>
                    <a:pt x="1810" y="7804"/>
                    <a:pt x="822" y="7625"/>
                    <a:pt x="1" y="7282"/>
                  </a:cubicBezTo>
                  <a:lnTo>
                    <a:pt x="1" y="7282"/>
                  </a:lnTo>
                  <a:cubicBezTo>
                    <a:pt x="972" y="9408"/>
                    <a:pt x="3014" y="10847"/>
                    <a:pt x="4152" y="11014"/>
                  </a:cubicBezTo>
                  <a:cubicBezTo>
                    <a:pt x="4273" y="11032"/>
                    <a:pt x="4399" y="11040"/>
                    <a:pt x="4531" y="11040"/>
                  </a:cubicBezTo>
                  <a:cubicBezTo>
                    <a:pt x="6551" y="11040"/>
                    <a:pt x="9761" y="9021"/>
                    <a:pt x="11584" y="5909"/>
                  </a:cubicBezTo>
                  <a:cubicBezTo>
                    <a:pt x="13107" y="3281"/>
                    <a:pt x="13141" y="1256"/>
                    <a:pt x="122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a:off x="3489225" y="1627600"/>
              <a:ext cx="238975" cy="105875"/>
            </a:xfrm>
            <a:custGeom>
              <a:avLst/>
              <a:gdLst/>
              <a:ahLst/>
              <a:cxnLst/>
              <a:rect l="l" t="t" r="r" b="b"/>
              <a:pathLst>
                <a:path w="9559" h="4235" extrusionOk="0">
                  <a:moveTo>
                    <a:pt x="6053" y="0"/>
                  </a:moveTo>
                  <a:cubicBezTo>
                    <a:pt x="3925" y="0"/>
                    <a:pt x="1583" y="901"/>
                    <a:pt x="18" y="4010"/>
                  </a:cubicBezTo>
                  <a:cubicBezTo>
                    <a:pt x="18" y="4027"/>
                    <a:pt x="1" y="4060"/>
                    <a:pt x="1" y="4077"/>
                  </a:cubicBezTo>
                  <a:cubicBezTo>
                    <a:pt x="629" y="4182"/>
                    <a:pt x="1315" y="4234"/>
                    <a:pt x="2044" y="4234"/>
                  </a:cubicBezTo>
                  <a:cubicBezTo>
                    <a:pt x="2482" y="4234"/>
                    <a:pt x="2934" y="4215"/>
                    <a:pt x="3399" y="4178"/>
                  </a:cubicBezTo>
                  <a:cubicBezTo>
                    <a:pt x="6880" y="3826"/>
                    <a:pt x="9559" y="2336"/>
                    <a:pt x="9425" y="830"/>
                  </a:cubicBezTo>
                  <a:cubicBezTo>
                    <a:pt x="9425" y="796"/>
                    <a:pt x="9408" y="730"/>
                    <a:pt x="9408" y="679"/>
                  </a:cubicBezTo>
                  <a:cubicBezTo>
                    <a:pt x="8504" y="318"/>
                    <a:pt x="7316" y="0"/>
                    <a:pt x="60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 name="Google Shape;339;p2"/>
          <p:cNvGrpSpPr/>
          <p:nvPr/>
        </p:nvGrpSpPr>
        <p:grpSpPr>
          <a:xfrm rot="-2700000">
            <a:off x="134368" y="4412315"/>
            <a:ext cx="608448" cy="494433"/>
            <a:chOff x="3883850" y="1662875"/>
            <a:chExt cx="361150" cy="293475"/>
          </a:xfrm>
        </p:grpSpPr>
        <p:sp>
          <p:nvSpPr>
            <p:cNvPr id="340" name="Google Shape;340;p2"/>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 name="Google Shape;366;p2"/>
          <p:cNvGrpSpPr/>
          <p:nvPr/>
        </p:nvGrpSpPr>
        <p:grpSpPr>
          <a:xfrm rot="4092362">
            <a:off x="8979810" y="3177674"/>
            <a:ext cx="260746" cy="160463"/>
            <a:chOff x="5492850" y="1205450"/>
            <a:chExt cx="260725" cy="160450"/>
          </a:xfrm>
        </p:grpSpPr>
        <p:sp>
          <p:nvSpPr>
            <p:cNvPr id="367" name="Google Shape;367;p2"/>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3" name="Google Shape;373;p2"/>
          <p:cNvGrpSpPr/>
          <p:nvPr/>
        </p:nvGrpSpPr>
        <p:grpSpPr>
          <a:xfrm rot="1811724">
            <a:off x="843952" y="4575868"/>
            <a:ext cx="260751" cy="160466"/>
            <a:chOff x="5492850" y="1205450"/>
            <a:chExt cx="260725" cy="160450"/>
          </a:xfrm>
        </p:grpSpPr>
        <p:sp>
          <p:nvSpPr>
            <p:cNvPr id="374" name="Google Shape;374;p2"/>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0" name="Google Shape;380;p2"/>
          <p:cNvGrpSpPr/>
          <p:nvPr/>
        </p:nvGrpSpPr>
        <p:grpSpPr>
          <a:xfrm rot="-1811716" flipH="1">
            <a:off x="693439" y="4769781"/>
            <a:ext cx="193361" cy="118994"/>
            <a:chOff x="5492850" y="1205450"/>
            <a:chExt cx="260725" cy="160450"/>
          </a:xfrm>
        </p:grpSpPr>
        <p:sp>
          <p:nvSpPr>
            <p:cNvPr id="381" name="Google Shape;381;p2"/>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7" name="Google Shape;387;p2"/>
          <p:cNvGrpSpPr/>
          <p:nvPr/>
        </p:nvGrpSpPr>
        <p:grpSpPr>
          <a:xfrm rot="2952480">
            <a:off x="264412" y="126576"/>
            <a:ext cx="348372" cy="283092"/>
            <a:chOff x="3883850" y="1662875"/>
            <a:chExt cx="361150" cy="293475"/>
          </a:xfrm>
        </p:grpSpPr>
        <p:sp>
          <p:nvSpPr>
            <p:cNvPr id="388" name="Google Shape;388;p2"/>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2"/>
          <p:cNvGrpSpPr/>
          <p:nvPr/>
        </p:nvGrpSpPr>
        <p:grpSpPr>
          <a:xfrm rot="1811724">
            <a:off x="8347852" y="277318"/>
            <a:ext cx="260751" cy="160466"/>
            <a:chOff x="5492850" y="1205450"/>
            <a:chExt cx="260725" cy="160450"/>
          </a:xfrm>
        </p:grpSpPr>
        <p:sp>
          <p:nvSpPr>
            <p:cNvPr id="415" name="Google Shape;415;p2"/>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1" name="Google Shape;421;p2"/>
          <p:cNvGrpSpPr/>
          <p:nvPr/>
        </p:nvGrpSpPr>
        <p:grpSpPr>
          <a:xfrm rot="-8873295">
            <a:off x="6637979" y="4770112"/>
            <a:ext cx="784617" cy="494768"/>
            <a:chOff x="4015675" y="2112550"/>
            <a:chExt cx="545275" cy="343875"/>
          </a:xfrm>
        </p:grpSpPr>
        <p:sp>
          <p:nvSpPr>
            <p:cNvPr id="422" name="Google Shape;422;p2"/>
            <p:cNvSpPr/>
            <p:nvPr/>
          </p:nvSpPr>
          <p:spPr>
            <a:xfrm>
              <a:off x="4015675" y="2112550"/>
              <a:ext cx="378725" cy="343875"/>
            </a:xfrm>
            <a:custGeom>
              <a:avLst/>
              <a:gdLst/>
              <a:ahLst/>
              <a:cxnLst/>
              <a:rect l="l" t="t" r="r" b="b"/>
              <a:pathLst>
                <a:path w="15149" h="13755" extrusionOk="0">
                  <a:moveTo>
                    <a:pt x="8012" y="1286"/>
                  </a:moveTo>
                  <a:cubicBezTo>
                    <a:pt x="8877" y="1286"/>
                    <a:pt x="9725" y="1673"/>
                    <a:pt x="10344" y="2372"/>
                  </a:cubicBezTo>
                  <a:cubicBezTo>
                    <a:pt x="11734" y="3962"/>
                    <a:pt x="12705" y="5519"/>
                    <a:pt x="12872" y="6205"/>
                  </a:cubicBezTo>
                  <a:cubicBezTo>
                    <a:pt x="13374" y="8381"/>
                    <a:pt x="11215" y="8967"/>
                    <a:pt x="11031" y="9687"/>
                  </a:cubicBezTo>
                  <a:cubicBezTo>
                    <a:pt x="10813" y="10390"/>
                    <a:pt x="11399" y="12917"/>
                    <a:pt x="9524" y="12967"/>
                  </a:cubicBezTo>
                  <a:lnTo>
                    <a:pt x="4536" y="13051"/>
                  </a:lnTo>
                  <a:cubicBezTo>
                    <a:pt x="4525" y="13051"/>
                    <a:pt x="4515" y="13051"/>
                    <a:pt x="4504" y="13051"/>
                  </a:cubicBezTo>
                  <a:cubicBezTo>
                    <a:pt x="3379" y="13051"/>
                    <a:pt x="2374" y="12186"/>
                    <a:pt x="2109" y="10942"/>
                  </a:cubicBezTo>
                  <a:cubicBezTo>
                    <a:pt x="1925" y="10055"/>
                    <a:pt x="1925" y="9084"/>
                    <a:pt x="2109" y="8130"/>
                  </a:cubicBezTo>
                  <a:cubicBezTo>
                    <a:pt x="2578" y="5853"/>
                    <a:pt x="4335" y="6473"/>
                    <a:pt x="4586" y="5117"/>
                  </a:cubicBezTo>
                  <a:cubicBezTo>
                    <a:pt x="4770" y="4129"/>
                    <a:pt x="5089" y="2338"/>
                    <a:pt x="6762" y="1568"/>
                  </a:cubicBezTo>
                  <a:cubicBezTo>
                    <a:pt x="7167" y="1377"/>
                    <a:pt x="7592" y="1286"/>
                    <a:pt x="8012" y="1286"/>
                  </a:cubicBezTo>
                  <a:close/>
                  <a:moveTo>
                    <a:pt x="7572" y="0"/>
                  </a:moveTo>
                  <a:cubicBezTo>
                    <a:pt x="7036" y="0"/>
                    <a:pt x="6500" y="102"/>
                    <a:pt x="5992" y="313"/>
                  </a:cubicBezTo>
                  <a:cubicBezTo>
                    <a:pt x="3833" y="1183"/>
                    <a:pt x="3515" y="3276"/>
                    <a:pt x="3314" y="4447"/>
                  </a:cubicBezTo>
                  <a:cubicBezTo>
                    <a:pt x="3046" y="6054"/>
                    <a:pt x="703" y="5284"/>
                    <a:pt x="218" y="7946"/>
                  </a:cubicBezTo>
                  <a:cubicBezTo>
                    <a:pt x="0" y="9067"/>
                    <a:pt x="67" y="10206"/>
                    <a:pt x="385" y="11243"/>
                  </a:cubicBezTo>
                  <a:cubicBezTo>
                    <a:pt x="820" y="12716"/>
                    <a:pt x="2209" y="13754"/>
                    <a:pt x="3733" y="13754"/>
                  </a:cubicBezTo>
                  <a:lnTo>
                    <a:pt x="10328" y="13754"/>
                  </a:lnTo>
                  <a:cubicBezTo>
                    <a:pt x="12805" y="13754"/>
                    <a:pt x="11750" y="10741"/>
                    <a:pt x="11968" y="9904"/>
                  </a:cubicBezTo>
                  <a:cubicBezTo>
                    <a:pt x="12202" y="9051"/>
                    <a:pt x="15148" y="8431"/>
                    <a:pt x="14362" y="5853"/>
                  </a:cubicBezTo>
                  <a:cubicBezTo>
                    <a:pt x="14111" y="5050"/>
                    <a:pt x="12721" y="3209"/>
                    <a:pt x="10780" y="1334"/>
                  </a:cubicBezTo>
                  <a:cubicBezTo>
                    <a:pt x="9898" y="475"/>
                    <a:pt x="8734" y="0"/>
                    <a:pt x="7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
            <p:cNvSpPr/>
            <p:nvPr/>
          </p:nvSpPr>
          <p:spPr>
            <a:xfrm>
              <a:off x="4083450" y="2190250"/>
              <a:ext cx="60700" cy="59850"/>
            </a:xfrm>
            <a:custGeom>
              <a:avLst/>
              <a:gdLst/>
              <a:ahLst/>
              <a:cxnLst/>
              <a:rect l="l" t="t" r="r" b="b"/>
              <a:pathLst>
                <a:path w="2428" h="2394" extrusionOk="0">
                  <a:moveTo>
                    <a:pt x="1507" y="0"/>
                  </a:moveTo>
                  <a:cubicBezTo>
                    <a:pt x="1290" y="0"/>
                    <a:pt x="1055" y="0"/>
                    <a:pt x="871" y="17"/>
                  </a:cubicBezTo>
                  <a:cubicBezTo>
                    <a:pt x="754" y="503"/>
                    <a:pt x="670" y="938"/>
                    <a:pt x="603" y="1306"/>
                  </a:cubicBezTo>
                  <a:cubicBezTo>
                    <a:pt x="536" y="1741"/>
                    <a:pt x="285" y="2009"/>
                    <a:pt x="1" y="2193"/>
                  </a:cubicBezTo>
                  <a:cubicBezTo>
                    <a:pt x="436" y="2327"/>
                    <a:pt x="955" y="2394"/>
                    <a:pt x="1507" y="2394"/>
                  </a:cubicBezTo>
                  <a:lnTo>
                    <a:pt x="1708" y="2394"/>
                  </a:lnTo>
                  <a:cubicBezTo>
                    <a:pt x="1775" y="2277"/>
                    <a:pt x="1842" y="2143"/>
                    <a:pt x="1859" y="1992"/>
                  </a:cubicBezTo>
                  <a:cubicBezTo>
                    <a:pt x="1959" y="1490"/>
                    <a:pt x="2093" y="754"/>
                    <a:pt x="2428" y="67"/>
                  </a:cubicBezTo>
                  <a:cubicBezTo>
                    <a:pt x="2126" y="17"/>
                    <a:pt x="1808" y="0"/>
                    <a:pt x="1507"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
            <p:cNvSpPr/>
            <p:nvPr/>
          </p:nvSpPr>
          <p:spPr>
            <a:xfrm>
              <a:off x="4044950" y="2112550"/>
              <a:ext cx="363675" cy="343875"/>
            </a:xfrm>
            <a:custGeom>
              <a:avLst/>
              <a:gdLst/>
              <a:ahLst/>
              <a:cxnLst/>
              <a:rect l="l" t="t" r="r" b="b"/>
              <a:pathLst>
                <a:path w="14547" h="13755" extrusionOk="0">
                  <a:moveTo>
                    <a:pt x="7946" y="1273"/>
                  </a:moveTo>
                  <a:cubicBezTo>
                    <a:pt x="8817" y="1273"/>
                    <a:pt x="9671" y="1669"/>
                    <a:pt x="10295" y="2372"/>
                  </a:cubicBezTo>
                  <a:cubicBezTo>
                    <a:pt x="11701" y="3962"/>
                    <a:pt x="12655" y="5519"/>
                    <a:pt x="12839" y="6205"/>
                  </a:cubicBezTo>
                  <a:cubicBezTo>
                    <a:pt x="13358" y="8381"/>
                    <a:pt x="10831" y="8900"/>
                    <a:pt x="10630" y="9636"/>
                  </a:cubicBezTo>
                  <a:cubicBezTo>
                    <a:pt x="10429" y="10339"/>
                    <a:pt x="11366" y="12951"/>
                    <a:pt x="9491" y="12967"/>
                  </a:cubicBezTo>
                  <a:lnTo>
                    <a:pt x="4503" y="13051"/>
                  </a:lnTo>
                  <a:cubicBezTo>
                    <a:pt x="4493" y="13051"/>
                    <a:pt x="4482" y="13051"/>
                    <a:pt x="4471" y="13051"/>
                  </a:cubicBezTo>
                  <a:cubicBezTo>
                    <a:pt x="3330" y="13051"/>
                    <a:pt x="2325" y="12169"/>
                    <a:pt x="2076" y="10925"/>
                  </a:cubicBezTo>
                  <a:cubicBezTo>
                    <a:pt x="1892" y="10055"/>
                    <a:pt x="1892" y="9084"/>
                    <a:pt x="2076" y="8130"/>
                  </a:cubicBezTo>
                  <a:cubicBezTo>
                    <a:pt x="2545" y="5853"/>
                    <a:pt x="4303" y="6473"/>
                    <a:pt x="4554" y="5117"/>
                  </a:cubicBezTo>
                  <a:cubicBezTo>
                    <a:pt x="4738" y="4129"/>
                    <a:pt x="5039" y="2338"/>
                    <a:pt x="6713" y="1552"/>
                  </a:cubicBezTo>
                  <a:cubicBezTo>
                    <a:pt x="7112" y="1363"/>
                    <a:pt x="7531" y="1273"/>
                    <a:pt x="7946" y="1273"/>
                  </a:cubicBezTo>
                  <a:close/>
                  <a:moveTo>
                    <a:pt x="7259" y="0"/>
                  </a:moveTo>
                  <a:cubicBezTo>
                    <a:pt x="6743" y="0"/>
                    <a:pt x="6228" y="102"/>
                    <a:pt x="5742" y="313"/>
                  </a:cubicBezTo>
                  <a:cubicBezTo>
                    <a:pt x="3666" y="1183"/>
                    <a:pt x="3348" y="3276"/>
                    <a:pt x="3164" y="4447"/>
                  </a:cubicBezTo>
                  <a:cubicBezTo>
                    <a:pt x="2913" y="6054"/>
                    <a:pt x="637" y="5284"/>
                    <a:pt x="202" y="7946"/>
                  </a:cubicBezTo>
                  <a:cubicBezTo>
                    <a:pt x="1" y="9067"/>
                    <a:pt x="68" y="10206"/>
                    <a:pt x="335" y="11243"/>
                  </a:cubicBezTo>
                  <a:cubicBezTo>
                    <a:pt x="754" y="12716"/>
                    <a:pt x="2076" y="13754"/>
                    <a:pt x="3566" y="13754"/>
                  </a:cubicBezTo>
                  <a:lnTo>
                    <a:pt x="9910" y="13754"/>
                  </a:lnTo>
                  <a:cubicBezTo>
                    <a:pt x="12287" y="13754"/>
                    <a:pt x="10948" y="10724"/>
                    <a:pt x="11182" y="9871"/>
                  </a:cubicBezTo>
                  <a:cubicBezTo>
                    <a:pt x="11366" y="9017"/>
                    <a:pt x="14547" y="8431"/>
                    <a:pt x="13777" y="5853"/>
                  </a:cubicBezTo>
                  <a:cubicBezTo>
                    <a:pt x="13542" y="5050"/>
                    <a:pt x="12203" y="3209"/>
                    <a:pt x="10345" y="1334"/>
                  </a:cubicBezTo>
                  <a:cubicBezTo>
                    <a:pt x="9498" y="475"/>
                    <a:pt x="8376" y="0"/>
                    <a:pt x="7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
            <p:cNvSpPr/>
            <p:nvPr/>
          </p:nvSpPr>
          <p:spPr>
            <a:xfrm>
              <a:off x="4169650" y="2136025"/>
              <a:ext cx="385025" cy="320400"/>
            </a:xfrm>
            <a:custGeom>
              <a:avLst/>
              <a:gdLst/>
              <a:ahLst/>
              <a:cxnLst/>
              <a:rect l="l" t="t" r="r" b="b"/>
              <a:pathLst>
                <a:path w="15401" h="12816" extrusionOk="0">
                  <a:moveTo>
                    <a:pt x="11120" y="1162"/>
                  </a:moveTo>
                  <a:cubicBezTo>
                    <a:pt x="11994" y="1162"/>
                    <a:pt x="12716" y="1528"/>
                    <a:pt x="13090" y="2186"/>
                  </a:cubicBezTo>
                  <a:cubicBezTo>
                    <a:pt x="13944" y="3676"/>
                    <a:pt x="14396" y="5115"/>
                    <a:pt x="14312" y="5751"/>
                  </a:cubicBezTo>
                  <a:cubicBezTo>
                    <a:pt x="14061" y="7794"/>
                    <a:pt x="11617" y="8296"/>
                    <a:pt x="11149" y="8965"/>
                  </a:cubicBezTo>
                  <a:cubicBezTo>
                    <a:pt x="10713" y="9635"/>
                    <a:pt x="10513" y="12045"/>
                    <a:pt x="8638" y="12062"/>
                  </a:cubicBezTo>
                  <a:lnTo>
                    <a:pt x="3633" y="12129"/>
                  </a:lnTo>
                  <a:cubicBezTo>
                    <a:pt x="3621" y="12129"/>
                    <a:pt x="3609" y="12129"/>
                    <a:pt x="3597" y="12129"/>
                  </a:cubicBezTo>
                  <a:cubicBezTo>
                    <a:pt x="2447" y="12129"/>
                    <a:pt x="1760" y="11330"/>
                    <a:pt x="1926" y="10170"/>
                  </a:cubicBezTo>
                  <a:cubicBezTo>
                    <a:pt x="2026" y="9350"/>
                    <a:pt x="2361" y="8446"/>
                    <a:pt x="2880" y="7542"/>
                  </a:cubicBezTo>
                  <a:cubicBezTo>
                    <a:pt x="4118" y="5433"/>
                    <a:pt x="5658" y="6003"/>
                    <a:pt x="6395" y="4747"/>
                  </a:cubicBezTo>
                  <a:cubicBezTo>
                    <a:pt x="6914" y="3826"/>
                    <a:pt x="7868" y="2153"/>
                    <a:pt x="9793" y="1416"/>
                  </a:cubicBezTo>
                  <a:cubicBezTo>
                    <a:pt x="10256" y="1244"/>
                    <a:pt x="10705" y="1162"/>
                    <a:pt x="11120" y="1162"/>
                  </a:cubicBezTo>
                  <a:close/>
                  <a:moveTo>
                    <a:pt x="10818" y="0"/>
                  </a:moveTo>
                  <a:cubicBezTo>
                    <a:pt x="10310" y="0"/>
                    <a:pt x="9771" y="90"/>
                    <a:pt x="9224" y="278"/>
                  </a:cubicBezTo>
                  <a:cubicBezTo>
                    <a:pt x="6847" y="1098"/>
                    <a:pt x="5809" y="3073"/>
                    <a:pt x="5257" y="4128"/>
                  </a:cubicBezTo>
                  <a:cubicBezTo>
                    <a:pt x="4453" y="5618"/>
                    <a:pt x="2445" y="4914"/>
                    <a:pt x="1072" y="7392"/>
                  </a:cubicBezTo>
                  <a:cubicBezTo>
                    <a:pt x="486" y="8463"/>
                    <a:pt x="151" y="9518"/>
                    <a:pt x="84" y="10472"/>
                  </a:cubicBezTo>
                  <a:cubicBezTo>
                    <a:pt x="1" y="11861"/>
                    <a:pt x="955" y="12815"/>
                    <a:pt x="2445" y="12815"/>
                  </a:cubicBezTo>
                  <a:lnTo>
                    <a:pt x="8789" y="12815"/>
                  </a:lnTo>
                  <a:cubicBezTo>
                    <a:pt x="11165" y="12815"/>
                    <a:pt x="11098" y="9986"/>
                    <a:pt x="11601" y="9200"/>
                  </a:cubicBezTo>
                  <a:cubicBezTo>
                    <a:pt x="12120" y="8413"/>
                    <a:pt x="15250" y="7860"/>
                    <a:pt x="15350" y="5450"/>
                  </a:cubicBezTo>
                  <a:cubicBezTo>
                    <a:pt x="15400" y="4730"/>
                    <a:pt x="14681" y="2990"/>
                    <a:pt x="13475" y="1249"/>
                  </a:cubicBezTo>
                  <a:cubicBezTo>
                    <a:pt x="12910" y="442"/>
                    <a:pt x="11941" y="0"/>
                    <a:pt x="108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
            <p:cNvSpPr/>
            <p:nvPr/>
          </p:nvSpPr>
          <p:spPr>
            <a:xfrm>
              <a:off x="4264650" y="2188575"/>
              <a:ext cx="74925" cy="89150"/>
            </a:xfrm>
            <a:custGeom>
              <a:avLst/>
              <a:gdLst/>
              <a:ahLst/>
              <a:cxnLst/>
              <a:rect l="l" t="t" r="r" b="b"/>
              <a:pathLst>
                <a:path w="2997" h="3566" extrusionOk="0">
                  <a:moveTo>
                    <a:pt x="2746" y="0"/>
                  </a:moveTo>
                  <a:cubicBezTo>
                    <a:pt x="2110" y="737"/>
                    <a:pt x="1725" y="1490"/>
                    <a:pt x="1423" y="2043"/>
                  </a:cubicBezTo>
                  <a:cubicBezTo>
                    <a:pt x="1122" y="2628"/>
                    <a:pt x="586" y="2879"/>
                    <a:pt x="0" y="3097"/>
                  </a:cubicBezTo>
                  <a:cubicBezTo>
                    <a:pt x="452" y="3264"/>
                    <a:pt x="921" y="3432"/>
                    <a:pt x="1423" y="3566"/>
                  </a:cubicBezTo>
                  <a:cubicBezTo>
                    <a:pt x="1892" y="3348"/>
                    <a:pt x="2310" y="3147"/>
                    <a:pt x="2578" y="2645"/>
                  </a:cubicBezTo>
                  <a:cubicBezTo>
                    <a:pt x="2712" y="2428"/>
                    <a:pt x="2829" y="2210"/>
                    <a:pt x="2997" y="1925"/>
                  </a:cubicBezTo>
                  <a:cubicBezTo>
                    <a:pt x="2879" y="1473"/>
                    <a:pt x="2762" y="787"/>
                    <a:pt x="2746"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
            <p:cNvSpPr/>
            <p:nvPr/>
          </p:nvSpPr>
          <p:spPr>
            <a:xfrm>
              <a:off x="4369275" y="2135800"/>
              <a:ext cx="79100" cy="64100"/>
            </a:xfrm>
            <a:custGeom>
              <a:avLst/>
              <a:gdLst/>
              <a:ahLst/>
              <a:cxnLst/>
              <a:rect l="l" t="t" r="r" b="b"/>
              <a:pathLst>
                <a:path w="3164" h="2564" extrusionOk="0">
                  <a:moveTo>
                    <a:pt x="2829" y="1"/>
                  </a:moveTo>
                  <a:cubicBezTo>
                    <a:pt x="2326" y="1"/>
                    <a:pt x="1782" y="99"/>
                    <a:pt x="1239" y="270"/>
                  </a:cubicBezTo>
                  <a:cubicBezTo>
                    <a:pt x="770" y="438"/>
                    <a:pt x="352" y="638"/>
                    <a:pt x="0" y="856"/>
                  </a:cubicBezTo>
                  <a:cubicBezTo>
                    <a:pt x="50" y="1174"/>
                    <a:pt x="50" y="1526"/>
                    <a:pt x="50" y="1894"/>
                  </a:cubicBezTo>
                  <a:cubicBezTo>
                    <a:pt x="50" y="2111"/>
                    <a:pt x="50" y="2329"/>
                    <a:pt x="17" y="2563"/>
                  </a:cubicBezTo>
                  <a:cubicBezTo>
                    <a:pt x="502" y="2111"/>
                    <a:pt x="1088" y="1693"/>
                    <a:pt x="1808" y="1425"/>
                  </a:cubicBezTo>
                  <a:cubicBezTo>
                    <a:pt x="2277" y="1241"/>
                    <a:pt x="2745" y="1174"/>
                    <a:pt x="3164" y="1174"/>
                  </a:cubicBezTo>
                  <a:cubicBezTo>
                    <a:pt x="3063" y="772"/>
                    <a:pt x="2980" y="387"/>
                    <a:pt x="2946" y="2"/>
                  </a:cubicBezTo>
                  <a:cubicBezTo>
                    <a:pt x="2907" y="1"/>
                    <a:pt x="2868" y="1"/>
                    <a:pt x="282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
            <p:cNvSpPr/>
            <p:nvPr/>
          </p:nvSpPr>
          <p:spPr>
            <a:xfrm>
              <a:off x="4199375" y="2154175"/>
              <a:ext cx="361575" cy="302250"/>
            </a:xfrm>
            <a:custGeom>
              <a:avLst/>
              <a:gdLst/>
              <a:ahLst/>
              <a:cxnLst/>
              <a:rect l="l" t="t" r="r" b="b"/>
              <a:pathLst>
                <a:path w="14463" h="12090" extrusionOk="0">
                  <a:moveTo>
                    <a:pt x="10496" y="955"/>
                  </a:moveTo>
                  <a:cubicBezTo>
                    <a:pt x="11383" y="955"/>
                    <a:pt x="12149" y="1322"/>
                    <a:pt x="12521" y="1996"/>
                  </a:cubicBezTo>
                  <a:cubicBezTo>
                    <a:pt x="13291" y="3419"/>
                    <a:pt x="13542" y="4808"/>
                    <a:pt x="13458" y="5427"/>
                  </a:cubicBezTo>
                  <a:cubicBezTo>
                    <a:pt x="13224" y="7369"/>
                    <a:pt x="10713" y="7804"/>
                    <a:pt x="10294" y="8440"/>
                  </a:cubicBezTo>
                  <a:cubicBezTo>
                    <a:pt x="9876" y="9059"/>
                    <a:pt x="9926" y="11369"/>
                    <a:pt x="8135" y="11386"/>
                  </a:cubicBezTo>
                  <a:lnTo>
                    <a:pt x="3348" y="11453"/>
                  </a:lnTo>
                  <a:cubicBezTo>
                    <a:pt x="3336" y="11453"/>
                    <a:pt x="3325" y="11453"/>
                    <a:pt x="3314" y="11453"/>
                  </a:cubicBezTo>
                  <a:cubicBezTo>
                    <a:pt x="2212" y="11453"/>
                    <a:pt x="1508" y="10655"/>
                    <a:pt x="1674" y="9528"/>
                  </a:cubicBezTo>
                  <a:cubicBezTo>
                    <a:pt x="1775" y="8725"/>
                    <a:pt x="2109" y="7854"/>
                    <a:pt x="2611" y="6967"/>
                  </a:cubicBezTo>
                  <a:cubicBezTo>
                    <a:pt x="3833" y="4925"/>
                    <a:pt x="5323" y="5528"/>
                    <a:pt x="6026" y="4289"/>
                  </a:cubicBezTo>
                  <a:cubicBezTo>
                    <a:pt x="6528" y="3419"/>
                    <a:pt x="7432" y="1828"/>
                    <a:pt x="9273" y="1176"/>
                  </a:cubicBezTo>
                  <a:cubicBezTo>
                    <a:pt x="9689" y="1027"/>
                    <a:pt x="10104" y="955"/>
                    <a:pt x="10496" y="955"/>
                  </a:cubicBezTo>
                  <a:close/>
                  <a:moveTo>
                    <a:pt x="10398" y="1"/>
                  </a:moveTo>
                  <a:cubicBezTo>
                    <a:pt x="9919" y="1"/>
                    <a:pt x="9399" y="86"/>
                    <a:pt x="8855" y="255"/>
                  </a:cubicBezTo>
                  <a:cubicBezTo>
                    <a:pt x="6595" y="958"/>
                    <a:pt x="5708" y="2866"/>
                    <a:pt x="5139" y="3921"/>
                  </a:cubicBezTo>
                  <a:cubicBezTo>
                    <a:pt x="4369" y="5360"/>
                    <a:pt x="2411" y="4607"/>
                    <a:pt x="1038" y="7017"/>
                  </a:cubicBezTo>
                  <a:cubicBezTo>
                    <a:pt x="469" y="8038"/>
                    <a:pt x="151" y="9059"/>
                    <a:pt x="84" y="10030"/>
                  </a:cubicBezTo>
                  <a:cubicBezTo>
                    <a:pt x="0" y="11369"/>
                    <a:pt x="737" y="12089"/>
                    <a:pt x="2176" y="12089"/>
                  </a:cubicBezTo>
                  <a:lnTo>
                    <a:pt x="8269" y="12089"/>
                  </a:lnTo>
                  <a:cubicBezTo>
                    <a:pt x="10512" y="12089"/>
                    <a:pt x="10244" y="9394"/>
                    <a:pt x="10713" y="8658"/>
                  </a:cubicBezTo>
                  <a:cubicBezTo>
                    <a:pt x="11198" y="7904"/>
                    <a:pt x="14295" y="7436"/>
                    <a:pt x="14412" y="5176"/>
                  </a:cubicBezTo>
                  <a:cubicBezTo>
                    <a:pt x="14462" y="4473"/>
                    <a:pt x="13826" y="2833"/>
                    <a:pt x="12722" y="1125"/>
                  </a:cubicBezTo>
                  <a:cubicBezTo>
                    <a:pt x="12213" y="369"/>
                    <a:pt x="11393" y="1"/>
                    <a:pt x="103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9" name="Google Shape;429;p2"/>
          <p:cNvSpPr txBox="1">
            <a:spLocks noGrp="1"/>
          </p:cNvSpPr>
          <p:nvPr>
            <p:ph type="ctrTitle"/>
          </p:nvPr>
        </p:nvSpPr>
        <p:spPr>
          <a:xfrm rot="491">
            <a:off x="713300" y="768575"/>
            <a:ext cx="4201800" cy="20484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5200"/>
              <a:buNone/>
              <a:defRPr sz="5300">
                <a:solidFill>
                  <a:schemeClr val="accent4"/>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430" name="Google Shape;430;p2"/>
          <p:cNvSpPr txBox="1">
            <a:spLocks noGrp="1"/>
          </p:cNvSpPr>
          <p:nvPr>
            <p:ph type="subTitle" idx="1"/>
          </p:nvPr>
        </p:nvSpPr>
        <p:spPr>
          <a:xfrm rot="281">
            <a:off x="774637" y="4103863"/>
            <a:ext cx="3668100" cy="199800"/>
          </a:xfrm>
          <a:prstGeom prst="rect">
            <a:avLst/>
          </a:prstGeom>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solidFill>
                  <a:schemeClr val="lt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1"/>
        <p:cNvGrpSpPr/>
        <p:nvPr/>
      </p:nvGrpSpPr>
      <p:grpSpPr>
        <a:xfrm>
          <a:off x="0" y="0"/>
          <a:ext cx="0" cy="0"/>
          <a:chOff x="0" y="0"/>
          <a:chExt cx="0" cy="0"/>
        </a:xfrm>
      </p:grpSpPr>
      <p:grpSp>
        <p:nvGrpSpPr>
          <p:cNvPr id="432" name="Google Shape;432;p3"/>
          <p:cNvGrpSpPr/>
          <p:nvPr/>
        </p:nvGrpSpPr>
        <p:grpSpPr>
          <a:xfrm rot="1574134">
            <a:off x="6267538" y="-273272"/>
            <a:ext cx="2261716" cy="949902"/>
            <a:chOff x="1411350" y="554900"/>
            <a:chExt cx="1298300" cy="545275"/>
          </a:xfrm>
        </p:grpSpPr>
        <p:sp>
          <p:nvSpPr>
            <p:cNvPr id="433" name="Google Shape;433;p3"/>
            <p:cNvSpPr/>
            <p:nvPr/>
          </p:nvSpPr>
          <p:spPr>
            <a:xfrm>
              <a:off x="1411350" y="555300"/>
              <a:ext cx="1298300" cy="544875"/>
            </a:xfrm>
            <a:custGeom>
              <a:avLst/>
              <a:gdLst/>
              <a:ahLst/>
              <a:cxnLst/>
              <a:rect l="l" t="t" r="r" b="b"/>
              <a:pathLst>
                <a:path w="51932" h="21795" extrusionOk="0">
                  <a:moveTo>
                    <a:pt x="21160" y="685"/>
                  </a:moveTo>
                  <a:cubicBezTo>
                    <a:pt x="11439" y="685"/>
                    <a:pt x="0" y="6642"/>
                    <a:pt x="695" y="11818"/>
                  </a:cubicBezTo>
                  <a:cubicBezTo>
                    <a:pt x="1515" y="17928"/>
                    <a:pt x="11441" y="21794"/>
                    <a:pt x="26305" y="21794"/>
                  </a:cubicBezTo>
                  <a:cubicBezTo>
                    <a:pt x="39612" y="21794"/>
                    <a:pt x="51932" y="12588"/>
                    <a:pt x="47664" y="6295"/>
                  </a:cubicBezTo>
                  <a:cubicBezTo>
                    <a:pt x="43395" y="1"/>
                    <a:pt x="37219" y="4353"/>
                    <a:pt x="26171" y="1306"/>
                  </a:cubicBezTo>
                  <a:cubicBezTo>
                    <a:pt x="24611" y="879"/>
                    <a:pt x="22914" y="685"/>
                    <a:pt x="21160" y="68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
            <p:cNvSpPr/>
            <p:nvPr/>
          </p:nvSpPr>
          <p:spPr>
            <a:xfrm>
              <a:off x="1451675" y="627700"/>
              <a:ext cx="1206100" cy="430725"/>
            </a:xfrm>
            <a:custGeom>
              <a:avLst/>
              <a:gdLst/>
              <a:ahLst/>
              <a:cxnLst/>
              <a:rect l="l" t="t" r="r" b="b"/>
              <a:pathLst>
                <a:path w="48244" h="17229" extrusionOk="0">
                  <a:moveTo>
                    <a:pt x="20236" y="218"/>
                  </a:moveTo>
                  <a:cubicBezTo>
                    <a:pt x="10022" y="218"/>
                    <a:pt x="0" y="3725"/>
                    <a:pt x="773" y="8604"/>
                  </a:cubicBezTo>
                  <a:cubicBezTo>
                    <a:pt x="1610" y="13906"/>
                    <a:pt x="10561" y="17228"/>
                    <a:pt x="23915" y="17228"/>
                  </a:cubicBezTo>
                  <a:cubicBezTo>
                    <a:pt x="24178" y="17228"/>
                    <a:pt x="24443" y="17227"/>
                    <a:pt x="24709" y="17225"/>
                  </a:cubicBezTo>
                  <a:cubicBezTo>
                    <a:pt x="37062" y="17124"/>
                    <a:pt x="48243" y="8939"/>
                    <a:pt x="44293" y="3332"/>
                  </a:cubicBezTo>
                  <a:cubicBezTo>
                    <a:pt x="41950" y="1"/>
                    <a:pt x="34032" y="1122"/>
                    <a:pt x="23437" y="335"/>
                  </a:cubicBezTo>
                  <a:cubicBezTo>
                    <a:pt x="22376" y="256"/>
                    <a:pt x="21305" y="218"/>
                    <a:pt x="20236" y="21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
            <p:cNvSpPr/>
            <p:nvPr/>
          </p:nvSpPr>
          <p:spPr>
            <a:xfrm>
              <a:off x="1421225" y="554900"/>
              <a:ext cx="1204325" cy="288750"/>
            </a:xfrm>
            <a:custGeom>
              <a:avLst/>
              <a:gdLst/>
              <a:ahLst/>
              <a:cxnLst/>
              <a:rect l="l" t="t" r="r" b="b"/>
              <a:pathLst>
                <a:path w="48173" h="11550" extrusionOk="0">
                  <a:moveTo>
                    <a:pt x="20753" y="698"/>
                  </a:moveTo>
                  <a:cubicBezTo>
                    <a:pt x="11203" y="698"/>
                    <a:pt x="1" y="6446"/>
                    <a:pt x="284" y="11550"/>
                  </a:cubicBezTo>
                  <a:cubicBezTo>
                    <a:pt x="523" y="6533"/>
                    <a:pt x="11450" y="1054"/>
                    <a:pt x="20773" y="1054"/>
                  </a:cubicBezTo>
                  <a:cubicBezTo>
                    <a:pt x="22525" y="1054"/>
                    <a:pt x="24220" y="1248"/>
                    <a:pt x="25776" y="1674"/>
                  </a:cubicBezTo>
                  <a:cubicBezTo>
                    <a:pt x="36824" y="4720"/>
                    <a:pt x="43000" y="368"/>
                    <a:pt x="47269" y="6662"/>
                  </a:cubicBezTo>
                  <a:cubicBezTo>
                    <a:pt x="47821" y="7482"/>
                    <a:pt x="48089" y="8336"/>
                    <a:pt x="48122" y="9223"/>
                  </a:cubicBezTo>
                  <a:cubicBezTo>
                    <a:pt x="48173" y="8219"/>
                    <a:pt x="47905" y="7231"/>
                    <a:pt x="47269" y="6311"/>
                  </a:cubicBezTo>
                  <a:cubicBezTo>
                    <a:pt x="43000" y="0"/>
                    <a:pt x="36857" y="4352"/>
                    <a:pt x="25776" y="1322"/>
                  </a:cubicBezTo>
                  <a:cubicBezTo>
                    <a:pt x="24213" y="893"/>
                    <a:pt x="22511" y="698"/>
                    <a:pt x="20753" y="69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
            <p:cNvSpPr/>
            <p:nvPr/>
          </p:nvSpPr>
          <p:spPr>
            <a:xfrm>
              <a:off x="1429550" y="748225"/>
              <a:ext cx="1234450" cy="351525"/>
            </a:xfrm>
            <a:custGeom>
              <a:avLst/>
              <a:gdLst/>
              <a:ahLst/>
              <a:cxnLst/>
              <a:rect l="l" t="t" r="r" b="b"/>
              <a:pathLst>
                <a:path w="49378" h="14061" extrusionOk="0">
                  <a:moveTo>
                    <a:pt x="47605" y="0"/>
                  </a:moveTo>
                  <a:lnTo>
                    <a:pt x="47605" y="0"/>
                  </a:lnTo>
                  <a:cubicBezTo>
                    <a:pt x="48576" y="6093"/>
                    <a:pt x="37411" y="13508"/>
                    <a:pt x="25460" y="13508"/>
                  </a:cubicBezTo>
                  <a:cubicBezTo>
                    <a:pt x="11266" y="13508"/>
                    <a:pt x="1557" y="9960"/>
                    <a:pt x="1" y="4302"/>
                  </a:cubicBezTo>
                  <a:lnTo>
                    <a:pt x="1" y="4302"/>
                  </a:lnTo>
                  <a:cubicBezTo>
                    <a:pt x="1055" y="10278"/>
                    <a:pt x="10898" y="14061"/>
                    <a:pt x="25577" y="14061"/>
                  </a:cubicBezTo>
                  <a:cubicBezTo>
                    <a:pt x="25590" y="14061"/>
                    <a:pt x="25603" y="14061"/>
                    <a:pt x="25616" y="14061"/>
                  </a:cubicBezTo>
                  <a:cubicBezTo>
                    <a:pt x="37921" y="14061"/>
                    <a:pt x="49378" y="6170"/>
                    <a:pt x="476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
            <p:cNvSpPr/>
            <p:nvPr/>
          </p:nvSpPr>
          <p:spPr>
            <a:xfrm>
              <a:off x="1450650" y="624525"/>
              <a:ext cx="1121325" cy="423400"/>
            </a:xfrm>
            <a:custGeom>
              <a:avLst/>
              <a:gdLst/>
              <a:ahLst/>
              <a:cxnLst/>
              <a:rect l="l" t="t" r="r" b="b"/>
              <a:pathLst>
                <a:path w="44853" h="16936" extrusionOk="0">
                  <a:moveTo>
                    <a:pt x="17938" y="1"/>
                  </a:moveTo>
                  <a:cubicBezTo>
                    <a:pt x="10036" y="1"/>
                    <a:pt x="5951" y="1695"/>
                    <a:pt x="2990" y="6472"/>
                  </a:cubicBezTo>
                  <a:cubicBezTo>
                    <a:pt x="1" y="11312"/>
                    <a:pt x="11439" y="16936"/>
                    <a:pt x="22282" y="16936"/>
                  </a:cubicBezTo>
                  <a:cubicBezTo>
                    <a:pt x="23401" y="16936"/>
                    <a:pt x="24514" y="16876"/>
                    <a:pt x="25604" y="16749"/>
                  </a:cubicBezTo>
                  <a:cubicBezTo>
                    <a:pt x="38643" y="15243"/>
                    <a:pt x="44234" y="10840"/>
                    <a:pt x="44552" y="5986"/>
                  </a:cubicBezTo>
                  <a:cubicBezTo>
                    <a:pt x="44853" y="1132"/>
                    <a:pt x="30458" y="462"/>
                    <a:pt x="21084" y="77"/>
                  </a:cubicBezTo>
                  <a:cubicBezTo>
                    <a:pt x="19973" y="27"/>
                    <a:pt x="18926" y="1"/>
                    <a:pt x="179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
            <p:cNvSpPr/>
            <p:nvPr/>
          </p:nvSpPr>
          <p:spPr>
            <a:xfrm>
              <a:off x="1462975" y="628300"/>
              <a:ext cx="1104000" cy="405800"/>
            </a:xfrm>
            <a:custGeom>
              <a:avLst/>
              <a:gdLst/>
              <a:ahLst/>
              <a:cxnLst/>
              <a:rect l="l" t="t" r="r" b="b"/>
              <a:pathLst>
                <a:path w="44160" h="16232" extrusionOk="0">
                  <a:moveTo>
                    <a:pt x="17957" y="1"/>
                  </a:moveTo>
                  <a:cubicBezTo>
                    <a:pt x="10003" y="1"/>
                    <a:pt x="5931" y="1618"/>
                    <a:pt x="2982" y="6237"/>
                  </a:cubicBezTo>
                  <a:cubicBezTo>
                    <a:pt x="0" y="10899"/>
                    <a:pt x="11200" y="16232"/>
                    <a:pt x="21849" y="16232"/>
                  </a:cubicBezTo>
                  <a:cubicBezTo>
                    <a:pt x="22976" y="16232"/>
                    <a:pt x="24097" y="16172"/>
                    <a:pt x="25194" y="16046"/>
                  </a:cubicBezTo>
                  <a:cubicBezTo>
                    <a:pt x="38033" y="14573"/>
                    <a:pt x="43523" y="10355"/>
                    <a:pt x="43841" y="5701"/>
                  </a:cubicBezTo>
                  <a:cubicBezTo>
                    <a:pt x="44159" y="1048"/>
                    <a:pt x="29998" y="445"/>
                    <a:pt x="20792" y="60"/>
                  </a:cubicBezTo>
                  <a:cubicBezTo>
                    <a:pt x="19795" y="21"/>
                    <a:pt x="18852" y="1"/>
                    <a:pt x="179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
            <p:cNvSpPr/>
            <p:nvPr/>
          </p:nvSpPr>
          <p:spPr>
            <a:xfrm>
              <a:off x="1473400" y="636425"/>
              <a:ext cx="1075575" cy="406650"/>
            </a:xfrm>
            <a:custGeom>
              <a:avLst/>
              <a:gdLst/>
              <a:ahLst/>
              <a:cxnLst/>
              <a:rect l="l" t="t" r="r" b="b"/>
              <a:pathLst>
                <a:path w="43023" h="16266" extrusionOk="0">
                  <a:moveTo>
                    <a:pt x="17301" y="1"/>
                  </a:moveTo>
                  <a:cubicBezTo>
                    <a:pt x="9665" y="1"/>
                    <a:pt x="5750" y="1617"/>
                    <a:pt x="2900" y="6213"/>
                  </a:cubicBezTo>
                  <a:cubicBezTo>
                    <a:pt x="0" y="10874"/>
                    <a:pt x="10982" y="16265"/>
                    <a:pt x="21405" y="16265"/>
                  </a:cubicBezTo>
                  <a:cubicBezTo>
                    <a:pt x="22473" y="16265"/>
                    <a:pt x="23536" y="16209"/>
                    <a:pt x="24576" y="16089"/>
                  </a:cubicBezTo>
                  <a:cubicBezTo>
                    <a:pt x="37063" y="14633"/>
                    <a:pt x="42420" y="10431"/>
                    <a:pt x="42738" y="5761"/>
                  </a:cubicBezTo>
                  <a:cubicBezTo>
                    <a:pt x="43022" y="1125"/>
                    <a:pt x="29247" y="472"/>
                    <a:pt x="20258" y="70"/>
                  </a:cubicBezTo>
                  <a:cubicBezTo>
                    <a:pt x="19214" y="25"/>
                    <a:pt x="18230" y="1"/>
                    <a:pt x="17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
            <p:cNvSpPr/>
            <p:nvPr/>
          </p:nvSpPr>
          <p:spPr>
            <a:xfrm>
              <a:off x="1904500" y="714125"/>
              <a:ext cx="508725" cy="158650"/>
            </a:xfrm>
            <a:custGeom>
              <a:avLst/>
              <a:gdLst/>
              <a:ahLst/>
              <a:cxnLst/>
              <a:rect l="l" t="t" r="r" b="b"/>
              <a:pathLst>
                <a:path w="20349" h="6346" extrusionOk="0">
                  <a:moveTo>
                    <a:pt x="2195" y="1"/>
                  </a:moveTo>
                  <a:cubicBezTo>
                    <a:pt x="1938" y="1"/>
                    <a:pt x="1660" y="100"/>
                    <a:pt x="1323" y="360"/>
                  </a:cubicBezTo>
                  <a:cubicBezTo>
                    <a:pt x="1" y="1381"/>
                    <a:pt x="2060" y="1348"/>
                    <a:pt x="4939" y="1465"/>
                  </a:cubicBezTo>
                  <a:cubicBezTo>
                    <a:pt x="9408" y="1649"/>
                    <a:pt x="6696" y="5900"/>
                    <a:pt x="11300" y="6302"/>
                  </a:cubicBezTo>
                  <a:cubicBezTo>
                    <a:pt x="11621" y="6331"/>
                    <a:pt x="11942" y="6345"/>
                    <a:pt x="12261" y="6345"/>
                  </a:cubicBezTo>
                  <a:cubicBezTo>
                    <a:pt x="16517" y="6345"/>
                    <a:pt x="20349" y="3876"/>
                    <a:pt x="17141" y="2318"/>
                  </a:cubicBezTo>
                  <a:cubicBezTo>
                    <a:pt x="13693" y="645"/>
                    <a:pt x="6596" y="1214"/>
                    <a:pt x="4822" y="1013"/>
                  </a:cubicBezTo>
                  <a:cubicBezTo>
                    <a:pt x="3512" y="851"/>
                    <a:pt x="2946" y="1"/>
                    <a:pt x="21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
            <p:cNvSpPr/>
            <p:nvPr/>
          </p:nvSpPr>
          <p:spPr>
            <a:xfrm>
              <a:off x="1582800" y="653175"/>
              <a:ext cx="473325" cy="208975"/>
            </a:xfrm>
            <a:custGeom>
              <a:avLst/>
              <a:gdLst/>
              <a:ahLst/>
              <a:cxnLst/>
              <a:rect l="l" t="t" r="r" b="b"/>
              <a:pathLst>
                <a:path w="18933" h="8359" extrusionOk="0">
                  <a:moveTo>
                    <a:pt x="10267" y="0"/>
                  </a:moveTo>
                  <a:cubicBezTo>
                    <a:pt x="4054" y="0"/>
                    <a:pt x="1" y="4130"/>
                    <a:pt x="566" y="6765"/>
                  </a:cubicBezTo>
                  <a:cubicBezTo>
                    <a:pt x="812" y="7927"/>
                    <a:pt x="1246" y="8358"/>
                    <a:pt x="1632" y="8358"/>
                  </a:cubicBezTo>
                  <a:cubicBezTo>
                    <a:pt x="2192" y="8358"/>
                    <a:pt x="2653" y="7455"/>
                    <a:pt x="2307" y="6564"/>
                  </a:cubicBezTo>
                  <a:cubicBezTo>
                    <a:pt x="1201" y="3860"/>
                    <a:pt x="3990" y="1996"/>
                    <a:pt x="7269" y="1996"/>
                  </a:cubicBezTo>
                  <a:cubicBezTo>
                    <a:pt x="7663" y="1996"/>
                    <a:pt x="8064" y="2023"/>
                    <a:pt x="8467" y="2078"/>
                  </a:cubicBezTo>
                  <a:cubicBezTo>
                    <a:pt x="9081" y="2171"/>
                    <a:pt x="9834" y="2213"/>
                    <a:pt x="10620" y="2213"/>
                  </a:cubicBezTo>
                  <a:cubicBezTo>
                    <a:pt x="14392" y="2213"/>
                    <a:pt x="18933" y="1242"/>
                    <a:pt x="12685" y="204"/>
                  </a:cubicBezTo>
                  <a:cubicBezTo>
                    <a:pt x="11849" y="64"/>
                    <a:pt x="11041" y="0"/>
                    <a:pt x="1026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
            <p:cNvSpPr/>
            <p:nvPr/>
          </p:nvSpPr>
          <p:spPr>
            <a:xfrm>
              <a:off x="1634175" y="667600"/>
              <a:ext cx="907275" cy="341575"/>
            </a:xfrm>
            <a:custGeom>
              <a:avLst/>
              <a:gdLst/>
              <a:ahLst/>
              <a:cxnLst/>
              <a:rect l="l" t="t" r="r" b="b"/>
              <a:pathLst>
                <a:path w="36291" h="13663" extrusionOk="0">
                  <a:moveTo>
                    <a:pt x="19173" y="0"/>
                  </a:moveTo>
                  <a:cubicBezTo>
                    <a:pt x="17448" y="0"/>
                    <a:pt x="16147" y="196"/>
                    <a:pt x="15651" y="698"/>
                  </a:cubicBezTo>
                  <a:cubicBezTo>
                    <a:pt x="15024" y="1325"/>
                    <a:pt x="16741" y="1386"/>
                    <a:pt x="19202" y="1386"/>
                  </a:cubicBezTo>
                  <a:cubicBezTo>
                    <a:pt x="19801" y="1386"/>
                    <a:pt x="20443" y="1383"/>
                    <a:pt x="21107" y="1383"/>
                  </a:cubicBezTo>
                  <a:cubicBezTo>
                    <a:pt x="23905" y="1383"/>
                    <a:pt x="27076" y="1447"/>
                    <a:pt x="28892" y="2121"/>
                  </a:cubicBezTo>
                  <a:cubicBezTo>
                    <a:pt x="32892" y="3594"/>
                    <a:pt x="32641" y="11544"/>
                    <a:pt x="23100" y="12331"/>
                  </a:cubicBezTo>
                  <a:cubicBezTo>
                    <a:pt x="22050" y="12416"/>
                    <a:pt x="21014" y="12455"/>
                    <a:pt x="20003" y="12455"/>
                  </a:cubicBezTo>
                  <a:cubicBezTo>
                    <a:pt x="11829" y="12455"/>
                    <a:pt x="5342" y="9895"/>
                    <a:pt x="7115" y="8197"/>
                  </a:cubicBezTo>
                  <a:cubicBezTo>
                    <a:pt x="7806" y="7534"/>
                    <a:pt x="8580" y="7336"/>
                    <a:pt x="9426" y="7336"/>
                  </a:cubicBezTo>
                  <a:cubicBezTo>
                    <a:pt x="10691" y="7336"/>
                    <a:pt x="12117" y="7781"/>
                    <a:pt x="13666" y="7781"/>
                  </a:cubicBezTo>
                  <a:cubicBezTo>
                    <a:pt x="14063" y="7781"/>
                    <a:pt x="14468" y="7751"/>
                    <a:pt x="14881" y="7678"/>
                  </a:cubicBezTo>
                  <a:cubicBezTo>
                    <a:pt x="17439" y="7230"/>
                    <a:pt x="13747" y="4324"/>
                    <a:pt x="9007" y="4324"/>
                  </a:cubicBezTo>
                  <a:cubicBezTo>
                    <a:pt x="8256" y="4324"/>
                    <a:pt x="7479" y="4397"/>
                    <a:pt x="6696" y="4564"/>
                  </a:cubicBezTo>
                  <a:cubicBezTo>
                    <a:pt x="1" y="6004"/>
                    <a:pt x="3282" y="10105"/>
                    <a:pt x="6428" y="11578"/>
                  </a:cubicBezTo>
                  <a:cubicBezTo>
                    <a:pt x="9625" y="13081"/>
                    <a:pt x="13323" y="13662"/>
                    <a:pt x="16915" y="13662"/>
                  </a:cubicBezTo>
                  <a:cubicBezTo>
                    <a:pt x="23799" y="13662"/>
                    <a:pt x="30290" y="11529"/>
                    <a:pt x="32105" y="9670"/>
                  </a:cubicBezTo>
                  <a:cubicBezTo>
                    <a:pt x="34851" y="6841"/>
                    <a:pt x="36290" y="2288"/>
                    <a:pt x="30616" y="1300"/>
                  </a:cubicBezTo>
                  <a:cubicBezTo>
                    <a:pt x="26942" y="661"/>
                    <a:pt x="22341" y="0"/>
                    <a:pt x="1917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
            <p:cNvSpPr/>
            <p:nvPr/>
          </p:nvSpPr>
          <p:spPr>
            <a:xfrm>
              <a:off x="2119175" y="674975"/>
              <a:ext cx="163225" cy="58225"/>
            </a:xfrm>
            <a:custGeom>
              <a:avLst/>
              <a:gdLst/>
              <a:ahLst/>
              <a:cxnLst/>
              <a:rect l="l" t="t" r="r" b="b"/>
              <a:pathLst>
                <a:path w="6529" h="2329" extrusionOk="0">
                  <a:moveTo>
                    <a:pt x="3352" y="1"/>
                  </a:moveTo>
                  <a:cubicBezTo>
                    <a:pt x="3323" y="1"/>
                    <a:pt x="3294" y="1"/>
                    <a:pt x="3265" y="1"/>
                  </a:cubicBezTo>
                  <a:cubicBezTo>
                    <a:pt x="1457" y="18"/>
                    <a:pt x="1" y="570"/>
                    <a:pt x="1" y="1189"/>
                  </a:cubicBezTo>
                  <a:cubicBezTo>
                    <a:pt x="1" y="1832"/>
                    <a:pt x="1410" y="2328"/>
                    <a:pt x="3177" y="2328"/>
                  </a:cubicBezTo>
                  <a:cubicBezTo>
                    <a:pt x="3206" y="2328"/>
                    <a:pt x="3236" y="2328"/>
                    <a:pt x="3265" y="2328"/>
                  </a:cubicBezTo>
                  <a:cubicBezTo>
                    <a:pt x="5056" y="2328"/>
                    <a:pt x="6529" y="1775"/>
                    <a:pt x="6529" y="1123"/>
                  </a:cubicBezTo>
                  <a:cubicBezTo>
                    <a:pt x="6529" y="497"/>
                    <a:pt x="5103" y="1"/>
                    <a:pt x="335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
            <p:cNvSpPr/>
            <p:nvPr/>
          </p:nvSpPr>
          <p:spPr>
            <a:xfrm>
              <a:off x="2124200" y="685925"/>
              <a:ext cx="161150" cy="42225"/>
            </a:xfrm>
            <a:custGeom>
              <a:avLst/>
              <a:gdLst/>
              <a:ahLst/>
              <a:cxnLst/>
              <a:rect l="l" t="t" r="r" b="b"/>
              <a:pathLst>
                <a:path w="6446" h="1689" extrusionOk="0">
                  <a:moveTo>
                    <a:pt x="1428" y="0"/>
                  </a:moveTo>
                  <a:cubicBezTo>
                    <a:pt x="630" y="0"/>
                    <a:pt x="1" y="342"/>
                    <a:pt x="1" y="685"/>
                  </a:cubicBezTo>
                  <a:cubicBezTo>
                    <a:pt x="1" y="1254"/>
                    <a:pt x="1306" y="1689"/>
                    <a:pt x="2913" y="1689"/>
                  </a:cubicBezTo>
                  <a:cubicBezTo>
                    <a:pt x="4520" y="1655"/>
                    <a:pt x="6445" y="1070"/>
                    <a:pt x="5893" y="1003"/>
                  </a:cubicBezTo>
                  <a:cubicBezTo>
                    <a:pt x="5769" y="991"/>
                    <a:pt x="5635" y="988"/>
                    <a:pt x="5491" y="988"/>
                  </a:cubicBezTo>
                  <a:cubicBezTo>
                    <a:pt x="5372" y="988"/>
                    <a:pt x="5246" y="990"/>
                    <a:pt x="5115" y="990"/>
                  </a:cubicBezTo>
                  <a:cubicBezTo>
                    <a:pt x="4486" y="990"/>
                    <a:pt x="3737" y="949"/>
                    <a:pt x="2980" y="467"/>
                  </a:cubicBezTo>
                  <a:cubicBezTo>
                    <a:pt x="2471" y="129"/>
                    <a:pt x="1917" y="0"/>
                    <a:pt x="1428"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
            <p:cNvSpPr/>
            <p:nvPr/>
          </p:nvSpPr>
          <p:spPr>
            <a:xfrm>
              <a:off x="2210825" y="681675"/>
              <a:ext cx="31400" cy="11750"/>
            </a:xfrm>
            <a:custGeom>
              <a:avLst/>
              <a:gdLst/>
              <a:ahLst/>
              <a:cxnLst/>
              <a:rect l="l" t="t" r="r" b="b"/>
              <a:pathLst>
                <a:path w="1256" h="470" extrusionOk="0">
                  <a:moveTo>
                    <a:pt x="620" y="1"/>
                  </a:moveTo>
                  <a:cubicBezTo>
                    <a:pt x="268" y="1"/>
                    <a:pt x="1" y="101"/>
                    <a:pt x="1" y="235"/>
                  </a:cubicBezTo>
                  <a:cubicBezTo>
                    <a:pt x="1" y="352"/>
                    <a:pt x="268" y="470"/>
                    <a:pt x="620" y="470"/>
                  </a:cubicBezTo>
                  <a:cubicBezTo>
                    <a:pt x="955" y="470"/>
                    <a:pt x="1256" y="352"/>
                    <a:pt x="1256" y="235"/>
                  </a:cubicBezTo>
                  <a:cubicBezTo>
                    <a:pt x="1256" y="101"/>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
            <p:cNvSpPr/>
            <p:nvPr/>
          </p:nvSpPr>
          <p:spPr>
            <a:xfrm>
              <a:off x="2195350" y="706800"/>
              <a:ext cx="31400" cy="11725"/>
            </a:xfrm>
            <a:custGeom>
              <a:avLst/>
              <a:gdLst/>
              <a:ahLst/>
              <a:cxnLst/>
              <a:rect l="l" t="t" r="r" b="b"/>
              <a:pathLst>
                <a:path w="1256" h="469" extrusionOk="0">
                  <a:moveTo>
                    <a:pt x="636" y="0"/>
                  </a:moveTo>
                  <a:cubicBezTo>
                    <a:pt x="285" y="0"/>
                    <a:pt x="0" y="101"/>
                    <a:pt x="0" y="235"/>
                  </a:cubicBezTo>
                  <a:cubicBezTo>
                    <a:pt x="0" y="352"/>
                    <a:pt x="285" y="469"/>
                    <a:pt x="636" y="469"/>
                  </a:cubicBezTo>
                  <a:cubicBezTo>
                    <a:pt x="988" y="469"/>
                    <a:pt x="1256" y="352"/>
                    <a:pt x="1256" y="235"/>
                  </a:cubicBezTo>
                  <a:cubicBezTo>
                    <a:pt x="1256" y="101"/>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
            <p:cNvSpPr/>
            <p:nvPr/>
          </p:nvSpPr>
          <p:spPr>
            <a:xfrm>
              <a:off x="1992400" y="935275"/>
              <a:ext cx="185400" cy="58600"/>
            </a:xfrm>
            <a:custGeom>
              <a:avLst/>
              <a:gdLst/>
              <a:ahLst/>
              <a:cxnLst/>
              <a:rect l="l" t="t" r="r" b="b"/>
              <a:pathLst>
                <a:path w="7416" h="2344" extrusionOk="0">
                  <a:moveTo>
                    <a:pt x="3716" y="0"/>
                  </a:moveTo>
                  <a:cubicBezTo>
                    <a:pt x="1657" y="0"/>
                    <a:pt x="0" y="536"/>
                    <a:pt x="0" y="1172"/>
                  </a:cubicBezTo>
                  <a:cubicBezTo>
                    <a:pt x="0" y="1825"/>
                    <a:pt x="1657" y="2344"/>
                    <a:pt x="3716" y="2344"/>
                  </a:cubicBezTo>
                  <a:cubicBezTo>
                    <a:pt x="5758" y="2344"/>
                    <a:pt x="7415" y="1825"/>
                    <a:pt x="7415" y="1172"/>
                  </a:cubicBezTo>
                  <a:cubicBezTo>
                    <a:pt x="7415" y="536"/>
                    <a:pt x="5758" y="0"/>
                    <a:pt x="37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
            <p:cNvSpPr/>
            <p:nvPr/>
          </p:nvSpPr>
          <p:spPr>
            <a:xfrm>
              <a:off x="1946350" y="800100"/>
              <a:ext cx="185425" cy="58200"/>
            </a:xfrm>
            <a:custGeom>
              <a:avLst/>
              <a:gdLst/>
              <a:ahLst/>
              <a:cxnLst/>
              <a:rect l="l" t="t" r="r" b="b"/>
              <a:pathLst>
                <a:path w="7417" h="2328" extrusionOk="0">
                  <a:moveTo>
                    <a:pt x="3700" y="1"/>
                  </a:moveTo>
                  <a:cubicBezTo>
                    <a:pt x="1658" y="1"/>
                    <a:pt x="1" y="520"/>
                    <a:pt x="1" y="1173"/>
                  </a:cubicBezTo>
                  <a:cubicBezTo>
                    <a:pt x="1" y="1809"/>
                    <a:pt x="1658" y="2328"/>
                    <a:pt x="3700" y="2328"/>
                  </a:cubicBezTo>
                  <a:cubicBezTo>
                    <a:pt x="5759" y="2328"/>
                    <a:pt x="7416" y="1809"/>
                    <a:pt x="7416" y="1173"/>
                  </a:cubicBezTo>
                  <a:cubicBezTo>
                    <a:pt x="7416" y="520"/>
                    <a:pt x="5759" y="1"/>
                    <a:pt x="3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
            <p:cNvSpPr/>
            <p:nvPr/>
          </p:nvSpPr>
          <p:spPr>
            <a:xfrm>
              <a:off x="2266075" y="794650"/>
              <a:ext cx="166575" cy="64625"/>
            </a:xfrm>
            <a:custGeom>
              <a:avLst/>
              <a:gdLst/>
              <a:ahLst/>
              <a:cxnLst/>
              <a:rect l="l" t="t" r="r" b="b"/>
              <a:pathLst>
                <a:path w="6663" h="2585" extrusionOk="0">
                  <a:moveTo>
                    <a:pt x="3499" y="1"/>
                  </a:moveTo>
                  <a:cubicBezTo>
                    <a:pt x="1875" y="1"/>
                    <a:pt x="432" y="481"/>
                    <a:pt x="234" y="1140"/>
                  </a:cubicBezTo>
                  <a:cubicBezTo>
                    <a:pt x="0" y="1843"/>
                    <a:pt x="1255" y="2512"/>
                    <a:pt x="3113" y="2579"/>
                  </a:cubicBezTo>
                  <a:cubicBezTo>
                    <a:pt x="3212" y="2583"/>
                    <a:pt x="3311" y="2584"/>
                    <a:pt x="3408" y="2584"/>
                  </a:cubicBezTo>
                  <a:cubicBezTo>
                    <a:pt x="5169" y="2584"/>
                    <a:pt x="6613" y="2021"/>
                    <a:pt x="6629" y="1307"/>
                  </a:cubicBezTo>
                  <a:cubicBezTo>
                    <a:pt x="6662" y="587"/>
                    <a:pt x="5273" y="18"/>
                    <a:pt x="3582" y="1"/>
                  </a:cubicBezTo>
                  <a:cubicBezTo>
                    <a:pt x="3554" y="1"/>
                    <a:pt x="3527" y="1"/>
                    <a:pt x="3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
            <p:cNvSpPr/>
            <p:nvPr/>
          </p:nvSpPr>
          <p:spPr>
            <a:xfrm>
              <a:off x="2280700" y="737125"/>
              <a:ext cx="104650" cy="41075"/>
            </a:xfrm>
            <a:custGeom>
              <a:avLst/>
              <a:gdLst/>
              <a:ahLst/>
              <a:cxnLst/>
              <a:rect l="l" t="t" r="r" b="b"/>
              <a:pathLst>
                <a:path w="4186" h="1643" extrusionOk="0">
                  <a:moveTo>
                    <a:pt x="1900" y="0"/>
                  </a:moveTo>
                  <a:cubicBezTo>
                    <a:pt x="925" y="0"/>
                    <a:pt x="129" y="299"/>
                    <a:pt x="68" y="695"/>
                  </a:cubicBezTo>
                  <a:cubicBezTo>
                    <a:pt x="1" y="1147"/>
                    <a:pt x="855" y="1566"/>
                    <a:pt x="1993" y="1633"/>
                  </a:cubicBezTo>
                  <a:cubicBezTo>
                    <a:pt x="2098" y="1639"/>
                    <a:pt x="2201" y="1642"/>
                    <a:pt x="2303" y="1642"/>
                  </a:cubicBezTo>
                  <a:cubicBezTo>
                    <a:pt x="3288" y="1642"/>
                    <a:pt x="4088" y="1356"/>
                    <a:pt x="4119" y="946"/>
                  </a:cubicBezTo>
                  <a:cubicBezTo>
                    <a:pt x="4186" y="478"/>
                    <a:pt x="3332" y="59"/>
                    <a:pt x="2194" y="9"/>
                  </a:cubicBezTo>
                  <a:cubicBezTo>
                    <a:pt x="2095" y="3"/>
                    <a:pt x="1997" y="0"/>
                    <a:pt x="19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
            <p:cNvSpPr/>
            <p:nvPr/>
          </p:nvSpPr>
          <p:spPr>
            <a:xfrm>
              <a:off x="2193325" y="934275"/>
              <a:ext cx="68925" cy="31225"/>
            </a:xfrm>
            <a:custGeom>
              <a:avLst/>
              <a:gdLst/>
              <a:ahLst/>
              <a:cxnLst/>
              <a:rect l="l" t="t" r="r" b="b"/>
              <a:pathLst>
                <a:path w="2757" h="1249" extrusionOk="0">
                  <a:moveTo>
                    <a:pt x="1636" y="1"/>
                  </a:moveTo>
                  <a:cubicBezTo>
                    <a:pt x="1577" y="1"/>
                    <a:pt x="1516" y="3"/>
                    <a:pt x="1454" y="7"/>
                  </a:cubicBezTo>
                  <a:cubicBezTo>
                    <a:pt x="701" y="40"/>
                    <a:pt x="65" y="358"/>
                    <a:pt x="48" y="693"/>
                  </a:cubicBezTo>
                  <a:cubicBezTo>
                    <a:pt x="1" y="1008"/>
                    <a:pt x="515" y="1249"/>
                    <a:pt x="1189" y="1249"/>
                  </a:cubicBezTo>
                  <a:cubicBezTo>
                    <a:pt x="1232" y="1249"/>
                    <a:pt x="1276" y="1248"/>
                    <a:pt x="1320" y="1246"/>
                  </a:cubicBezTo>
                  <a:cubicBezTo>
                    <a:pt x="2056" y="1195"/>
                    <a:pt x="2676" y="911"/>
                    <a:pt x="2726" y="543"/>
                  </a:cubicBezTo>
                  <a:cubicBezTo>
                    <a:pt x="2757" y="237"/>
                    <a:pt x="2270"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
            <p:cNvSpPr/>
            <p:nvPr/>
          </p:nvSpPr>
          <p:spPr>
            <a:xfrm>
              <a:off x="2257325" y="908050"/>
              <a:ext cx="37625" cy="16925"/>
            </a:xfrm>
            <a:custGeom>
              <a:avLst/>
              <a:gdLst/>
              <a:ahLst/>
              <a:cxnLst/>
              <a:rect l="l" t="t" r="r" b="b"/>
              <a:pathLst>
                <a:path w="1505" h="677" extrusionOk="0">
                  <a:moveTo>
                    <a:pt x="853" y="0"/>
                  </a:moveTo>
                  <a:cubicBezTo>
                    <a:pt x="831" y="0"/>
                    <a:pt x="808" y="0"/>
                    <a:pt x="785" y="1"/>
                  </a:cubicBezTo>
                  <a:cubicBezTo>
                    <a:pt x="400" y="18"/>
                    <a:pt x="32" y="202"/>
                    <a:pt x="15" y="386"/>
                  </a:cubicBezTo>
                  <a:cubicBezTo>
                    <a:pt x="0" y="551"/>
                    <a:pt x="254" y="676"/>
                    <a:pt x="584" y="676"/>
                  </a:cubicBezTo>
                  <a:cubicBezTo>
                    <a:pt x="622" y="676"/>
                    <a:pt x="662" y="674"/>
                    <a:pt x="702" y="671"/>
                  </a:cubicBezTo>
                  <a:cubicBezTo>
                    <a:pt x="1120" y="654"/>
                    <a:pt x="1488" y="487"/>
                    <a:pt x="1488" y="303"/>
                  </a:cubicBezTo>
                  <a:cubicBezTo>
                    <a:pt x="1504" y="129"/>
                    <a:pt x="1222" y="0"/>
                    <a:pt x="8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
            <p:cNvSpPr/>
            <p:nvPr/>
          </p:nvSpPr>
          <p:spPr>
            <a:xfrm>
              <a:off x="2088675" y="875300"/>
              <a:ext cx="37600" cy="16925"/>
            </a:xfrm>
            <a:custGeom>
              <a:avLst/>
              <a:gdLst/>
              <a:ahLst/>
              <a:cxnLst/>
              <a:rect l="l" t="t" r="r" b="b"/>
              <a:pathLst>
                <a:path w="1504" h="677" extrusionOk="0">
                  <a:moveTo>
                    <a:pt x="924" y="1"/>
                  </a:moveTo>
                  <a:cubicBezTo>
                    <a:pt x="885" y="1"/>
                    <a:pt x="844" y="2"/>
                    <a:pt x="802" y="6"/>
                  </a:cubicBezTo>
                  <a:cubicBezTo>
                    <a:pt x="401" y="23"/>
                    <a:pt x="49" y="190"/>
                    <a:pt x="32" y="374"/>
                  </a:cubicBezTo>
                  <a:cubicBezTo>
                    <a:pt x="1" y="548"/>
                    <a:pt x="282" y="677"/>
                    <a:pt x="651" y="677"/>
                  </a:cubicBezTo>
                  <a:cubicBezTo>
                    <a:pt x="673" y="677"/>
                    <a:pt x="696" y="676"/>
                    <a:pt x="719" y="675"/>
                  </a:cubicBezTo>
                  <a:cubicBezTo>
                    <a:pt x="1137" y="642"/>
                    <a:pt x="1472" y="475"/>
                    <a:pt x="1489" y="290"/>
                  </a:cubicBezTo>
                  <a:cubicBezTo>
                    <a:pt x="1504" y="125"/>
                    <a:pt x="1263" y="1"/>
                    <a:pt x="9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
            <p:cNvSpPr/>
            <p:nvPr/>
          </p:nvSpPr>
          <p:spPr>
            <a:xfrm>
              <a:off x="2028375" y="714525"/>
              <a:ext cx="54000" cy="21300"/>
            </a:xfrm>
            <a:custGeom>
              <a:avLst/>
              <a:gdLst/>
              <a:ahLst/>
              <a:cxnLst/>
              <a:rect l="l" t="t" r="r" b="b"/>
              <a:pathLst>
                <a:path w="2160" h="852" extrusionOk="0">
                  <a:moveTo>
                    <a:pt x="932" y="0"/>
                  </a:moveTo>
                  <a:cubicBezTo>
                    <a:pt x="439" y="0"/>
                    <a:pt x="49" y="155"/>
                    <a:pt x="34" y="361"/>
                  </a:cubicBezTo>
                  <a:cubicBezTo>
                    <a:pt x="1" y="595"/>
                    <a:pt x="453" y="829"/>
                    <a:pt x="1038" y="846"/>
                  </a:cubicBezTo>
                  <a:cubicBezTo>
                    <a:pt x="1098" y="850"/>
                    <a:pt x="1156" y="851"/>
                    <a:pt x="1213" y="851"/>
                  </a:cubicBezTo>
                  <a:cubicBezTo>
                    <a:pt x="1718" y="851"/>
                    <a:pt x="2113" y="720"/>
                    <a:pt x="2143" y="495"/>
                  </a:cubicBezTo>
                  <a:cubicBezTo>
                    <a:pt x="2160" y="260"/>
                    <a:pt x="1725" y="26"/>
                    <a:pt x="1139" y="9"/>
                  </a:cubicBezTo>
                  <a:cubicBezTo>
                    <a:pt x="1068" y="3"/>
                    <a:pt x="999" y="0"/>
                    <a:pt x="9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
            <p:cNvSpPr/>
            <p:nvPr/>
          </p:nvSpPr>
          <p:spPr>
            <a:xfrm>
              <a:off x="1656775" y="734625"/>
              <a:ext cx="42725" cy="28200"/>
            </a:xfrm>
            <a:custGeom>
              <a:avLst/>
              <a:gdLst/>
              <a:ahLst/>
              <a:cxnLst/>
              <a:rect l="l" t="t" r="r" b="b"/>
              <a:pathLst>
                <a:path w="1709" h="1128" extrusionOk="0">
                  <a:moveTo>
                    <a:pt x="1155" y="0"/>
                  </a:moveTo>
                  <a:cubicBezTo>
                    <a:pt x="988" y="0"/>
                    <a:pt x="796" y="46"/>
                    <a:pt x="603" y="143"/>
                  </a:cubicBezTo>
                  <a:cubicBezTo>
                    <a:pt x="185" y="377"/>
                    <a:pt x="1" y="779"/>
                    <a:pt x="235" y="996"/>
                  </a:cubicBezTo>
                  <a:cubicBezTo>
                    <a:pt x="339" y="1086"/>
                    <a:pt x="479" y="1127"/>
                    <a:pt x="632" y="1127"/>
                  </a:cubicBezTo>
                  <a:cubicBezTo>
                    <a:pt x="850" y="1127"/>
                    <a:pt x="1093" y="1043"/>
                    <a:pt x="1290" y="896"/>
                  </a:cubicBezTo>
                  <a:cubicBezTo>
                    <a:pt x="1608" y="661"/>
                    <a:pt x="1708" y="360"/>
                    <a:pt x="1574" y="159"/>
                  </a:cubicBezTo>
                  <a:cubicBezTo>
                    <a:pt x="1487" y="55"/>
                    <a:pt x="1336"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
            <p:cNvSpPr/>
            <p:nvPr/>
          </p:nvSpPr>
          <p:spPr>
            <a:xfrm>
              <a:off x="1874375" y="871275"/>
              <a:ext cx="34350" cy="16750"/>
            </a:xfrm>
            <a:custGeom>
              <a:avLst/>
              <a:gdLst/>
              <a:ahLst/>
              <a:cxnLst/>
              <a:rect l="l" t="t" r="r" b="b"/>
              <a:pathLst>
                <a:path w="1374" h="670" extrusionOk="0">
                  <a:moveTo>
                    <a:pt x="715" y="1"/>
                  </a:moveTo>
                  <a:cubicBezTo>
                    <a:pt x="575" y="1"/>
                    <a:pt x="433" y="30"/>
                    <a:pt x="319" y="83"/>
                  </a:cubicBezTo>
                  <a:cubicBezTo>
                    <a:pt x="84" y="184"/>
                    <a:pt x="1" y="351"/>
                    <a:pt x="118" y="502"/>
                  </a:cubicBezTo>
                  <a:cubicBezTo>
                    <a:pt x="215" y="598"/>
                    <a:pt x="417" y="669"/>
                    <a:pt x="629" y="669"/>
                  </a:cubicBezTo>
                  <a:cubicBezTo>
                    <a:pt x="710" y="669"/>
                    <a:pt x="792" y="659"/>
                    <a:pt x="871" y="636"/>
                  </a:cubicBezTo>
                  <a:cubicBezTo>
                    <a:pt x="1239" y="552"/>
                    <a:pt x="1373" y="301"/>
                    <a:pt x="1156" y="133"/>
                  </a:cubicBezTo>
                  <a:cubicBezTo>
                    <a:pt x="1046" y="42"/>
                    <a:pt x="882" y="1"/>
                    <a:pt x="715" y="1"/>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
            <p:cNvSpPr/>
            <p:nvPr/>
          </p:nvSpPr>
          <p:spPr>
            <a:xfrm>
              <a:off x="1896975" y="793875"/>
              <a:ext cx="34350" cy="16725"/>
            </a:xfrm>
            <a:custGeom>
              <a:avLst/>
              <a:gdLst/>
              <a:ahLst/>
              <a:cxnLst/>
              <a:rect l="l" t="t" r="r" b="b"/>
              <a:pathLst>
                <a:path w="1374" h="669" extrusionOk="0">
                  <a:moveTo>
                    <a:pt x="704" y="0"/>
                  </a:moveTo>
                  <a:cubicBezTo>
                    <a:pt x="562" y="0"/>
                    <a:pt x="416" y="29"/>
                    <a:pt x="302" y="82"/>
                  </a:cubicBezTo>
                  <a:cubicBezTo>
                    <a:pt x="84" y="183"/>
                    <a:pt x="1" y="350"/>
                    <a:pt x="118" y="501"/>
                  </a:cubicBezTo>
                  <a:cubicBezTo>
                    <a:pt x="203" y="598"/>
                    <a:pt x="392" y="668"/>
                    <a:pt x="611" y="668"/>
                  </a:cubicBezTo>
                  <a:cubicBezTo>
                    <a:pt x="695" y="668"/>
                    <a:pt x="783" y="658"/>
                    <a:pt x="871" y="635"/>
                  </a:cubicBezTo>
                  <a:cubicBezTo>
                    <a:pt x="1223" y="551"/>
                    <a:pt x="1373" y="300"/>
                    <a:pt x="1139" y="133"/>
                  </a:cubicBezTo>
                  <a:cubicBezTo>
                    <a:pt x="1039" y="42"/>
                    <a:pt x="874" y="0"/>
                    <a:pt x="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
            <p:cNvSpPr/>
            <p:nvPr/>
          </p:nvSpPr>
          <p:spPr>
            <a:xfrm>
              <a:off x="2138850" y="700100"/>
              <a:ext cx="23050" cy="8400"/>
            </a:xfrm>
            <a:custGeom>
              <a:avLst/>
              <a:gdLst/>
              <a:ahLst/>
              <a:cxnLst/>
              <a:rect l="l" t="t" r="r" b="b"/>
              <a:pathLst>
                <a:path w="922" h="336" extrusionOk="0">
                  <a:moveTo>
                    <a:pt x="469" y="0"/>
                  </a:moveTo>
                  <a:cubicBezTo>
                    <a:pt x="218" y="0"/>
                    <a:pt x="1" y="84"/>
                    <a:pt x="1" y="168"/>
                  </a:cubicBezTo>
                  <a:cubicBezTo>
                    <a:pt x="1" y="251"/>
                    <a:pt x="218" y="335"/>
                    <a:pt x="469" y="335"/>
                  </a:cubicBezTo>
                  <a:cubicBezTo>
                    <a:pt x="720" y="335"/>
                    <a:pt x="921" y="251"/>
                    <a:pt x="921" y="168"/>
                  </a:cubicBezTo>
                  <a:cubicBezTo>
                    <a:pt x="921" y="84"/>
                    <a:pt x="720" y="0"/>
                    <a:pt x="4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
            <p:cNvSpPr/>
            <p:nvPr/>
          </p:nvSpPr>
          <p:spPr>
            <a:xfrm>
              <a:off x="1962850" y="803450"/>
              <a:ext cx="158875" cy="39750"/>
            </a:xfrm>
            <a:custGeom>
              <a:avLst/>
              <a:gdLst/>
              <a:ahLst/>
              <a:cxnLst/>
              <a:rect l="l" t="t" r="r" b="b"/>
              <a:pathLst>
                <a:path w="6355" h="1590" extrusionOk="0">
                  <a:moveTo>
                    <a:pt x="2889" y="1"/>
                  </a:moveTo>
                  <a:cubicBezTo>
                    <a:pt x="1316" y="1"/>
                    <a:pt x="10" y="419"/>
                    <a:pt x="10" y="955"/>
                  </a:cubicBezTo>
                  <a:cubicBezTo>
                    <a:pt x="0" y="1275"/>
                    <a:pt x="603" y="1590"/>
                    <a:pt x="1381" y="1590"/>
                  </a:cubicBezTo>
                  <a:cubicBezTo>
                    <a:pt x="1862" y="1590"/>
                    <a:pt x="2411" y="1469"/>
                    <a:pt x="2923" y="1156"/>
                  </a:cubicBezTo>
                  <a:cubicBezTo>
                    <a:pt x="3712" y="678"/>
                    <a:pt x="4475" y="652"/>
                    <a:pt x="5104" y="652"/>
                  </a:cubicBezTo>
                  <a:cubicBezTo>
                    <a:pt x="5179" y="652"/>
                    <a:pt x="5252" y="652"/>
                    <a:pt x="5324" y="652"/>
                  </a:cubicBezTo>
                  <a:cubicBezTo>
                    <a:pt x="5490" y="652"/>
                    <a:pt x="5645" y="650"/>
                    <a:pt x="5785" y="637"/>
                  </a:cubicBezTo>
                  <a:cubicBezTo>
                    <a:pt x="6354" y="587"/>
                    <a:pt x="4446" y="34"/>
                    <a:pt x="288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
            <p:cNvSpPr/>
            <p:nvPr/>
          </p:nvSpPr>
          <p:spPr>
            <a:xfrm>
              <a:off x="2025450" y="837775"/>
              <a:ext cx="31400" cy="10475"/>
            </a:xfrm>
            <a:custGeom>
              <a:avLst/>
              <a:gdLst/>
              <a:ahLst/>
              <a:cxnLst/>
              <a:rect l="l" t="t" r="r" b="b"/>
              <a:pathLst>
                <a:path w="1256" h="419" extrusionOk="0">
                  <a:moveTo>
                    <a:pt x="636" y="0"/>
                  </a:moveTo>
                  <a:cubicBezTo>
                    <a:pt x="268" y="0"/>
                    <a:pt x="0" y="84"/>
                    <a:pt x="0" y="201"/>
                  </a:cubicBezTo>
                  <a:cubicBezTo>
                    <a:pt x="0" y="318"/>
                    <a:pt x="268" y="419"/>
                    <a:pt x="636" y="419"/>
                  </a:cubicBezTo>
                  <a:cubicBezTo>
                    <a:pt x="988" y="419"/>
                    <a:pt x="1256" y="335"/>
                    <a:pt x="1256" y="201"/>
                  </a:cubicBezTo>
                  <a:cubicBezTo>
                    <a:pt x="1256" y="84"/>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
            <p:cNvSpPr/>
            <p:nvPr/>
          </p:nvSpPr>
          <p:spPr>
            <a:xfrm>
              <a:off x="2012475" y="813075"/>
              <a:ext cx="31400" cy="10500"/>
            </a:xfrm>
            <a:custGeom>
              <a:avLst/>
              <a:gdLst/>
              <a:ahLst/>
              <a:cxnLst/>
              <a:rect l="l" t="t" r="r" b="b"/>
              <a:pathLst>
                <a:path w="1256" h="420" extrusionOk="0">
                  <a:moveTo>
                    <a:pt x="620" y="1"/>
                  </a:moveTo>
                  <a:cubicBezTo>
                    <a:pt x="285" y="1"/>
                    <a:pt x="1" y="84"/>
                    <a:pt x="1" y="202"/>
                  </a:cubicBezTo>
                  <a:cubicBezTo>
                    <a:pt x="1" y="336"/>
                    <a:pt x="268" y="419"/>
                    <a:pt x="620" y="419"/>
                  </a:cubicBezTo>
                  <a:cubicBezTo>
                    <a:pt x="955" y="419"/>
                    <a:pt x="1256" y="319"/>
                    <a:pt x="1256" y="202"/>
                  </a:cubicBezTo>
                  <a:cubicBezTo>
                    <a:pt x="1256" y="84"/>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
            <p:cNvSpPr/>
            <p:nvPr/>
          </p:nvSpPr>
          <p:spPr>
            <a:xfrm>
              <a:off x="1975650" y="827725"/>
              <a:ext cx="22200" cy="7150"/>
            </a:xfrm>
            <a:custGeom>
              <a:avLst/>
              <a:gdLst/>
              <a:ahLst/>
              <a:cxnLst/>
              <a:rect l="l" t="t" r="r" b="b"/>
              <a:pathLst>
                <a:path w="888" h="286" extrusionOk="0">
                  <a:moveTo>
                    <a:pt x="452" y="1"/>
                  </a:moveTo>
                  <a:cubicBezTo>
                    <a:pt x="201" y="1"/>
                    <a:pt x="1" y="68"/>
                    <a:pt x="1" y="151"/>
                  </a:cubicBezTo>
                  <a:cubicBezTo>
                    <a:pt x="1" y="235"/>
                    <a:pt x="201" y="285"/>
                    <a:pt x="452" y="285"/>
                  </a:cubicBezTo>
                  <a:cubicBezTo>
                    <a:pt x="704" y="285"/>
                    <a:pt x="888" y="235"/>
                    <a:pt x="888" y="151"/>
                  </a:cubicBezTo>
                  <a:cubicBezTo>
                    <a:pt x="888" y="68"/>
                    <a:pt x="704"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
            <p:cNvSpPr/>
            <p:nvPr/>
          </p:nvSpPr>
          <p:spPr>
            <a:xfrm>
              <a:off x="2075250" y="818100"/>
              <a:ext cx="21775" cy="7550"/>
            </a:xfrm>
            <a:custGeom>
              <a:avLst/>
              <a:gdLst/>
              <a:ahLst/>
              <a:cxnLst/>
              <a:rect l="l" t="t" r="r" b="b"/>
              <a:pathLst>
                <a:path w="871" h="302" extrusionOk="0">
                  <a:moveTo>
                    <a:pt x="436" y="1"/>
                  </a:moveTo>
                  <a:cubicBezTo>
                    <a:pt x="184" y="1"/>
                    <a:pt x="0" y="68"/>
                    <a:pt x="0" y="151"/>
                  </a:cubicBezTo>
                  <a:cubicBezTo>
                    <a:pt x="0" y="235"/>
                    <a:pt x="184" y="302"/>
                    <a:pt x="436" y="302"/>
                  </a:cubicBezTo>
                  <a:cubicBezTo>
                    <a:pt x="687" y="302"/>
                    <a:pt x="871" y="235"/>
                    <a:pt x="871" y="151"/>
                  </a:cubicBezTo>
                  <a:cubicBezTo>
                    <a:pt x="871" y="68"/>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
            <p:cNvSpPr/>
            <p:nvPr/>
          </p:nvSpPr>
          <p:spPr>
            <a:xfrm>
              <a:off x="2295350" y="809325"/>
              <a:ext cx="22200" cy="7550"/>
            </a:xfrm>
            <a:custGeom>
              <a:avLst/>
              <a:gdLst/>
              <a:ahLst/>
              <a:cxnLst/>
              <a:rect l="l" t="t" r="r" b="b"/>
              <a:pathLst>
                <a:path w="888" h="302" extrusionOk="0">
                  <a:moveTo>
                    <a:pt x="436" y="0"/>
                  </a:moveTo>
                  <a:cubicBezTo>
                    <a:pt x="185" y="0"/>
                    <a:pt x="1" y="67"/>
                    <a:pt x="1" y="151"/>
                  </a:cubicBezTo>
                  <a:cubicBezTo>
                    <a:pt x="1" y="234"/>
                    <a:pt x="185" y="301"/>
                    <a:pt x="436" y="301"/>
                  </a:cubicBezTo>
                  <a:cubicBezTo>
                    <a:pt x="687" y="301"/>
                    <a:pt x="888" y="234"/>
                    <a:pt x="888" y="151"/>
                  </a:cubicBezTo>
                  <a:cubicBezTo>
                    <a:pt x="888" y="67"/>
                    <a:pt x="687"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
            <p:cNvSpPr/>
            <p:nvPr/>
          </p:nvSpPr>
          <p:spPr>
            <a:xfrm>
              <a:off x="1863925" y="897375"/>
              <a:ext cx="193725" cy="30425"/>
            </a:xfrm>
            <a:custGeom>
              <a:avLst/>
              <a:gdLst/>
              <a:ahLst/>
              <a:cxnLst/>
              <a:rect l="l" t="t" r="r" b="b"/>
              <a:pathLst>
                <a:path w="7749" h="1217" extrusionOk="0">
                  <a:moveTo>
                    <a:pt x="3619" y="0"/>
                  </a:moveTo>
                  <a:cubicBezTo>
                    <a:pt x="3223" y="0"/>
                    <a:pt x="2825" y="43"/>
                    <a:pt x="2444" y="144"/>
                  </a:cubicBezTo>
                  <a:cubicBezTo>
                    <a:pt x="0" y="763"/>
                    <a:pt x="3281" y="1098"/>
                    <a:pt x="6210" y="1215"/>
                  </a:cubicBezTo>
                  <a:cubicBezTo>
                    <a:pt x="6246" y="1216"/>
                    <a:pt x="6279" y="1217"/>
                    <a:pt x="6311" y="1217"/>
                  </a:cubicBezTo>
                  <a:cubicBezTo>
                    <a:pt x="7748" y="1217"/>
                    <a:pt x="5733" y="0"/>
                    <a:pt x="36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
            <p:cNvSpPr/>
            <p:nvPr/>
          </p:nvSpPr>
          <p:spPr>
            <a:xfrm>
              <a:off x="1662750" y="693975"/>
              <a:ext cx="142875" cy="53300"/>
            </a:xfrm>
            <a:custGeom>
              <a:avLst/>
              <a:gdLst/>
              <a:ahLst/>
              <a:cxnLst/>
              <a:rect l="l" t="t" r="r" b="b"/>
              <a:pathLst>
                <a:path w="5715" h="2132" extrusionOk="0">
                  <a:moveTo>
                    <a:pt x="3380" y="0"/>
                  </a:moveTo>
                  <a:cubicBezTo>
                    <a:pt x="3249" y="0"/>
                    <a:pt x="3114" y="4"/>
                    <a:pt x="2976" y="11"/>
                  </a:cubicBezTo>
                  <a:cubicBezTo>
                    <a:pt x="1436" y="95"/>
                    <a:pt x="113" y="647"/>
                    <a:pt x="46" y="1233"/>
                  </a:cubicBezTo>
                  <a:cubicBezTo>
                    <a:pt x="1" y="1765"/>
                    <a:pt x="977" y="2131"/>
                    <a:pt x="2310" y="2131"/>
                  </a:cubicBezTo>
                  <a:cubicBezTo>
                    <a:pt x="2445" y="2131"/>
                    <a:pt x="2583" y="2128"/>
                    <a:pt x="2724" y="2120"/>
                  </a:cubicBezTo>
                  <a:cubicBezTo>
                    <a:pt x="4281" y="2036"/>
                    <a:pt x="5570" y="1501"/>
                    <a:pt x="5654" y="915"/>
                  </a:cubicBezTo>
                  <a:cubicBezTo>
                    <a:pt x="5715" y="381"/>
                    <a:pt x="4733" y="0"/>
                    <a:pt x="33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
            <p:cNvSpPr/>
            <p:nvPr/>
          </p:nvSpPr>
          <p:spPr>
            <a:xfrm>
              <a:off x="1914550" y="708475"/>
              <a:ext cx="140225" cy="59450"/>
            </a:xfrm>
            <a:custGeom>
              <a:avLst/>
              <a:gdLst/>
              <a:ahLst/>
              <a:cxnLst/>
              <a:rect l="l" t="t" r="r" b="b"/>
              <a:pathLst>
                <a:path w="5609" h="2378" extrusionOk="0">
                  <a:moveTo>
                    <a:pt x="2813" y="0"/>
                  </a:moveTo>
                  <a:cubicBezTo>
                    <a:pt x="1256" y="0"/>
                    <a:pt x="1" y="536"/>
                    <a:pt x="1" y="1189"/>
                  </a:cubicBezTo>
                  <a:cubicBezTo>
                    <a:pt x="1" y="1841"/>
                    <a:pt x="1256" y="2377"/>
                    <a:pt x="2813" y="2377"/>
                  </a:cubicBezTo>
                  <a:cubicBezTo>
                    <a:pt x="4353" y="2377"/>
                    <a:pt x="5608" y="1841"/>
                    <a:pt x="5608" y="1189"/>
                  </a:cubicBezTo>
                  <a:cubicBezTo>
                    <a:pt x="5608" y="536"/>
                    <a:pt x="4353" y="0"/>
                    <a:pt x="28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
            <p:cNvSpPr/>
            <p:nvPr/>
          </p:nvSpPr>
          <p:spPr>
            <a:xfrm>
              <a:off x="1914550" y="590050"/>
              <a:ext cx="97525" cy="18850"/>
            </a:xfrm>
            <a:custGeom>
              <a:avLst/>
              <a:gdLst/>
              <a:ahLst/>
              <a:cxnLst/>
              <a:rect l="l" t="t" r="r" b="b"/>
              <a:pathLst>
                <a:path w="3901" h="754" extrusionOk="0">
                  <a:moveTo>
                    <a:pt x="1942" y="0"/>
                  </a:moveTo>
                  <a:cubicBezTo>
                    <a:pt x="871" y="0"/>
                    <a:pt x="1" y="168"/>
                    <a:pt x="1" y="385"/>
                  </a:cubicBezTo>
                  <a:cubicBezTo>
                    <a:pt x="1" y="586"/>
                    <a:pt x="871" y="753"/>
                    <a:pt x="1942" y="753"/>
                  </a:cubicBezTo>
                  <a:cubicBezTo>
                    <a:pt x="3014" y="753"/>
                    <a:pt x="3901" y="586"/>
                    <a:pt x="3901" y="385"/>
                  </a:cubicBezTo>
                  <a:cubicBezTo>
                    <a:pt x="3901" y="168"/>
                    <a:pt x="3014" y="0"/>
                    <a:pt x="19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
            <p:cNvSpPr/>
            <p:nvPr/>
          </p:nvSpPr>
          <p:spPr>
            <a:xfrm>
              <a:off x="2029625" y="601500"/>
              <a:ext cx="33500" cy="12600"/>
            </a:xfrm>
            <a:custGeom>
              <a:avLst/>
              <a:gdLst/>
              <a:ahLst/>
              <a:cxnLst/>
              <a:rect l="l" t="t" r="r" b="b"/>
              <a:pathLst>
                <a:path w="1340" h="504" extrusionOk="0">
                  <a:moveTo>
                    <a:pt x="426" y="1"/>
                  </a:moveTo>
                  <a:cubicBezTo>
                    <a:pt x="205" y="1"/>
                    <a:pt x="42" y="56"/>
                    <a:pt x="18" y="128"/>
                  </a:cubicBezTo>
                  <a:cubicBezTo>
                    <a:pt x="1" y="262"/>
                    <a:pt x="269" y="413"/>
                    <a:pt x="620" y="463"/>
                  </a:cubicBezTo>
                  <a:cubicBezTo>
                    <a:pt x="743" y="491"/>
                    <a:pt x="860" y="504"/>
                    <a:pt x="962" y="504"/>
                  </a:cubicBezTo>
                  <a:cubicBezTo>
                    <a:pt x="1167" y="504"/>
                    <a:pt x="1312" y="452"/>
                    <a:pt x="1323" y="362"/>
                  </a:cubicBezTo>
                  <a:cubicBezTo>
                    <a:pt x="1340" y="245"/>
                    <a:pt x="1072" y="95"/>
                    <a:pt x="704" y="28"/>
                  </a:cubicBezTo>
                  <a:cubicBezTo>
                    <a:pt x="606" y="9"/>
                    <a:pt x="511" y="1"/>
                    <a:pt x="4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
            <p:cNvSpPr/>
            <p:nvPr/>
          </p:nvSpPr>
          <p:spPr>
            <a:xfrm>
              <a:off x="2009125" y="947725"/>
              <a:ext cx="158200" cy="41975"/>
            </a:xfrm>
            <a:custGeom>
              <a:avLst/>
              <a:gdLst/>
              <a:ahLst/>
              <a:cxnLst/>
              <a:rect l="l" t="t" r="r" b="b"/>
              <a:pathLst>
                <a:path w="6328" h="1679" extrusionOk="0">
                  <a:moveTo>
                    <a:pt x="5183" y="0"/>
                  </a:moveTo>
                  <a:cubicBezTo>
                    <a:pt x="4964" y="0"/>
                    <a:pt x="4746" y="46"/>
                    <a:pt x="4554" y="139"/>
                  </a:cubicBezTo>
                  <a:cubicBezTo>
                    <a:pt x="3984" y="390"/>
                    <a:pt x="3014" y="574"/>
                    <a:pt x="1959" y="574"/>
                  </a:cubicBezTo>
                  <a:cubicBezTo>
                    <a:pt x="1289" y="574"/>
                    <a:pt x="653" y="507"/>
                    <a:pt x="135" y="390"/>
                  </a:cubicBezTo>
                  <a:cubicBezTo>
                    <a:pt x="51" y="473"/>
                    <a:pt x="1" y="574"/>
                    <a:pt x="1" y="674"/>
                  </a:cubicBezTo>
                  <a:cubicBezTo>
                    <a:pt x="1" y="1227"/>
                    <a:pt x="1423" y="1678"/>
                    <a:pt x="3164" y="1678"/>
                  </a:cubicBezTo>
                  <a:cubicBezTo>
                    <a:pt x="4905" y="1678"/>
                    <a:pt x="6328" y="1243"/>
                    <a:pt x="6328" y="674"/>
                  </a:cubicBezTo>
                  <a:cubicBezTo>
                    <a:pt x="6328" y="473"/>
                    <a:pt x="6144" y="289"/>
                    <a:pt x="5826" y="139"/>
                  </a:cubicBezTo>
                  <a:cubicBezTo>
                    <a:pt x="5625" y="46"/>
                    <a:pt x="5403" y="0"/>
                    <a:pt x="5183"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
            <p:cNvSpPr/>
            <p:nvPr/>
          </p:nvSpPr>
          <p:spPr>
            <a:xfrm>
              <a:off x="2291300" y="805325"/>
              <a:ext cx="132975" cy="50600"/>
            </a:xfrm>
            <a:custGeom>
              <a:avLst/>
              <a:gdLst/>
              <a:ahLst/>
              <a:cxnLst/>
              <a:rect l="l" t="t" r="r" b="b"/>
              <a:pathLst>
                <a:path w="5319" h="2024" extrusionOk="0">
                  <a:moveTo>
                    <a:pt x="4000" y="1"/>
                  </a:moveTo>
                  <a:cubicBezTo>
                    <a:pt x="3689" y="1"/>
                    <a:pt x="3375" y="89"/>
                    <a:pt x="3092" y="261"/>
                  </a:cubicBezTo>
                  <a:cubicBezTo>
                    <a:pt x="2539" y="608"/>
                    <a:pt x="1671" y="1001"/>
                    <a:pt x="716" y="1001"/>
                  </a:cubicBezTo>
                  <a:cubicBezTo>
                    <a:pt x="660" y="1001"/>
                    <a:pt x="604" y="1000"/>
                    <a:pt x="548" y="997"/>
                  </a:cubicBezTo>
                  <a:lnTo>
                    <a:pt x="514" y="997"/>
                  </a:lnTo>
                  <a:cubicBezTo>
                    <a:pt x="508" y="997"/>
                    <a:pt x="503" y="997"/>
                    <a:pt x="497" y="997"/>
                  </a:cubicBezTo>
                  <a:cubicBezTo>
                    <a:pt x="93" y="997"/>
                    <a:pt x="1" y="1568"/>
                    <a:pt x="380" y="1717"/>
                  </a:cubicBezTo>
                  <a:cubicBezTo>
                    <a:pt x="816" y="1884"/>
                    <a:pt x="1418" y="2001"/>
                    <a:pt x="2104" y="2018"/>
                  </a:cubicBezTo>
                  <a:cubicBezTo>
                    <a:pt x="2202" y="2022"/>
                    <a:pt x="2299" y="2024"/>
                    <a:pt x="2395" y="2024"/>
                  </a:cubicBezTo>
                  <a:cubicBezTo>
                    <a:pt x="3986" y="2024"/>
                    <a:pt x="5252" y="1511"/>
                    <a:pt x="5268" y="880"/>
                  </a:cubicBezTo>
                  <a:cubicBezTo>
                    <a:pt x="5318" y="646"/>
                    <a:pt x="5151" y="428"/>
                    <a:pt x="4850" y="244"/>
                  </a:cubicBezTo>
                  <a:cubicBezTo>
                    <a:pt x="4588" y="81"/>
                    <a:pt x="4296" y="1"/>
                    <a:pt x="400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
            <p:cNvSpPr/>
            <p:nvPr/>
          </p:nvSpPr>
          <p:spPr>
            <a:xfrm>
              <a:off x="2330925" y="832325"/>
              <a:ext cx="31400" cy="8825"/>
            </a:xfrm>
            <a:custGeom>
              <a:avLst/>
              <a:gdLst/>
              <a:ahLst/>
              <a:cxnLst/>
              <a:rect l="l" t="t" r="r" b="b"/>
              <a:pathLst>
                <a:path w="1256" h="353" extrusionOk="0">
                  <a:moveTo>
                    <a:pt x="637" y="1"/>
                  </a:moveTo>
                  <a:cubicBezTo>
                    <a:pt x="302" y="1"/>
                    <a:pt x="1" y="84"/>
                    <a:pt x="1" y="168"/>
                  </a:cubicBezTo>
                  <a:cubicBezTo>
                    <a:pt x="1" y="269"/>
                    <a:pt x="268" y="352"/>
                    <a:pt x="637" y="352"/>
                  </a:cubicBezTo>
                  <a:cubicBezTo>
                    <a:pt x="988" y="352"/>
                    <a:pt x="1256" y="302"/>
                    <a:pt x="1256" y="185"/>
                  </a:cubicBezTo>
                  <a:cubicBezTo>
                    <a:pt x="1256" y="84"/>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
            <p:cNvSpPr/>
            <p:nvPr/>
          </p:nvSpPr>
          <p:spPr>
            <a:xfrm>
              <a:off x="2369850" y="804725"/>
              <a:ext cx="21775" cy="7125"/>
            </a:xfrm>
            <a:custGeom>
              <a:avLst/>
              <a:gdLst/>
              <a:ahLst/>
              <a:cxnLst/>
              <a:rect l="l" t="t" r="r" b="b"/>
              <a:pathLst>
                <a:path w="871" h="285" extrusionOk="0">
                  <a:moveTo>
                    <a:pt x="435" y="0"/>
                  </a:moveTo>
                  <a:cubicBezTo>
                    <a:pt x="184" y="0"/>
                    <a:pt x="0" y="67"/>
                    <a:pt x="0" y="151"/>
                  </a:cubicBezTo>
                  <a:cubicBezTo>
                    <a:pt x="0" y="234"/>
                    <a:pt x="184" y="285"/>
                    <a:pt x="435" y="285"/>
                  </a:cubicBezTo>
                  <a:cubicBezTo>
                    <a:pt x="670" y="285"/>
                    <a:pt x="871" y="234"/>
                    <a:pt x="871" y="151"/>
                  </a:cubicBezTo>
                  <a:cubicBezTo>
                    <a:pt x="871" y="67"/>
                    <a:pt x="687"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
            <p:cNvSpPr/>
            <p:nvPr/>
          </p:nvSpPr>
          <p:spPr>
            <a:xfrm>
              <a:off x="2020425" y="951175"/>
              <a:ext cx="21775" cy="7150"/>
            </a:xfrm>
            <a:custGeom>
              <a:avLst/>
              <a:gdLst/>
              <a:ahLst/>
              <a:cxnLst/>
              <a:rect l="l" t="t" r="r" b="b"/>
              <a:pathLst>
                <a:path w="871" h="286" extrusionOk="0">
                  <a:moveTo>
                    <a:pt x="436" y="1"/>
                  </a:moveTo>
                  <a:cubicBezTo>
                    <a:pt x="185" y="1"/>
                    <a:pt x="1" y="67"/>
                    <a:pt x="1" y="151"/>
                  </a:cubicBezTo>
                  <a:cubicBezTo>
                    <a:pt x="1" y="235"/>
                    <a:pt x="185" y="285"/>
                    <a:pt x="436" y="285"/>
                  </a:cubicBezTo>
                  <a:cubicBezTo>
                    <a:pt x="670" y="285"/>
                    <a:pt x="871" y="235"/>
                    <a:pt x="871" y="151"/>
                  </a:cubicBezTo>
                  <a:cubicBezTo>
                    <a:pt x="871" y="67"/>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
            <p:cNvSpPr/>
            <p:nvPr/>
          </p:nvSpPr>
          <p:spPr>
            <a:xfrm>
              <a:off x="2058925" y="969175"/>
              <a:ext cx="31400" cy="9275"/>
            </a:xfrm>
            <a:custGeom>
              <a:avLst/>
              <a:gdLst/>
              <a:ahLst/>
              <a:cxnLst/>
              <a:rect l="l" t="t" r="r" b="b"/>
              <a:pathLst>
                <a:path w="1256" h="371" extrusionOk="0">
                  <a:moveTo>
                    <a:pt x="637" y="0"/>
                  </a:moveTo>
                  <a:cubicBezTo>
                    <a:pt x="302" y="0"/>
                    <a:pt x="1" y="84"/>
                    <a:pt x="1" y="184"/>
                  </a:cubicBezTo>
                  <a:cubicBezTo>
                    <a:pt x="1" y="285"/>
                    <a:pt x="268" y="369"/>
                    <a:pt x="637" y="369"/>
                  </a:cubicBezTo>
                  <a:cubicBezTo>
                    <a:pt x="667" y="370"/>
                    <a:pt x="697" y="371"/>
                    <a:pt x="726" y="371"/>
                  </a:cubicBezTo>
                  <a:cubicBezTo>
                    <a:pt x="1032" y="371"/>
                    <a:pt x="1256" y="293"/>
                    <a:pt x="1256" y="201"/>
                  </a:cubicBezTo>
                  <a:cubicBezTo>
                    <a:pt x="1256" y="84"/>
                    <a:pt x="988" y="0"/>
                    <a:pt x="6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
            <p:cNvSpPr/>
            <p:nvPr/>
          </p:nvSpPr>
          <p:spPr>
            <a:xfrm>
              <a:off x="2117100" y="961225"/>
              <a:ext cx="21775" cy="7125"/>
            </a:xfrm>
            <a:custGeom>
              <a:avLst/>
              <a:gdLst/>
              <a:ahLst/>
              <a:cxnLst/>
              <a:rect l="l" t="t" r="r" b="b"/>
              <a:pathLst>
                <a:path w="871" h="285" extrusionOk="0">
                  <a:moveTo>
                    <a:pt x="435" y="0"/>
                  </a:moveTo>
                  <a:cubicBezTo>
                    <a:pt x="184" y="0"/>
                    <a:pt x="0" y="50"/>
                    <a:pt x="0" y="134"/>
                  </a:cubicBezTo>
                  <a:cubicBezTo>
                    <a:pt x="0" y="218"/>
                    <a:pt x="184" y="285"/>
                    <a:pt x="435" y="285"/>
                  </a:cubicBezTo>
                  <a:cubicBezTo>
                    <a:pt x="686" y="285"/>
                    <a:pt x="871" y="218"/>
                    <a:pt x="871" y="134"/>
                  </a:cubicBezTo>
                  <a:cubicBezTo>
                    <a:pt x="871" y="50"/>
                    <a:pt x="686"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
            <p:cNvSpPr/>
            <p:nvPr/>
          </p:nvSpPr>
          <p:spPr>
            <a:xfrm>
              <a:off x="2082350" y="944475"/>
              <a:ext cx="22225" cy="7150"/>
            </a:xfrm>
            <a:custGeom>
              <a:avLst/>
              <a:gdLst/>
              <a:ahLst/>
              <a:cxnLst/>
              <a:rect l="l" t="t" r="r" b="b"/>
              <a:pathLst>
                <a:path w="889" h="286" extrusionOk="0">
                  <a:moveTo>
                    <a:pt x="453" y="1"/>
                  </a:moveTo>
                  <a:cubicBezTo>
                    <a:pt x="202" y="1"/>
                    <a:pt x="1" y="51"/>
                    <a:pt x="1" y="135"/>
                  </a:cubicBezTo>
                  <a:cubicBezTo>
                    <a:pt x="1" y="218"/>
                    <a:pt x="202" y="285"/>
                    <a:pt x="453" y="285"/>
                  </a:cubicBezTo>
                  <a:cubicBezTo>
                    <a:pt x="704" y="285"/>
                    <a:pt x="888" y="218"/>
                    <a:pt x="888" y="135"/>
                  </a:cubicBezTo>
                  <a:cubicBezTo>
                    <a:pt x="888" y="51"/>
                    <a:pt x="704"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
            <p:cNvSpPr/>
            <p:nvPr/>
          </p:nvSpPr>
          <p:spPr>
            <a:xfrm>
              <a:off x="1922925" y="715475"/>
              <a:ext cx="110925" cy="48250"/>
            </a:xfrm>
            <a:custGeom>
              <a:avLst/>
              <a:gdLst/>
              <a:ahLst/>
              <a:cxnLst/>
              <a:rect l="l" t="t" r="r" b="b"/>
              <a:pathLst>
                <a:path w="4437" h="1930" extrusionOk="0">
                  <a:moveTo>
                    <a:pt x="1190" y="1"/>
                  </a:moveTo>
                  <a:cubicBezTo>
                    <a:pt x="1173" y="1"/>
                    <a:pt x="1156" y="2"/>
                    <a:pt x="1139" y="5"/>
                  </a:cubicBezTo>
                  <a:cubicBezTo>
                    <a:pt x="436" y="206"/>
                    <a:pt x="0" y="507"/>
                    <a:pt x="0" y="892"/>
                  </a:cubicBezTo>
                  <a:cubicBezTo>
                    <a:pt x="0" y="1461"/>
                    <a:pt x="1088" y="1930"/>
                    <a:pt x="2428" y="1930"/>
                  </a:cubicBezTo>
                  <a:cubicBezTo>
                    <a:pt x="3264" y="1930"/>
                    <a:pt x="4001" y="1746"/>
                    <a:pt x="4436" y="1478"/>
                  </a:cubicBezTo>
                  <a:lnTo>
                    <a:pt x="4436" y="1478"/>
                  </a:lnTo>
                  <a:cubicBezTo>
                    <a:pt x="4269" y="1494"/>
                    <a:pt x="4101" y="1511"/>
                    <a:pt x="3934" y="1511"/>
                  </a:cubicBezTo>
                  <a:cubicBezTo>
                    <a:pt x="2595" y="1511"/>
                    <a:pt x="1507" y="1059"/>
                    <a:pt x="1507" y="473"/>
                  </a:cubicBezTo>
                  <a:lnTo>
                    <a:pt x="1507" y="390"/>
                  </a:lnTo>
                  <a:cubicBezTo>
                    <a:pt x="1553" y="174"/>
                    <a:pt x="1387" y="1"/>
                    <a:pt x="119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
            <p:cNvSpPr/>
            <p:nvPr/>
          </p:nvSpPr>
          <p:spPr>
            <a:xfrm>
              <a:off x="1934225" y="723525"/>
              <a:ext cx="31400" cy="10500"/>
            </a:xfrm>
            <a:custGeom>
              <a:avLst/>
              <a:gdLst/>
              <a:ahLst/>
              <a:cxnLst/>
              <a:rect l="l" t="t" r="r" b="b"/>
              <a:pathLst>
                <a:path w="1256" h="420" extrusionOk="0">
                  <a:moveTo>
                    <a:pt x="636" y="1"/>
                  </a:moveTo>
                  <a:cubicBezTo>
                    <a:pt x="302" y="1"/>
                    <a:pt x="0" y="84"/>
                    <a:pt x="0" y="218"/>
                  </a:cubicBezTo>
                  <a:cubicBezTo>
                    <a:pt x="0" y="335"/>
                    <a:pt x="285" y="419"/>
                    <a:pt x="636" y="419"/>
                  </a:cubicBezTo>
                  <a:cubicBezTo>
                    <a:pt x="988" y="419"/>
                    <a:pt x="1256" y="335"/>
                    <a:pt x="1256" y="218"/>
                  </a:cubicBezTo>
                  <a:cubicBezTo>
                    <a:pt x="1256" y="84"/>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
            <p:cNvSpPr/>
            <p:nvPr/>
          </p:nvSpPr>
          <p:spPr>
            <a:xfrm>
              <a:off x="1971875" y="747800"/>
              <a:ext cx="25150" cy="7150"/>
            </a:xfrm>
            <a:custGeom>
              <a:avLst/>
              <a:gdLst/>
              <a:ahLst/>
              <a:cxnLst/>
              <a:rect l="l" t="t" r="r" b="b"/>
              <a:pathLst>
                <a:path w="1006" h="286" extrusionOk="0">
                  <a:moveTo>
                    <a:pt x="503" y="1"/>
                  </a:moveTo>
                  <a:cubicBezTo>
                    <a:pt x="235" y="1"/>
                    <a:pt x="1" y="51"/>
                    <a:pt x="1" y="134"/>
                  </a:cubicBezTo>
                  <a:cubicBezTo>
                    <a:pt x="1" y="218"/>
                    <a:pt x="235" y="285"/>
                    <a:pt x="503" y="285"/>
                  </a:cubicBezTo>
                  <a:cubicBezTo>
                    <a:pt x="788" y="285"/>
                    <a:pt x="1005" y="218"/>
                    <a:pt x="1005" y="134"/>
                  </a:cubicBezTo>
                  <a:cubicBezTo>
                    <a:pt x="1005" y="51"/>
                    <a:pt x="788"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
            <p:cNvSpPr/>
            <p:nvPr/>
          </p:nvSpPr>
          <p:spPr>
            <a:xfrm>
              <a:off x="2022100" y="728125"/>
              <a:ext cx="19275" cy="7575"/>
            </a:xfrm>
            <a:custGeom>
              <a:avLst/>
              <a:gdLst/>
              <a:ahLst/>
              <a:cxnLst/>
              <a:rect l="l" t="t" r="r" b="b"/>
              <a:pathLst>
                <a:path w="771" h="303" extrusionOk="0">
                  <a:moveTo>
                    <a:pt x="386" y="1"/>
                  </a:moveTo>
                  <a:cubicBezTo>
                    <a:pt x="168" y="1"/>
                    <a:pt x="1" y="68"/>
                    <a:pt x="1" y="151"/>
                  </a:cubicBezTo>
                  <a:cubicBezTo>
                    <a:pt x="1" y="235"/>
                    <a:pt x="168" y="302"/>
                    <a:pt x="386" y="302"/>
                  </a:cubicBezTo>
                  <a:cubicBezTo>
                    <a:pt x="603" y="285"/>
                    <a:pt x="770" y="218"/>
                    <a:pt x="770" y="151"/>
                  </a:cubicBezTo>
                  <a:cubicBezTo>
                    <a:pt x="770" y="68"/>
                    <a:pt x="586" y="1"/>
                    <a:pt x="3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
            <p:cNvSpPr/>
            <p:nvPr/>
          </p:nvSpPr>
          <p:spPr>
            <a:xfrm>
              <a:off x="1990725" y="717675"/>
              <a:ext cx="19275" cy="7550"/>
            </a:xfrm>
            <a:custGeom>
              <a:avLst/>
              <a:gdLst/>
              <a:ahLst/>
              <a:cxnLst/>
              <a:rect l="l" t="t" r="r" b="b"/>
              <a:pathLst>
                <a:path w="771" h="302" extrusionOk="0">
                  <a:moveTo>
                    <a:pt x="385" y="0"/>
                  </a:moveTo>
                  <a:cubicBezTo>
                    <a:pt x="168" y="0"/>
                    <a:pt x="0" y="67"/>
                    <a:pt x="0" y="151"/>
                  </a:cubicBezTo>
                  <a:cubicBezTo>
                    <a:pt x="0" y="235"/>
                    <a:pt x="168" y="302"/>
                    <a:pt x="385" y="302"/>
                  </a:cubicBezTo>
                  <a:cubicBezTo>
                    <a:pt x="603" y="285"/>
                    <a:pt x="770" y="218"/>
                    <a:pt x="770" y="151"/>
                  </a:cubicBezTo>
                  <a:cubicBezTo>
                    <a:pt x="770" y="67"/>
                    <a:pt x="586" y="0"/>
                    <a:pt x="3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
            <p:cNvSpPr/>
            <p:nvPr/>
          </p:nvSpPr>
          <p:spPr>
            <a:xfrm>
              <a:off x="1674350" y="851500"/>
              <a:ext cx="161975" cy="66300"/>
            </a:xfrm>
            <a:custGeom>
              <a:avLst/>
              <a:gdLst/>
              <a:ahLst/>
              <a:cxnLst/>
              <a:rect l="l" t="t" r="r" b="b"/>
              <a:pathLst>
                <a:path w="6479" h="2652" extrusionOk="0">
                  <a:moveTo>
                    <a:pt x="3306" y="0"/>
                  </a:moveTo>
                  <a:cubicBezTo>
                    <a:pt x="3232" y="0"/>
                    <a:pt x="3156" y="2"/>
                    <a:pt x="3081" y="4"/>
                  </a:cubicBezTo>
                  <a:cubicBezTo>
                    <a:pt x="1340" y="71"/>
                    <a:pt x="1" y="723"/>
                    <a:pt x="84" y="1427"/>
                  </a:cubicBezTo>
                  <a:cubicBezTo>
                    <a:pt x="165" y="2131"/>
                    <a:pt x="1531" y="2652"/>
                    <a:pt x="3173" y="2652"/>
                  </a:cubicBezTo>
                  <a:cubicBezTo>
                    <a:pt x="3248" y="2652"/>
                    <a:pt x="3323" y="2651"/>
                    <a:pt x="3399" y="2648"/>
                  </a:cubicBezTo>
                  <a:cubicBezTo>
                    <a:pt x="5140" y="2581"/>
                    <a:pt x="6479" y="1962"/>
                    <a:pt x="6395" y="1226"/>
                  </a:cubicBezTo>
                  <a:cubicBezTo>
                    <a:pt x="6315" y="521"/>
                    <a:pt x="4948" y="0"/>
                    <a:pt x="33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
            <p:cNvSpPr/>
            <p:nvPr/>
          </p:nvSpPr>
          <p:spPr>
            <a:xfrm>
              <a:off x="1710775" y="855675"/>
              <a:ext cx="112150" cy="32850"/>
            </a:xfrm>
            <a:custGeom>
              <a:avLst/>
              <a:gdLst/>
              <a:ahLst/>
              <a:cxnLst/>
              <a:rect l="l" t="t" r="r" b="b"/>
              <a:pathLst>
                <a:path w="4486" h="1314" extrusionOk="0">
                  <a:moveTo>
                    <a:pt x="1661" y="1"/>
                  </a:moveTo>
                  <a:cubicBezTo>
                    <a:pt x="1588" y="1"/>
                    <a:pt x="1514" y="2"/>
                    <a:pt x="1440" y="4"/>
                  </a:cubicBezTo>
                  <a:cubicBezTo>
                    <a:pt x="1055" y="21"/>
                    <a:pt x="686" y="71"/>
                    <a:pt x="352" y="138"/>
                  </a:cubicBezTo>
                  <a:cubicBezTo>
                    <a:pt x="50" y="188"/>
                    <a:pt x="0" y="573"/>
                    <a:pt x="218" y="741"/>
                  </a:cubicBezTo>
                  <a:cubicBezTo>
                    <a:pt x="764" y="1100"/>
                    <a:pt x="1732" y="1313"/>
                    <a:pt x="2811" y="1313"/>
                  </a:cubicBezTo>
                  <a:cubicBezTo>
                    <a:pt x="2889" y="1313"/>
                    <a:pt x="2967" y="1312"/>
                    <a:pt x="3046" y="1310"/>
                  </a:cubicBezTo>
                  <a:cubicBezTo>
                    <a:pt x="3431" y="1293"/>
                    <a:pt x="3800" y="1243"/>
                    <a:pt x="4134" y="1176"/>
                  </a:cubicBezTo>
                  <a:cubicBezTo>
                    <a:pt x="4436" y="1126"/>
                    <a:pt x="4486" y="741"/>
                    <a:pt x="4268" y="573"/>
                  </a:cubicBezTo>
                  <a:cubicBezTo>
                    <a:pt x="3720" y="228"/>
                    <a:pt x="2745" y="1"/>
                    <a:pt x="1661"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
            <p:cNvSpPr/>
            <p:nvPr/>
          </p:nvSpPr>
          <p:spPr>
            <a:xfrm>
              <a:off x="1696950" y="868325"/>
              <a:ext cx="26400" cy="8400"/>
            </a:xfrm>
            <a:custGeom>
              <a:avLst/>
              <a:gdLst/>
              <a:ahLst/>
              <a:cxnLst/>
              <a:rect l="l" t="t" r="r" b="b"/>
              <a:pathLst>
                <a:path w="1056" h="336" extrusionOk="0">
                  <a:moveTo>
                    <a:pt x="520" y="0"/>
                  </a:moveTo>
                  <a:cubicBezTo>
                    <a:pt x="235" y="0"/>
                    <a:pt x="1" y="67"/>
                    <a:pt x="1" y="168"/>
                  </a:cubicBezTo>
                  <a:cubicBezTo>
                    <a:pt x="1" y="251"/>
                    <a:pt x="235" y="335"/>
                    <a:pt x="520" y="335"/>
                  </a:cubicBezTo>
                  <a:cubicBezTo>
                    <a:pt x="821" y="335"/>
                    <a:pt x="1055" y="285"/>
                    <a:pt x="1055" y="168"/>
                  </a:cubicBezTo>
                  <a:cubicBezTo>
                    <a:pt x="1055" y="84"/>
                    <a:pt x="821" y="0"/>
                    <a:pt x="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
            <p:cNvSpPr/>
            <p:nvPr/>
          </p:nvSpPr>
          <p:spPr>
            <a:xfrm>
              <a:off x="1770600" y="864125"/>
              <a:ext cx="31425" cy="10500"/>
            </a:xfrm>
            <a:custGeom>
              <a:avLst/>
              <a:gdLst/>
              <a:ahLst/>
              <a:cxnLst/>
              <a:rect l="l" t="t" r="r" b="b"/>
              <a:pathLst>
                <a:path w="1257" h="420" extrusionOk="0">
                  <a:moveTo>
                    <a:pt x="637" y="1"/>
                  </a:moveTo>
                  <a:cubicBezTo>
                    <a:pt x="285" y="1"/>
                    <a:pt x="1" y="85"/>
                    <a:pt x="1" y="218"/>
                  </a:cubicBezTo>
                  <a:cubicBezTo>
                    <a:pt x="1" y="336"/>
                    <a:pt x="285" y="419"/>
                    <a:pt x="637" y="419"/>
                  </a:cubicBezTo>
                  <a:cubicBezTo>
                    <a:pt x="988" y="419"/>
                    <a:pt x="1256" y="319"/>
                    <a:pt x="1256" y="218"/>
                  </a:cubicBezTo>
                  <a:cubicBezTo>
                    <a:pt x="1256" y="85"/>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
            <p:cNvSpPr/>
            <p:nvPr/>
          </p:nvSpPr>
          <p:spPr>
            <a:xfrm>
              <a:off x="1738375" y="900950"/>
              <a:ext cx="25150" cy="6300"/>
            </a:xfrm>
            <a:custGeom>
              <a:avLst/>
              <a:gdLst/>
              <a:ahLst/>
              <a:cxnLst/>
              <a:rect l="l" t="t" r="r" b="b"/>
              <a:pathLst>
                <a:path w="1006" h="252" extrusionOk="0">
                  <a:moveTo>
                    <a:pt x="503" y="1"/>
                  </a:moveTo>
                  <a:cubicBezTo>
                    <a:pt x="235" y="1"/>
                    <a:pt x="1" y="68"/>
                    <a:pt x="1" y="118"/>
                  </a:cubicBezTo>
                  <a:cubicBezTo>
                    <a:pt x="1" y="185"/>
                    <a:pt x="218" y="252"/>
                    <a:pt x="503" y="252"/>
                  </a:cubicBezTo>
                  <a:cubicBezTo>
                    <a:pt x="771" y="252"/>
                    <a:pt x="1005" y="202"/>
                    <a:pt x="1005" y="118"/>
                  </a:cubicBezTo>
                  <a:cubicBezTo>
                    <a:pt x="1005" y="68"/>
                    <a:pt x="771"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
            <p:cNvSpPr/>
            <p:nvPr/>
          </p:nvSpPr>
          <p:spPr>
            <a:xfrm>
              <a:off x="1671575" y="705125"/>
              <a:ext cx="121650" cy="39150"/>
            </a:xfrm>
            <a:custGeom>
              <a:avLst/>
              <a:gdLst/>
              <a:ahLst/>
              <a:cxnLst/>
              <a:rect l="l" t="t" r="r" b="b"/>
              <a:pathLst>
                <a:path w="4866" h="1566" extrusionOk="0">
                  <a:moveTo>
                    <a:pt x="1099" y="0"/>
                  </a:moveTo>
                  <a:lnTo>
                    <a:pt x="1099" y="0"/>
                  </a:lnTo>
                  <a:cubicBezTo>
                    <a:pt x="497" y="201"/>
                    <a:pt x="78" y="486"/>
                    <a:pt x="62" y="787"/>
                  </a:cubicBezTo>
                  <a:cubicBezTo>
                    <a:pt x="0" y="1246"/>
                    <a:pt x="863" y="1565"/>
                    <a:pt x="2035" y="1565"/>
                  </a:cubicBezTo>
                  <a:cubicBezTo>
                    <a:pt x="2145" y="1565"/>
                    <a:pt x="2257" y="1563"/>
                    <a:pt x="2371" y="1557"/>
                  </a:cubicBezTo>
                  <a:cubicBezTo>
                    <a:pt x="3610" y="1490"/>
                    <a:pt x="4681" y="1071"/>
                    <a:pt x="4866" y="620"/>
                  </a:cubicBezTo>
                  <a:lnTo>
                    <a:pt x="4866" y="620"/>
                  </a:lnTo>
                  <a:cubicBezTo>
                    <a:pt x="4447" y="753"/>
                    <a:pt x="3945" y="837"/>
                    <a:pt x="3409" y="887"/>
                  </a:cubicBezTo>
                  <a:cubicBezTo>
                    <a:pt x="3276" y="896"/>
                    <a:pt x="3146" y="900"/>
                    <a:pt x="3020" y="900"/>
                  </a:cubicBezTo>
                  <a:cubicBezTo>
                    <a:pt x="1875" y="900"/>
                    <a:pt x="1037" y="570"/>
                    <a:pt x="1083" y="117"/>
                  </a:cubicBezTo>
                  <a:cubicBezTo>
                    <a:pt x="1083" y="67"/>
                    <a:pt x="1099" y="50"/>
                    <a:pt x="109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
            <p:cNvSpPr/>
            <p:nvPr/>
          </p:nvSpPr>
          <p:spPr>
            <a:xfrm>
              <a:off x="1692775" y="708875"/>
              <a:ext cx="31400" cy="10500"/>
            </a:xfrm>
            <a:custGeom>
              <a:avLst/>
              <a:gdLst/>
              <a:ahLst/>
              <a:cxnLst/>
              <a:rect l="l" t="t" r="r" b="b"/>
              <a:pathLst>
                <a:path w="1256" h="420" extrusionOk="0">
                  <a:moveTo>
                    <a:pt x="636" y="1"/>
                  </a:moveTo>
                  <a:cubicBezTo>
                    <a:pt x="302" y="1"/>
                    <a:pt x="0" y="85"/>
                    <a:pt x="0" y="218"/>
                  </a:cubicBezTo>
                  <a:cubicBezTo>
                    <a:pt x="0" y="336"/>
                    <a:pt x="268" y="419"/>
                    <a:pt x="636" y="419"/>
                  </a:cubicBezTo>
                  <a:cubicBezTo>
                    <a:pt x="988" y="419"/>
                    <a:pt x="1256" y="336"/>
                    <a:pt x="1256" y="218"/>
                  </a:cubicBezTo>
                  <a:cubicBezTo>
                    <a:pt x="1256" y="85"/>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
            <p:cNvSpPr/>
            <p:nvPr/>
          </p:nvSpPr>
          <p:spPr>
            <a:xfrm>
              <a:off x="1722475" y="729400"/>
              <a:ext cx="22200" cy="7975"/>
            </a:xfrm>
            <a:custGeom>
              <a:avLst/>
              <a:gdLst/>
              <a:ahLst/>
              <a:cxnLst/>
              <a:rect l="l" t="t" r="r" b="b"/>
              <a:pathLst>
                <a:path w="888" h="319" extrusionOk="0">
                  <a:moveTo>
                    <a:pt x="453" y="0"/>
                  </a:moveTo>
                  <a:cubicBezTo>
                    <a:pt x="202" y="0"/>
                    <a:pt x="1" y="84"/>
                    <a:pt x="1" y="167"/>
                  </a:cubicBezTo>
                  <a:cubicBezTo>
                    <a:pt x="1" y="251"/>
                    <a:pt x="218" y="318"/>
                    <a:pt x="453" y="318"/>
                  </a:cubicBezTo>
                  <a:cubicBezTo>
                    <a:pt x="670" y="318"/>
                    <a:pt x="888" y="234"/>
                    <a:pt x="888" y="151"/>
                  </a:cubicBezTo>
                  <a:cubicBezTo>
                    <a:pt x="888" y="50"/>
                    <a:pt x="670" y="0"/>
                    <a:pt x="4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
            <p:cNvSpPr/>
            <p:nvPr/>
          </p:nvSpPr>
          <p:spPr>
            <a:xfrm>
              <a:off x="1757625" y="708050"/>
              <a:ext cx="22200" cy="7550"/>
            </a:xfrm>
            <a:custGeom>
              <a:avLst/>
              <a:gdLst/>
              <a:ahLst/>
              <a:cxnLst/>
              <a:rect l="l" t="t" r="r" b="b"/>
              <a:pathLst>
                <a:path w="888" h="302" extrusionOk="0">
                  <a:moveTo>
                    <a:pt x="436" y="0"/>
                  </a:moveTo>
                  <a:cubicBezTo>
                    <a:pt x="218" y="0"/>
                    <a:pt x="1" y="84"/>
                    <a:pt x="1" y="168"/>
                  </a:cubicBezTo>
                  <a:cubicBezTo>
                    <a:pt x="1" y="251"/>
                    <a:pt x="218" y="302"/>
                    <a:pt x="436" y="302"/>
                  </a:cubicBezTo>
                  <a:cubicBezTo>
                    <a:pt x="670" y="302"/>
                    <a:pt x="888" y="218"/>
                    <a:pt x="888" y="134"/>
                  </a:cubicBezTo>
                  <a:cubicBezTo>
                    <a:pt x="888" y="51"/>
                    <a:pt x="670"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
            <p:cNvSpPr/>
            <p:nvPr/>
          </p:nvSpPr>
          <p:spPr>
            <a:xfrm>
              <a:off x="1702800" y="949750"/>
              <a:ext cx="261600" cy="72175"/>
            </a:xfrm>
            <a:custGeom>
              <a:avLst/>
              <a:gdLst/>
              <a:ahLst/>
              <a:cxnLst/>
              <a:rect l="l" t="t" r="r" b="b"/>
              <a:pathLst>
                <a:path w="10464" h="2887" extrusionOk="0">
                  <a:moveTo>
                    <a:pt x="2079" y="1"/>
                  </a:moveTo>
                  <a:cubicBezTo>
                    <a:pt x="1950" y="1"/>
                    <a:pt x="1826" y="13"/>
                    <a:pt x="1708" y="41"/>
                  </a:cubicBezTo>
                  <a:cubicBezTo>
                    <a:pt x="1" y="426"/>
                    <a:pt x="3131" y="2836"/>
                    <a:pt x="7617" y="2886"/>
                  </a:cubicBezTo>
                  <a:cubicBezTo>
                    <a:pt x="7658" y="2887"/>
                    <a:pt x="7699" y="2887"/>
                    <a:pt x="7740" y="2887"/>
                  </a:cubicBezTo>
                  <a:cubicBezTo>
                    <a:pt x="10155" y="2887"/>
                    <a:pt x="10463" y="2401"/>
                    <a:pt x="8487" y="2401"/>
                  </a:cubicBezTo>
                  <a:cubicBezTo>
                    <a:pt x="6647" y="2385"/>
                    <a:pt x="3847" y="1"/>
                    <a:pt x="20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
            <p:cNvSpPr/>
            <p:nvPr/>
          </p:nvSpPr>
          <p:spPr>
            <a:xfrm>
              <a:off x="1680625" y="953275"/>
              <a:ext cx="47750" cy="26000"/>
            </a:xfrm>
            <a:custGeom>
              <a:avLst/>
              <a:gdLst/>
              <a:ahLst/>
              <a:cxnLst/>
              <a:rect l="l" t="t" r="r" b="b"/>
              <a:pathLst>
                <a:path w="1910" h="1040" extrusionOk="0">
                  <a:moveTo>
                    <a:pt x="562" y="0"/>
                  </a:moveTo>
                  <a:cubicBezTo>
                    <a:pt x="473" y="0"/>
                    <a:pt x="390" y="11"/>
                    <a:pt x="319" y="34"/>
                  </a:cubicBezTo>
                  <a:cubicBezTo>
                    <a:pt x="1" y="151"/>
                    <a:pt x="34" y="435"/>
                    <a:pt x="386" y="703"/>
                  </a:cubicBezTo>
                  <a:cubicBezTo>
                    <a:pt x="654" y="920"/>
                    <a:pt x="1039" y="1040"/>
                    <a:pt x="1340" y="1040"/>
                  </a:cubicBezTo>
                  <a:cubicBezTo>
                    <a:pt x="1434" y="1040"/>
                    <a:pt x="1520" y="1028"/>
                    <a:pt x="1591" y="1005"/>
                  </a:cubicBezTo>
                  <a:cubicBezTo>
                    <a:pt x="1909" y="904"/>
                    <a:pt x="1892" y="603"/>
                    <a:pt x="1541" y="335"/>
                  </a:cubicBezTo>
                  <a:cubicBezTo>
                    <a:pt x="1255" y="127"/>
                    <a:pt x="870" y="0"/>
                    <a:pt x="5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
            <p:cNvSpPr/>
            <p:nvPr/>
          </p:nvSpPr>
          <p:spPr>
            <a:xfrm>
              <a:off x="1791925" y="646025"/>
              <a:ext cx="319275" cy="16000"/>
            </a:xfrm>
            <a:custGeom>
              <a:avLst/>
              <a:gdLst/>
              <a:ahLst/>
              <a:cxnLst/>
              <a:rect l="l" t="t" r="r" b="b"/>
              <a:pathLst>
                <a:path w="12771" h="640" extrusionOk="0">
                  <a:moveTo>
                    <a:pt x="5084" y="0"/>
                  </a:moveTo>
                  <a:cubicBezTo>
                    <a:pt x="3940" y="0"/>
                    <a:pt x="2868" y="39"/>
                    <a:pt x="2127" y="138"/>
                  </a:cubicBezTo>
                  <a:cubicBezTo>
                    <a:pt x="1" y="410"/>
                    <a:pt x="1935" y="640"/>
                    <a:pt x="5329" y="640"/>
                  </a:cubicBezTo>
                  <a:cubicBezTo>
                    <a:pt x="6743" y="640"/>
                    <a:pt x="8412" y="600"/>
                    <a:pt x="10145" y="506"/>
                  </a:cubicBezTo>
                  <a:cubicBezTo>
                    <a:pt x="12770" y="367"/>
                    <a:pt x="8590" y="0"/>
                    <a:pt x="5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
            <p:cNvSpPr/>
            <p:nvPr/>
          </p:nvSpPr>
          <p:spPr>
            <a:xfrm>
              <a:off x="1853875" y="842375"/>
              <a:ext cx="22200" cy="7350"/>
            </a:xfrm>
            <a:custGeom>
              <a:avLst/>
              <a:gdLst/>
              <a:ahLst/>
              <a:cxnLst/>
              <a:rect l="l" t="t" r="r" b="b"/>
              <a:pathLst>
                <a:path w="888" h="294" extrusionOk="0">
                  <a:moveTo>
                    <a:pt x="436" y="0"/>
                  </a:moveTo>
                  <a:cubicBezTo>
                    <a:pt x="218" y="0"/>
                    <a:pt x="1" y="67"/>
                    <a:pt x="1" y="151"/>
                  </a:cubicBezTo>
                  <a:cubicBezTo>
                    <a:pt x="1" y="235"/>
                    <a:pt x="185" y="285"/>
                    <a:pt x="436" y="285"/>
                  </a:cubicBezTo>
                  <a:cubicBezTo>
                    <a:pt x="480" y="291"/>
                    <a:pt x="523" y="294"/>
                    <a:pt x="564" y="294"/>
                  </a:cubicBezTo>
                  <a:cubicBezTo>
                    <a:pt x="752" y="294"/>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
            <p:cNvSpPr/>
            <p:nvPr/>
          </p:nvSpPr>
          <p:spPr>
            <a:xfrm>
              <a:off x="2227975" y="757000"/>
              <a:ext cx="21800" cy="7575"/>
            </a:xfrm>
            <a:custGeom>
              <a:avLst/>
              <a:gdLst/>
              <a:ahLst/>
              <a:cxnLst/>
              <a:rect l="l" t="t" r="r" b="b"/>
              <a:pathLst>
                <a:path w="872" h="303" extrusionOk="0">
                  <a:moveTo>
                    <a:pt x="436" y="1"/>
                  </a:moveTo>
                  <a:cubicBezTo>
                    <a:pt x="202" y="1"/>
                    <a:pt x="1" y="68"/>
                    <a:pt x="1" y="151"/>
                  </a:cubicBezTo>
                  <a:cubicBezTo>
                    <a:pt x="1" y="235"/>
                    <a:pt x="185" y="302"/>
                    <a:pt x="436" y="302"/>
                  </a:cubicBezTo>
                  <a:cubicBezTo>
                    <a:pt x="687" y="302"/>
                    <a:pt x="871" y="235"/>
                    <a:pt x="871" y="151"/>
                  </a:cubicBezTo>
                  <a:cubicBezTo>
                    <a:pt x="871"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
            <p:cNvSpPr/>
            <p:nvPr/>
          </p:nvSpPr>
          <p:spPr>
            <a:xfrm>
              <a:off x="2092400" y="675000"/>
              <a:ext cx="22200" cy="7125"/>
            </a:xfrm>
            <a:custGeom>
              <a:avLst/>
              <a:gdLst/>
              <a:ahLst/>
              <a:cxnLst/>
              <a:rect l="l" t="t" r="r" b="b"/>
              <a:pathLst>
                <a:path w="888" h="285" extrusionOk="0">
                  <a:moveTo>
                    <a:pt x="436" y="0"/>
                  </a:moveTo>
                  <a:cubicBezTo>
                    <a:pt x="218" y="0"/>
                    <a:pt x="1" y="67"/>
                    <a:pt x="1" y="151"/>
                  </a:cubicBezTo>
                  <a:cubicBezTo>
                    <a:pt x="1" y="234"/>
                    <a:pt x="185" y="285"/>
                    <a:pt x="436" y="285"/>
                  </a:cubicBezTo>
                  <a:cubicBezTo>
                    <a:pt x="687" y="285"/>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
            <p:cNvSpPr/>
            <p:nvPr/>
          </p:nvSpPr>
          <p:spPr>
            <a:xfrm>
              <a:off x="1625400" y="879625"/>
              <a:ext cx="21775" cy="7125"/>
            </a:xfrm>
            <a:custGeom>
              <a:avLst/>
              <a:gdLst/>
              <a:ahLst/>
              <a:cxnLst/>
              <a:rect l="l" t="t" r="r" b="b"/>
              <a:pathLst>
                <a:path w="871" h="285" extrusionOk="0">
                  <a:moveTo>
                    <a:pt x="436" y="0"/>
                  </a:moveTo>
                  <a:cubicBezTo>
                    <a:pt x="201" y="0"/>
                    <a:pt x="0" y="50"/>
                    <a:pt x="0" y="134"/>
                  </a:cubicBezTo>
                  <a:cubicBezTo>
                    <a:pt x="0" y="218"/>
                    <a:pt x="184" y="285"/>
                    <a:pt x="436" y="285"/>
                  </a:cubicBezTo>
                  <a:cubicBezTo>
                    <a:pt x="687" y="285"/>
                    <a:pt x="871" y="218"/>
                    <a:pt x="871" y="134"/>
                  </a:cubicBezTo>
                  <a:cubicBezTo>
                    <a:pt x="871" y="50"/>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
            <p:cNvSpPr/>
            <p:nvPr/>
          </p:nvSpPr>
          <p:spPr>
            <a:xfrm>
              <a:off x="1838825" y="754075"/>
              <a:ext cx="21775" cy="7150"/>
            </a:xfrm>
            <a:custGeom>
              <a:avLst/>
              <a:gdLst/>
              <a:ahLst/>
              <a:cxnLst/>
              <a:rect l="l" t="t" r="r" b="b"/>
              <a:pathLst>
                <a:path w="871" h="286" extrusionOk="0">
                  <a:moveTo>
                    <a:pt x="435" y="1"/>
                  </a:moveTo>
                  <a:cubicBezTo>
                    <a:pt x="201" y="1"/>
                    <a:pt x="0" y="51"/>
                    <a:pt x="0" y="135"/>
                  </a:cubicBezTo>
                  <a:cubicBezTo>
                    <a:pt x="0" y="218"/>
                    <a:pt x="184" y="285"/>
                    <a:pt x="435" y="285"/>
                  </a:cubicBezTo>
                  <a:cubicBezTo>
                    <a:pt x="686" y="285"/>
                    <a:pt x="870" y="218"/>
                    <a:pt x="870" y="135"/>
                  </a:cubicBezTo>
                  <a:cubicBezTo>
                    <a:pt x="870" y="51"/>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
            <p:cNvSpPr/>
            <p:nvPr/>
          </p:nvSpPr>
          <p:spPr>
            <a:xfrm>
              <a:off x="2201625" y="872500"/>
              <a:ext cx="22200" cy="7550"/>
            </a:xfrm>
            <a:custGeom>
              <a:avLst/>
              <a:gdLst/>
              <a:ahLst/>
              <a:cxnLst/>
              <a:rect l="l" t="t" r="r" b="b"/>
              <a:pathLst>
                <a:path w="888" h="302" extrusionOk="0">
                  <a:moveTo>
                    <a:pt x="452" y="1"/>
                  </a:moveTo>
                  <a:cubicBezTo>
                    <a:pt x="218" y="1"/>
                    <a:pt x="0" y="68"/>
                    <a:pt x="0" y="151"/>
                  </a:cubicBezTo>
                  <a:cubicBezTo>
                    <a:pt x="0" y="235"/>
                    <a:pt x="201" y="302"/>
                    <a:pt x="452" y="302"/>
                  </a:cubicBezTo>
                  <a:cubicBezTo>
                    <a:pt x="703" y="302"/>
                    <a:pt x="888" y="235"/>
                    <a:pt x="888" y="151"/>
                  </a:cubicBezTo>
                  <a:cubicBezTo>
                    <a:pt x="888" y="68"/>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
            <p:cNvSpPr/>
            <p:nvPr/>
          </p:nvSpPr>
          <p:spPr>
            <a:xfrm>
              <a:off x="2398300" y="887975"/>
              <a:ext cx="22200" cy="7200"/>
            </a:xfrm>
            <a:custGeom>
              <a:avLst/>
              <a:gdLst/>
              <a:ahLst/>
              <a:cxnLst/>
              <a:rect l="l" t="t" r="r" b="b"/>
              <a:pathLst>
                <a:path w="888" h="288" extrusionOk="0">
                  <a:moveTo>
                    <a:pt x="452" y="1"/>
                  </a:moveTo>
                  <a:cubicBezTo>
                    <a:pt x="218" y="1"/>
                    <a:pt x="0" y="51"/>
                    <a:pt x="0" y="135"/>
                  </a:cubicBezTo>
                  <a:cubicBezTo>
                    <a:pt x="0" y="219"/>
                    <a:pt x="201" y="286"/>
                    <a:pt x="452" y="286"/>
                  </a:cubicBezTo>
                  <a:cubicBezTo>
                    <a:pt x="471" y="287"/>
                    <a:pt x="490" y="288"/>
                    <a:pt x="509" y="288"/>
                  </a:cubicBezTo>
                  <a:cubicBezTo>
                    <a:pt x="706" y="288"/>
                    <a:pt x="888" y="211"/>
                    <a:pt x="888" y="135"/>
                  </a:cubicBezTo>
                  <a:cubicBezTo>
                    <a:pt x="888" y="51"/>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
            <p:cNvSpPr/>
            <p:nvPr/>
          </p:nvSpPr>
          <p:spPr>
            <a:xfrm>
              <a:off x="1667650" y="779600"/>
              <a:ext cx="22225" cy="7150"/>
            </a:xfrm>
            <a:custGeom>
              <a:avLst/>
              <a:gdLst/>
              <a:ahLst/>
              <a:cxnLst/>
              <a:rect l="l" t="t" r="r" b="b"/>
              <a:pathLst>
                <a:path w="889" h="286" extrusionOk="0">
                  <a:moveTo>
                    <a:pt x="436" y="1"/>
                  </a:moveTo>
                  <a:cubicBezTo>
                    <a:pt x="219" y="1"/>
                    <a:pt x="1" y="68"/>
                    <a:pt x="1" y="151"/>
                  </a:cubicBezTo>
                  <a:cubicBezTo>
                    <a:pt x="1" y="235"/>
                    <a:pt x="185" y="285"/>
                    <a:pt x="436" y="285"/>
                  </a:cubicBezTo>
                  <a:cubicBezTo>
                    <a:pt x="687" y="285"/>
                    <a:pt x="888" y="235"/>
                    <a:pt x="888" y="151"/>
                  </a:cubicBezTo>
                  <a:cubicBezTo>
                    <a:pt x="888"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
            <p:cNvSpPr/>
            <p:nvPr/>
          </p:nvSpPr>
          <p:spPr>
            <a:xfrm>
              <a:off x="1912475" y="949500"/>
              <a:ext cx="21775" cy="7200"/>
            </a:xfrm>
            <a:custGeom>
              <a:avLst/>
              <a:gdLst/>
              <a:ahLst/>
              <a:cxnLst/>
              <a:rect l="l" t="t" r="r" b="b"/>
              <a:pathLst>
                <a:path w="871" h="288" extrusionOk="0">
                  <a:moveTo>
                    <a:pt x="435" y="1"/>
                  </a:moveTo>
                  <a:cubicBezTo>
                    <a:pt x="218" y="1"/>
                    <a:pt x="0" y="68"/>
                    <a:pt x="0" y="151"/>
                  </a:cubicBezTo>
                  <a:cubicBezTo>
                    <a:pt x="0" y="235"/>
                    <a:pt x="184" y="285"/>
                    <a:pt x="435" y="285"/>
                  </a:cubicBezTo>
                  <a:cubicBezTo>
                    <a:pt x="460" y="287"/>
                    <a:pt x="484" y="288"/>
                    <a:pt x="507" y="288"/>
                  </a:cubicBezTo>
                  <a:cubicBezTo>
                    <a:pt x="709" y="288"/>
                    <a:pt x="870" y="226"/>
                    <a:pt x="870" y="151"/>
                  </a:cubicBezTo>
                  <a:cubicBezTo>
                    <a:pt x="870" y="68"/>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 name="Google Shape;504;p3"/>
          <p:cNvGrpSpPr/>
          <p:nvPr/>
        </p:nvGrpSpPr>
        <p:grpSpPr>
          <a:xfrm rot="-820589">
            <a:off x="-336195" y="4780591"/>
            <a:ext cx="2098832" cy="984632"/>
            <a:chOff x="1406550" y="1260600"/>
            <a:chExt cx="1204775" cy="565200"/>
          </a:xfrm>
        </p:grpSpPr>
        <p:sp>
          <p:nvSpPr>
            <p:cNvPr id="505" name="Google Shape;505;p3"/>
            <p:cNvSpPr/>
            <p:nvPr/>
          </p:nvSpPr>
          <p:spPr>
            <a:xfrm>
              <a:off x="1406550" y="1264650"/>
              <a:ext cx="1204775" cy="555275"/>
            </a:xfrm>
            <a:custGeom>
              <a:avLst/>
              <a:gdLst/>
              <a:ahLst/>
              <a:cxnLst/>
              <a:rect l="l" t="t" r="r" b="b"/>
              <a:pathLst>
                <a:path w="48191" h="22211" extrusionOk="0">
                  <a:moveTo>
                    <a:pt x="25953" y="0"/>
                  </a:moveTo>
                  <a:cubicBezTo>
                    <a:pt x="24999" y="0"/>
                    <a:pt x="24004" y="17"/>
                    <a:pt x="22965" y="49"/>
                  </a:cubicBezTo>
                  <a:cubicBezTo>
                    <a:pt x="9089" y="467"/>
                    <a:pt x="0" y="3263"/>
                    <a:pt x="921" y="12586"/>
                  </a:cubicBezTo>
                  <a:cubicBezTo>
                    <a:pt x="1557" y="19097"/>
                    <a:pt x="14897" y="22211"/>
                    <a:pt x="24991" y="22211"/>
                  </a:cubicBezTo>
                  <a:cubicBezTo>
                    <a:pt x="36390" y="22211"/>
                    <a:pt x="48190" y="14461"/>
                    <a:pt x="44759" y="7263"/>
                  </a:cubicBezTo>
                  <a:cubicBezTo>
                    <a:pt x="42311" y="2152"/>
                    <a:pt x="36876" y="0"/>
                    <a:pt x="25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
            <p:cNvSpPr/>
            <p:nvPr/>
          </p:nvSpPr>
          <p:spPr>
            <a:xfrm>
              <a:off x="1450475" y="1293850"/>
              <a:ext cx="1112300" cy="487575"/>
            </a:xfrm>
            <a:custGeom>
              <a:avLst/>
              <a:gdLst/>
              <a:ahLst/>
              <a:cxnLst/>
              <a:rect l="l" t="t" r="r" b="b"/>
              <a:pathLst>
                <a:path w="44492" h="19503" extrusionOk="0">
                  <a:moveTo>
                    <a:pt x="24368" y="1"/>
                  </a:moveTo>
                  <a:cubicBezTo>
                    <a:pt x="23367" y="1"/>
                    <a:pt x="22314" y="18"/>
                    <a:pt x="21208" y="53"/>
                  </a:cubicBezTo>
                  <a:cubicBezTo>
                    <a:pt x="8370" y="454"/>
                    <a:pt x="1" y="2697"/>
                    <a:pt x="871" y="11301"/>
                  </a:cubicBezTo>
                  <a:cubicBezTo>
                    <a:pt x="1474" y="17293"/>
                    <a:pt x="13475" y="19503"/>
                    <a:pt x="22799" y="19503"/>
                  </a:cubicBezTo>
                  <a:cubicBezTo>
                    <a:pt x="33344" y="19503"/>
                    <a:pt x="44492" y="13025"/>
                    <a:pt x="41328" y="6380"/>
                  </a:cubicBezTo>
                  <a:cubicBezTo>
                    <a:pt x="39111" y="1702"/>
                    <a:pt x="34179" y="1"/>
                    <a:pt x="243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
            <p:cNvSpPr/>
            <p:nvPr/>
          </p:nvSpPr>
          <p:spPr>
            <a:xfrm>
              <a:off x="1427050" y="1514850"/>
              <a:ext cx="1112725" cy="310950"/>
            </a:xfrm>
            <a:custGeom>
              <a:avLst/>
              <a:gdLst/>
              <a:ahLst/>
              <a:cxnLst/>
              <a:rect l="l" t="t" r="r" b="b"/>
              <a:pathLst>
                <a:path w="44509" h="12438" extrusionOk="0">
                  <a:moveTo>
                    <a:pt x="101" y="0"/>
                  </a:moveTo>
                  <a:lnTo>
                    <a:pt x="101" y="0"/>
                  </a:lnTo>
                  <a:cubicBezTo>
                    <a:pt x="0" y="804"/>
                    <a:pt x="0" y="1657"/>
                    <a:pt x="84" y="2578"/>
                  </a:cubicBezTo>
                  <a:cubicBezTo>
                    <a:pt x="737" y="9089"/>
                    <a:pt x="14077" y="12437"/>
                    <a:pt x="24154" y="12437"/>
                  </a:cubicBezTo>
                  <a:cubicBezTo>
                    <a:pt x="34030" y="12437"/>
                    <a:pt x="44157" y="6428"/>
                    <a:pt x="44508" y="218"/>
                  </a:cubicBezTo>
                  <a:lnTo>
                    <a:pt x="44508" y="218"/>
                  </a:lnTo>
                  <a:cubicBezTo>
                    <a:pt x="43654" y="6194"/>
                    <a:pt x="33812" y="11684"/>
                    <a:pt x="24204" y="11684"/>
                  </a:cubicBezTo>
                  <a:cubicBezTo>
                    <a:pt x="14128" y="11684"/>
                    <a:pt x="770" y="8570"/>
                    <a:pt x="151" y="2059"/>
                  </a:cubicBezTo>
                  <a:cubicBezTo>
                    <a:pt x="84" y="1323"/>
                    <a:pt x="67" y="653"/>
                    <a:pt x="1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
            <p:cNvSpPr/>
            <p:nvPr/>
          </p:nvSpPr>
          <p:spPr>
            <a:xfrm>
              <a:off x="1423275" y="1260600"/>
              <a:ext cx="1118575" cy="293600"/>
            </a:xfrm>
            <a:custGeom>
              <a:avLst/>
              <a:gdLst/>
              <a:ahLst/>
              <a:cxnLst/>
              <a:rect l="l" t="t" r="r" b="b"/>
              <a:pathLst>
                <a:path w="44743" h="11744" extrusionOk="0">
                  <a:moveTo>
                    <a:pt x="25024" y="1"/>
                  </a:moveTo>
                  <a:cubicBezTo>
                    <a:pt x="24140" y="1"/>
                    <a:pt x="23220" y="15"/>
                    <a:pt x="22263" y="44"/>
                  </a:cubicBezTo>
                  <a:cubicBezTo>
                    <a:pt x="8889" y="462"/>
                    <a:pt x="1" y="3207"/>
                    <a:pt x="185" y="11744"/>
                  </a:cubicBezTo>
                  <a:cubicBezTo>
                    <a:pt x="369" y="3626"/>
                    <a:pt x="9190" y="964"/>
                    <a:pt x="22296" y="579"/>
                  </a:cubicBezTo>
                  <a:cubicBezTo>
                    <a:pt x="23287" y="548"/>
                    <a:pt x="24238" y="533"/>
                    <a:pt x="25151" y="533"/>
                  </a:cubicBezTo>
                  <a:cubicBezTo>
                    <a:pt x="36163" y="533"/>
                    <a:pt x="41632" y="2796"/>
                    <a:pt x="44090" y="7927"/>
                  </a:cubicBezTo>
                  <a:cubicBezTo>
                    <a:pt x="44475" y="8714"/>
                    <a:pt x="44659" y="9484"/>
                    <a:pt x="44693" y="10254"/>
                  </a:cubicBezTo>
                  <a:cubicBezTo>
                    <a:pt x="44743" y="9317"/>
                    <a:pt x="44542" y="8346"/>
                    <a:pt x="44090" y="7408"/>
                  </a:cubicBezTo>
                  <a:cubicBezTo>
                    <a:pt x="41625" y="2262"/>
                    <a:pt x="36116" y="1"/>
                    <a:pt x="25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
            <p:cNvSpPr/>
            <p:nvPr/>
          </p:nvSpPr>
          <p:spPr>
            <a:xfrm>
              <a:off x="1447450" y="1299025"/>
              <a:ext cx="1027225" cy="464700"/>
            </a:xfrm>
            <a:custGeom>
              <a:avLst/>
              <a:gdLst/>
              <a:ahLst/>
              <a:cxnLst/>
              <a:rect l="l" t="t" r="r" b="b"/>
              <a:pathLst>
                <a:path w="41089" h="18588" extrusionOk="0">
                  <a:moveTo>
                    <a:pt x="24535" y="1"/>
                  </a:moveTo>
                  <a:cubicBezTo>
                    <a:pt x="23384" y="1"/>
                    <a:pt x="22185" y="29"/>
                    <a:pt x="20944" y="80"/>
                  </a:cubicBezTo>
                  <a:cubicBezTo>
                    <a:pt x="9646" y="565"/>
                    <a:pt x="4390" y="2624"/>
                    <a:pt x="2398" y="7411"/>
                  </a:cubicBezTo>
                  <a:cubicBezTo>
                    <a:pt x="1" y="13215"/>
                    <a:pt x="9357" y="18588"/>
                    <a:pt x="18763" y="18588"/>
                  </a:cubicBezTo>
                  <a:cubicBezTo>
                    <a:pt x="19340" y="18588"/>
                    <a:pt x="19918" y="18567"/>
                    <a:pt x="20492" y="18526"/>
                  </a:cubicBezTo>
                  <a:cubicBezTo>
                    <a:pt x="29247" y="17907"/>
                    <a:pt x="40679" y="14525"/>
                    <a:pt x="40863" y="9102"/>
                  </a:cubicBezTo>
                  <a:cubicBezTo>
                    <a:pt x="41089" y="2131"/>
                    <a:pt x="34625" y="1"/>
                    <a:pt x="245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
            <p:cNvSpPr/>
            <p:nvPr/>
          </p:nvSpPr>
          <p:spPr>
            <a:xfrm>
              <a:off x="1439025" y="1308900"/>
              <a:ext cx="1025525" cy="450175"/>
            </a:xfrm>
            <a:custGeom>
              <a:avLst/>
              <a:gdLst/>
              <a:ahLst/>
              <a:cxnLst/>
              <a:rect l="l" t="t" r="r" b="b"/>
              <a:pathLst>
                <a:path w="41021" h="18007" extrusionOk="0">
                  <a:moveTo>
                    <a:pt x="24879" y="0"/>
                  </a:moveTo>
                  <a:cubicBezTo>
                    <a:pt x="23603" y="0"/>
                    <a:pt x="22282" y="66"/>
                    <a:pt x="20930" y="204"/>
                  </a:cubicBezTo>
                  <a:cubicBezTo>
                    <a:pt x="11941" y="1124"/>
                    <a:pt x="6250" y="2179"/>
                    <a:pt x="3020" y="7184"/>
                  </a:cubicBezTo>
                  <a:cubicBezTo>
                    <a:pt x="1" y="11821"/>
                    <a:pt x="10031" y="18006"/>
                    <a:pt x="19970" y="18006"/>
                  </a:cubicBezTo>
                  <a:cubicBezTo>
                    <a:pt x="20722" y="18006"/>
                    <a:pt x="21473" y="17971"/>
                    <a:pt x="22219" y="17896"/>
                  </a:cubicBezTo>
                  <a:cubicBezTo>
                    <a:pt x="34070" y="16675"/>
                    <a:pt x="40079" y="12038"/>
                    <a:pt x="40564" y="7452"/>
                  </a:cubicBezTo>
                  <a:cubicBezTo>
                    <a:pt x="41020" y="3422"/>
                    <a:pt x="34112" y="0"/>
                    <a:pt x="248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
            <p:cNvSpPr/>
            <p:nvPr/>
          </p:nvSpPr>
          <p:spPr>
            <a:xfrm>
              <a:off x="1447350" y="1315975"/>
              <a:ext cx="1011500" cy="419150"/>
            </a:xfrm>
            <a:custGeom>
              <a:avLst/>
              <a:gdLst/>
              <a:ahLst/>
              <a:cxnLst/>
              <a:rect l="l" t="t" r="r" b="b"/>
              <a:pathLst>
                <a:path w="40460" h="16766" extrusionOk="0">
                  <a:moveTo>
                    <a:pt x="24729" y="1"/>
                  </a:moveTo>
                  <a:cubicBezTo>
                    <a:pt x="23450" y="1"/>
                    <a:pt x="22124" y="66"/>
                    <a:pt x="20764" y="205"/>
                  </a:cubicBezTo>
                  <a:cubicBezTo>
                    <a:pt x="11910" y="1093"/>
                    <a:pt x="6302" y="2130"/>
                    <a:pt x="3021" y="6951"/>
                  </a:cubicBezTo>
                  <a:cubicBezTo>
                    <a:pt x="0" y="11390"/>
                    <a:pt x="10165" y="16766"/>
                    <a:pt x="19948" y="16766"/>
                  </a:cubicBezTo>
                  <a:cubicBezTo>
                    <a:pt x="20790" y="16766"/>
                    <a:pt x="21628" y="16726"/>
                    <a:pt x="22455" y="16643"/>
                  </a:cubicBezTo>
                  <a:cubicBezTo>
                    <a:pt x="34138" y="15454"/>
                    <a:pt x="39361" y="11554"/>
                    <a:pt x="39947" y="7152"/>
                  </a:cubicBezTo>
                  <a:cubicBezTo>
                    <a:pt x="40460" y="3281"/>
                    <a:pt x="33767" y="1"/>
                    <a:pt x="247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
            <p:cNvSpPr/>
            <p:nvPr/>
          </p:nvSpPr>
          <p:spPr>
            <a:xfrm>
              <a:off x="2072350" y="1350525"/>
              <a:ext cx="329350" cy="96850"/>
            </a:xfrm>
            <a:custGeom>
              <a:avLst/>
              <a:gdLst/>
              <a:ahLst/>
              <a:cxnLst/>
              <a:rect l="l" t="t" r="r" b="b"/>
              <a:pathLst>
                <a:path w="13174" h="3874" extrusionOk="0">
                  <a:moveTo>
                    <a:pt x="5782" y="1"/>
                  </a:moveTo>
                  <a:cubicBezTo>
                    <a:pt x="4496" y="1"/>
                    <a:pt x="3161" y="810"/>
                    <a:pt x="1020" y="2707"/>
                  </a:cubicBezTo>
                  <a:cubicBezTo>
                    <a:pt x="31" y="3584"/>
                    <a:pt x="0" y="3873"/>
                    <a:pt x="572" y="3873"/>
                  </a:cubicBezTo>
                  <a:cubicBezTo>
                    <a:pt x="1681" y="3873"/>
                    <a:pt x="5062" y="2782"/>
                    <a:pt x="8109" y="2782"/>
                  </a:cubicBezTo>
                  <a:cubicBezTo>
                    <a:pt x="9123" y="2782"/>
                    <a:pt x="10101" y="2903"/>
                    <a:pt x="10946" y="3226"/>
                  </a:cubicBezTo>
                  <a:cubicBezTo>
                    <a:pt x="11895" y="3593"/>
                    <a:pt x="12399" y="3747"/>
                    <a:pt x="12582" y="3747"/>
                  </a:cubicBezTo>
                  <a:cubicBezTo>
                    <a:pt x="13174" y="3747"/>
                    <a:pt x="10404" y="2138"/>
                    <a:pt x="8435" y="949"/>
                  </a:cubicBezTo>
                  <a:cubicBezTo>
                    <a:pt x="7433" y="343"/>
                    <a:pt x="6618" y="1"/>
                    <a:pt x="578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
            <p:cNvSpPr/>
            <p:nvPr/>
          </p:nvSpPr>
          <p:spPr>
            <a:xfrm>
              <a:off x="1580725" y="1367450"/>
              <a:ext cx="772400" cy="329975"/>
            </a:xfrm>
            <a:custGeom>
              <a:avLst/>
              <a:gdLst/>
              <a:ahLst/>
              <a:cxnLst/>
              <a:rect l="l" t="t" r="r" b="b"/>
              <a:pathLst>
                <a:path w="30896" h="13199" extrusionOk="0">
                  <a:moveTo>
                    <a:pt x="10486" y="1"/>
                  </a:moveTo>
                  <a:cubicBezTo>
                    <a:pt x="5302" y="1"/>
                    <a:pt x="220" y="3089"/>
                    <a:pt x="114" y="7604"/>
                  </a:cubicBezTo>
                  <a:cubicBezTo>
                    <a:pt x="1" y="11782"/>
                    <a:pt x="6792" y="13199"/>
                    <a:pt x="14214" y="13199"/>
                  </a:cubicBezTo>
                  <a:cubicBezTo>
                    <a:pt x="15592" y="13199"/>
                    <a:pt x="16993" y="13150"/>
                    <a:pt x="18375" y="13060"/>
                  </a:cubicBezTo>
                  <a:cubicBezTo>
                    <a:pt x="26711" y="12508"/>
                    <a:pt x="30896" y="6030"/>
                    <a:pt x="21656" y="5762"/>
                  </a:cubicBezTo>
                  <a:cubicBezTo>
                    <a:pt x="21406" y="5756"/>
                    <a:pt x="21169" y="5752"/>
                    <a:pt x="20945" y="5752"/>
                  </a:cubicBezTo>
                  <a:cubicBezTo>
                    <a:pt x="12914" y="5752"/>
                    <a:pt x="20364" y="10013"/>
                    <a:pt x="10090" y="11169"/>
                  </a:cubicBezTo>
                  <a:cubicBezTo>
                    <a:pt x="9229" y="11267"/>
                    <a:pt x="8460" y="11312"/>
                    <a:pt x="7773" y="11312"/>
                  </a:cubicBezTo>
                  <a:cubicBezTo>
                    <a:pt x="27" y="11312"/>
                    <a:pt x="2814" y="5552"/>
                    <a:pt x="4951" y="4875"/>
                  </a:cubicBezTo>
                  <a:cubicBezTo>
                    <a:pt x="8583" y="3720"/>
                    <a:pt x="19430" y="1042"/>
                    <a:pt x="12115" y="105"/>
                  </a:cubicBezTo>
                  <a:cubicBezTo>
                    <a:pt x="11575" y="35"/>
                    <a:pt x="11029" y="1"/>
                    <a:pt x="10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
            <p:cNvSpPr/>
            <p:nvPr/>
          </p:nvSpPr>
          <p:spPr>
            <a:xfrm>
              <a:off x="2287400" y="1486800"/>
              <a:ext cx="106750" cy="111450"/>
            </a:xfrm>
            <a:custGeom>
              <a:avLst/>
              <a:gdLst/>
              <a:ahLst/>
              <a:cxnLst/>
              <a:rect l="l" t="t" r="r" b="b"/>
              <a:pathLst>
                <a:path w="4270" h="4458" extrusionOk="0">
                  <a:moveTo>
                    <a:pt x="2302" y="1"/>
                  </a:moveTo>
                  <a:cubicBezTo>
                    <a:pt x="1248" y="1"/>
                    <a:pt x="1" y="540"/>
                    <a:pt x="1" y="1106"/>
                  </a:cubicBezTo>
                  <a:cubicBezTo>
                    <a:pt x="1" y="3019"/>
                    <a:pt x="690" y="4458"/>
                    <a:pt x="1722" y="4458"/>
                  </a:cubicBezTo>
                  <a:cubicBezTo>
                    <a:pt x="2215" y="4458"/>
                    <a:pt x="2787" y="4129"/>
                    <a:pt x="3399" y="3365"/>
                  </a:cubicBezTo>
                  <a:cubicBezTo>
                    <a:pt x="4152" y="2428"/>
                    <a:pt x="4269" y="838"/>
                    <a:pt x="3298" y="235"/>
                  </a:cubicBezTo>
                  <a:cubicBezTo>
                    <a:pt x="3036" y="71"/>
                    <a:pt x="2682" y="1"/>
                    <a:pt x="230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
            <p:cNvSpPr/>
            <p:nvPr/>
          </p:nvSpPr>
          <p:spPr>
            <a:xfrm>
              <a:off x="2228825" y="1474250"/>
              <a:ext cx="64875" cy="29350"/>
            </a:xfrm>
            <a:custGeom>
              <a:avLst/>
              <a:gdLst/>
              <a:ahLst/>
              <a:cxnLst/>
              <a:rect l="l" t="t" r="r" b="b"/>
              <a:pathLst>
                <a:path w="2595" h="1174" extrusionOk="0">
                  <a:moveTo>
                    <a:pt x="1306" y="1"/>
                  </a:moveTo>
                  <a:cubicBezTo>
                    <a:pt x="586" y="1"/>
                    <a:pt x="0" y="269"/>
                    <a:pt x="0" y="587"/>
                  </a:cubicBezTo>
                  <a:cubicBezTo>
                    <a:pt x="0" y="921"/>
                    <a:pt x="586" y="1172"/>
                    <a:pt x="1306" y="1172"/>
                  </a:cubicBezTo>
                  <a:cubicBezTo>
                    <a:pt x="1327" y="1173"/>
                    <a:pt x="1348" y="1173"/>
                    <a:pt x="1368" y="1173"/>
                  </a:cubicBezTo>
                  <a:cubicBezTo>
                    <a:pt x="2043" y="1173"/>
                    <a:pt x="2595" y="911"/>
                    <a:pt x="2595" y="587"/>
                  </a:cubicBezTo>
                  <a:cubicBezTo>
                    <a:pt x="2595" y="252"/>
                    <a:pt x="2009" y="1"/>
                    <a:pt x="130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
            <p:cNvSpPr/>
            <p:nvPr/>
          </p:nvSpPr>
          <p:spPr>
            <a:xfrm>
              <a:off x="1938825" y="1549575"/>
              <a:ext cx="31400" cy="18850"/>
            </a:xfrm>
            <a:custGeom>
              <a:avLst/>
              <a:gdLst/>
              <a:ahLst/>
              <a:cxnLst/>
              <a:rect l="l" t="t" r="r" b="b"/>
              <a:pathLst>
                <a:path w="1256" h="754" extrusionOk="0">
                  <a:moveTo>
                    <a:pt x="620" y="1"/>
                  </a:moveTo>
                  <a:cubicBezTo>
                    <a:pt x="268" y="1"/>
                    <a:pt x="1" y="168"/>
                    <a:pt x="1" y="369"/>
                  </a:cubicBezTo>
                  <a:cubicBezTo>
                    <a:pt x="1" y="586"/>
                    <a:pt x="268" y="754"/>
                    <a:pt x="620" y="754"/>
                  </a:cubicBezTo>
                  <a:cubicBezTo>
                    <a:pt x="971" y="754"/>
                    <a:pt x="1256" y="586"/>
                    <a:pt x="1256" y="369"/>
                  </a:cubicBezTo>
                  <a:cubicBezTo>
                    <a:pt x="1256" y="168"/>
                    <a:pt x="971" y="1"/>
                    <a:pt x="62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
            <p:cNvSpPr/>
            <p:nvPr/>
          </p:nvSpPr>
          <p:spPr>
            <a:xfrm>
              <a:off x="1686500" y="1573025"/>
              <a:ext cx="37675" cy="13825"/>
            </a:xfrm>
            <a:custGeom>
              <a:avLst/>
              <a:gdLst/>
              <a:ahLst/>
              <a:cxnLst/>
              <a:rect l="l" t="t" r="r" b="b"/>
              <a:pathLst>
                <a:path w="1507" h="553" extrusionOk="0">
                  <a:moveTo>
                    <a:pt x="753" y="0"/>
                  </a:moveTo>
                  <a:cubicBezTo>
                    <a:pt x="335" y="0"/>
                    <a:pt x="0" y="134"/>
                    <a:pt x="0" y="268"/>
                  </a:cubicBezTo>
                  <a:cubicBezTo>
                    <a:pt x="0" y="418"/>
                    <a:pt x="335" y="552"/>
                    <a:pt x="753" y="552"/>
                  </a:cubicBezTo>
                  <a:cubicBezTo>
                    <a:pt x="1172" y="552"/>
                    <a:pt x="1507" y="418"/>
                    <a:pt x="1507" y="268"/>
                  </a:cubicBezTo>
                  <a:cubicBezTo>
                    <a:pt x="1507" y="134"/>
                    <a:pt x="1172" y="0"/>
                    <a:pt x="7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
            <p:cNvSpPr/>
            <p:nvPr/>
          </p:nvSpPr>
          <p:spPr>
            <a:xfrm>
              <a:off x="1560950" y="1463375"/>
              <a:ext cx="29325" cy="18850"/>
            </a:xfrm>
            <a:custGeom>
              <a:avLst/>
              <a:gdLst/>
              <a:ahLst/>
              <a:cxnLst/>
              <a:rect l="l" t="t" r="r" b="b"/>
              <a:pathLst>
                <a:path w="1173" h="754" extrusionOk="0">
                  <a:moveTo>
                    <a:pt x="586" y="0"/>
                  </a:moveTo>
                  <a:cubicBezTo>
                    <a:pt x="252" y="0"/>
                    <a:pt x="1" y="168"/>
                    <a:pt x="1" y="369"/>
                  </a:cubicBezTo>
                  <a:cubicBezTo>
                    <a:pt x="1" y="586"/>
                    <a:pt x="268" y="754"/>
                    <a:pt x="586" y="754"/>
                  </a:cubicBezTo>
                  <a:cubicBezTo>
                    <a:pt x="921" y="754"/>
                    <a:pt x="1172" y="586"/>
                    <a:pt x="1172" y="369"/>
                  </a:cubicBezTo>
                  <a:cubicBezTo>
                    <a:pt x="1172" y="168"/>
                    <a:pt x="905" y="0"/>
                    <a:pt x="58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
            <p:cNvSpPr/>
            <p:nvPr/>
          </p:nvSpPr>
          <p:spPr>
            <a:xfrm>
              <a:off x="1939675" y="1348300"/>
              <a:ext cx="110075" cy="18850"/>
            </a:xfrm>
            <a:custGeom>
              <a:avLst/>
              <a:gdLst/>
              <a:ahLst/>
              <a:cxnLst/>
              <a:rect l="l" t="t" r="r" b="b"/>
              <a:pathLst>
                <a:path w="4403" h="754" extrusionOk="0">
                  <a:moveTo>
                    <a:pt x="2193" y="0"/>
                  </a:moveTo>
                  <a:cubicBezTo>
                    <a:pt x="988" y="0"/>
                    <a:pt x="0" y="168"/>
                    <a:pt x="0" y="369"/>
                  </a:cubicBezTo>
                  <a:cubicBezTo>
                    <a:pt x="0" y="586"/>
                    <a:pt x="988" y="754"/>
                    <a:pt x="2193" y="754"/>
                  </a:cubicBezTo>
                  <a:cubicBezTo>
                    <a:pt x="3415" y="754"/>
                    <a:pt x="4402" y="586"/>
                    <a:pt x="4402" y="369"/>
                  </a:cubicBezTo>
                  <a:cubicBezTo>
                    <a:pt x="4402" y="168"/>
                    <a:pt x="3415" y="0"/>
                    <a:pt x="219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
            <p:cNvSpPr/>
            <p:nvPr/>
          </p:nvSpPr>
          <p:spPr>
            <a:xfrm>
              <a:off x="1886925" y="1428325"/>
              <a:ext cx="164075" cy="32050"/>
            </a:xfrm>
            <a:custGeom>
              <a:avLst/>
              <a:gdLst/>
              <a:ahLst/>
              <a:cxnLst/>
              <a:rect l="l" t="t" r="r" b="b"/>
              <a:pathLst>
                <a:path w="6563" h="1282" extrusionOk="0">
                  <a:moveTo>
                    <a:pt x="3956" y="0"/>
                  </a:moveTo>
                  <a:cubicBezTo>
                    <a:pt x="2950" y="0"/>
                    <a:pt x="1843" y="116"/>
                    <a:pt x="1106" y="331"/>
                  </a:cubicBezTo>
                  <a:cubicBezTo>
                    <a:pt x="1" y="649"/>
                    <a:pt x="85" y="1034"/>
                    <a:pt x="1290" y="1202"/>
                  </a:cubicBezTo>
                  <a:cubicBezTo>
                    <a:pt x="1678" y="1256"/>
                    <a:pt x="2134" y="1282"/>
                    <a:pt x="2611" y="1282"/>
                  </a:cubicBezTo>
                  <a:cubicBezTo>
                    <a:pt x="3614" y="1282"/>
                    <a:pt x="4709" y="1166"/>
                    <a:pt x="5458" y="951"/>
                  </a:cubicBezTo>
                  <a:cubicBezTo>
                    <a:pt x="6562" y="649"/>
                    <a:pt x="6479" y="248"/>
                    <a:pt x="5274" y="80"/>
                  </a:cubicBezTo>
                  <a:cubicBezTo>
                    <a:pt x="4891" y="26"/>
                    <a:pt x="4435" y="0"/>
                    <a:pt x="395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
            <p:cNvSpPr/>
            <p:nvPr/>
          </p:nvSpPr>
          <p:spPr>
            <a:xfrm>
              <a:off x="2125875" y="1330725"/>
              <a:ext cx="45225" cy="13825"/>
            </a:xfrm>
            <a:custGeom>
              <a:avLst/>
              <a:gdLst/>
              <a:ahLst/>
              <a:cxnLst/>
              <a:rect l="l" t="t" r="r" b="b"/>
              <a:pathLst>
                <a:path w="1809" h="553" extrusionOk="0">
                  <a:moveTo>
                    <a:pt x="905" y="0"/>
                  </a:moveTo>
                  <a:cubicBezTo>
                    <a:pt x="419" y="0"/>
                    <a:pt x="1" y="134"/>
                    <a:pt x="1" y="285"/>
                  </a:cubicBezTo>
                  <a:cubicBezTo>
                    <a:pt x="1" y="419"/>
                    <a:pt x="402" y="553"/>
                    <a:pt x="905" y="553"/>
                  </a:cubicBezTo>
                  <a:cubicBezTo>
                    <a:pt x="1407" y="553"/>
                    <a:pt x="1808" y="419"/>
                    <a:pt x="1808" y="285"/>
                  </a:cubicBezTo>
                  <a:cubicBezTo>
                    <a:pt x="1808" y="134"/>
                    <a:pt x="1407" y="0"/>
                    <a:pt x="905" y="0"/>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
            <p:cNvSpPr/>
            <p:nvPr/>
          </p:nvSpPr>
          <p:spPr>
            <a:xfrm>
              <a:off x="2066450" y="1471750"/>
              <a:ext cx="42725" cy="25975"/>
            </a:xfrm>
            <a:custGeom>
              <a:avLst/>
              <a:gdLst/>
              <a:ahLst/>
              <a:cxnLst/>
              <a:rect l="l" t="t" r="r" b="b"/>
              <a:pathLst>
                <a:path w="1709" h="1039" extrusionOk="0">
                  <a:moveTo>
                    <a:pt x="854" y="0"/>
                  </a:moveTo>
                  <a:cubicBezTo>
                    <a:pt x="369" y="0"/>
                    <a:pt x="1" y="218"/>
                    <a:pt x="1" y="519"/>
                  </a:cubicBezTo>
                  <a:cubicBezTo>
                    <a:pt x="1" y="804"/>
                    <a:pt x="369" y="1038"/>
                    <a:pt x="854" y="1038"/>
                  </a:cubicBezTo>
                  <a:cubicBezTo>
                    <a:pt x="1323" y="1038"/>
                    <a:pt x="1708" y="804"/>
                    <a:pt x="1708" y="519"/>
                  </a:cubicBezTo>
                  <a:cubicBezTo>
                    <a:pt x="1708" y="218"/>
                    <a:pt x="1323" y="0"/>
                    <a:pt x="8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
            <p:cNvSpPr/>
            <p:nvPr/>
          </p:nvSpPr>
          <p:spPr>
            <a:xfrm>
              <a:off x="1995725" y="1467550"/>
              <a:ext cx="39800" cy="19700"/>
            </a:xfrm>
            <a:custGeom>
              <a:avLst/>
              <a:gdLst/>
              <a:ahLst/>
              <a:cxnLst/>
              <a:rect l="l" t="t" r="r" b="b"/>
              <a:pathLst>
                <a:path w="1592" h="788" extrusionOk="0">
                  <a:moveTo>
                    <a:pt x="788" y="1"/>
                  </a:moveTo>
                  <a:cubicBezTo>
                    <a:pt x="352" y="1"/>
                    <a:pt x="1" y="168"/>
                    <a:pt x="1" y="386"/>
                  </a:cubicBezTo>
                  <a:cubicBezTo>
                    <a:pt x="1" y="620"/>
                    <a:pt x="352" y="788"/>
                    <a:pt x="788" y="788"/>
                  </a:cubicBezTo>
                  <a:cubicBezTo>
                    <a:pt x="1240" y="771"/>
                    <a:pt x="1591" y="603"/>
                    <a:pt x="1591" y="386"/>
                  </a:cubicBezTo>
                  <a:cubicBezTo>
                    <a:pt x="1591" y="185"/>
                    <a:pt x="1240" y="1"/>
                    <a:pt x="788"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
            <p:cNvSpPr/>
            <p:nvPr/>
          </p:nvSpPr>
          <p:spPr>
            <a:xfrm>
              <a:off x="1891550" y="1466725"/>
              <a:ext cx="39775" cy="20100"/>
            </a:xfrm>
            <a:custGeom>
              <a:avLst/>
              <a:gdLst/>
              <a:ahLst/>
              <a:cxnLst/>
              <a:rect l="l" t="t" r="r" b="b"/>
              <a:pathLst>
                <a:path w="1591" h="804" extrusionOk="0">
                  <a:moveTo>
                    <a:pt x="787" y="0"/>
                  </a:moveTo>
                  <a:cubicBezTo>
                    <a:pt x="352" y="0"/>
                    <a:pt x="0" y="168"/>
                    <a:pt x="0" y="402"/>
                  </a:cubicBezTo>
                  <a:cubicBezTo>
                    <a:pt x="0" y="620"/>
                    <a:pt x="352" y="804"/>
                    <a:pt x="787" y="804"/>
                  </a:cubicBezTo>
                  <a:cubicBezTo>
                    <a:pt x="1239" y="804"/>
                    <a:pt x="1590" y="620"/>
                    <a:pt x="1590" y="402"/>
                  </a:cubicBezTo>
                  <a:cubicBezTo>
                    <a:pt x="1590" y="201"/>
                    <a:pt x="1239" y="0"/>
                    <a:pt x="7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
            <p:cNvSpPr/>
            <p:nvPr/>
          </p:nvSpPr>
          <p:spPr>
            <a:xfrm>
              <a:off x="1886525" y="1342850"/>
              <a:ext cx="37250" cy="14675"/>
            </a:xfrm>
            <a:custGeom>
              <a:avLst/>
              <a:gdLst/>
              <a:ahLst/>
              <a:cxnLst/>
              <a:rect l="l" t="t" r="r" b="b"/>
              <a:pathLst>
                <a:path w="1490" h="587" extrusionOk="0">
                  <a:moveTo>
                    <a:pt x="753" y="1"/>
                  </a:moveTo>
                  <a:cubicBezTo>
                    <a:pt x="335" y="1"/>
                    <a:pt x="0" y="135"/>
                    <a:pt x="0" y="302"/>
                  </a:cubicBezTo>
                  <a:cubicBezTo>
                    <a:pt x="0" y="436"/>
                    <a:pt x="335" y="587"/>
                    <a:pt x="753" y="587"/>
                  </a:cubicBezTo>
                  <a:cubicBezTo>
                    <a:pt x="1172" y="570"/>
                    <a:pt x="1490" y="436"/>
                    <a:pt x="1490" y="302"/>
                  </a:cubicBezTo>
                  <a:cubicBezTo>
                    <a:pt x="1490" y="151"/>
                    <a:pt x="1172" y="1"/>
                    <a:pt x="75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
            <p:cNvSpPr/>
            <p:nvPr/>
          </p:nvSpPr>
          <p:spPr>
            <a:xfrm>
              <a:off x="2189900" y="1549150"/>
              <a:ext cx="42725" cy="26000"/>
            </a:xfrm>
            <a:custGeom>
              <a:avLst/>
              <a:gdLst/>
              <a:ahLst/>
              <a:cxnLst/>
              <a:rect l="l" t="t" r="r" b="b"/>
              <a:pathLst>
                <a:path w="1709" h="1040" extrusionOk="0">
                  <a:moveTo>
                    <a:pt x="854" y="1"/>
                  </a:moveTo>
                  <a:cubicBezTo>
                    <a:pt x="369" y="1"/>
                    <a:pt x="1" y="219"/>
                    <a:pt x="1" y="520"/>
                  </a:cubicBezTo>
                  <a:cubicBezTo>
                    <a:pt x="1" y="804"/>
                    <a:pt x="369" y="1039"/>
                    <a:pt x="854" y="1039"/>
                  </a:cubicBezTo>
                  <a:cubicBezTo>
                    <a:pt x="870" y="1039"/>
                    <a:pt x="885" y="1039"/>
                    <a:pt x="900" y="1039"/>
                  </a:cubicBezTo>
                  <a:cubicBezTo>
                    <a:pt x="1363" y="1039"/>
                    <a:pt x="1708" y="795"/>
                    <a:pt x="1708" y="520"/>
                  </a:cubicBezTo>
                  <a:cubicBezTo>
                    <a:pt x="1708" y="219"/>
                    <a:pt x="1323" y="1"/>
                    <a:pt x="854"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
            <p:cNvSpPr/>
            <p:nvPr/>
          </p:nvSpPr>
          <p:spPr>
            <a:xfrm>
              <a:off x="1730850" y="1376325"/>
              <a:ext cx="149825" cy="70325"/>
            </a:xfrm>
            <a:custGeom>
              <a:avLst/>
              <a:gdLst/>
              <a:ahLst/>
              <a:cxnLst/>
              <a:rect l="l" t="t" r="r" b="b"/>
              <a:pathLst>
                <a:path w="5993" h="2813" extrusionOk="0">
                  <a:moveTo>
                    <a:pt x="2997" y="1"/>
                  </a:moveTo>
                  <a:cubicBezTo>
                    <a:pt x="1340" y="1"/>
                    <a:pt x="0" y="637"/>
                    <a:pt x="0" y="1407"/>
                  </a:cubicBezTo>
                  <a:cubicBezTo>
                    <a:pt x="0" y="2177"/>
                    <a:pt x="1340" y="2813"/>
                    <a:pt x="2997" y="2813"/>
                  </a:cubicBezTo>
                  <a:cubicBezTo>
                    <a:pt x="4654" y="2813"/>
                    <a:pt x="5993" y="2177"/>
                    <a:pt x="5993" y="1407"/>
                  </a:cubicBezTo>
                  <a:cubicBezTo>
                    <a:pt x="5993" y="637"/>
                    <a:pt x="4654" y="1"/>
                    <a:pt x="29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
            <p:cNvSpPr/>
            <p:nvPr/>
          </p:nvSpPr>
          <p:spPr>
            <a:xfrm>
              <a:off x="1738375" y="1401050"/>
              <a:ext cx="110925" cy="36875"/>
            </a:xfrm>
            <a:custGeom>
              <a:avLst/>
              <a:gdLst/>
              <a:ahLst/>
              <a:cxnLst/>
              <a:rect l="l" t="t" r="r" b="b"/>
              <a:pathLst>
                <a:path w="4437" h="1475" extrusionOk="0">
                  <a:moveTo>
                    <a:pt x="625" y="0"/>
                  </a:moveTo>
                  <a:cubicBezTo>
                    <a:pt x="498" y="0"/>
                    <a:pt x="396" y="39"/>
                    <a:pt x="319" y="133"/>
                  </a:cubicBezTo>
                  <a:cubicBezTo>
                    <a:pt x="1" y="518"/>
                    <a:pt x="603" y="1037"/>
                    <a:pt x="1658" y="1305"/>
                  </a:cubicBezTo>
                  <a:cubicBezTo>
                    <a:pt x="2074" y="1419"/>
                    <a:pt x="2501" y="1474"/>
                    <a:pt x="2884" y="1474"/>
                  </a:cubicBezTo>
                  <a:cubicBezTo>
                    <a:pt x="3455" y="1474"/>
                    <a:pt x="3928" y="1352"/>
                    <a:pt x="4118" y="1121"/>
                  </a:cubicBezTo>
                  <a:cubicBezTo>
                    <a:pt x="4436" y="753"/>
                    <a:pt x="3382" y="786"/>
                    <a:pt x="2344" y="518"/>
                  </a:cubicBezTo>
                  <a:cubicBezTo>
                    <a:pt x="1561" y="319"/>
                    <a:pt x="990" y="0"/>
                    <a:pt x="625"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
            <p:cNvSpPr/>
            <p:nvPr/>
          </p:nvSpPr>
          <p:spPr>
            <a:xfrm>
              <a:off x="1767675" y="1385550"/>
              <a:ext cx="106725" cy="33400"/>
            </a:xfrm>
            <a:custGeom>
              <a:avLst/>
              <a:gdLst/>
              <a:ahLst/>
              <a:cxnLst/>
              <a:rect l="l" t="t" r="r" b="b"/>
              <a:pathLst>
                <a:path w="4269" h="1336" extrusionOk="0">
                  <a:moveTo>
                    <a:pt x="1481" y="0"/>
                  </a:moveTo>
                  <a:cubicBezTo>
                    <a:pt x="1130" y="0"/>
                    <a:pt x="814" y="43"/>
                    <a:pt x="586" y="134"/>
                  </a:cubicBezTo>
                  <a:cubicBezTo>
                    <a:pt x="0" y="368"/>
                    <a:pt x="1105" y="469"/>
                    <a:pt x="1942" y="787"/>
                  </a:cubicBezTo>
                  <a:cubicBezTo>
                    <a:pt x="2622" y="1040"/>
                    <a:pt x="2941" y="1336"/>
                    <a:pt x="3339" y="1336"/>
                  </a:cubicBezTo>
                  <a:cubicBezTo>
                    <a:pt x="3440" y="1336"/>
                    <a:pt x="3547" y="1317"/>
                    <a:pt x="3666" y="1272"/>
                  </a:cubicBezTo>
                  <a:cubicBezTo>
                    <a:pt x="4269" y="1038"/>
                    <a:pt x="4051" y="603"/>
                    <a:pt x="3198" y="301"/>
                  </a:cubicBezTo>
                  <a:cubicBezTo>
                    <a:pt x="2675" y="107"/>
                    <a:pt x="2034" y="0"/>
                    <a:pt x="148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
            <p:cNvSpPr/>
            <p:nvPr/>
          </p:nvSpPr>
          <p:spPr>
            <a:xfrm>
              <a:off x="1807425" y="1423625"/>
              <a:ext cx="13225" cy="9250"/>
            </a:xfrm>
            <a:custGeom>
              <a:avLst/>
              <a:gdLst/>
              <a:ahLst/>
              <a:cxnLst/>
              <a:rect l="l" t="t" r="r" b="b"/>
              <a:pathLst>
                <a:path w="529" h="370" extrusionOk="0">
                  <a:moveTo>
                    <a:pt x="335" y="0"/>
                  </a:moveTo>
                  <a:cubicBezTo>
                    <a:pt x="151" y="201"/>
                    <a:pt x="1" y="352"/>
                    <a:pt x="268" y="369"/>
                  </a:cubicBezTo>
                  <a:cubicBezTo>
                    <a:pt x="274" y="369"/>
                    <a:pt x="280" y="369"/>
                    <a:pt x="286" y="369"/>
                  </a:cubicBezTo>
                  <a:cubicBezTo>
                    <a:pt x="529" y="369"/>
                    <a:pt x="369" y="17"/>
                    <a:pt x="369" y="17"/>
                  </a:cubicBezTo>
                  <a:lnTo>
                    <a:pt x="3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
            <p:cNvSpPr/>
            <p:nvPr/>
          </p:nvSpPr>
          <p:spPr>
            <a:xfrm>
              <a:off x="1792375" y="1421950"/>
              <a:ext cx="12200" cy="8675"/>
            </a:xfrm>
            <a:custGeom>
              <a:avLst/>
              <a:gdLst/>
              <a:ahLst/>
              <a:cxnLst/>
              <a:rect l="l" t="t" r="r" b="b"/>
              <a:pathLst>
                <a:path w="488" h="347" extrusionOk="0">
                  <a:moveTo>
                    <a:pt x="385" y="0"/>
                  </a:moveTo>
                  <a:cubicBezTo>
                    <a:pt x="167" y="151"/>
                    <a:pt x="0" y="251"/>
                    <a:pt x="251" y="335"/>
                  </a:cubicBezTo>
                  <a:cubicBezTo>
                    <a:pt x="275" y="343"/>
                    <a:pt x="296" y="347"/>
                    <a:pt x="314" y="347"/>
                  </a:cubicBezTo>
                  <a:cubicBezTo>
                    <a:pt x="487" y="347"/>
                    <a:pt x="419" y="17"/>
                    <a:pt x="419" y="17"/>
                  </a:cubicBezTo>
                  <a:lnTo>
                    <a:pt x="3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
            <p:cNvSpPr/>
            <p:nvPr/>
          </p:nvSpPr>
          <p:spPr>
            <a:xfrm>
              <a:off x="1772275" y="1417750"/>
              <a:ext cx="12200" cy="8700"/>
            </a:xfrm>
            <a:custGeom>
              <a:avLst/>
              <a:gdLst/>
              <a:ahLst/>
              <a:cxnLst/>
              <a:rect l="l" t="t" r="r" b="b"/>
              <a:pathLst>
                <a:path w="488" h="348" extrusionOk="0">
                  <a:moveTo>
                    <a:pt x="402" y="1"/>
                  </a:moveTo>
                  <a:cubicBezTo>
                    <a:pt x="168" y="152"/>
                    <a:pt x="1" y="252"/>
                    <a:pt x="252" y="336"/>
                  </a:cubicBezTo>
                  <a:cubicBezTo>
                    <a:pt x="275" y="344"/>
                    <a:pt x="296" y="347"/>
                    <a:pt x="314" y="347"/>
                  </a:cubicBezTo>
                  <a:cubicBezTo>
                    <a:pt x="488" y="347"/>
                    <a:pt x="419" y="18"/>
                    <a:pt x="419" y="18"/>
                  </a:cubicBezTo>
                  <a:lnTo>
                    <a:pt x="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
            <p:cNvSpPr/>
            <p:nvPr/>
          </p:nvSpPr>
          <p:spPr>
            <a:xfrm>
              <a:off x="1756125" y="1411475"/>
              <a:ext cx="12000" cy="6525"/>
            </a:xfrm>
            <a:custGeom>
              <a:avLst/>
              <a:gdLst/>
              <a:ahLst/>
              <a:cxnLst/>
              <a:rect l="l" t="t" r="r" b="b"/>
              <a:pathLst>
                <a:path w="480" h="261" extrusionOk="0">
                  <a:moveTo>
                    <a:pt x="352" y="1"/>
                  </a:moveTo>
                  <a:cubicBezTo>
                    <a:pt x="140" y="1"/>
                    <a:pt x="1" y="13"/>
                    <a:pt x="144" y="185"/>
                  </a:cubicBezTo>
                  <a:cubicBezTo>
                    <a:pt x="183" y="240"/>
                    <a:pt x="223" y="261"/>
                    <a:pt x="259" y="261"/>
                  </a:cubicBezTo>
                  <a:cubicBezTo>
                    <a:pt x="381" y="261"/>
                    <a:pt x="479" y="34"/>
                    <a:pt x="479" y="34"/>
                  </a:cubicBezTo>
                  <a:lnTo>
                    <a:pt x="462" y="1"/>
                  </a:lnTo>
                  <a:cubicBezTo>
                    <a:pt x="424" y="1"/>
                    <a:pt x="387" y="1"/>
                    <a:pt x="3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
            <p:cNvSpPr/>
            <p:nvPr/>
          </p:nvSpPr>
          <p:spPr>
            <a:xfrm>
              <a:off x="1842575" y="1405250"/>
              <a:ext cx="10900" cy="6675"/>
            </a:xfrm>
            <a:custGeom>
              <a:avLst/>
              <a:gdLst/>
              <a:ahLst/>
              <a:cxnLst/>
              <a:rect l="l" t="t" r="r" b="b"/>
              <a:pathLst>
                <a:path w="436" h="267" extrusionOk="0">
                  <a:moveTo>
                    <a:pt x="222" y="0"/>
                  </a:moveTo>
                  <a:cubicBezTo>
                    <a:pt x="137" y="0"/>
                    <a:pt x="79" y="123"/>
                    <a:pt x="1" y="267"/>
                  </a:cubicBezTo>
                  <a:lnTo>
                    <a:pt x="17" y="267"/>
                  </a:lnTo>
                  <a:cubicBezTo>
                    <a:pt x="17" y="267"/>
                    <a:pt x="436" y="116"/>
                    <a:pt x="302" y="32"/>
                  </a:cubicBezTo>
                  <a:cubicBezTo>
                    <a:pt x="272" y="10"/>
                    <a:pt x="246"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
            <p:cNvSpPr/>
            <p:nvPr/>
          </p:nvSpPr>
          <p:spPr>
            <a:xfrm>
              <a:off x="1832950" y="1400200"/>
              <a:ext cx="12175" cy="7125"/>
            </a:xfrm>
            <a:custGeom>
              <a:avLst/>
              <a:gdLst/>
              <a:ahLst/>
              <a:cxnLst/>
              <a:rect l="l" t="t" r="r" b="b"/>
              <a:pathLst>
                <a:path w="487" h="285" extrusionOk="0">
                  <a:moveTo>
                    <a:pt x="154" y="1"/>
                  </a:moveTo>
                  <a:cubicBezTo>
                    <a:pt x="17" y="1"/>
                    <a:pt x="15" y="131"/>
                    <a:pt x="1" y="285"/>
                  </a:cubicBezTo>
                  <a:lnTo>
                    <a:pt x="51" y="285"/>
                  </a:lnTo>
                  <a:cubicBezTo>
                    <a:pt x="51" y="285"/>
                    <a:pt x="486" y="67"/>
                    <a:pt x="252" y="17"/>
                  </a:cubicBezTo>
                  <a:cubicBezTo>
                    <a:pt x="213" y="6"/>
                    <a:pt x="181" y="1"/>
                    <a:pt x="1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
            <p:cNvSpPr/>
            <p:nvPr/>
          </p:nvSpPr>
          <p:spPr>
            <a:xfrm>
              <a:off x="1817900" y="1392525"/>
              <a:ext cx="12575" cy="8100"/>
            </a:xfrm>
            <a:custGeom>
              <a:avLst/>
              <a:gdLst/>
              <a:ahLst/>
              <a:cxnLst/>
              <a:rect l="l" t="t" r="r" b="b"/>
              <a:pathLst>
                <a:path w="503" h="324" extrusionOk="0">
                  <a:moveTo>
                    <a:pt x="139" y="0"/>
                  </a:moveTo>
                  <a:cubicBezTo>
                    <a:pt x="0" y="0"/>
                    <a:pt x="0" y="145"/>
                    <a:pt x="0" y="324"/>
                  </a:cubicBezTo>
                  <a:lnTo>
                    <a:pt x="34" y="324"/>
                  </a:lnTo>
                  <a:cubicBezTo>
                    <a:pt x="34" y="324"/>
                    <a:pt x="502" y="106"/>
                    <a:pt x="251" y="22"/>
                  </a:cubicBezTo>
                  <a:cubicBezTo>
                    <a:pt x="206" y="7"/>
                    <a:pt x="169" y="0"/>
                    <a:pt x="1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
            <p:cNvSpPr/>
            <p:nvPr/>
          </p:nvSpPr>
          <p:spPr>
            <a:xfrm>
              <a:off x="1792775" y="1389175"/>
              <a:ext cx="16375" cy="8100"/>
            </a:xfrm>
            <a:custGeom>
              <a:avLst/>
              <a:gdLst/>
              <a:ahLst/>
              <a:cxnLst/>
              <a:rect l="l" t="t" r="r" b="b"/>
              <a:pathLst>
                <a:path w="655" h="324" extrusionOk="0">
                  <a:moveTo>
                    <a:pt x="412" y="1"/>
                  </a:moveTo>
                  <a:cubicBezTo>
                    <a:pt x="394" y="1"/>
                    <a:pt x="375" y="2"/>
                    <a:pt x="352" y="6"/>
                  </a:cubicBezTo>
                  <a:cubicBezTo>
                    <a:pt x="1" y="73"/>
                    <a:pt x="185" y="173"/>
                    <a:pt x="403" y="324"/>
                  </a:cubicBezTo>
                  <a:lnTo>
                    <a:pt x="436" y="307"/>
                  </a:lnTo>
                  <a:cubicBezTo>
                    <a:pt x="436" y="307"/>
                    <a:pt x="655" y="1"/>
                    <a:pt x="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
            <p:cNvSpPr/>
            <p:nvPr/>
          </p:nvSpPr>
          <p:spPr>
            <a:xfrm>
              <a:off x="2274425" y="1444925"/>
              <a:ext cx="116775" cy="67025"/>
            </a:xfrm>
            <a:custGeom>
              <a:avLst/>
              <a:gdLst/>
              <a:ahLst/>
              <a:cxnLst/>
              <a:rect l="l" t="t" r="r" b="b"/>
              <a:pathLst>
                <a:path w="4671" h="2681" extrusionOk="0">
                  <a:moveTo>
                    <a:pt x="2256" y="1"/>
                  </a:moveTo>
                  <a:cubicBezTo>
                    <a:pt x="1015" y="1"/>
                    <a:pt x="17" y="574"/>
                    <a:pt x="1" y="1291"/>
                  </a:cubicBezTo>
                  <a:cubicBezTo>
                    <a:pt x="1" y="2027"/>
                    <a:pt x="1022" y="2647"/>
                    <a:pt x="2311" y="2680"/>
                  </a:cubicBezTo>
                  <a:cubicBezTo>
                    <a:pt x="2329" y="2680"/>
                    <a:pt x="2346" y="2681"/>
                    <a:pt x="2364" y="2681"/>
                  </a:cubicBezTo>
                  <a:cubicBezTo>
                    <a:pt x="3612" y="2681"/>
                    <a:pt x="4638" y="2101"/>
                    <a:pt x="4654" y="1375"/>
                  </a:cubicBezTo>
                  <a:cubicBezTo>
                    <a:pt x="4671" y="638"/>
                    <a:pt x="3633" y="19"/>
                    <a:pt x="2361" y="2"/>
                  </a:cubicBezTo>
                  <a:cubicBezTo>
                    <a:pt x="2326" y="1"/>
                    <a:pt x="2291" y="1"/>
                    <a:pt x="2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
            <p:cNvSpPr/>
            <p:nvPr/>
          </p:nvSpPr>
          <p:spPr>
            <a:xfrm>
              <a:off x="2280700" y="1468525"/>
              <a:ext cx="86250" cy="35325"/>
            </a:xfrm>
            <a:custGeom>
              <a:avLst/>
              <a:gdLst/>
              <a:ahLst/>
              <a:cxnLst/>
              <a:rect l="l" t="t" r="r" b="b"/>
              <a:pathLst>
                <a:path w="3450" h="1413" extrusionOk="0">
                  <a:moveTo>
                    <a:pt x="489" y="0"/>
                  </a:moveTo>
                  <a:cubicBezTo>
                    <a:pt x="383" y="0"/>
                    <a:pt x="299" y="42"/>
                    <a:pt x="235" y="146"/>
                  </a:cubicBezTo>
                  <a:cubicBezTo>
                    <a:pt x="1" y="498"/>
                    <a:pt x="486" y="1016"/>
                    <a:pt x="1323" y="1267"/>
                  </a:cubicBezTo>
                  <a:cubicBezTo>
                    <a:pt x="1643" y="1365"/>
                    <a:pt x="1969" y="1412"/>
                    <a:pt x="2260" y="1412"/>
                  </a:cubicBezTo>
                  <a:cubicBezTo>
                    <a:pt x="2715" y="1412"/>
                    <a:pt x="3089" y="1298"/>
                    <a:pt x="3231" y="1083"/>
                  </a:cubicBezTo>
                  <a:cubicBezTo>
                    <a:pt x="3449" y="732"/>
                    <a:pt x="2646" y="749"/>
                    <a:pt x="1825" y="498"/>
                  </a:cubicBezTo>
                  <a:cubicBezTo>
                    <a:pt x="1215" y="302"/>
                    <a:pt x="774" y="0"/>
                    <a:pt x="489"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
            <p:cNvSpPr/>
            <p:nvPr/>
          </p:nvSpPr>
          <p:spPr>
            <a:xfrm>
              <a:off x="2302900" y="1452850"/>
              <a:ext cx="82875" cy="32225"/>
            </a:xfrm>
            <a:custGeom>
              <a:avLst/>
              <a:gdLst/>
              <a:ahLst/>
              <a:cxnLst/>
              <a:rect l="l" t="t" r="r" b="b"/>
              <a:pathLst>
                <a:path w="3315" h="1289" extrusionOk="0">
                  <a:moveTo>
                    <a:pt x="1164" y="1"/>
                  </a:moveTo>
                  <a:cubicBezTo>
                    <a:pt x="887" y="1"/>
                    <a:pt x="637" y="41"/>
                    <a:pt x="452" y="120"/>
                  </a:cubicBezTo>
                  <a:cubicBezTo>
                    <a:pt x="0" y="338"/>
                    <a:pt x="854" y="438"/>
                    <a:pt x="1523" y="756"/>
                  </a:cubicBezTo>
                  <a:cubicBezTo>
                    <a:pt x="2056" y="996"/>
                    <a:pt x="2292" y="1289"/>
                    <a:pt x="2602" y="1289"/>
                  </a:cubicBezTo>
                  <a:cubicBezTo>
                    <a:pt x="2682" y="1289"/>
                    <a:pt x="2767" y="1269"/>
                    <a:pt x="2862" y="1225"/>
                  </a:cubicBezTo>
                  <a:cubicBezTo>
                    <a:pt x="3314" y="1024"/>
                    <a:pt x="3130" y="606"/>
                    <a:pt x="2477" y="288"/>
                  </a:cubicBezTo>
                  <a:cubicBezTo>
                    <a:pt x="2072" y="95"/>
                    <a:pt x="1587" y="1"/>
                    <a:pt x="116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
            <p:cNvSpPr/>
            <p:nvPr/>
          </p:nvSpPr>
          <p:spPr>
            <a:xfrm>
              <a:off x="2334700" y="1489750"/>
              <a:ext cx="10300" cy="9225"/>
            </a:xfrm>
            <a:custGeom>
              <a:avLst/>
              <a:gdLst/>
              <a:ahLst/>
              <a:cxnLst/>
              <a:rect l="l" t="t" r="r" b="b"/>
              <a:pathLst>
                <a:path w="412" h="369" extrusionOk="0">
                  <a:moveTo>
                    <a:pt x="251" y="0"/>
                  </a:moveTo>
                  <a:cubicBezTo>
                    <a:pt x="117" y="201"/>
                    <a:pt x="0" y="335"/>
                    <a:pt x="201" y="368"/>
                  </a:cubicBezTo>
                  <a:cubicBezTo>
                    <a:pt x="206" y="369"/>
                    <a:pt x="211" y="369"/>
                    <a:pt x="216" y="369"/>
                  </a:cubicBezTo>
                  <a:cubicBezTo>
                    <a:pt x="412" y="369"/>
                    <a:pt x="268" y="34"/>
                    <a:pt x="268" y="34"/>
                  </a:cubicBez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
            <p:cNvSpPr/>
            <p:nvPr/>
          </p:nvSpPr>
          <p:spPr>
            <a:xfrm>
              <a:off x="2322150" y="1488475"/>
              <a:ext cx="10225" cy="8525"/>
            </a:xfrm>
            <a:custGeom>
              <a:avLst/>
              <a:gdLst/>
              <a:ahLst/>
              <a:cxnLst/>
              <a:rect l="l" t="t" r="r" b="b"/>
              <a:pathLst>
                <a:path w="409" h="341" extrusionOk="0">
                  <a:moveTo>
                    <a:pt x="318" y="1"/>
                  </a:moveTo>
                  <a:cubicBezTo>
                    <a:pt x="151" y="135"/>
                    <a:pt x="0" y="252"/>
                    <a:pt x="201" y="336"/>
                  </a:cubicBezTo>
                  <a:cubicBezTo>
                    <a:pt x="215" y="339"/>
                    <a:pt x="227" y="340"/>
                    <a:pt x="239" y="340"/>
                  </a:cubicBezTo>
                  <a:cubicBezTo>
                    <a:pt x="408" y="340"/>
                    <a:pt x="335" y="18"/>
                    <a:pt x="335" y="18"/>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
            <p:cNvSpPr/>
            <p:nvPr/>
          </p:nvSpPr>
          <p:spPr>
            <a:xfrm>
              <a:off x="2307075" y="1484300"/>
              <a:ext cx="9425" cy="8675"/>
            </a:xfrm>
            <a:custGeom>
              <a:avLst/>
              <a:gdLst/>
              <a:ahLst/>
              <a:cxnLst/>
              <a:rect l="l" t="t" r="r" b="b"/>
              <a:pathLst>
                <a:path w="377" h="347" extrusionOk="0">
                  <a:moveTo>
                    <a:pt x="302" y="0"/>
                  </a:moveTo>
                  <a:cubicBezTo>
                    <a:pt x="134" y="134"/>
                    <a:pt x="0" y="252"/>
                    <a:pt x="201" y="335"/>
                  </a:cubicBezTo>
                  <a:cubicBezTo>
                    <a:pt x="219" y="343"/>
                    <a:pt x="234" y="347"/>
                    <a:pt x="247" y="347"/>
                  </a:cubicBezTo>
                  <a:cubicBezTo>
                    <a:pt x="376" y="347"/>
                    <a:pt x="335" y="17"/>
                    <a:pt x="335" y="17"/>
                  </a:cubicBezTo>
                  <a:lnTo>
                    <a:pt x="3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
            <p:cNvSpPr/>
            <p:nvPr/>
          </p:nvSpPr>
          <p:spPr>
            <a:xfrm>
              <a:off x="2293800" y="1478425"/>
              <a:ext cx="9525" cy="6350"/>
            </a:xfrm>
            <a:custGeom>
              <a:avLst/>
              <a:gdLst/>
              <a:ahLst/>
              <a:cxnLst/>
              <a:rect l="l" t="t" r="r" b="b"/>
              <a:pathLst>
                <a:path w="381" h="254" extrusionOk="0">
                  <a:moveTo>
                    <a:pt x="275" y="1"/>
                  </a:moveTo>
                  <a:cubicBezTo>
                    <a:pt x="105" y="1"/>
                    <a:pt x="1" y="13"/>
                    <a:pt x="130" y="185"/>
                  </a:cubicBezTo>
                  <a:cubicBezTo>
                    <a:pt x="164" y="235"/>
                    <a:pt x="196" y="254"/>
                    <a:pt x="224" y="254"/>
                  </a:cubicBezTo>
                  <a:cubicBezTo>
                    <a:pt x="321" y="254"/>
                    <a:pt x="381" y="35"/>
                    <a:pt x="381" y="35"/>
                  </a:cubicBezTo>
                  <a:lnTo>
                    <a:pt x="364" y="1"/>
                  </a:lnTo>
                  <a:cubicBezTo>
                    <a:pt x="333" y="1"/>
                    <a:pt x="303" y="1"/>
                    <a:pt x="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
            <p:cNvSpPr/>
            <p:nvPr/>
          </p:nvSpPr>
          <p:spPr>
            <a:xfrm>
              <a:off x="2360650" y="1472200"/>
              <a:ext cx="9225" cy="6275"/>
            </a:xfrm>
            <a:custGeom>
              <a:avLst/>
              <a:gdLst/>
              <a:ahLst/>
              <a:cxnLst/>
              <a:rect l="l" t="t" r="r" b="b"/>
              <a:pathLst>
                <a:path w="369" h="251" extrusionOk="0">
                  <a:moveTo>
                    <a:pt x="172" y="0"/>
                  </a:moveTo>
                  <a:cubicBezTo>
                    <a:pt x="104" y="0"/>
                    <a:pt x="52" y="120"/>
                    <a:pt x="0" y="250"/>
                  </a:cubicBezTo>
                  <a:lnTo>
                    <a:pt x="33" y="250"/>
                  </a:lnTo>
                  <a:cubicBezTo>
                    <a:pt x="33" y="250"/>
                    <a:pt x="368" y="150"/>
                    <a:pt x="234" y="32"/>
                  </a:cubicBezTo>
                  <a:cubicBezTo>
                    <a:pt x="212" y="10"/>
                    <a:pt x="19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
            <p:cNvSpPr/>
            <p:nvPr/>
          </p:nvSpPr>
          <p:spPr>
            <a:xfrm>
              <a:off x="2353950" y="1467375"/>
              <a:ext cx="8800" cy="6900"/>
            </a:xfrm>
            <a:custGeom>
              <a:avLst/>
              <a:gdLst/>
              <a:ahLst/>
              <a:cxnLst/>
              <a:rect l="l" t="t" r="r" b="b"/>
              <a:pathLst>
                <a:path w="352" h="276" extrusionOk="0">
                  <a:moveTo>
                    <a:pt x="104" y="1"/>
                  </a:moveTo>
                  <a:cubicBezTo>
                    <a:pt x="16" y="1"/>
                    <a:pt x="14" y="127"/>
                    <a:pt x="0" y="276"/>
                  </a:cubicBezTo>
                  <a:lnTo>
                    <a:pt x="17" y="276"/>
                  </a:lnTo>
                  <a:cubicBezTo>
                    <a:pt x="17" y="276"/>
                    <a:pt x="352" y="92"/>
                    <a:pt x="184" y="25"/>
                  </a:cubicBezTo>
                  <a:cubicBezTo>
                    <a:pt x="152" y="8"/>
                    <a:pt x="125" y="1"/>
                    <a:pt x="1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
            <p:cNvSpPr/>
            <p:nvPr/>
          </p:nvSpPr>
          <p:spPr>
            <a:xfrm>
              <a:off x="2341100" y="1459900"/>
              <a:ext cx="9950" cy="8100"/>
            </a:xfrm>
            <a:custGeom>
              <a:avLst/>
              <a:gdLst/>
              <a:ahLst/>
              <a:cxnLst/>
              <a:rect l="l" t="t" r="r" b="b"/>
              <a:pathLst>
                <a:path w="398" h="324" extrusionOk="0">
                  <a:moveTo>
                    <a:pt x="108" y="0"/>
                  </a:moveTo>
                  <a:cubicBezTo>
                    <a:pt x="1" y="0"/>
                    <a:pt x="12" y="145"/>
                    <a:pt x="12" y="324"/>
                  </a:cubicBezTo>
                  <a:lnTo>
                    <a:pt x="62" y="324"/>
                  </a:lnTo>
                  <a:cubicBezTo>
                    <a:pt x="62" y="324"/>
                    <a:pt x="397" y="106"/>
                    <a:pt x="196" y="22"/>
                  </a:cubicBezTo>
                  <a:cubicBezTo>
                    <a:pt x="160" y="7"/>
                    <a:pt x="131" y="0"/>
                    <a:pt x="1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
            <p:cNvSpPr/>
            <p:nvPr/>
          </p:nvSpPr>
          <p:spPr>
            <a:xfrm>
              <a:off x="2321725" y="1457300"/>
              <a:ext cx="12275" cy="7350"/>
            </a:xfrm>
            <a:custGeom>
              <a:avLst/>
              <a:gdLst/>
              <a:ahLst/>
              <a:cxnLst/>
              <a:rect l="l" t="t" r="r" b="b"/>
              <a:pathLst>
                <a:path w="491" h="294" extrusionOk="0">
                  <a:moveTo>
                    <a:pt x="327" y="0"/>
                  </a:moveTo>
                  <a:cubicBezTo>
                    <a:pt x="310" y="0"/>
                    <a:pt x="291" y="3"/>
                    <a:pt x="268" y="9"/>
                  </a:cubicBezTo>
                  <a:cubicBezTo>
                    <a:pt x="0" y="76"/>
                    <a:pt x="134" y="177"/>
                    <a:pt x="302" y="294"/>
                  </a:cubicBezTo>
                  <a:lnTo>
                    <a:pt x="352" y="277"/>
                  </a:lnTo>
                  <a:cubicBezTo>
                    <a:pt x="352" y="277"/>
                    <a:pt x="490" y="0"/>
                    <a:pt x="3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
            <p:cNvSpPr/>
            <p:nvPr/>
          </p:nvSpPr>
          <p:spPr>
            <a:xfrm>
              <a:off x="1904500" y="1452925"/>
              <a:ext cx="118050" cy="66975"/>
            </a:xfrm>
            <a:custGeom>
              <a:avLst/>
              <a:gdLst/>
              <a:ahLst/>
              <a:cxnLst/>
              <a:rect l="l" t="t" r="r" b="b"/>
              <a:pathLst>
                <a:path w="4722" h="2679" extrusionOk="0">
                  <a:moveTo>
                    <a:pt x="2311" y="0"/>
                  </a:moveTo>
                  <a:cubicBezTo>
                    <a:pt x="1039" y="0"/>
                    <a:pt x="1" y="603"/>
                    <a:pt x="51" y="1339"/>
                  </a:cubicBezTo>
                  <a:cubicBezTo>
                    <a:pt x="68" y="2059"/>
                    <a:pt x="1139" y="2678"/>
                    <a:pt x="2411" y="2678"/>
                  </a:cubicBezTo>
                  <a:cubicBezTo>
                    <a:pt x="3683" y="2678"/>
                    <a:pt x="4721" y="2059"/>
                    <a:pt x="4671" y="1339"/>
                  </a:cubicBezTo>
                  <a:cubicBezTo>
                    <a:pt x="4654" y="603"/>
                    <a:pt x="3600" y="0"/>
                    <a:pt x="23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
            <p:cNvSpPr/>
            <p:nvPr/>
          </p:nvSpPr>
          <p:spPr>
            <a:xfrm>
              <a:off x="1905350" y="1447900"/>
              <a:ext cx="117600" cy="66975"/>
            </a:xfrm>
            <a:custGeom>
              <a:avLst/>
              <a:gdLst/>
              <a:ahLst/>
              <a:cxnLst/>
              <a:rect l="l" t="t" r="r" b="b"/>
              <a:pathLst>
                <a:path w="4704" h="2679" extrusionOk="0">
                  <a:moveTo>
                    <a:pt x="2294" y="0"/>
                  </a:moveTo>
                  <a:cubicBezTo>
                    <a:pt x="1022" y="0"/>
                    <a:pt x="0" y="619"/>
                    <a:pt x="34" y="1339"/>
                  </a:cubicBezTo>
                  <a:cubicBezTo>
                    <a:pt x="51" y="2076"/>
                    <a:pt x="1122" y="2678"/>
                    <a:pt x="2394" y="2678"/>
                  </a:cubicBezTo>
                  <a:cubicBezTo>
                    <a:pt x="3666" y="2678"/>
                    <a:pt x="4704" y="2092"/>
                    <a:pt x="4654" y="1339"/>
                  </a:cubicBezTo>
                  <a:cubicBezTo>
                    <a:pt x="4637" y="619"/>
                    <a:pt x="3566" y="0"/>
                    <a:pt x="22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
            <p:cNvSpPr/>
            <p:nvPr/>
          </p:nvSpPr>
          <p:spPr>
            <a:xfrm>
              <a:off x="1912050" y="1471625"/>
              <a:ext cx="86225" cy="35575"/>
            </a:xfrm>
            <a:custGeom>
              <a:avLst/>
              <a:gdLst/>
              <a:ahLst/>
              <a:cxnLst/>
              <a:rect l="l" t="t" r="r" b="b"/>
              <a:pathLst>
                <a:path w="3449" h="1423" extrusionOk="0">
                  <a:moveTo>
                    <a:pt x="477" y="1"/>
                  </a:moveTo>
                  <a:cubicBezTo>
                    <a:pt x="374" y="1"/>
                    <a:pt x="293" y="41"/>
                    <a:pt x="235" y="139"/>
                  </a:cubicBezTo>
                  <a:cubicBezTo>
                    <a:pt x="0" y="507"/>
                    <a:pt x="486" y="1026"/>
                    <a:pt x="1323" y="1277"/>
                  </a:cubicBezTo>
                  <a:cubicBezTo>
                    <a:pt x="1636" y="1375"/>
                    <a:pt x="1957" y="1422"/>
                    <a:pt x="2246" y="1422"/>
                  </a:cubicBezTo>
                  <a:cubicBezTo>
                    <a:pt x="2698" y="1422"/>
                    <a:pt x="3071" y="1308"/>
                    <a:pt x="3214" y="1093"/>
                  </a:cubicBezTo>
                  <a:cubicBezTo>
                    <a:pt x="3448" y="725"/>
                    <a:pt x="2628" y="759"/>
                    <a:pt x="1825" y="507"/>
                  </a:cubicBezTo>
                  <a:cubicBezTo>
                    <a:pt x="1212" y="299"/>
                    <a:pt x="760" y="1"/>
                    <a:pt x="47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
            <p:cNvSpPr/>
            <p:nvPr/>
          </p:nvSpPr>
          <p:spPr>
            <a:xfrm>
              <a:off x="1933800" y="1455925"/>
              <a:ext cx="83300" cy="32350"/>
            </a:xfrm>
            <a:custGeom>
              <a:avLst/>
              <a:gdLst/>
              <a:ahLst/>
              <a:cxnLst/>
              <a:rect l="l" t="t" r="r" b="b"/>
              <a:pathLst>
                <a:path w="3332" h="1294" extrusionOk="0">
                  <a:moveTo>
                    <a:pt x="1142" y="0"/>
                  </a:moveTo>
                  <a:cubicBezTo>
                    <a:pt x="877" y="0"/>
                    <a:pt x="641" y="38"/>
                    <a:pt x="469" y="114"/>
                  </a:cubicBezTo>
                  <a:cubicBezTo>
                    <a:pt x="1" y="332"/>
                    <a:pt x="871" y="432"/>
                    <a:pt x="1541" y="750"/>
                  </a:cubicBezTo>
                  <a:cubicBezTo>
                    <a:pt x="2078" y="1006"/>
                    <a:pt x="2313" y="1293"/>
                    <a:pt x="2627" y="1293"/>
                  </a:cubicBezTo>
                  <a:cubicBezTo>
                    <a:pt x="2705" y="1293"/>
                    <a:pt x="2787" y="1276"/>
                    <a:pt x="2880" y="1236"/>
                  </a:cubicBezTo>
                  <a:cubicBezTo>
                    <a:pt x="3332" y="1018"/>
                    <a:pt x="3148" y="600"/>
                    <a:pt x="2495" y="298"/>
                  </a:cubicBezTo>
                  <a:cubicBezTo>
                    <a:pt x="2079" y="101"/>
                    <a:pt x="1574" y="0"/>
                    <a:pt x="114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
            <p:cNvSpPr/>
            <p:nvPr/>
          </p:nvSpPr>
          <p:spPr>
            <a:xfrm>
              <a:off x="1966025" y="1493075"/>
              <a:ext cx="10725" cy="8850"/>
            </a:xfrm>
            <a:custGeom>
              <a:avLst/>
              <a:gdLst/>
              <a:ahLst/>
              <a:cxnLst/>
              <a:rect l="l" t="t" r="r" b="b"/>
              <a:pathLst>
                <a:path w="429" h="354" extrusionOk="0">
                  <a:moveTo>
                    <a:pt x="252" y="1"/>
                  </a:moveTo>
                  <a:cubicBezTo>
                    <a:pt x="118" y="185"/>
                    <a:pt x="1" y="336"/>
                    <a:pt x="201" y="352"/>
                  </a:cubicBezTo>
                  <a:cubicBezTo>
                    <a:pt x="207" y="353"/>
                    <a:pt x="212" y="353"/>
                    <a:pt x="217" y="353"/>
                  </a:cubicBezTo>
                  <a:cubicBezTo>
                    <a:pt x="428" y="353"/>
                    <a:pt x="268" y="18"/>
                    <a:pt x="268" y="18"/>
                  </a:cubicBezTo>
                  <a:lnTo>
                    <a:pt x="2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
            <p:cNvSpPr/>
            <p:nvPr/>
          </p:nvSpPr>
          <p:spPr>
            <a:xfrm>
              <a:off x="1953475" y="1491400"/>
              <a:ext cx="10150" cy="8600"/>
            </a:xfrm>
            <a:custGeom>
              <a:avLst/>
              <a:gdLst/>
              <a:ahLst/>
              <a:cxnLst/>
              <a:rect l="l" t="t" r="r" b="b"/>
              <a:pathLst>
                <a:path w="406" h="344" extrusionOk="0">
                  <a:moveTo>
                    <a:pt x="302" y="1"/>
                  </a:moveTo>
                  <a:cubicBezTo>
                    <a:pt x="134" y="152"/>
                    <a:pt x="0" y="252"/>
                    <a:pt x="201" y="336"/>
                  </a:cubicBezTo>
                  <a:cubicBezTo>
                    <a:pt x="219" y="341"/>
                    <a:pt x="234" y="344"/>
                    <a:pt x="248" y="344"/>
                  </a:cubicBezTo>
                  <a:cubicBezTo>
                    <a:pt x="406" y="344"/>
                    <a:pt x="335" y="18"/>
                    <a:pt x="335" y="18"/>
                  </a:cubicBezTo>
                  <a:lnTo>
                    <a:pt x="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
            <p:cNvSpPr/>
            <p:nvPr/>
          </p:nvSpPr>
          <p:spPr>
            <a:xfrm>
              <a:off x="1938000" y="1487225"/>
              <a:ext cx="9750" cy="8675"/>
            </a:xfrm>
            <a:custGeom>
              <a:avLst/>
              <a:gdLst/>
              <a:ahLst/>
              <a:cxnLst/>
              <a:rect l="l" t="t" r="r" b="b"/>
              <a:pathLst>
                <a:path w="390" h="347" extrusionOk="0">
                  <a:moveTo>
                    <a:pt x="318" y="1"/>
                  </a:moveTo>
                  <a:cubicBezTo>
                    <a:pt x="151" y="151"/>
                    <a:pt x="0" y="252"/>
                    <a:pt x="218" y="335"/>
                  </a:cubicBezTo>
                  <a:cubicBezTo>
                    <a:pt x="235" y="343"/>
                    <a:pt x="250" y="347"/>
                    <a:pt x="263" y="347"/>
                  </a:cubicBezTo>
                  <a:cubicBezTo>
                    <a:pt x="390" y="347"/>
                    <a:pt x="335" y="17"/>
                    <a:pt x="335" y="17"/>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
            <p:cNvSpPr/>
            <p:nvPr/>
          </p:nvSpPr>
          <p:spPr>
            <a:xfrm>
              <a:off x="1925125" y="1480950"/>
              <a:ext cx="9125" cy="6575"/>
            </a:xfrm>
            <a:custGeom>
              <a:avLst/>
              <a:gdLst/>
              <a:ahLst/>
              <a:cxnLst/>
              <a:rect l="l" t="t" r="r" b="b"/>
              <a:pathLst>
                <a:path w="365" h="263" extrusionOk="0">
                  <a:moveTo>
                    <a:pt x="264" y="0"/>
                  </a:moveTo>
                  <a:cubicBezTo>
                    <a:pt x="105" y="0"/>
                    <a:pt x="1" y="12"/>
                    <a:pt x="130" y="185"/>
                  </a:cubicBezTo>
                  <a:cubicBezTo>
                    <a:pt x="162" y="241"/>
                    <a:pt x="193" y="263"/>
                    <a:pt x="220" y="263"/>
                  </a:cubicBezTo>
                  <a:cubicBezTo>
                    <a:pt x="307" y="263"/>
                    <a:pt x="364" y="51"/>
                    <a:pt x="364" y="51"/>
                  </a:cubicBezTo>
                  <a:lnTo>
                    <a:pt x="348" y="1"/>
                  </a:lnTo>
                  <a:cubicBezTo>
                    <a:pt x="319" y="1"/>
                    <a:pt x="291" y="0"/>
                    <a:pt x="2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
            <p:cNvSpPr/>
            <p:nvPr/>
          </p:nvSpPr>
          <p:spPr>
            <a:xfrm>
              <a:off x="1991975" y="1475475"/>
              <a:ext cx="8800" cy="5925"/>
            </a:xfrm>
            <a:custGeom>
              <a:avLst/>
              <a:gdLst/>
              <a:ahLst/>
              <a:cxnLst/>
              <a:rect l="l" t="t" r="r" b="b"/>
              <a:pathLst>
                <a:path w="352" h="237" extrusionOk="0">
                  <a:moveTo>
                    <a:pt x="168" y="1"/>
                  </a:moveTo>
                  <a:cubicBezTo>
                    <a:pt x="102" y="1"/>
                    <a:pt x="51" y="109"/>
                    <a:pt x="0" y="236"/>
                  </a:cubicBezTo>
                  <a:lnTo>
                    <a:pt x="17" y="236"/>
                  </a:lnTo>
                  <a:cubicBezTo>
                    <a:pt x="17" y="236"/>
                    <a:pt x="352" y="119"/>
                    <a:pt x="235" y="35"/>
                  </a:cubicBezTo>
                  <a:cubicBezTo>
                    <a:pt x="211" y="11"/>
                    <a:pt x="189" y="1"/>
                    <a:pt x="1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
            <p:cNvSpPr/>
            <p:nvPr/>
          </p:nvSpPr>
          <p:spPr>
            <a:xfrm>
              <a:off x="1985275" y="1470325"/>
              <a:ext cx="8825" cy="6875"/>
            </a:xfrm>
            <a:custGeom>
              <a:avLst/>
              <a:gdLst/>
              <a:ahLst/>
              <a:cxnLst/>
              <a:rect l="l" t="t" r="r" b="b"/>
              <a:pathLst>
                <a:path w="353" h="275" extrusionOk="0">
                  <a:moveTo>
                    <a:pt x="105" y="0"/>
                  </a:moveTo>
                  <a:cubicBezTo>
                    <a:pt x="17" y="0"/>
                    <a:pt x="14" y="127"/>
                    <a:pt x="1" y="275"/>
                  </a:cubicBezTo>
                  <a:lnTo>
                    <a:pt x="17" y="275"/>
                  </a:lnTo>
                  <a:cubicBezTo>
                    <a:pt x="17" y="275"/>
                    <a:pt x="352" y="91"/>
                    <a:pt x="185" y="24"/>
                  </a:cubicBezTo>
                  <a:cubicBezTo>
                    <a:pt x="152" y="7"/>
                    <a:pt x="126" y="0"/>
                    <a:pt x="1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
            <p:cNvSpPr/>
            <p:nvPr/>
          </p:nvSpPr>
          <p:spPr>
            <a:xfrm>
              <a:off x="1972450" y="1463250"/>
              <a:ext cx="9500" cy="7675"/>
            </a:xfrm>
            <a:custGeom>
              <a:avLst/>
              <a:gdLst/>
              <a:ahLst/>
              <a:cxnLst/>
              <a:rect l="l" t="t" r="r" b="b"/>
              <a:pathLst>
                <a:path w="380" h="307" extrusionOk="0">
                  <a:moveTo>
                    <a:pt x="106" y="0"/>
                  </a:moveTo>
                  <a:cubicBezTo>
                    <a:pt x="0" y="0"/>
                    <a:pt x="11" y="142"/>
                    <a:pt x="11" y="307"/>
                  </a:cubicBezTo>
                  <a:lnTo>
                    <a:pt x="45" y="307"/>
                  </a:lnTo>
                  <a:cubicBezTo>
                    <a:pt x="45" y="307"/>
                    <a:pt x="380" y="106"/>
                    <a:pt x="195" y="22"/>
                  </a:cubicBezTo>
                  <a:cubicBezTo>
                    <a:pt x="159" y="7"/>
                    <a:pt x="130"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
            <p:cNvSpPr/>
            <p:nvPr/>
          </p:nvSpPr>
          <p:spPr>
            <a:xfrm>
              <a:off x="1952625" y="1460325"/>
              <a:ext cx="13225" cy="7675"/>
            </a:xfrm>
            <a:custGeom>
              <a:avLst/>
              <a:gdLst/>
              <a:ahLst/>
              <a:cxnLst/>
              <a:rect l="l" t="t" r="r" b="b"/>
              <a:pathLst>
                <a:path w="529" h="307" extrusionOk="0">
                  <a:moveTo>
                    <a:pt x="335" y="0"/>
                  </a:moveTo>
                  <a:cubicBezTo>
                    <a:pt x="321" y="0"/>
                    <a:pt x="304" y="2"/>
                    <a:pt x="285" y="5"/>
                  </a:cubicBezTo>
                  <a:cubicBezTo>
                    <a:pt x="1" y="72"/>
                    <a:pt x="152" y="173"/>
                    <a:pt x="319" y="307"/>
                  </a:cubicBezTo>
                  <a:lnTo>
                    <a:pt x="369" y="290"/>
                  </a:lnTo>
                  <a:cubicBezTo>
                    <a:pt x="369" y="290"/>
                    <a:pt x="528"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
            <p:cNvSpPr/>
            <p:nvPr/>
          </p:nvSpPr>
          <p:spPr>
            <a:xfrm>
              <a:off x="2060175" y="1350225"/>
              <a:ext cx="121375" cy="61700"/>
            </a:xfrm>
            <a:custGeom>
              <a:avLst/>
              <a:gdLst/>
              <a:ahLst/>
              <a:cxnLst/>
              <a:rect l="l" t="t" r="r" b="b"/>
              <a:pathLst>
                <a:path w="4855" h="2468" extrusionOk="0">
                  <a:moveTo>
                    <a:pt x="1927" y="1"/>
                  </a:moveTo>
                  <a:cubicBezTo>
                    <a:pt x="1854" y="1"/>
                    <a:pt x="1781" y="3"/>
                    <a:pt x="1708" y="7"/>
                  </a:cubicBezTo>
                  <a:cubicBezTo>
                    <a:pt x="637" y="57"/>
                    <a:pt x="1" y="593"/>
                    <a:pt x="185" y="1212"/>
                  </a:cubicBezTo>
                  <a:cubicBezTo>
                    <a:pt x="386" y="1882"/>
                    <a:pt x="1541" y="2468"/>
                    <a:pt x="2779" y="2468"/>
                  </a:cubicBezTo>
                  <a:cubicBezTo>
                    <a:pt x="4102" y="2468"/>
                    <a:pt x="4855" y="1815"/>
                    <a:pt x="4436" y="1095"/>
                  </a:cubicBezTo>
                  <a:cubicBezTo>
                    <a:pt x="4077" y="438"/>
                    <a:pt x="2972" y="1"/>
                    <a:pt x="19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
            <p:cNvSpPr/>
            <p:nvPr/>
          </p:nvSpPr>
          <p:spPr>
            <a:xfrm>
              <a:off x="2061025" y="1344800"/>
              <a:ext cx="121800" cy="61700"/>
            </a:xfrm>
            <a:custGeom>
              <a:avLst/>
              <a:gdLst/>
              <a:ahLst/>
              <a:cxnLst/>
              <a:rect l="l" t="t" r="r" b="b"/>
              <a:pathLst>
                <a:path w="4872" h="2468" extrusionOk="0">
                  <a:moveTo>
                    <a:pt x="1954" y="0"/>
                  </a:moveTo>
                  <a:cubicBezTo>
                    <a:pt x="1882" y="0"/>
                    <a:pt x="1811" y="2"/>
                    <a:pt x="1741" y="6"/>
                  </a:cubicBezTo>
                  <a:cubicBezTo>
                    <a:pt x="670" y="73"/>
                    <a:pt x="0" y="592"/>
                    <a:pt x="218" y="1228"/>
                  </a:cubicBezTo>
                  <a:cubicBezTo>
                    <a:pt x="416" y="1889"/>
                    <a:pt x="1525" y="2467"/>
                    <a:pt x="2760" y="2467"/>
                  </a:cubicBezTo>
                  <a:cubicBezTo>
                    <a:pt x="2777" y="2467"/>
                    <a:pt x="2795" y="2467"/>
                    <a:pt x="2812" y="2467"/>
                  </a:cubicBezTo>
                  <a:cubicBezTo>
                    <a:pt x="4101" y="2467"/>
                    <a:pt x="4871" y="1831"/>
                    <a:pt x="4453" y="1094"/>
                  </a:cubicBezTo>
                  <a:cubicBezTo>
                    <a:pt x="4108" y="452"/>
                    <a:pt x="3000" y="0"/>
                    <a:pt x="19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
            <p:cNvSpPr/>
            <p:nvPr/>
          </p:nvSpPr>
          <p:spPr>
            <a:xfrm>
              <a:off x="2089900" y="1363150"/>
              <a:ext cx="78275" cy="35475"/>
            </a:xfrm>
            <a:custGeom>
              <a:avLst/>
              <a:gdLst/>
              <a:ahLst/>
              <a:cxnLst/>
              <a:rect l="l" t="t" r="r" b="b"/>
              <a:pathLst>
                <a:path w="3131" h="1419" extrusionOk="0">
                  <a:moveTo>
                    <a:pt x="2426" y="0"/>
                  </a:moveTo>
                  <a:cubicBezTo>
                    <a:pt x="2140" y="0"/>
                    <a:pt x="1867" y="308"/>
                    <a:pt x="1373" y="511"/>
                  </a:cubicBezTo>
                  <a:cubicBezTo>
                    <a:pt x="737" y="779"/>
                    <a:pt x="0" y="762"/>
                    <a:pt x="335" y="1097"/>
                  </a:cubicBezTo>
                  <a:cubicBezTo>
                    <a:pt x="543" y="1305"/>
                    <a:pt x="926" y="1419"/>
                    <a:pt x="1353" y="1419"/>
                  </a:cubicBezTo>
                  <a:cubicBezTo>
                    <a:pt x="1648" y="1419"/>
                    <a:pt x="1965" y="1364"/>
                    <a:pt x="2260" y="1248"/>
                  </a:cubicBezTo>
                  <a:cubicBezTo>
                    <a:pt x="2946" y="946"/>
                    <a:pt x="3130" y="444"/>
                    <a:pt x="2712" y="109"/>
                  </a:cubicBezTo>
                  <a:cubicBezTo>
                    <a:pt x="2610" y="32"/>
                    <a:pt x="2517" y="0"/>
                    <a:pt x="2426"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
            <p:cNvSpPr/>
            <p:nvPr/>
          </p:nvSpPr>
          <p:spPr>
            <a:xfrm>
              <a:off x="2070650" y="1351300"/>
              <a:ext cx="66975" cy="29650"/>
            </a:xfrm>
            <a:custGeom>
              <a:avLst/>
              <a:gdLst/>
              <a:ahLst/>
              <a:cxnLst/>
              <a:rect l="l" t="t" r="r" b="b"/>
              <a:pathLst>
                <a:path w="2679" h="1186" extrusionOk="0">
                  <a:moveTo>
                    <a:pt x="1607" y="0"/>
                  </a:moveTo>
                  <a:cubicBezTo>
                    <a:pt x="1209" y="0"/>
                    <a:pt x="766" y="108"/>
                    <a:pt x="452" y="299"/>
                  </a:cubicBezTo>
                  <a:cubicBezTo>
                    <a:pt x="0" y="583"/>
                    <a:pt x="0" y="968"/>
                    <a:pt x="452" y="1136"/>
                  </a:cubicBezTo>
                  <a:cubicBezTo>
                    <a:pt x="543" y="1170"/>
                    <a:pt x="618" y="1185"/>
                    <a:pt x="683" y="1185"/>
                  </a:cubicBezTo>
                  <a:cubicBezTo>
                    <a:pt x="966" y="1185"/>
                    <a:pt x="1062" y="899"/>
                    <a:pt x="1456" y="667"/>
                  </a:cubicBezTo>
                  <a:cubicBezTo>
                    <a:pt x="1942" y="383"/>
                    <a:pt x="2678" y="249"/>
                    <a:pt x="2143" y="81"/>
                  </a:cubicBezTo>
                  <a:cubicBezTo>
                    <a:pt x="1988" y="26"/>
                    <a:pt x="1803" y="0"/>
                    <a:pt x="160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
            <p:cNvSpPr/>
            <p:nvPr/>
          </p:nvSpPr>
          <p:spPr>
            <a:xfrm>
              <a:off x="2113750" y="1385125"/>
              <a:ext cx="10050" cy="8450"/>
            </a:xfrm>
            <a:custGeom>
              <a:avLst/>
              <a:gdLst/>
              <a:ahLst/>
              <a:cxnLst/>
              <a:rect l="l" t="t" r="r" b="b"/>
              <a:pathLst>
                <a:path w="402" h="338" extrusionOk="0">
                  <a:moveTo>
                    <a:pt x="0" y="0"/>
                  </a:moveTo>
                  <a:cubicBezTo>
                    <a:pt x="0" y="0"/>
                    <a:pt x="0" y="337"/>
                    <a:pt x="191" y="337"/>
                  </a:cubicBezTo>
                  <a:cubicBezTo>
                    <a:pt x="199" y="337"/>
                    <a:pt x="208" y="337"/>
                    <a:pt x="218" y="335"/>
                  </a:cubicBezTo>
                  <a:cubicBezTo>
                    <a:pt x="402" y="318"/>
                    <a:pt x="235" y="168"/>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
            <p:cNvSpPr/>
            <p:nvPr/>
          </p:nvSpPr>
          <p:spPr>
            <a:xfrm>
              <a:off x="2123375" y="1382600"/>
              <a:ext cx="10900" cy="8275"/>
            </a:xfrm>
            <a:custGeom>
              <a:avLst/>
              <a:gdLst/>
              <a:ahLst/>
              <a:cxnLst/>
              <a:rect l="l" t="t" r="r" b="b"/>
              <a:pathLst>
                <a:path w="436" h="331" extrusionOk="0">
                  <a:moveTo>
                    <a:pt x="17" y="1"/>
                  </a:moveTo>
                  <a:lnTo>
                    <a:pt x="0" y="18"/>
                  </a:lnTo>
                  <a:cubicBezTo>
                    <a:pt x="0" y="18"/>
                    <a:pt x="82" y="331"/>
                    <a:pt x="221" y="331"/>
                  </a:cubicBezTo>
                  <a:cubicBezTo>
                    <a:pt x="236" y="331"/>
                    <a:pt x="252" y="327"/>
                    <a:pt x="268" y="319"/>
                  </a:cubicBezTo>
                  <a:cubicBezTo>
                    <a:pt x="435" y="235"/>
                    <a:pt x="251" y="152"/>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
            <p:cNvSpPr/>
            <p:nvPr/>
          </p:nvSpPr>
          <p:spPr>
            <a:xfrm>
              <a:off x="2136350" y="1378425"/>
              <a:ext cx="10900" cy="8375"/>
            </a:xfrm>
            <a:custGeom>
              <a:avLst/>
              <a:gdLst/>
              <a:ahLst/>
              <a:cxnLst/>
              <a:rect l="l" t="t" r="r" b="b"/>
              <a:pathLst>
                <a:path w="436" h="335" extrusionOk="0">
                  <a:moveTo>
                    <a:pt x="17" y="1"/>
                  </a:moveTo>
                  <a:lnTo>
                    <a:pt x="0" y="17"/>
                  </a:lnTo>
                  <a:cubicBezTo>
                    <a:pt x="0" y="17"/>
                    <a:pt x="79" y="335"/>
                    <a:pt x="238" y="335"/>
                  </a:cubicBezTo>
                  <a:cubicBezTo>
                    <a:pt x="258" y="335"/>
                    <a:pt x="279" y="330"/>
                    <a:pt x="301" y="319"/>
                  </a:cubicBezTo>
                  <a:cubicBezTo>
                    <a:pt x="435" y="235"/>
                    <a:pt x="251" y="134"/>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
            <p:cNvSpPr/>
            <p:nvPr/>
          </p:nvSpPr>
          <p:spPr>
            <a:xfrm>
              <a:off x="2144700" y="1372325"/>
              <a:ext cx="8700" cy="6300"/>
            </a:xfrm>
            <a:custGeom>
              <a:avLst/>
              <a:gdLst/>
              <a:ahLst/>
              <a:cxnLst/>
              <a:rect l="l" t="t" r="r" b="b"/>
              <a:pathLst>
                <a:path w="348" h="252" extrusionOk="0">
                  <a:moveTo>
                    <a:pt x="161" y="1"/>
                  </a:moveTo>
                  <a:cubicBezTo>
                    <a:pt x="115" y="1"/>
                    <a:pt x="61" y="6"/>
                    <a:pt x="1" y="10"/>
                  </a:cubicBezTo>
                  <a:lnTo>
                    <a:pt x="1" y="60"/>
                  </a:lnTo>
                  <a:cubicBezTo>
                    <a:pt x="1" y="60"/>
                    <a:pt x="173" y="251"/>
                    <a:pt x="271" y="251"/>
                  </a:cubicBezTo>
                  <a:cubicBezTo>
                    <a:pt x="303" y="251"/>
                    <a:pt x="327" y="231"/>
                    <a:pt x="336" y="178"/>
                  </a:cubicBezTo>
                  <a:cubicBezTo>
                    <a:pt x="348" y="32"/>
                    <a:pt x="281" y="1"/>
                    <a:pt x="1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
            <p:cNvSpPr/>
            <p:nvPr/>
          </p:nvSpPr>
          <p:spPr>
            <a:xfrm>
              <a:off x="2083200" y="1369125"/>
              <a:ext cx="8400" cy="5550"/>
            </a:xfrm>
            <a:custGeom>
              <a:avLst/>
              <a:gdLst/>
              <a:ahLst/>
              <a:cxnLst/>
              <a:rect l="l" t="t" r="r" b="b"/>
              <a:pathLst>
                <a:path w="336" h="222" extrusionOk="0">
                  <a:moveTo>
                    <a:pt x="108" y="1"/>
                  </a:moveTo>
                  <a:cubicBezTo>
                    <a:pt x="87" y="1"/>
                    <a:pt x="68" y="12"/>
                    <a:pt x="51" y="38"/>
                  </a:cubicBezTo>
                  <a:cubicBezTo>
                    <a:pt x="0" y="121"/>
                    <a:pt x="335" y="222"/>
                    <a:pt x="335" y="222"/>
                  </a:cubicBezTo>
                  <a:cubicBezTo>
                    <a:pt x="248" y="97"/>
                    <a:pt x="170" y="1"/>
                    <a:pt x="1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
            <p:cNvSpPr/>
            <p:nvPr/>
          </p:nvSpPr>
          <p:spPr>
            <a:xfrm>
              <a:off x="2086550" y="1364750"/>
              <a:ext cx="9650" cy="5750"/>
            </a:xfrm>
            <a:custGeom>
              <a:avLst/>
              <a:gdLst/>
              <a:ahLst/>
              <a:cxnLst/>
              <a:rect l="l" t="t" r="r" b="b"/>
              <a:pathLst>
                <a:path w="386" h="230" extrusionOk="0">
                  <a:moveTo>
                    <a:pt x="205" y="1"/>
                  </a:moveTo>
                  <a:cubicBezTo>
                    <a:pt x="184" y="1"/>
                    <a:pt x="161" y="10"/>
                    <a:pt x="134" y="29"/>
                  </a:cubicBezTo>
                  <a:cubicBezTo>
                    <a:pt x="0" y="62"/>
                    <a:pt x="369" y="230"/>
                    <a:pt x="369" y="230"/>
                  </a:cubicBezTo>
                  <a:lnTo>
                    <a:pt x="385" y="230"/>
                  </a:lnTo>
                  <a:cubicBezTo>
                    <a:pt x="321" y="100"/>
                    <a:pt x="276" y="1"/>
                    <a:pt x="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
            <p:cNvSpPr/>
            <p:nvPr/>
          </p:nvSpPr>
          <p:spPr>
            <a:xfrm>
              <a:off x="2094075" y="1358125"/>
              <a:ext cx="10075" cy="6100"/>
            </a:xfrm>
            <a:custGeom>
              <a:avLst/>
              <a:gdLst/>
              <a:ahLst/>
              <a:cxnLst/>
              <a:rect l="l" t="t" r="r" b="b"/>
              <a:pathLst>
                <a:path w="403" h="244" extrusionOk="0">
                  <a:moveTo>
                    <a:pt x="201" y="0"/>
                  </a:moveTo>
                  <a:cubicBezTo>
                    <a:pt x="177" y="0"/>
                    <a:pt x="150" y="8"/>
                    <a:pt x="118" y="26"/>
                  </a:cubicBezTo>
                  <a:cubicBezTo>
                    <a:pt x="1" y="76"/>
                    <a:pt x="369" y="243"/>
                    <a:pt x="369" y="243"/>
                  </a:cubicBezTo>
                  <a:lnTo>
                    <a:pt x="402" y="243"/>
                  </a:lnTo>
                  <a:cubicBezTo>
                    <a:pt x="336" y="111"/>
                    <a:pt x="291"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
            <p:cNvSpPr/>
            <p:nvPr/>
          </p:nvSpPr>
          <p:spPr>
            <a:xfrm>
              <a:off x="2106800" y="1355175"/>
              <a:ext cx="12000" cy="6550"/>
            </a:xfrm>
            <a:custGeom>
              <a:avLst/>
              <a:gdLst/>
              <a:ahLst/>
              <a:cxnLst/>
              <a:rect l="l" t="t" r="r" b="b"/>
              <a:pathLst>
                <a:path w="480" h="262" extrusionOk="0">
                  <a:moveTo>
                    <a:pt x="135" y="0"/>
                  </a:moveTo>
                  <a:cubicBezTo>
                    <a:pt x="1" y="0"/>
                    <a:pt x="245" y="244"/>
                    <a:pt x="245" y="244"/>
                  </a:cubicBezTo>
                  <a:lnTo>
                    <a:pt x="278" y="261"/>
                  </a:lnTo>
                  <a:cubicBezTo>
                    <a:pt x="395" y="144"/>
                    <a:pt x="479" y="60"/>
                    <a:pt x="195" y="10"/>
                  </a:cubicBezTo>
                  <a:cubicBezTo>
                    <a:pt x="169" y="3"/>
                    <a:pt x="150" y="0"/>
                    <a:pt x="1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
            <p:cNvSpPr/>
            <p:nvPr/>
          </p:nvSpPr>
          <p:spPr>
            <a:xfrm>
              <a:off x="2035900" y="1578750"/>
              <a:ext cx="136025" cy="85500"/>
            </a:xfrm>
            <a:custGeom>
              <a:avLst/>
              <a:gdLst/>
              <a:ahLst/>
              <a:cxnLst/>
              <a:rect l="l" t="t" r="r" b="b"/>
              <a:pathLst>
                <a:path w="5441" h="3420" extrusionOk="0">
                  <a:moveTo>
                    <a:pt x="2813" y="0"/>
                  </a:moveTo>
                  <a:cubicBezTo>
                    <a:pt x="1602" y="0"/>
                    <a:pt x="507" y="569"/>
                    <a:pt x="269" y="1378"/>
                  </a:cubicBezTo>
                  <a:cubicBezTo>
                    <a:pt x="1" y="2299"/>
                    <a:pt x="855" y="3219"/>
                    <a:pt x="2328" y="3387"/>
                  </a:cubicBezTo>
                  <a:cubicBezTo>
                    <a:pt x="2496" y="3409"/>
                    <a:pt x="2663" y="3419"/>
                    <a:pt x="2827" y="3419"/>
                  </a:cubicBezTo>
                  <a:cubicBezTo>
                    <a:pt x="4159" y="3419"/>
                    <a:pt x="5283" y="2721"/>
                    <a:pt x="5357" y="1796"/>
                  </a:cubicBezTo>
                  <a:cubicBezTo>
                    <a:pt x="5441" y="842"/>
                    <a:pt x="4370" y="72"/>
                    <a:pt x="3014" y="5"/>
                  </a:cubicBezTo>
                  <a:cubicBezTo>
                    <a:pt x="2947" y="2"/>
                    <a:pt x="2880" y="0"/>
                    <a:pt x="28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
            <p:cNvSpPr/>
            <p:nvPr/>
          </p:nvSpPr>
          <p:spPr>
            <a:xfrm>
              <a:off x="2033825" y="1571275"/>
              <a:ext cx="136025" cy="85625"/>
            </a:xfrm>
            <a:custGeom>
              <a:avLst/>
              <a:gdLst/>
              <a:ahLst/>
              <a:cxnLst/>
              <a:rect l="l" t="t" r="r" b="b"/>
              <a:pathLst>
                <a:path w="5441" h="3425" extrusionOk="0">
                  <a:moveTo>
                    <a:pt x="2865" y="0"/>
                  </a:moveTo>
                  <a:cubicBezTo>
                    <a:pt x="1650" y="0"/>
                    <a:pt x="541" y="588"/>
                    <a:pt x="268" y="1392"/>
                  </a:cubicBezTo>
                  <a:cubicBezTo>
                    <a:pt x="0" y="2313"/>
                    <a:pt x="887" y="3234"/>
                    <a:pt x="2327" y="3401"/>
                  </a:cubicBezTo>
                  <a:cubicBezTo>
                    <a:pt x="2473" y="3417"/>
                    <a:pt x="2617" y="3425"/>
                    <a:pt x="2760" y="3425"/>
                  </a:cubicBezTo>
                  <a:cubicBezTo>
                    <a:pt x="4107" y="3425"/>
                    <a:pt x="5266" y="2734"/>
                    <a:pt x="5357" y="1811"/>
                  </a:cubicBezTo>
                  <a:cubicBezTo>
                    <a:pt x="5440" y="840"/>
                    <a:pt x="4369" y="70"/>
                    <a:pt x="3013" y="3"/>
                  </a:cubicBezTo>
                  <a:cubicBezTo>
                    <a:pt x="2964" y="1"/>
                    <a:pt x="2914" y="0"/>
                    <a:pt x="28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
            <p:cNvSpPr/>
            <p:nvPr/>
          </p:nvSpPr>
          <p:spPr>
            <a:xfrm>
              <a:off x="2062700" y="1602075"/>
              <a:ext cx="98350" cy="42700"/>
            </a:xfrm>
            <a:custGeom>
              <a:avLst/>
              <a:gdLst/>
              <a:ahLst/>
              <a:cxnLst/>
              <a:rect l="l" t="t" r="r" b="b"/>
              <a:pathLst>
                <a:path w="3934" h="1708" extrusionOk="0">
                  <a:moveTo>
                    <a:pt x="3414" y="1"/>
                  </a:moveTo>
                  <a:cubicBezTo>
                    <a:pt x="3088" y="1"/>
                    <a:pt x="2546" y="333"/>
                    <a:pt x="1841" y="512"/>
                  </a:cubicBezTo>
                  <a:cubicBezTo>
                    <a:pt x="854" y="780"/>
                    <a:pt x="0" y="663"/>
                    <a:pt x="151" y="1148"/>
                  </a:cubicBezTo>
                  <a:cubicBezTo>
                    <a:pt x="246" y="1503"/>
                    <a:pt x="752" y="1708"/>
                    <a:pt x="1401" y="1708"/>
                  </a:cubicBezTo>
                  <a:cubicBezTo>
                    <a:pt x="1669" y="1708"/>
                    <a:pt x="1962" y="1673"/>
                    <a:pt x="2260" y="1600"/>
                  </a:cubicBezTo>
                  <a:cubicBezTo>
                    <a:pt x="3281" y="1332"/>
                    <a:pt x="3934" y="696"/>
                    <a:pt x="3699" y="194"/>
                  </a:cubicBezTo>
                  <a:cubicBezTo>
                    <a:pt x="3642" y="54"/>
                    <a:pt x="3545" y="1"/>
                    <a:pt x="341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
            <p:cNvSpPr/>
            <p:nvPr/>
          </p:nvSpPr>
          <p:spPr>
            <a:xfrm>
              <a:off x="2045950" y="1580850"/>
              <a:ext cx="92100" cy="35675"/>
            </a:xfrm>
            <a:custGeom>
              <a:avLst/>
              <a:gdLst/>
              <a:ahLst/>
              <a:cxnLst/>
              <a:rect l="l" t="t" r="r" b="b"/>
              <a:pathLst>
                <a:path w="3684" h="1427" extrusionOk="0">
                  <a:moveTo>
                    <a:pt x="2330" y="0"/>
                  </a:moveTo>
                  <a:cubicBezTo>
                    <a:pt x="1926" y="0"/>
                    <a:pt x="1471" y="80"/>
                    <a:pt x="1072" y="239"/>
                  </a:cubicBezTo>
                  <a:cubicBezTo>
                    <a:pt x="285" y="541"/>
                    <a:pt x="1" y="1026"/>
                    <a:pt x="402" y="1327"/>
                  </a:cubicBezTo>
                  <a:cubicBezTo>
                    <a:pt x="499" y="1397"/>
                    <a:pt x="592" y="1427"/>
                    <a:pt x="686" y="1427"/>
                  </a:cubicBezTo>
                  <a:cubicBezTo>
                    <a:pt x="1000" y="1427"/>
                    <a:pt x="1338" y="1103"/>
                    <a:pt x="1942" y="859"/>
                  </a:cubicBezTo>
                  <a:cubicBezTo>
                    <a:pt x="2712" y="541"/>
                    <a:pt x="3683" y="490"/>
                    <a:pt x="3214" y="189"/>
                  </a:cubicBezTo>
                  <a:cubicBezTo>
                    <a:pt x="3010" y="63"/>
                    <a:pt x="2690" y="0"/>
                    <a:pt x="233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
            <p:cNvSpPr/>
            <p:nvPr/>
          </p:nvSpPr>
          <p:spPr>
            <a:xfrm>
              <a:off x="2082350" y="1624900"/>
              <a:ext cx="12175" cy="11750"/>
            </a:xfrm>
            <a:custGeom>
              <a:avLst/>
              <a:gdLst/>
              <a:ahLst/>
              <a:cxnLst/>
              <a:rect l="l" t="t" r="r" b="b"/>
              <a:pathLst>
                <a:path w="487" h="470" extrusionOk="0">
                  <a:moveTo>
                    <a:pt x="302" y="1"/>
                  </a:moveTo>
                  <a:lnTo>
                    <a:pt x="252" y="17"/>
                  </a:lnTo>
                  <a:cubicBezTo>
                    <a:pt x="252" y="17"/>
                    <a:pt x="1" y="469"/>
                    <a:pt x="252" y="469"/>
                  </a:cubicBezTo>
                  <a:cubicBezTo>
                    <a:pt x="486" y="469"/>
                    <a:pt x="403" y="268"/>
                    <a:pt x="3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
            <p:cNvSpPr/>
            <p:nvPr/>
          </p:nvSpPr>
          <p:spPr>
            <a:xfrm>
              <a:off x="2097525" y="1623650"/>
              <a:ext cx="12050" cy="11475"/>
            </a:xfrm>
            <a:custGeom>
              <a:avLst/>
              <a:gdLst/>
              <a:ahLst/>
              <a:cxnLst/>
              <a:rect l="l" t="t" r="r" b="b"/>
              <a:pathLst>
                <a:path w="482" h="459" extrusionOk="0">
                  <a:moveTo>
                    <a:pt x="197" y="0"/>
                  </a:moveTo>
                  <a:lnTo>
                    <a:pt x="147" y="34"/>
                  </a:lnTo>
                  <a:cubicBezTo>
                    <a:pt x="147" y="34"/>
                    <a:pt x="1" y="459"/>
                    <a:pt x="187" y="459"/>
                  </a:cubicBezTo>
                  <a:cubicBezTo>
                    <a:pt x="200" y="459"/>
                    <a:pt x="215" y="457"/>
                    <a:pt x="231" y="452"/>
                  </a:cubicBezTo>
                  <a:cubicBezTo>
                    <a:pt x="482" y="352"/>
                    <a:pt x="365" y="218"/>
                    <a:pt x="1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
            <p:cNvSpPr/>
            <p:nvPr/>
          </p:nvSpPr>
          <p:spPr>
            <a:xfrm>
              <a:off x="2116550" y="1620300"/>
              <a:ext cx="12275" cy="11225"/>
            </a:xfrm>
            <a:custGeom>
              <a:avLst/>
              <a:gdLst/>
              <a:ahLst/>
              <a:cxnLst/>
              <a:rect l="l" t="t" r="r" b="b"/>
              <a:pathLst>
                <a:path w="491" h="449" extrusionOk="0">
                  <a:moveTo>
                    <a:pt x="190" y="0"/>
                  </a:moveTo>
                  <a:lnTo>
                    <a:pt x="139" y="17"/>
                  </a:lnTo>
                  <a:cubicBezTo>
                    <a:pt x="139" y="17"/>
                    <a:pt x="0" y="449"/>
                    <a:pt x="191" y="449"/>
                  </a:cubicBezTo>
                  <a:cubicBezTo>
                    <a:pt x="210" y="449"/>
                    <a:pt x="231" y="445"/>
                    <a:pt x="257" y="436"/>
                  </a:cubicBezTo>
                  <a:cubicBezTo>
                    <a:pt x="491" y="352"/>
                    <a:pt x="357" y="201"/>
                    <a:pt x="1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
            <p:cNvSpPr/>
            <p:nvPr/>
          </p:nvSpPr>
          <p:spPr>
            <a:xfrm>
              <a:off x="2134250" y="1614025"/>
              <a:ext cx="11750" cy="8525"/>
            </a:xfrm>
            <a:custGeom>
              <a:avLst/>
              <a:gdLst/>
              <a:ahLst/>
              <a:cxnLst/>
              <a:rect l="l" t="t" r="r" b="b"/>
              <a:pathLst>
                <a:path w="470" h="341" extrusionOk="0">
                  <a:moveTo>
                    <a:pt x="17" y="0"/>
                  </a:moveTo>
                  <a:lnTo>
                    <a:pt x="0" y="34"/>
                  </a:lnTo>
                  <a:cubicBezTo>
                    <a:pt x="0" y="34"/>
                    <a:pt x="53" y="340"/>
                    <a:pt x="167" y="340"/>
                  </a:cubicBezTo>
                  <a:cubicBezTo>
                    <a:pt x="197" y="340"/>
                    <a:pt x="230" y="320"/>
                    <a:pt x="268" y="268"/>
                  </a:cubicBezTo>
                  <a:cubicBezTo>
                    <a:pt x="469" y="0"/>
                    <a:pt x="268" y="0"/>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
            <p:cNvSpPr/>
            <p:nvPr/>
          </p:nvSpPr>
          <p:spPr>
            <a:xfrm>
              <a:off x="2063100" y="1600800"/>
              <a:ext cx="7975" cy="7800"/>
            </a:xfrm>
            <a:custGeom>
              <a:avLst/>
              <a:gdLst/>
              <a:ahLst/>
              <a:cxnLst/>
              <a:rect l="l" t="t" r="r" b="b"/>
              <a:pathLst>
                <a:path w="319" h="312" extrusionOk="0">
                  <a:moveTo>
                    <a:pt x="203" y="1"/>
                  </a:moveTo>
                  <a:cubicBezTo>
                    <a:pt x="180" y="1"/>
                    <a:pt x="152" y="14"/>
                    <a:pt x="118" y="44"/>
                  </a:cubicBezTo>
                  <a:cubicBezTo>
                    <a:pt x="1" y="144"/>
                    <a:pt x="302" y="312"/>
                    <a:pt x="302" y="312"/>
                  </a:cubicBezTo>
                  <a:lnTo>
                    <a:pt x="319" y="312"/>
                  </a:lnTo>
                  <a:cubicBezTo>
                    <a:pt x="306" y="156"/>
                    <a:pt x="283" y="1"/>
                    <a:pt x="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
            <p:cNvSpPr/>
            <p:nvPr/>
          </p:nvSpPr>
          <p:spPr>
            <a:xfrm>
              <a:off x="2071900" y="1595525"/>
              <a:ext cx="9475" cy="8475"/>
            </a:xfrm>
            <a:custGeom>
              <a:avLst/>
              <a:gdLst/>
              <a:ahLst/>
              <a:cxnLst/>
              <a:rect l="l" t="t" r="r" b="b"/>
              <a:pathLst>
                <a:path w="379" h="339" extrusionOk="0">
                  <a:moveTo>
                    <a:pt x="278" y="0"/>
                  </a:moveTo>
                  <a:cubicBezTo>
                    <a:pt x="258" y="0"/>
                    <a:pt x="232" y="7"/>
                    <a:pt x="201" y="21"/>
                  </a:cubicBezTo>
                  <a:cubicBezTo>
                    <a:pt x="0" y="88"/>
                    <a:pt x="302" y="339"/>
                    <a:pt x="302" y="339"/>
                  </a:cubicBezTo>
                  <a:lnTo>
                    <a:pt x="318" y="339"/>
                  </a:lnTo>
                  <a:cubicBezTo>
                    <a:pt x="360" y="158"/>
                    <a:pt x="379" y="0"/>
                    <a:pt x="2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
            <p:cNvSpPr/>
            <p:nvPr/>
          </p:nvSpPr>
          <p:spPr>
            <a:xfrm>
              <a:off x="2085700" y="1587875"/>
              <a:ext cx="10975" cy="9425"/>
            </a:xfrm>
            <a:custGeom>
              <a:avLst/>
              <a:gdLst/>
              <a:ahLst/>
              <a:cxnLst/>
              <a:rect l="l" t="t" r="r" b="b"/>
              <a:pathLst>
                <a:path w="439" h="377" extrusionOk="0">
                  <a:moveTo>
                    <a:pt x="298" y="0"/>
                  </a:moveTo>
                  <a:cubicBezTo>
                    <a:pt x="280" y="0"/>
                    <a:pt x="260" y="3"/>
                    <a:pt x="235" y="9"/>
                  </a:cubicBezTo>
                  <a:cubicBezTo>
                    <a:pt x="1" y="92"/>
                    <a:pt x="319" y="377"/>
                    <a:pt x="319" y="377"/>
                  </a:cubicBezTo>
                  <a:lnTo>
                    <a:pt x="352" y="377"/>
                  </a:lnTo>
                  <a:cubicBezTo>
                    <a:pt x="382" y="169"/>
                    <a:pt x="438"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
            <p:cNvSpPr/>
            <p:nvPr/>
          </p:nvSpPr>
          <p:spPr>
            <a:xfrm>
              <a:off x="2104650" y="1585700"/>
              <a:ext cx="12875" cy="8675"/>
            </a:xfrm>
            <a:custGeom>
              <a:avLst/>
              <a:gdLst/>
              <a:ahLst/>
              <a:cxnLst/>
              <a:rect l="l" t="t" r="r" b="b"/>
              <a:pathLst>
                <a:path w="515" h="347" extrusionOk="0">
                  <a:moveTo>
                    <a:pt x="181" y="0"/>
                  </a:moveTo>
                  <a:cubicBezTo>
                    <a:pt x="0" y="0"/>
                    <a:pt x="96" y="330"/>
                    <a:pt x="96" y="330"/>
                  </a:cubicBezTo>
                  <a:lnTo>
                    <a:pt x="130" y="347"/>
                  </a:lnTo>
                  <a:cubicBezTo>
                    <a:pt x="348" y="213"/>
                    <a:pt x="515" y="96"/>
                    <a:pt x="247" y="12"/>
                  </a:cubicBezTo>
                  <a:cubicBezTo>
                    <a:pt x="222" y="4"/>
                    <a:pt x="200" y="0"/>
                    <a:pt x="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
            <p:cNvSpPr/>
            <p:nvPr/>
          </p:nvSpPr>
          <p:spPr>
            <a:xfrm>
              <a:off x="1689000" y="1570900"/>
              <a:ext cx="129750" cy="71950"/>
            </a:xfrm>
            <a:custGeom>
              <a:avLst/>
              <a:gdLst/>
              <a:ahLst/>
              <a:cxnLst/>
              <a:rect l="l" t="t" r="r" b="b"/>
              <a:pathLst>
                <a:path w="5190" h="2878" extrusionOk="0">
                  <a:moveTo>
                    <a:pt x="2722" y="1"/>
                  </a:moveTo>
                  <a:cubicBezTo>
                    <a:pt x="2702" y="1"/>
                    <a:pt x="2682" y="1"/>
                    <a:pt x="2662" y="1"/>
                  </a:cubicBezTo>
                  <a:cubicBezTo>
                    <a:pt x="1256" y="18"/>
                    <a:pt x="1" y="755"/>
                    <a:pt x="118" y="1658"/>
                  </a:cubicBezTo>
                  <a:cubicBezTo>
                    <a:pt x="211" y="2415"/>
                    <a:pt x="1209" y="2877"/>
                    <a:pt x="2353" y="2877"/>
                  </a:cubicBezTo>
                  <a:cubicBezTo>
                    <a:pt x="2652" y="2877"/>
                    <a:pt x="2960" y="2846"/>
                    <a:pt x="3265" y="2780"/>
                  </a:cubicBezTo>
                  <a:cubicBezTo>
                    <a:pt x="4503" y="2512"/>
                    <a:pt x="5190" y="1759"/>
                    <a:pt x="5005" y="1089"/>
                  </a:cubicBezTo>
                  <a:cubicBezTo>
                    <a:pt x="4824" y="480"/>
                    <a:pt x="3883" y="1"/>
                    <a:pt x="27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
            <p:cNvSpPr/>
            <p:nvPr/>
          </p:nvSpPr>
          <p:spPr>
            <a:xfrm>
              <a:off x="1726250" y="1590400"/>
              <a:ext cx="84125" cy="42675"/>
            </a:xfrm>
            <a:custGeom>
              <a:avLst/>
              <a:gdLst/>
              <a:ahLst/>
              <a:cxnLst/>
              <a:rect l="l" t="t" r="r" b="b"/>
              <a:pathLst>
                <a:path w="3365" h="1707" extrusionOk="0">
                  <a:moveTo>
                    <a:pt x="2883" y="1"/>
                  </a:moveTo>
                  <a:cubicBezTo>
                    <a:pt x="2638" y="1"/>
                    <a:pt x="2323" y="330"/>
                    <a:pt x="1775" y="611"/>
                  </a:cubicBezTo>
                  <a:cubicBezTo>
                    <a:pt x="971" y="996"/>
                    <a:pt x="0" y="1113"/>
                    <a:pt x="385" y="1481"/>
                  </a:cubicBezTo>
                  <a:cubicBezTo>
                    <a:pt x="539" y="1635"/>
                    <a:pt x="801" y="1707"/>
                    <a:pt x="1108" y="1707"/>
                  </a:cubicBezTo>
                  <a:cubicBezTo>
                    <a:pt x="1535" y="1707"/>
                    <a:pt x="2049" y="1567"/>
                    <a:pt x="2478" y="1314"/>
                  </a:cubicBezTo>
                  <a:cubicBezTo>
                    <a:pt x="3147" y="912"/>
                    <a:pt x="3365" y="393"/>
                    <a:pt x="3097" y="108"/>
                  </a:cubicBezTo>
                  <a:cubicBezTo>
                    <a:pt x="3029" y="33"/>
                    <a:pt x="2960" y="1"/>
                    <a:pt x="288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
            <p:cNvSpPr/>
            <p:nvPr/>
          </p:nvSpPr>
          <p:spPr>
            <a:xfrm>
              <a:off x="1699050" y="1578800"/>
              <a:ext cx="87900" cy="37950"/>
            </a:xfrm>
            <a:custGeom>
              <a:avLst/>
              <a:gdLst/>
              <a:ahLst/>
              <a:cxnLst/>
              <a:rect l="l" t="t" r="r" b="b"/>
              <a:pathLst>
                <a:path w="3516" h="1518" extrusionOk="0">
                  <a:moveTo>
                    <a:pt x="2492" y="1"/>
                  </a:moveTo>
                  <a:cubicBezTo>
                    <a:pt x="2015" y="1"/>
                    <a:pt x="1430" y="131"/>
                    <a:pt x="938" y="372"/>
                  </a:cubicBezTo>
                  <a:cubicBezTo>
                    <a:pt x="151" y="790"/>
                    <a:pt x="0" y="1326"/>
                    <a:pt x="670" y="1476"/>
                  </a:cubicBezTo>
                  <a:cubicBezTo>
                    <a:pt x="768" y="1505"/>
                    <a:pt x="855" y="1518"/>
                    <a:pt x="935" y="1518"/>
                  </a:cubicBezTo>
                  <a:cubicBezTo>
                    <a:pt x="1374" y="1518"/>
                    <a:pt x="1593" y="1127"/>
                    <a:pt x="2160" y="773"/>
                  </a:cubicBezTo>
                  <a:cubicBezTo>
                    <a:pt x="2762" y="422"/>
                    <a:pt x="3515" y="254"/>
                    <a:pt x="3064" y="87"/>
                  </a:cubicBezTo>
                  <a:cubicBezTo>
                    <a:pt x="2910" y="29"/>
                    <a:pt x="2712" y="1"/>
                    <a:pt x="2492"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
            <p:cNvSpPr/>
            <p:nvPr/>
          </p:nvSpPr>
          <p:spPr>
            <a:xfrm>
              <a:off x="1755350" y="1617375"/>
              <a:ext cx="10675" cy="9825"/>
            </a:xfrm>
            <a:custGeom>
              <a:avLst/>
              <a:gdLst/>
              <a:ahLst/>
              <a:cxnLst/>
              <a:rect l="l" t="t" r="r" b="b"/>
              <a:pathLst>
                <a:path w="427" h="393" extrusionOk="0">
                  <a:moveTo>
                    <a:pt x="75" y="0"/>
                  </a:moveTo>
                  <a:lnTo>
                    <a:pt x="58" y="34"/>
                  </a:lnTo>
                  <a:cubicBezTo>
                    <a:pt x="58" y="34"/>
                    <a:pt x="1" y="393"/>
                    <a:pt x="152" y="393"/>
                  </a:cubicBezTo>
                  <a:cubicBezTo>
                    <a:pt x="164" y="393"/>
                    <a:pt x="177" y="390"/>
                    <a:pt x="192" y="385"/>
                  </a:cubicBezTo>
                  <a:cubicBezTo>
                    <a:pt x="427" y="318"/>
                    <a:pt x="259" y="184"/>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
            <p:cNvSpPr/>
            <p:nvPr/>
          </p:nvSpPr>
          <p:spPr>
            <a:xfrm>
              <a:off x="1768100" y="1614025"/>
              <a:ext cx="10050" cy="8775"/>
            </a:xfrm>
            <a:custGeom>
              <a:avLst/>
              <a:gdLst/>
              <a:ahLst/>
              <a:cxnLst/>
              <a:rect l="l" t="t" r="r" b="b"/>
              <a:pathLst>
                <a:path w="402" h="351" extrusionOk="0">
                  <a:moveTo>
                    <a:pt x="17" y="0"/>
                  </a:moveTo>
                  <a:lnTo>
                    <a:pt x="0" y="17"/>
                  </a:lnTo>
                  <a:cubicBezTo>
                    <a:pt x="0" y="17"/>
                    <a:pt x="14" y="351"/>
                    <a:pt x="159" y="351"/>
                  </a:cubicBezTo>
                  <a:cubicBezTo>
                    <a:pt x="177" y="351"/>
                    <a:pt x="196" y="346"/>
                    <a:pt x="218" y="335"/>
                  </a:cubicBezTo>
                  <a:cubicBezTo>
                    <a:pt x="402" y="201"/>
                    <a:pt x="235" y="118"/>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
            <p:cNvSpPr/>
            <p:nvPr/>
          </p:nvSpPr>
          <p:spPr>
            <a:xfrm>
              <a:off x="1782325" y="1608175"/>
              <a:ext cx="9225" cy="8075"/>
            </a:xfrm>
            <a:custGeom>
              <a:avLst/>
              <a:gdLst/>
              <a:ahLst/>
              <a:cxnLst/>
              <a:rect l="l" t="t" r="r" b="b"/>
              <a:pathLst>
                <a:path w="369" h="323" extrusionOk="0">
                  <a:moveTo>
                    <a:pt x="17" y="0"/>
                  </a:moveTo>
                  <a:lnTo>
                    <a:pt x="0" y="17"/>
                  </a:lnTo>
                  <a:cubicBezTo>
                    <a:pt x="0" y="17"/>
                    <a:pt x="13" y="323"/>
                    <a:pt x="139" y="323"/>
                  </a:cubicBezTo>
                  <a:cubicBezTo>
                    <a:pt x="157" y="323"/>
                    <a:pt x="178" y="316"/>
                    <a:pt x="201" y="301"/>
                  </a:cubicBezTo>
                  <a:cubicBezTo>
                    <a:pt x="369" y="201"/>
                    <a:pt x="201" y="117"/>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
            <p:cNvSpPr/>
            <p:nvPr/>
          </p:nvSpPr>
          <p:spPr>
            <a:xfrm>
              <a:off x="1791100" y="1600300"/>
              <a:ext cx="7425" cy="6025"/>
            </a:xfrm>
            <a:custGeom>
              <a:avLst/>
              <a:gdLst/>
              <a:ahLst/>
              <a:cxnLst/>
              <a:rect l="l" t="t" r="r" b="b"/>
              <a:pathLst>
                <a:path w="297" h="241" extrusionOk="0">
                  <a:moveTo>
                    <a:pt x="163" y="1"/>
                  </a:moveTo>
                  <a:cubicBezTo>
                    <a:pt x="118" y="1"/>
                    <a:pt x="62" y="8"/>
                    <a:pt x="1" y="14"/>
                  </a:cubicBezTo>
                  <a:lnTo>
                    <a:pt x="1" y="64"/>
                  </a:lnTo>
                  <a:cubicBezTo>
                    <a:pt x="1" y="64"/>
                    <a:pt x="122" y="241"/>
                    <a:pt x="197" y="241"/>
                  </a:cubicBezTo>
                  <a:cubicBezTo>
                    <a:pt x="223" y="241"/>
                    <a:pt x="243" y="220"/>
                    <a:pt x="252" y="164"/>
                  </a:cubicBezTo>
                  <a:cubicBezTo>
                    <a:pt x="297" y="30"/>
                    <a:pt x="252" y="1"/>
                    <a:pt x="1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
            <p:cNvSpPr/>
            <p:nvPr/>
          </p:nvSpPr>
          <p:spPr>
            <a:xfrm>
              <a:off x="1720400" y="1601700"/>
              <a:ext cx="11300" cy="6500"/>
            </a:xfrm>
            <a:custGeom>
              <a:avLst/>
              <a:gdLst/>
              <a:ahLst/>
              <a:cxnLst/>
              <a:rect l="l" t="t" r="r" b="b"/>
              <a:pathLst>
                <a:path w="452" h="260" extrusionOk="0">
                  <a:moveTo>
                    <a:pt x="192" y="0"/>
                  </a:moveTo>
                  <a:cubicBezTo>
                    <a:pt x="166" y="0"/>
                    <a:pt x="142" y="13"/>
                    <a:pt x="117" y="41"/>
                  </a:cubicBezTo>
                  <a:cubicBezTo>
                    <a:pt x="0" y="142"/>
                    <a:pt x="418" y="259"/>
                    <a:pt x="418" y="259"/>
                  </a:cubicBezTo>
                  <a:lnTo>
                    <a:pt x="452" y="259"/>
                  </a:lnTo>
                  <a:cubicBezTo>
                    <a:pt x="351" y="120"/>
                    <a:pt x="269" y="0"/>
                    <a:pt x="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
            <p:cNvSpPr/>
            <p:nvPr/>
          </p:nvSpPr>
          <p:spPr>
            <a:xfrm>
              <a:off x="1727500" y="1595275"/>
              <a:ext cx="11750" cy="7050"/>
            </a:xfrm>
            <a:custGeom>
              <a:avLst/>
              <a:gdLst/>
              <a:ahLst/>
              <a:cxnLst/>
              <a:rect l="l" t="t" r="r" b="b"/>
              <a:pathLst>
                <a:path w="470" h="282" extrusionOk="0">
                  <a:moveTo>
                    <a:pt x="298" y="0"/>
                  </a:moveTo>
                  <a:cubicBezTo>
                    <a:pt x="271" y="0"/>
                    <a:pt x="240" y="10"/>
                    <a:pt x="201" y="31"/>
                  </a:cubicBezTo>
                  <a:cubicBezTo>
                    <a:pt x="1" y="98"/>
                    <a:pt x="436" y="282"/>
                    <a:pt x="436" y="282"/>
                  </a:cubicBezTo>
                  <a:lnTo>
                    <a:pt x="469" y="282"/>
                  </a:lnTo>
                  <a:cubicBezTo>
                    <a:pt x="429" y="136"/>
                    <a:pt x="400"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
            <p:cNvSpPr/>
            <p:nvPr/>
          </p:nvSpPr>
          <p:spPr>
            <a:xfrm>
              <a:off x="1739225" y="1586900"/>
              <a:ext cx="12150" cy="7475"/>
            </a:xfrm>
            <a:custGeom>
              <a:avLst/>
              <a:gdLst/>
              <a:ahLst/>
              <a:cxnLst/>
              <a:rect l="l" t="t" r="r" b="b"/>
              <a:pathLst>
                <a:path w="486" h="299" extrusionOk="0">
                  <a:moveTo>
                    <a:pt x="322" y="1"/>
                  </a:moveTo>
                  <a:cubicBezTo>
                    <a:pt x="294" y="1"/>
                    <a:pt x="259" y="10"/>
                    <a:pt x="218" y="31"/>
                  </a:cubicBezTo>
                  <a:cubicBezTo>
                    <a:pt x="0" y="115"/>
                    <a:pt x="452" y="299"/>
                    <a:pt x="452" y="299"/>
                  </a:cubicBezTo>
                  <a:lnTo>
                    <a:pt x="486" y="299"/>
                  </a:lnTo>
                  <a:cubicBezTo>
                    <a:pt x="459" y="139"/>
                    <a:pt x="433" y="1"/>
                    <a:pt x="3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
            <p:cNvSpPr/>
            <p:nvPr/>
          </p:nvSpPr>
          <p:spPr>
            <a:xfrm>
              <a:off x="1756275" y="1582825"/>
              <a:ext cx="13100" cy="7375"/>
            </a:xfrm>
            <a:custGeom>
              <a:avLst/>
              <a:gdLst/>
              <a:ahLst/>
              <a:cxnLst/>
              <a:rect l="l" t="t" r="r" b="b"/>
              <a:pathLst>
                <a:path w="524" h="295" extrusionOk="0">
                  <a:moveTo>
                    <a:pt x="174" y="1"/>
                  </a:moveTo>
                  <a:cubicBezTo>
                    <a:pt x="1" y="1"/>
                    <a:pt x="222" y="278"/>
                    <a:pt x="222" y="278"/>
                  </a:cubicBezTo>
                  <a:lnTo>
                    <a:pt x="272" y="294"/>
                  </a:lnTo>
                  <a:cubicBezTo>
                    <a:pt x="390" y="160"/>
                    <a:pt x="523" y="43"/>
                    <a:pt x="239" y="10"/>
                  </a:cubicBezTo>
                  <a:cubicBezTo>
                    <a:pt x="213" y="4"/>
                    <a:pt x="192"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
            <p:cNvSpPr/>
            <p:nvPr/>
          </p:nvSpPr>
          <p:spPr>
            <a:xfrm>
              <a:off x="1682725" y="1459600"/>
              <a:ext cx="41875" cy="61975"/>
            </a:xfrm>
            <a:custGeom>
              <a:avLst/>
              <a:gdLst/>
              <a:ahLst/>
              <a:cxnLst/>
              <a:rect l="l" t="t" r="r" b="b"/>
              <a:pathLst>
                <a:path w="1675" h="2479" extrusionOk="0">
                  <a:moveTo>
                    <a:pt x="536" y="1"/>
                  </a:moveTo>
                  <a:lnTo>
                    <a:pt x="151" y="34"/>
                  </a:lnTo>
                  <a:cubicBezTo>
                    <a:pt x="1" y="2026"/>
                    <a:pt x="888" y="2478"/>
                    <a:pt x="888" y="2478"/>
                  </a:cubicBezTo>
                  <a:lnTo>
                    <a:pt x="1674" y="2009"/>
                  </a:lnTo>
                  <a:cubicBezTo>
                    <a:pt x="1674" y="1993"/>
                    <a:pt x="536" y="1156"/>
                    <a:pt x="5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
            <p:cNvSpPr/>
            <p:nvPr/>
          </p:nvSpPr>
          <p:spPr>
            <a:xfrm>
              <a:off x="2134250" y="1484075"/>
              <a:ext cx="64050" cy="18250"/>
            </a:xfrm>
            <a:custGeom>
              <a:avLst/>
              <a:gdLst/>
              <a:ahLst/>
              <a:cxnLst/>
              <a:rect l="l" t="t" r="r" b="b"/>
              <a:pathLst>
                <a:path w="2562" h="730" extrusionOk="0">
                  <a:moveTo>
                    <a:pt x="828" y="0"/>
                  </a:moveTo>
                  <a:cubicBezTo>
                    <a:pt x="393" y="0"/>
                    <a:pt x="185" y="93"/>
                    <a:pt x="185" y="93"/>
                  </a:cubicBezTo>
                  <a:lnTo>
                    <a:pt x="0" y="729"/>
                  </a:lnTo>
                  <a:cubicBezTo>
                    <a:pt x="0" y="729"/>
                    <a:pt x="673" y="494"/>
                    <a:pt x="1459" y="494"/>
                  </a:cubicBezTo>
                  <a:cubicBezTo>
                    <a:pt x="1781" y="494"/>
                    <a:pt x="2123" y="533"/>
                    <a:pt x="2444" y="645"/>
                  </a:cubicBezTo>
                  <a:lnTo>
                    <a:pt x="2561" y="361"/>
                  </a:lnTo>
                  <a:cubicBezTo>
                    <a:pt x="1792" y="75"/>
                    <a:pt x="1219" y="0"/>
                    <a:pt x="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
            <p:cNvSpPr/>
            <p:nvPr/>
          </p:nvSpPr>
          <p:spPr>
            <a:xfrm>
              <a:off x="1988200" y="1342075"/>
              <a:ext cx="37700" cy="10850"/>
            </a:xfrm>
            <a:custGeom>
              <a:avLst/>
              <a:gdLst/>
              <a:ahLst/>
              <a:cxnLst/>
              <a:rect l="l" t="t" r="r" b="b"/>
              <a:pathLst>
                <a:path w="1508" h="434" extrusionOk="0">
                  <a:moveTo>
                    <a:pt x="471" y="0"/>
                  </a:moveTo>
                  <a:cubicBezTo>
                    <a:pt x="232" y="0"/>
                    <a:pt x="118" y="49"/>
                    <a:pt x="118" y="49"/>
                  </a:cubicBezTo>
                  <a:lnTo>
                    <a:pt x="1" y="434"/>
                  </a:lnTo>
                  <a:cubicBezTo>
                    <a:pt x="1" y="434"/>
                    <a:pt x="384" y="283"/>
                    <a:pt x="851" y="283"/>
                  </a:cubicBezTo>
                  <a:cubicBezTo>
                    <a:pt x="1046" y="283"/>
                    <a:pt x="1255" y="309"/>
                    <a:pt x="1457" y="383"/>
                  </a:cubicBezTo>
                  <a:lnTo>
                    <a:pt x="1507" y="216"/>
                  </a:lnTo>
                  <a:cubicBezTo>
                    <a:pt x="1041" y="44"/>
                    <a:pt x="699" y="0"/>
                    <a:pt x="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
            <p:cNvSpPr/>
            <p:nvPr/>
          </p:nvSpPr>
          <p:spPr>
            <a:xfrm>
              <a:off x="2180700" y="1351225"/>
              <a:ext cx="27225" cy="20525"/>
            </a:xfrm>
            <a:custGeom>
              <a:avLst/>
              <a:gdLst/>
              <a:ahLst/>
              <a:cxnLst/>
              <a:rect l="l" t="t" r="r" b="b"/>
              <a:pathLst>
                <a:path w="1089" h="821" extrusionOk="0">
                  <a:moveTo>
                    <a:pt x="335" y="1"/>
                  </a:moveTo>
                  <a:lnTo>
                    <a:pt x="0" y="17"/>
                  </a:lnTo>
                  <a:cubicBezTo>
                    <a:pt x="34" y="17"/>
                    <a:pt x="670" y="402"/>
                    <a:pt x="787" y="821"/>
                  </a:cubicBezTo>
                  <a:lnTo>
                    <a:pt x="1088" y="804"/>
                  </a:lnTo>
                  <a:cubicBezTo>
                    <a:pt x="971" y="168"/>
                    <a:pt x="335" y="1"/>
                    <a:pt x="3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
            <p:cNvSpPr/>
            <p:nvPr/>
          </p:nvSpPr>
          <p:spPr>
            <a:xfrm>
              <a:off x="2362300" y="1540800"/>
              <a:ext cx="32675" cy="20950"/>
            </a:xfrm>
            <a:custGeom>
              <a:avLst/>
              <a:gdLst/>
              <a:ahLst/>
              <a:cxnLst/>
              <a:rect l="l" t="t" r="r" b="b"/>
              <a:pathLst>
                <a:path w="1307" h="838" extrusionOk="0">
                  <a:moveTo>
                    <a:pt x="905" y="0"/>
                  </a:moveTo>
                  <a:cubicBezTo>
                    <a:pt x="905" y="0"/>
                    <a:pt x="152" y="184"/>
                    <a:pt x="1" y="804"/>
                  </a:cubicBezTo>
                  <a:lnTo>
                    <a:pt x="386" y="837"/>
                  </a:lnTo>
                  <a:cubicBezTo>
                    <a:pt x="486" y="419"/>
                    <a:pt x="1307" y="34"/>
                    <a:pt x="1307" y="17"/>
                  </a:cubicBezTo>
                  <a:lnTo>
                    <a:pt x="905" y="0"/>
                  </a:lnTo>
                  <a:close/>
                </a:path>
              </a:pathLst>
            </a:custGeom>
            <a:solidFill>
              <a:srgbClr val="B2AA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
            <p:cNvSpPr/>
            <p:nvPr/>
          </p:nvSpPr>
          <p:spPr>
            <a:xfrm>
              <a:off x="1834200" y="1671775"/>
              <a:ext cx="63225" cy="31450"/>
            </a:xfrm>
            <a:custGeom>
              <a:avLst/>
              <a:gdLst/>
              <a:ahLst/>
              <a:cxnLst/>
              <a:rect l="l" t="t" r="r" b="b"/>
              <a:pathLst>
                <a:path w="2529" h="1258" extrusionOk="0">
                  <a:moveTo>
                    <a:pt x="202" y="0"/>
                  </a:moveTo>
                  <a:lnTo>
                    <a:pt x="1" y="251"/>
                  </a:lnTo>
                  <a:cubicBezTo>
                    <a:pt x="1161" y="1194"/>
                    <a:pt x="1920" y="1257"/>
                    <a:pt x="2101" y="1257"/>
                  </a:cubicBezTo>
                  <a:cubicBezTo>
                    <a:pt x="2129" y="1257"/>
                    <a:pt x="2143" y="1256"/>
                    <a:pt x="2143" y="1256"/>
                  </a:cubicBezTo>
                  <a:lnTo>
                    <a:pt x="2528" y="703"/>
                  </a:lnTo>
                  <a:cubicBezTo>
                    <a:pt x="2528" y="687"/>
                    <a:pt x="1122" y="737"/>
                    <a:pt x="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
            <p:cNvSpPr/>
            <p:nvPr/>
          </p:nvSpPr>
          <p:spPr>
            <a:xfrm>
              <a:off x="2230500" y="1402750"/>
              <a:ext cx="46475" cy="29125"/>
            </a:xfrm>
            <a:custGeom>
              <a:avLst/>
              <a:gdLst/>
              <a:ahLst/>
              <a:cxnLst/>
              <a:rect l="l" t="t" r="r" b="b"/>
              <a:pathLst>
                <a:path w="1859" h="1165" extrusionOk="0">
                  <a:moveTo>
                    <a:pt x="1040" y="191"/>
                  </a:moveTo>
                  <a:cubicBezTo>
                    <a:pt x="1211" y="191"/>
                    <a:pt x="1375" y="257"/>
                    <a:pt x="1473" y="367"/>
                  </a:cubicBezTo>
                  <a:cubicBezTo>
                    <a:pt x="1590" y="534"/>
                    <a:pt x="1507" y="768"/>
                    <a:pt x="1272" y="869"/>
                  </a:cubicBezTo>
                  <a:cubicBezTo>
                    <a:pt x="1185" y="904"/>
                    <a:pt x="1094" y="920"/>
                    <a:pt x="1006" y="920"/>
                  </a:cubicBezTo>
                  <a:cubicBezTo>
                    <a:pt x="840" y="920"/>
                    <a:pt x="685" y="861"/>
                    <a:pt x="586" y="752"/>
                  </a:cubicBezTo>
                  <a:cubicBezTo>
                    <a:pt x="436" y="584"/>
                    <a:pt x="519" y="350"/>
                    <a:pt x="770" y="249"/>
                  </a:cubicBezTo>
                  <a:cubicBezTo>
                    <a:pt x="857" y="209"/>
                    <a:pt x="950" y="191"/>
                    <a:pt x="1040" y="191"/>
                  </a:cubicBezTo>
                  <a:close/>
                  <a:moveTo>
                    <a:pt x="940" y="0"/>
                  </a:moveTo>
                  <a:cubicBezTo>
                    <a:pt x="798" y="0"/>
                    <a:pt x="653" y="26"/>
                    <a:pt x="519" y="82"/>
                  </a:cubicBezTo>
                  <a:cubicBezTo>
                    <a:pt x="134" y="249"/>
                    <a:pt x="0" y="601"/>
                    <a:pt x="235" y="869"/>
                  </a:cubicBezTo>
                  <a:cubicBezTo>
                    <a:pt x="395" y="1051"/>
                    <a:pt x="663" y="1164"/>
                    <a:pt x="946" y="1164"/>
                  </a:cubicBezTo>
                  <a:cubicBezTo>
                    <a:pt x="1077" y="1164"/>
                    <a:pt x="1212" y="1140"/>
                    <a:pt x="1339" y="1086"/>
                  </a:cubicBezTo>
                  <a:cubicBezTo>
                    <a:pt x="1741" y="919"/>
                    <a:pt x="1858" y="551"/>
                    <a:pt x="1641" y="283"/>
                  </a:cubicBezTo>
                  <a:cubicBezTo>
                    <a:pt x="1496" y="104"/>
                    <a:pt x="1224" y="0"/>
                    <a:pt x="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
            <p:cNvSpPr/>
            <p:nvPr/>
          </p:nvSpPr>
          <p:spPr>
            <a:xfrm>
              <a:off x="2255600" y="1583300"/>
              <a:ext cx="46475" cy="29000"/>
            </a:xfrm>
            <a:custGeom>
              <a:avLst/>
              <a:gdLst/>
              <a:ahLst/>
              <a:cxnLst/>
              <a:rect l="l" t="t" r="r" b="b"/>
              <a:pathLst>
                <a:path w="1859" h="1160" extrusionOk="0">
                  <a:moveTo>
                    <a:pt x="1024" y="190"/>
                  </a:moveTo>
                  <a:cubicBezTo>
                    <a:pt x="1194" y="190"/>
                    <a:pt x="1353" y="250"/>
                    <a:pt x="1440" y="359"/>
                  </a:cubicBezTo>
                  <a:cubicBezTo>
                    <a:pt x="1591" y="526"/>
                    <a:pt x="1507" y="761"/>
                    <a:pt x="1256" y="861"/>
                  </a:cubicBezTo>
                  <a:cubicBezTo>
                    <a:pt x="1169" y="902"/>
                    <a:pt x="1079" y="920"/>
                    <a:pt x="991" y="920"/>
                  </a:cubicBezTo>
                  <a:cubicBezTo>
                    <a:pt x="824" y="920"/>
                    <a:pt x="668" y="854"/>
                    <a:pt x="570" y="744"/>
                  </a:cubicBezTo>
                  <a:cubicBezTo>
                    <a:pt x="419" y="577"/>
                    <a:pt x="503" y="342"/>
                    <a:pt x="754" y="242"/>
                  </a:cubicBezTo>
                  <a:cubicBezTo>
                    <a:pt x="841" y="207"/>
                    <a:pt x="934" y="190"/>
                    <a:pt x="1024" y="190"/>
                  </a:cubicBezTo>
                  <a:close/>
                  <a:moveTo>
                    <a:pt x="929" y="0"/>
                  </a:moveTo>
                  <a:cubicBezTo>
                    <a:pt x="789" y="0"/>
                    <a:pt x="648" y="24"/>
                    <a:pt x="520" y="74"/>
                  </a:cubicBezTo>
                  <a:cubicBezTo>
                    <a:pt x="135" y="242"/>
                    <a:pt x="1" y="593"/>
                    <a:pt x="235" y="861"/>
                  </a:cubicBezTo>
                  <a:cubicBezTo>
                    <a:pt x="392" y="1052"/>
                    <a:pt x="655" y="1160"/>
                    <a:pt x="932" y="1160"/>
                  </a:cubicBezTo>
                  <a:cubicBezTo>
                    <a:pt x="1068" y="1160"/>
                    <a:pt x="1207" y="1134"/>
                    <a:pt x="1340" y="1079"/>
                  </a:cubicBezTo>
                  <a:cubicBezTo>
                    <a:pt x="1741" y="911"/>
                    <a:pt x="1859" y="560"/>
                    <a:pt x="1641" y="275"/>
                  </a:cubicBezTo>
                  <a:cubicBezTo>
                    <a:pt x="1485" y="97"/>
                    <a:pt x="1210"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
            <p:cNvSpPr/>
            <p:nvPr/>
          </p:nvSpPr>
          <p:spPr>
            <a:xfrm>
              <a:off x="1904100" y="1625425"/>
              <a:ext cx="46050" cy="28350"/>
            </a:xfrm>
            <a:custGeom>
              <a:avLst/>
              <a:gdLst/>
              <a:ahLst/>
              <a:cxnLst/>
              <a:rect l="l" t="t" r="r" b="b"/>
              <a:pathLst>
                <a:path w="1842" h="1134" extrusionOk="0">
                  <a:moveTo>
                    <a:pt x="1116" y="167"/>
                  </a:moveTo>
                  <a:cubicBezTo>
                    <a:pt x="1257" y="167"/>
                    <a:pt x="1388" y="210"/>
                    <a:pt x="1456" y="298"/>
                  </a:cubicBezTo>
                  <a:cubicBezTo>
                    <a:pt x="1590" y="432"/>
                    <a:pt x="1523" y="649"/>
                    <a:pt x="1306" y="766"/>
                  </a:cubicBezTo>
                  <a:cubicBezTo>
                    <a:pt x="1203" y="825"/>
                    <a:pt x="1081" y="852"/>
                    <a:pt x="965" y="852"/>
                  </a:cubicBezTo>
                  <a:cubicBezTo>
                    <a:pt x="817" y="852"/>
                    <a:pt x="678" y="808"/>
                    <a:pt x="603" y="733"/>
                  </a:cubicBezTo>
                  <a:cubicBezTo>
                    <a:pt x="486" y="565"/>
                    <a:pt x="569" y="348"/>
                    <a:pt x="820" y="231"/>
                  </a:cubicBezTo>
                  <a:cubicBezTo>
                    <a:pt x="911" y="189"/>
                    <a:pt x="1016" y="167"/>
                    <a:pt x="1116" y="167"/>
                  </a:cubicBezTo>
                  <a:close/>
                  <a:moveTo>
                    <a:pt x="1035" y="1"/>
                  </a:moveTo>
                  <a:cubicBezTo>
                    <a:pt x="883" y="1"/>
                    <a:pt x="725" y="30"/>
                    <a:pt x="586" y="97"/>
                  </a:cubicBezTo>
                  <a:cubicBezTo>
                    <a:pt x="184" y="281"/>
                    <a:pt x="0" y="649"/>
                    <a:pt x="235" y="917"/>
                  </a:cubicBezTo>
                  <a:cubicBezTo>
                    <a:pt x="362" y="1062"/>
                    <a:pt x="573" y="1134"/>
                    <a:pt x="804" y="1134"/>
                  </a:cubicBezTo>
                  <a:cubicBezTo>
                    <a:pt x="998" y="1134"/>
                    <a:pt x="1206" y="1083"/>
                    <a:pt x="1390" y="984"/>
                  </a:cubicBezTo>
                  <a:cubicBezTo>
                    <a:pt x="1741" y="766"/>
                    <a:pt x="1841" y="415"/>
                    <a:pt x="1607" y="180"/>
                  </a:cubicBezTo>
                  <a:cubicBezTo>
                    <a:pt x="1486" y="69"/>
                    <a:pt x="1267" y="1"/>
                    <a:pt x="10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
            <p:cNvSpPr/>
            <p:nvPr/>
          </p:nvSpPr>
          <p:spPr>
            <a:xfrm>
              <a:off x="1715775" y="1454800"/>
              <a:ext cx="36850" cy="26625"/>
            </a:xfrm>
            <a:custGeom>
              <a:avLst/>
              <a:gdLst/>
              <a:ahLst/>
              <a:cxnLst/>
              <a:rect l="l" t="t" r="r" b="b"/>
              <a:pathLst>
                <a:path w="1474" h="1065" extrusionOk="0">
                  <a:moveTo>
                    <a:pt x="622" y="100"/>
                  </a:moveTo>
                  <a:cubicBezTo>
                    <a:pt x="769" y="100"/>
                    <a:pt x="919" y="166"/>
                    <a:pt x="1005" y="277"/>
                  </a:cubicBezTo>
                  <a:cubicBezTo>
                    <a:pt x="1139" y="444"/>
                    <a:pt x="1089" y="628"/>
                    <a:pt x="905" y="712"/>
                  </a:cubicBezTo>
                  <a:cubicBezTo>
                    <a:pt x="855" y="734"/>
                    <a:pt x="801" y="745"/>
                    <a:pt x="746" y="745"/>
                  </a:cubicBezTo>
                  <a:cubicBezTo>
                    <a:pt x="595" y="745"/>
                    <a:pt x="434" y="667"/>
                    <a:pt x="336" y="544"/>
                  </a:cubicBezTo>
                  <a:cubicBezTo>
                    <a:pt x="235" y="394"/>
                    <a:pt x="302" y="210"/>
                    <a:pt x="470" y="126"/>
                  </a:cubicBezTo>
                  <a:cubicBezTo>
                    <a:pt x="518" y="108"/>
                    <a:pt x="570" y="100"/>
                    <a:pt x="622" y="100"/>
                  </a:cubicBezTo>
                  <a:close/>
                  <a:moveTo>
                    <a:pt x="652" y="1"/>
                  </a:moveTo>
                  <a:cubicBezTo>
                    <a:pt x="566" y="1"/>
                    <a:pt x="481" y="14"/>
                    <a:pt x="403" y="42"/>
                  </a:cubicBezTo>
                  <a:cubicBezTo>
                    <a:pt x="101" y="143"/>
                    <a:pt x="1" y="444"/>
                    <a:pt x="168" y="712"/>
                  </a:cubicBezTo>
                  <a:cubicBezTo>
                    <a:pt x="304" y="934"/>
                    <a:pt x="567" y="1065"/>
                    <a:pt x="830" y="1065"/>
                  </a:cubicBezTo>
                  <a:cubicBezTo>
                    <a:pt x="924" y="1065"/>
                    <a:pt x="1018" y="1048"/>
                    <a:pt x="1106" y="1013"/>
                  </a:cubicBezTo>
                  <a:cubicBezTo>
                    <a:pt x="1424" y="862"/>
                    <a:pt x="1474" y="528"/>
                    <a:pt x="1256" y="277"/>
                  </a:cubicBezTo>
                  <a:cubicBezTo>
                    <a:pt x="1111" y="95"/>
                    <a:pt x="878"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
            <p:cNvSpPr/>
            <p:nvPr/>
          </p:nvSpPr>
          <p:spPr>
            <a:xfrm>
              <a:off x="1952225" y="1364175"/>
              <a:ext cx="44375" cy="25450"/>
            </a:xfrm>
            <a:custGeom>
              <a:avLst/>
              <a:gdLst/>
              <a:ahLst/>
              <a:cxnLst/>
              <a:rect l="l" t="t" r="r" b="b"/>
              <a:pathLst>
                <a:path w="1775" h="1018" extrusionOk="0">
                  <a:moveTo>
                    <a:pt x="726" y="113"/>
                  </a:moveTo>
                  <a:cubicBezTo>
                    <a:pt x="921" y="113"/>
                    <a:pt x="1169" y="222"/>
                    <a:pt x="1272" y="370"/>
                  </a:cubicBezTo>
                  <a:cubicBezTo>
                    <a:pt x="1406" y="554"/>
                    <a:pt x="1339" y="721"/>
                    <a:pt x="1088" y="738"/>
                  </a:cubicBezTo>
                  <a:cubicBezTo>
                    <a:pt x="1052" y="745"/>
                    <a:pt x="1015" y="749"/>
                    <a:pt x="977" y="749"/>
                  </a:cubicBezTo>
                  <a:cubicBezTo>
                    <a:pt x="754" y="749"/>
                    <a:pt x="519" y="628"/>
                    <a:pt x="419" y="470"/>
                  </a:cubicBezTo>
                  <a:cubicBezTo>
                    <a:pt x="301" y="303"/>
                    <a:pt x="402" y="152"/>
                    <a:pt x="653" y="119"/>
                  </a:cubicBezTo>
                  <a:cubicBezTo>
                    <a:pt x="676" y="115"/>
                    <a:pt x="701" y="113"/>
                    <a:pt x="726" y="113"/>
                  </a:cubicBezTo>
                  <a:close/>
                  <a:moveTo>
                    <a:pt x="573" y="0"/>
                  </a:moveTo>
                  <a:cubicBezTo>
                    <a:pt x="555" y="0"/>
                    <a:pt x="537" y="1"/>
                    <a:pt x="519" y="1"/>
                  </a:cubicBezTo>
                  <a:cubicBezTo>
                    <a:pt x="168" y="52"/>
                    <a:pt x="0" y="286"/>
                    <a:pt x="168" y="554"/>
                  </a:cubicBezTo>
                  <a:cubicBezTo>
                    <a:pt x="330" y="805"/>
                    <a:pt x="741" y="1017"/>
                    <a:pt x="1123" y="1017"/>
                  </a:cubicBezTo>
                  <a:cubicBezTo>
                    <a:pt x="1173" y="1017"/>
                    <a:pt x="1223" y="1014"/>
                    <a:pt x="1272" y="1006"/>
                  </a:cubicBezTo>
                  <a:cubicBezTo>
                    <a:pt x="1674" y="972"/>
                    <a:pt x="1774" y="671"/>
                    <a:pt x="1557" y="403"/>
                  </a:cubicBezTo>
                  <a:cubicBezTo>
                    <a:pt x="1349" y="164"/>
                    <a:pt x="944" y="0"/>
                    <a:pt x="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
            <p:cNvSpPr/>
            <p:nvPr/>
          </p:nvSpPr>
          <p:spPr>
            <a:xfrm>
              <a:off x="1782325" y="1477100"/>
              <a:ext cx="98775" cy="60375"/>
            </a:xfrm>
            <a:custGeom>
              <a:avLst/>
              <a:gdLst/>
              <a:ahLst/>
              <a:cxnLst/>
              <a:rect l="l" t="t" r="r" b="b"/>
              <a:pathLst>
                <a:path w="3951" h="2415" extrusionOk="0">
                  <a:moveTo>
                    <a:pt x="1951" y="152"/>
                  </a:moveTo>
                  <a:cubicBezTo>
                    <a:pt x="1993" y="152"/>
                    <a:pt x="2034" y="153"/>
                    <a:pt x="2076" y="155"/>
                  </a:cubicBezTo>
                  <a:cubicBezTo>
                    <a:pt x="2294" y="171"/>
                    <a:pt x="2528" y="221"/>
                    <a:pt x="2712" y="288"/>
                  </a:cubicBezTo>
                  <a:cubicBezTo>
                    <a:pt x="2494" y="221"/>
                    <a:pt x="2243" y="205"/>
                    <a:pt x="1959" y="205"/>
                  </a:cubicBezTo>
                  <a:cubicBezTo>
                    <a:pt x="1524" y="205"/>
                    <a:pt x="1122" y="288"/>
                    <a:pt x="821" y="406"/>
                  </a:cubicBezTo>
                  <a:cubicBezTo>
                    <a:pt x="1097" y="237"/>
                    <a:pt x="1499" y="152"/>
                    <a:pt x="1951" y="152"/>
                  </a:cubicBezTo>
                  <a:close/>
                  <a:moveTo>
                    <a:pt x="2016" y="338"/>
                  </a:moveTo>
                  <a:cubicBezTo>
                    <a:pt x="2828" y="338"/>
                    <a:pt x="3501" y="684"/>
                    <a:pt x="3599" y="1142"/>
                  </a:cubicBezTo>
                  <a:lnTo>
                    <a:pt x="3599" y="1176"/>
                  </a:lnTo>
                  <a:cubicBezTo>
                    <a:pt x="3536" y="1677"/>
                    <a:pt x="2857" y="2017"/>
                    <a:pt x="2029" y="2017"/>
                  </a:cubicBezTo>
                  <a:cubicBezTo>
                    <a:pt x="1973" y="2017"/>
                    <a:pt x="1916" y="2016"/>
                    <a:pt x="1858" y="2012"/>
                  </a:cubicBezTo>
                  <a:cubicBezTo>
                    <a:pt x="1072" y="1979"/>
                    <a:pt x="436" y="1628"/>
                    <a:pt x="335" y="1176"/>
                  </a:cubicBezTo>
                  <a:cubicBezTo>
                    <a:pt x="419" y="707"/>
                    <a:pt x="1105" y="339"/>
                    <a:pt x="1959" y="339"/>
                  </a:cubicBezTo>
                  <a:cubicBezTo>
                    <a:pt x="1978" y="338"/>
                    <a:pt x="1997" y="338"/>
                    <a:pt x="2016" y="338"/>
                  </a:cubicBezTo>
                  <a:close/>
                  <a:moveTo>
                    <a:pt x="1911" y="0"/>
                  </a:moveTo>
                  <a:cubicBezTo>
                    <a:pt x="896" y="0"/>
                    <a:pt x="64" y="436"/>
                    <a:pt x="0" y="1008"/>
                  </a:cubicBezTo>
                  <a:cubicBezTo>
                    <a:pt x="0" y="1075"/>
                    <a:pt x="0" y="1159"/>
                    <a:pt x="17" y="1226"/>
                  </a:cubicBezTo>
                  <a:lnTo>
                    <a:pt x="17" y="1309"/>
                  </a:lnTo>
                  <a:cubicBezTo>
                    <a:pt x="17" y="1912"/>
                    <a:pt x="904" y="2414"/>
                    <a:pt x="1992" y="2414"/>
                  </a:cubicBezTo>
                  <a:cubicBezTo>
                    <a:pt x="3080" y="2414"/>
                    <a:pt x="3951" y="1912"/>
                    <a:pt x="3951" y="1309"/>
                  </a:cubicBezTo>
                  <a:cubicBezTo>
                    <a:pt x="3934" y="1243"/>
                    <a:pt x="3917" y="1176"/>
                    <a:pt x="3917" y="1142"/>
                  </a:cubicBezTo>
                  <a:cubicBezTo>
                    <a:pt x="3884" y="556"/>
                    <a:pt x="3097" y="71"/>
                    <a:pt x="2076" y="4"/>
                  </a:cubicBezTo>
                  <a:cubicBezTo>
                    <a:pt x="2021" y="1"/>
                    <a:pt x="1966" y="0"/>
                    <a:pt x="19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
            <p:cNvSpPr/>
            <p:nvPr/>
          </p:nvSpPr>
          <p:spPr>
            <a:xfrm>
              <a:off x="1781900" y="1477175"/>
              <a:ext cx="98375" cy="55700"/>
            </a:xfrm>
            <a:custGeom>
              <a:avLst/>
              <a:gdLst/>
              <a:ahLst/>
              <a:cxnLst/>
              <a:rect l="l" t="t" r="r" b="b"/>
              <a:pathLst>
                <a:path w="3935" h="2228" extrusionOk="0">
                  <a:moveTo>
                    <a:pt x="1959" y="135"/>
                  </a:moveTo>
                  <a:cubicBezTo>
                    <a:pt x="2863" y="135"/>
                    <a:pt x="3616" y="553"/>
                    <a:pt x="3616" y="1072"/>
                  </a:cubicBezTo>
                  <a:cubicBezTo>
                    <a:pt x="3616" y="1591"/>
                    <a:pt x="2880" y="2009"/>
                    <a:pt x="1959" y="2009"/>
                  </a:cubicBezTo>
                  <a:cubicBezTo>
                    <a:pt x="1055" y="2009"/>
                    <a:pt x="302" y="1591"/>
                    <a:pt x="302" y="1072"/>
                  </a:cubicBezTo>
                  <a:cubicBezTo>
                    <a:pt x="302" y="553"/>
                    <a:pt x="1038" y="135"/>
                    <a:pt x="1959" y="135"/>
                  </a:cubicBezTo>
                  <a:close/>
                  <a:moveTo>
                    <a:pt x="1959" y="1"/>
                  </a:moveTo>
                  <a:cubicBezTo>
                    <a:pt x="871" y="1"/>
                    <a:pt x="1" y="503"/>
                    <a:pt x="1" y="1122"/>
                  </a:cubicBezTo>
                  <a:cubicBezTo>
                    <a:pt x="1" y="1725"/>
                    <a:pt x="871" y="2227"/>
                    <a:pt x="1959" y="2227"/>
                  </a:cubicBezTo>
                  <a:cubicBezTo>
                    <a:pt x="3047" y="2227"/>
                    <a:pt x="3934" y="1725"/>
                    <a:pt x="3934" y="1122"/>
                  </a:cubicBezTo>
                  <a:cubicBezTo>
                    <a:pt x="3901" y="486"/>
                    <a:pt x="3030" y="1"/>
                    <a:pt x="1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
            <p:cNvSpPr/>
            <p:nvPr/>
          </p:nvSpPr>
          <p:spPr>
            <a:xfrm>
              <a:off x="1779800" y="1472425"/>
              <a:ext cx="100875" cy="55925"/>
            </a:xfrm>
            <a:custGeom>
              <a:avLst/>
              <a:gdLst/>
              <a:ahLst/>
              <a:cxnLst/>
              <a:rect l="l" t="t" r="r" b="b"/>
              <a:pathLst>
                <a:path w="4035" h="2237" extrusionOk="0">
                  <a:moveTo>
                    <a:pt x="1962" y="153"/>
                  </a:moveTo>
                  <a:cubicBezTo>
                    <a:pt x="2017" y="153"/>
                    <a:pt x="2071" y="154"/>
                    <a:pt x="2127" y="157"/>
                  </a:cubicBezTo>
                  <a:cubicBezTo>
                    <a:pt x="3031" y="191"/>
                    <a:pt x="3717" y="660"/>
                    <a:pt x="3667" y="1178"/>
                  </a:cubicBezTo>
                  <a:cubicBezTo>
                    <a:pt x="3635" y="1651"/>
                    <a:pt x="2951" y="2020"/>
                    <a:pt x="2104" y="2020"/>
                  </a:cubicBezTo>
                  <a:cubicBezTo>
                    <a:pt x="2051" y="2020"/>
                    <a:pt x="1997" y="2018"/>
                    <a:pt x="1943" y="2015"/>
                  </a:cubicBezTo>
                  <a:cubicBezTo>
                    <a:pt x="1039" y="1982"/>
                    <a:pt x="352" y="1513"/>
                    <a:pt x="386" y="994"/>
                  </a:cubicBezTo>
                  <a:cubicBezTo>
                    <a:pt x="449" y="507"/>
                    <a:pt x="1131" y="153"/>
                    <a:pt x="1962" y="153"/>
                  </a:cubicBezTo>
                  <a:close/>
                  <a:moveTo>
                    <a:pt x="1920" y="0"/>
                  </a:moveTo>
                  <a:cubicBezTo>
                    <a:pt x="924" y="0"/>
                    <a:pt x="114" y="447"/>
                    <a:pt x="51" y="1011"/>
                  </a:cubicBezTo>
                  <a:cubicBezTo>
                    <a:pt x="1" y="1614"/>
                    <a:pt x="804" y="2166"/>
                    <a:pt x="1892" y="2233"/>
                  </a:cubicBezTo>
                  <a:cubicBezTo>
                    <a:pt x="1948" y="2236"/>
                    <a:pt x="2003" y="2237"/>
                    <a:pt x="2057" y="2237"/>
                  </a:cubicBezTo>
                  <a:cubicBezTo>
                    <a:pt x="3072" y="2237"/>
                    <a:pt x="3904" y="1801"/>
                    <a:pt x="3968" y="1229"/>
                  </a:cubicBezTo>
                  <a:cubicBezTo>
                    <a:pt x="4035" y="609"/>
                    <a:pt x="3215" y="74"/>
                    <a:pt x="2127" y="7"/>
                  </a:cubicBezTo>
                  <a:cubicBezTo>
                    <a:pt x="2057" y="2"/>
                    <a:pt x="1988" y="0"/>
                    <a:pt x="1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
            <p:cNvSpPr/>
            <p:nvPr/>
          </p:nvSpPr>
          <p:spPr>
            <a:xfrm>
              <a:off x="1927100" y="1545725"/>
              <a:ext cx="103825" cy="63475"/>
            </a:xfrm>
            <a:custGeom>
              <a:avLst/>
              <a:gdLst/>
              <a:ahLst/>
              <a:cxnLst/>
              <a:rect l="l" t="t" r="r" b="b"/>
              <a:pathLst>
                <a:path w="4153" h="2539" extrusionOk="0">
                  <a:moveTo>
                    <a:pt x="2381" y="149"/>
                  </a:moveTo>
                  <a:cubicBezTo>
                    <a:pt x="2432" y="149"/>
                    <a:pt x="2481" y="151"/>
                    <a:pt x="2528" y="155"/>
                  </a:cubicBezTo>
                  <a:cubicBezTo>
                    <a:pt x="2294" y="171"/>
                    <a:pt x="2026" y="222"/>
                    <a:pt x="1775" y="272"/>
                  </a:cubicBezTo>
                  <a:cubicBezTo>
                    <a:pt x="1357" y="406"/>
                    <a:pt x="1005" y="590"/>
                    <a:pt x="737" y="807"/>
                  </a:cubicBezTo>
                  <a:cubicBezTo>
                    <a:pt x="988" y="556"/>
                    <a:pt x="1407" y="322"/>
                    <a:pt x="1859" y="222"/>
                  </a:cubicBezTo>
                  <a:cubicBezTo>
                    <a:pt x="2038" y="170"/>
                    <a:pt x="2217" y="149"/>
                    <a:pt x="2381" y="149"/>
                  </a:cubicBezTo>
                  <a:close/>
                  <a:moveTo>
                    <a:pt x="2593" y="295"/>
                  </a:moveTo>
                  <a:cubicBezTo>
                    <a:pt x="3076" y="295"/>
                    <a:pt x="3469" y="452"/>
                    <a:pt x="3616" y="724"/>
                  </a:cubicBezTo>
                  <a:cubicBezTo>
                    <a:pt x="3616" y="740"/>
                    <a:pt x="3616" y="740"/>
                    <a:pt x="3633" y="757"/>
                  </a:cubicBezTo>
                  <a:cubicBezTo>
                    <a:pt x="3734" y="1259"/>
                    <a:pt x="3097" y="1845"/>
                    <a:pt x="2210" y="2063"/>
                  </a:cubicBezTo>
                  <a:cubicBezTo>
                    <a:pt x="1999" y="2113"/>
                    <a:pt x="1793" y="2137"/>
                    <a:pt x="1600" y="2137"/>
                  </a:cubicBezTo>
                  <a:cubicBezTo>
                    <a:pt x="1091" y="2137"/>
                    <a:pt x="678" y="1969"/>
                    <a:pt x="520" y="1678"/>
                  </a:cubicBezTo>
                  <a:cubicBezTo>
                    <a:pt x="453" y="1192"/>
                    <a:pt x="1039" y="657"/>
                    <a:pt x="1859" y="406"/>
                  </a:cubicBezTo>
                  <a:cubicBezTo>
                    <a:pt x="2113" y="330"/>
                    <a:pt x="2363" y="295"/>
                    <a:pt x="2593" y="295"/>
                  </a:cubicBezTo>
                  <a:close/>
                  <a:moveTo>
                    <a:pt x="2562" y="0"/>
                  </a:moveTo>
                  <a:cubicBezTo>
                    <a:pt x="2329" y="0"/>
                    <a:pt x="2080" y="28"/>
                    <a:pt x="1825" y="88"/>
                  </a:cubicBezTo>
                  <a:cubicBezTo>
                    <a:pt x="771" y="339"/>
                    <a:pt x="1" y="1025"/>
                    <a:pt x="101" y="1611"/>
                  </a:cubicBezTo>
                  <a:lnTo>
                    <a:pt x="168" y="1812"/>
                  </a:lnTo>
                  <a:cubicBezTo>
                    <a:pt x="168" y="1828"/>
                    <a:pt x="168" y="1845"/>
                    <a:pt x="185" y="1895"/>
                  </a:cubicBezTo>
                  <a:cubicBezTo>
                    <a:pt x="303" y="2309"/>
                    <a:pt x="829" y="2539"/>
                    <a:pt x="1498" y="2539"/>
                  </a:cubicBezTo>
                  <a:cubicBezTo>
                    <a:pt x="1778" y="2539"/>
                    <a:pt x="2083" y="2498"/>
                    <a:pt x="2394" y="2414"/>
                  </a:cubicBezTo>
                  <a:cubicBezTo>
                    <a:pt x="3449" y="2113"/>
                    <a:pt x="4152" y="1393"/>
                    <a:pt x="3985" y="807"/>
                  </a:cubicBezTo>
                  <a:cubicBezTo>
                    <a:pt x="3951" y="757"/>
                    <a:pt x="3934" y="690"/>
                    <a:pt x="3918" y="657"/>
                  </a:cubicBezTo>
                  <a:cubicBezTo>
                    <a:pt x="3793" y="244"/>
                    <a:pt x="3248" y="0"/>
                    <a:pt x="25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
            <p:cNvSpPr/>
            <p:nvPr/>
          </p:nvSpPr>
          <p:spPr>
            <a:xfrm>
              <a:off x="1924600" y="1545300"/>
              <a:ext cx="102550" cy="59725"/>
            </a:xfrm>
            <a:custGeom>
              <a:avLst/>
              <a:gdLst/>
              <a:ahLst/>
              <a:cxnLst/>
              <a:rect l="l" t="t" r="r" b="b"/>
              <a:pathLst>
                <a:path w="4102" h="2389" extrusionOk="0">
                  <a:moveTo>
                    <a:pt x="2537" y="144"/>
                  </a:moveTo>
                  <a:cubicBezTo>
                    <a:pt x="3086" y="144"/>
                    <a:pt x="3511" y="339"/>
                    <a:pt x="3616" y="691"/>
                  </a:cubicBezTo>
                  <a:cubicBezTo>
                    <a:pt x="3767" y="1193"/>
                    <a:pt x="3181" y="1795"/>
                    <a:pt x="2294" y="2046"/>
                  </a:cubicBezTo>
                  <a:cubicBezTo>
                    <a:pt x="2032" y="2122"/>
                    <a:pt x="1775" y="2158"/>
                    <a:pt x="1539" y="2158"/>
                  </a:cubicBezTo>
                  <a:cubicBezTo>
                    <a:pt x="991" y="2158"/>
                    <a:pt x="558" y="1962"/>
                    <a:pt x="452" y="1611"/>
                  </a:cubicBezTo>
                  <a:cubicBezTo>
                    <a:pt x="318" y="1109"/>
                    <a:pt x="904" y="506"/>
                    <a:pt x="1775" y="255"/>
                  </a:cubicBezTo>
                  <a:cubicBezTo>
                    <a:pt x="2041" y="180"/>
                    <a:pt x="2301" y="144"/>
                    <a:pt x="2537" y="144"/>
                  </a:cubicBezTo>
                  <a:close/>
                  <a:moveTo>
                    <a:pt x="2592" y="1"/>
                  </a:moveTo>
                  <a:cubicBezTo>
                    <a:pt x="2324" y="1"/>
                    <a:pt x="2035" y="40"/>
                    <a:pt x="1741" y="121"/>
                  </a:cubicBezTo>
                  <a:cubicBezTo>
                    <a:pt x="687" y="423"/>
                    <a:pt x="0" y="1159"/>
                    <a:pt x="168" y="1745"/>
                  </a:cubicBezTo>
                  <a:cubicBezTo>
                    <a:pt x="286" y="2158"/>
                    <a:pt x="812" y="2388"/>
                    <a:pt x="1475" y="2388"/>
                  </a:cubicBezTo>
                  <a:cubicBezTo>
                    <a:pt x="1753" y="2388"/>
                    <a:pt x="2054" y="2348"/>
                    <a:pt x="2361" y="2264"/>
                  </a:cubicBezTo>
                  <a:cubicBezTo>
                    <a:pt x="3415" y="1963"/>
                    <a:pt x="4101" y="1243"/>
                    <a:pt x="3934" y="657"/>
                  </a:cubicBezTo>
                  <a:cubicBezTo>
                    <a:pt x="3791" y="240"/>
                    <a:pt x="3257" y="1"/>
                    <a:pt x="25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
            <p:cNvSpPr/>
            <p:nvPr/>
          </p:nvSpPr>
          <p:spPr>
            <a:xfrm>
              <a:off x="1923350" y="1541550"/>
              <a:ext cx="101275" cy="58825"/>
            </a:xfrm>
            <a:custGeom>
              <a:avLst/>
              <a:gdLst/>
              <a:ahLst/>
              <a:cxnLst/>
              <a:rect l="l" t="t" r="r" b="b"/>
              <a:pathLst>
                <a:path w="4051" h="2353" extrusionOk="0">
                  <a:moveTo>
                    <a:pt x="2496" y="142"/>
                  </a:moveTo>
                  <a:cubicBezTo>
                    <a:pt x="3097" y="142"/>
                    <a:pt x="3569" y="378"/>
                    <a:pt x="3632" y="757"/>
                  </a:cubicBezTo>
                  <a:cubicBezTo>
                    <a:pt x="3733" y="1276"/>
                    <a:pt x="3080" y="1862"/>
                    <a:pt x="2210" y="2062"/>
                  </a:cubicBezTo>
                  <a:cubicBezTo>
                    <a:pt x="2002" y="2110"/>
                    <a:pt x="1799" y="2132"/>
                    <a:pt x="1610" y="2132"/>
                  </a:cubicBezTo>
                  <a:cubicBezTo>
                    <a:pt x="991" y="2132"/>
                    <a:pt x="512" y="1895"/>
                    <a:pt x="435" y="1510"/>
                  </a:cubicBezTo>
                  <a:cubicBezTo>
                    <a:pt x="352" y="1008"/>
                    <a:pt x="988" y="422"/>
                    <a:pt x="1875" y="221"/>
                  </a:cubicBezTo>
                  <a:cubicBezTo>
                    <a:pt x="2089" y="168"/>
                    <a:pt x="2299" y="142"/>
                    <a:pt x="2496" y="142"/>
                  </a:cubicBezTo>
                  <a:close/>
                  <a:moveTo>
                    <a:pt x="2542" y="1"/>
                  </a:moveTo>
                  <a:cubicBezTo>
                    <a:pt x="2315" y="1"/>
                    <a:pt x="2073" y="28"/>
                    <a:pt x="1825" y="87"/>
                  </a:cubicBezTo>
                  <a:cubicBezTo>
                    <a:pt x="787" y="338"/>
                    <a:pt x="0" y="1025"/>
                    <a:pt x="117" y="1611"/>
                  </a:cubicBezTo>
                  <a:cubicBezTo>
                    <a:pt x="194" y="2068"/>
                    <a:pt x="753" y="2352"/>
                    <a:pt x="1487" y="2352"/>
                  </a:cubicBezTo>
                  <a:cubicBezTo>
                    <a:pt x="1719" y="2352"/>
                    <a:pt x="1969" y="2324"/>
                    <a:pt x="2226" y="2263"/>
                  </a:cubicBezTo>
                  <a:cubicBezTo>
                    <a:pt x="3264" y="2012"/>
                    <a:pt x="4051" y="1326"/>
                    <a:pt x="3934" y="740"/>
                  </a:cubicBezTo>
                  <a:cubicBezTo>
                    <a:pt x="3857" y="292"/>
                    <a:pt x="3281" y="1"/>
                    <a:pt x="2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
            <p:cNvSpPr/>
            <p:nvPr/>
          </p:nvSpPr>
          <p:spPr>
            <a:xfrm>
              <a:off x="2166975" y="1523200"/>
              <a:ext cx="86975" cy="61200"/>
            </a:xfrm>
            <a:custGeom>
              <a:avLst/>
              <a:gdLst/>
              <a:ahLst/>
              <a:cxnLst/>
              <a:rect l="l" t="t" r="r" b="b"/>
              <a:pathLst>
                <a:path w="3479" h="2448" extrusionOk="0">
                  <a:moveTo>
                    <a:pt x="1939" y="152"/>
                  </a:moveTo>
                  <a:cubicBezTo>
                    <a:pt x="2123" y="152"/>
                    <a:pt x="2340" y="168"/>
                    <a:pt x="2508" y="219"/>
                  </a:cubicBezTo>
                  <a:cubicBezTo>
                    <a:pt x="2388" y="191"/>
                    <a:pt x="2273" y="179"/>
                    <a:pt x="2153" y="179"/>
                  </a:cubicBezTo>
                  <a:cubicBezTo>
                    <a:pt x="2054" y="179"/>
                    <a:pt x="1951" y="187"/>
                    <a:pt x="1838" y="202"/>
                  </a:cubicBezTo>
                  <a:cubicBezTo>
                    <a:pt x="1453" y="235"/>
                    <a:pt x="1102" y="336"/>
                    <a:pt x="801" y="503"/>
                  </a:cubicBezTo>
                  <a:cubicBezTo>
                    <a:pt x="1102" y="302"/>
                    <a:pt x="1504" y="168"/>
                    <a:pt x="1939" y="152"/>
                  </a:cubicBezTo>
                  <a:close/>
                  <a:moveTo>
                    <a:pt x="2075" y="322"/>
                  </a:moveTo>
                  <a:cubicBezTo>
                    <a:pt x="2680" y="322"/>
                    <a:pt x="3137" y="604"/>
                    <a:pt x="3211" y="1005"/>
                  </a:cubicBezTo>
                  <a:lnTo>
                    <a:pt x="3211" y="1056"/>
                  </a:lnTo>
                  <a:cubicBezTo>
                    <a:pt x="3127" y="1575"/>
                    <a:pt x="2424" y="2010"/>
                    <a:pt x="1637" y="2060"/>
                  </a:cubicBezTo>
                  <a:cubicBezTo>
                    <a:pt x="1618" y="2060"/>
                    <a:pt x="1599" y="2061"/>
                    <a:pt x="1580" y="2061"/>
                  </a:cubicBezTo>
                  <a:cubicBezTo>
                    <a:pt x="923" y="2061"/>
                    <a:pt x="430" y="1780"/>
                    <a:pt x="365" y="1340"/>
                  </a:cubicBezTo>
                  <a:cubicBezTo>
                    <a:pt x="449" y="872"/>
                    <a:pt x="1102" y="420"/>
                    <a:pt x="1838" y="336"/>
                  </a:cubicBezTo>
                  <a:cubicBezTo>
                    <a:pt x="1919" y="326"/>
                    <a:pt x="1998" y="322"/>
                    <a:pt x="2075" y="322"/>
                  </a:cubicBezTo>
                  <a:close/>
                  <a:moveTo>
                    <a:pt x="1989" y="1"/>
                  </a:moveTo>
                  <a:cubicBezTo>
                    <a:pt x="1972" y="1"/>
                    <a:pt x="1956" y="1"/>
                    <a:pt x="1939" y="1"/>
                  </a:cubicBezTo>
                  <a:cubicBezTo>
                    <a:pt x="985" y="51"/>
                    <a:pt x="148" y="570"/>
                    <a:pt x="47" y="1206"/>
                  </a:cubicBezTo>
                  <a:cubicBezTo>
                    <a:pt x="31" y="1257"/>
                    <a:pt x="31" y="1340"/>
                    <a:pt x="47" y="1407"/>
                  </a:cubicBezTo>
                  <a:cubicBezTo>
                    <a:pt x="47" y="1424"/>
                    <a:pt x="47" y="1474"/>
                    <a:pt x="31" y="1491"/>
                  </a:cubicBezTo>
                  <a:cubicBezTo>
                    <a:pt x="1" y="2055"/>
                    <a:pt x="564" y="2448"/>
                    <a:pt x="1368" y="2448"/>
                  </a:cubicBezTo>
                  <a:cubicBezTo>
                    <a:pt x="1471" y="2448"/>
                    <a:pt x="1578" y="2441"/>
                    <a:pt x="1688" y="2428"/>
                  </a:cubicBezTo>
                  <a:cubicBezTo>
                    <a:pt x="2625" y="2328"/>
                    <a:pt x="3445" y="1759"/>
                    <a:pt x="3479" y="1139"/>
                  </a:cubicBezTo>
                  <a:cubicBezTo>
                    <a:pt x="3479" y="1089"/>
                    <a:pt x="3479" y="1039"/>
                    <a:pt x="3462" y="989"/>
                  </a:cubicBezTo>
                  <a:cubicBezTo>
                    <a:pt x="3478" y="414"/>
                    <a:pt x="2835" y="1"/>
                    <a:pt x="19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
            <p:cNvSpPr/>
            <p:nvPr/>
          </p:nvSpPr>
          <p:spPr>
            <a:xfrm>
              <a:off x="2168275" y="1524100"/>
              <a:ext cx="87725" cy="56850"/>
            </a:xfrm>
            <a:custGeom>
              <a:avLst/>
              <a:gdLst/>
              <a:ahLst/>
              <a:cxnLst/>
              <a:rect l="l" t="t" r="r" b="b"/>
              <a:pathLst>
                <a:path w="3509" h="2274" extrusionOk="0">
                  <a:moveTo>
                    <a:pt x="2070" y="154"/>
                  </a:moveTo>
                  <a:cubicBezTo>
                    <a:pt x="2756" y="154"/>
                    <a:pt x="3256" y="485"/>
                    <a:pt x="3226" y="953"/>
                  </a:cubicBezTo>
                  <a:cubicBezTo>
                    <a:pt x="3176" y="1472"/>
                    <a:pt x="2506" y="1957"/>
                    <a:pt x="1719" y="2041"/>
                  </a:cubicBezTo>
                  <a:cubicBezTo>
                    <a:pt x="1640" y="2049"/>
                    <a:pt x="1562" y="2053"/>
                    <a:pt x="1486" y="2053"/>
                  </a:cubicBezTo>
                  <a:cubicBezTo>
                    <a:pt x="799" y="2053"/>
                    <a:pt x="300" y="1721"/>
                    <a:pt x="330" y="1254"/>
                  </a:cubicBezTo>
                  <a:cubicBezTo>
                    <a:pt x="380" y="718"/>
                    <a:pt x="1050" y="233"/>
                    <a:pt x="1837" y="166"/>
                  </a:cubicBezTo>
                  <a:cubicBezTo>
                    <a:pt x="1916" y="158"/>
                    <a:pt x="1994" y="154"/>
                    <a:pt x="2070" y="154"/>
                  </a:cubicBezTo>
                  <a:close/>
                  <a:moveTo>
                    <a:pt x="2115" y="0"/>
                  </a:moveTo>
                  <a:cubicBezTo>
                    <a:pt x="2025" y="0"/>
                    <a:pt x="1932" y="5"/>
                    <a:pt x="1837" y="15"/>
                  </a:cubicBezTo>
                  <a:cubicBezTo>
                    <a:pt x="899" y="116"/>
                    <a:pt x="79" y="685"/>
                    <a:pt x="45" y="1304"/>
                  </a:cubicBezTo>
                  <a:cubicBezTo>
                    <a:pt x="0" y="1877"/>
                    <a:pt x="593" y="2273"/>
                    <a:pt x="1420" y="2273"/>
                  </a:cubicBezTo>
                  <a:cubicBezTo>
                    <a:pt x="1511" y="2273"/>
                    <a:pt x="1606" y="2268"/>
                    <a:pt x="1703" y="2258"/>
                  </a:cubicBezTo>
                  <a:cubicBezTo>
                    <a:pt x="2640" y="2141"/>
                    <a:pt x="3460" y="1589"/>
                    <a:pt x="3494" y="953"/>
                  </a:cubicBezTo>
                  <a:cubicBezTo>
                    <a:pt x="3509" y="395"/>
                    <a:pt x="2927" y="0"/>
                    <a:pt x="2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
            <p:cNvSpPr/>
            <p:nvPr/>
          </p:nvSpPr>
          <p:spPr>
            <a:xfrm>
              <a:off x="2166975" y="1519775"/>
              <a:ext cx="90200" cy="56650"/>
            </a:xfrm>
            <a:custGeom>
              <a:avLst/>
              <a:gdLst/>
              <a:ahLst/>
              <a:cxnLst/>
              <a:rect l="l" t="t" r="r" b="b"/>
              <a:pathLst>
                <a:path w="3608" h="2266" extrusionOk="0">
                  <a:moveTo>
                    <a:pt x="2022" y="121"/>
                  </a:moveTo>
                  <a:cubicBezTo>
                    <a:pt x="2799" y="121"/>
                    <a:pt x="3343" y="501"/>
                    <a:pt x="3261" y="1025"/>
                  </a:cubicBezTo>
                  <a:cubicBezTo>
                    <a:pt x="3177" y="1544"/>
                    <a:pt x="2474" y="2013"/>
                    <a:pt x="1688" y="2030"/>
                  </a:cubicBezTo>
                  <a:cubicBezTo>
                    <a:pt x="1671" y="2030"/>
                    <a:pt x="1655" y="2030"/>
                    <a:pt x="1639" y="2030"/>
                  </a:cubicBezTo>
                  <a:cubicBezTo>
                    <a:pt x="862" y="2030"/>
                    <a:pt x="334" y="1634"/>
                    <a:pt x="416" y="1126"/>
                  </a:cubicBezTo>
                  <a:cubicBezTo>
                    <a:pt x="499" y="607"/>
                    <a:pt x="1202" y="172"/>
                    <a:pt x="1972" y="121"/>
                  </a:cubicBezTo>
                  <a:cubicBezTo>
                    <a:pt x="1989" y="121"/>
                    <a:pt x="2006" y="121"/>
                    <a:pt x="2022" y="121"/>
                  </a:cubicBezTo>
                  <a:close/>
                  <a:moveTo>
                    <a:pt x="2107" y="1"/>
                  </a:moveTo>
                  <a:cubicBezTo>
                    <a:pt x="2063" y="1"/>
                    <a:pt x="2018" y="2"/>
                    <a:pt x="1972" y="4"/>
                  </a:cubicBezTo>
                  <a:cubicBezTo>
                    <a:pt x="1035" y="38"/>
                    <a:pt x="198" y="557"/>
                    <a:pt x="97" y="1193"/>
                  </a:cubicBezTo>
                  <a:cubicBezTo>
                    <a:pt x="0" y="1792"/>
                    <a:pt x="639" y="2266"/>
                    <a:pt x="1530" y="2266"/>
                  </a:cubicBezTo>
                  <a:cubicBezTo>
                    <a:pt x="1560" y="2266"/>
                    <a:pt x="1590" y="2265"/>
                    <a:pt x="1621" y="2264"/>
                  </a:cubicBezTo>
                  <a:cubicBezTo>
                    <a:pt x="2558" y="2214"/>
                    <a:pt x="3395" y="1695"/>
                    <a:pt x="3512" y="1059"/>
                  </a:cubicBezTo>
                  <a:cubicBezTo>
                    <a:pt x="3608" y="469"/>
                    <a:pt x="2990" y="1"/>
                    <a:pt x="2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
            <p:cNvSpPr/>
            <p:nvPr/>
          </p:nvSpPr>
          <p:spPr>
            <a:xfrm>
              <a:off x="1565550" y="1534925"/>
              <a:ext cx="41050" cy="15625"/>
            </a:xfrm>
            <a:custGeom>
              <a:avLst/>
              <a:gdLst/>
              <a:ahLst/>
              <a:cxnLst/>
              <a:rect l="l" t="t" r="r" b="b"/>
              <a:pathLst>
                <a:path w="1642" h="625" extrusionOk="0">
                  <a:moveTo>
                    <a:pt x="821" y="1"/>
                  </a:moveTo>
                  <a:cubicBezTo>
                    <a:pt x="386" y="1"/>
                    <a:pt x="1" y="151"/>
                    <a:pt x="1" y="319"/>
                  </a:cubicBezTo>
                  <a:cubicBezTo>
                    <a:pt x="1" y="503"/>
                    <a:pt x="352" y="620"/>
                    <a:pt x="821" y="620"/>
                  </a:cubicBezTo>
                  <a:cubicBezTo>
                    <a:pt x="865" y="623"/>
                    <a:pt x="909" y="625"/>
                    <a:pt x="951" y="625"/>
                  </a:cubicBezTo>
                  <a:cubicBezTo>
                    <a:pt x="1353" y="625"/>
                    <a:pt x="1641" y="486"/>
                    <a:pt x="1641" y="319"/>
                  </a:cubicBezTo>
                  <a:cubicBezTo>
                    <a:pt x="1641" y="118"/>
                    <a:pt x="1290" y="1"/>
                    <a:pt x="8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
            <p:cNvSpPr/>
            <p:nvPr/>
          </p:nvSpPr>
          <p:spPr>
            <a:xfrm>
              <a:off x="1574200" y="1376675"/>
              <a:ext cx="120550" cy="78925"/>
            </a:xfrm>
            <a:custGeom>
              <a:avLst/>
              <a:gdLst/>
              <a:ahLst/>
              <a:cxnLst/>
              <a:rect l="l" t="t" r="r" b="b"/>
              <a:pathLst>
                <a:path w="4822" h="3157" extrusionOk="0">
                  <a:moveTo>
                    <a:pt x="4687" y="0"/>
                  </a:moveTo>
                  <a:cubicBezTo>
                    <a:pt x="4252" y="0"/>
                    <a:pt x="2747" y="543"/>
                    <a:pt x="1128" y="1761"/>
                  </a:cubicBezTo>
                  <a:cubicBezTo>
                    <a:pt x="0" y="2611"/>
                    <a:pt x="323" y="3156"/>
                    <a:pt x="1001" y="3156"/>
                  </a:cubicBezTo>
                  <a:cubicBezTo>
                    <a:pt x="1511" y="3156"/>
                    <a:pt x="2222" y="2848"/>
                    <a:pt x="2668" y="2129"/>
                  </a:cubicBezTo>
                  <a:cubicBezTo>
                    <a:pt x="3588" y="673"/>
                    <a:pt x="4793" y="322"/>
                    <a:pt x="4810" y="71"/>
                  </a:cubicBezTo>
                  <a:cubicBezTo>
                    <a:pt x="4822" y="24"/>
                    <a:pt x="4778" y="0"/>
                    <a:pt x="46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
            <p:cNvSpPr/>
            <p:nvPr/>
          </p:nvSpPr>
          <p:spPr>
            <a:xfrm>
              <a:off x="1708675" y="1364525"/>
              <a:ext cx="34750" cy="8575"/>
            </a:xfrm>
            <a:custGeom>
              <a:avLst/>
              <a:gdLst/>
              <a:ahLst/>
              <a:cxnLst/>
              <a:rect l="l" t="t" r="r" b="b"/>
              <a:pathLst>
                <a:path w="1390" h="343" extrusionOk="0">
                  <a:moveTo>
                    <a:pt x="977" y="1"/>
                  </a:moveTo>
                  <a:cubicBezTo>
                    <a:pt x="887" y="1"/>
                    <a:pt x="788" y="7"/>
                    <a:pt x="687" y="21"/>
                  </a:cubicBezTo>
                  <a:cubicBezTo>
                    <a:pt x="302" y="54"/>
                    <a:pt x="0" y="155"/>
                    <a:pt x="17" y="239"/>
                  </a:cubicBezTo>
                  <a:cubicBezTo>
                    <a:pt x="17" y="299"/>
                    <a:pt x="193" y="342"/>
                    <a:pt x="430" y="342"/>
                  </a:cubicBezTo>
                  <a:cubicBezTo>
                    <a:pt x="520" y="342"/>
                    <a:pt x="619" y="336"/>
                    <a:pt x="720" y="322"/>
                  </a:cubicBezTo>
                  <a:cubicBezTo>
                    <a:pt x="1105" y="289"/>
                    <a:pt x="1390" y="188"/>
                    <a:pt x="1390" y="105"/>
                  </a:cubicBezTo>
                  <a:cubicBezTo>
                    <a:pt x="1390" y="44"/>
                    <a:pt x="1214" y="1"/>
                    <a:pt x="9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
            <p:cNvSpPr/>
            <p:nvPr/>
          </p:nvSpPr>
          <p:spPr>
            <a:xfrm>
              <a:off x="1914375" y="1683475"/>
              <a:ext cx="214875" cy="41050"/>
            </a:xfrm>
            <a:custGeom>
              <a:avLst/>
              <a:gdLst/>
              <a:ahLst/>
              <a:cxnLst/>
              <a:rect l="l" t="t" r="r" b="b"/>
              <a:pathLst>
                <a:path w="8595" h="1642" extrusionOk="0">
                  <a:moveTo>
                    <a:pt x="3437" y="1"/>
                  </a:moveTo>
                  <a:cubicBezTo>
                    <a:pt x="2593" y="1"/>
                    <a:pt x="2013" y="271"/>
                    <a:pt x="1045" y="838"/>
                  </a:cubicBezTo>
                  <a:cubicBezTo>
                    <a:pt x="0" y="1467"/>
                    <a:pt x="280" y="1641"/>
                    <a:pt x="1566" y="1641"/>
                  </a:cubicBezTo>
                  <a:cubicBezTo>
                    <a:pt x="2297" y="1641"/>
                    <a:pt x="3354" y="1585"/>
                    <a:pt x="4678" y="1524"/>
                  </a:cubicBezTo>
                  <a:cubicBezTo>
                    <a:pt x="5866" y="1474"/>
                    <a:pt x="8595" y="1039"/>
                    <a:pt x="5883" y="403"/>
                  </a:cubicBezTo>
                  <a:cubicBezTo>
                    <a:pt x="4776" y="138"/>
                    <a:pt x="4039" y="1"/>
                    <a:pt x="34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
            <p:cNvSpPr/>
            <p:nvPr/>
          </p:nvSpPr>
          <p:spPr>
            <a:xfrm>
              <a:off x="2110825" y="1696050"/>
              <a:ext cx="36425" cy="11325"/>
            </a:xfrm>
            <a:custGeom>
              <a:avLst/>
              <a:gdLst/>
              <a:ahLst/>
              <a:cxnLst/>
              <a:rect l="l" t="t" r="r" b="b"/>
              <a:pathLst>
                <a:path w="1457" h="453" extrusionOk="0">
                  <a:moveTo>
                    <a:pt x="737" y="0"/>
                  </a:moveTo>
                  <a:cubicBezTo>
                    <a:pt x="335" y="0"/>
                    <a:pt x="0" y="101"/>
                    <a:pt x="0" y="234"/>
                  </a:cubicBezTo>
                  <a:cubicBezTo>
                    <a:pt x="0" y="352"/>
                    <a:pt x="335" y="452"/>
                    <a:pt x="737" y="452"/>
                  </a:cubicBezTo>
                  <a:cubicBezTo>
                    <a:pt x="1122" y="452"/>
                    <a:pt x="1456" y="352"/>
                    <a:pt x="1456" y="234"/>
                  </a:cubicBezTo>
                  <a:cubicBezTo>
                    <a:pt x="1456" y="101"/>
                    <a:pt x="1122" y="0"/>
                    <a:pt x="7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
            <p:cNvSpPr/>
            <p:nvPr/>
          </p:nvSpPr>
          <p:spPr>
            <a:xfrm>
              <a:off x="2319625" y="1385100"/>
              <a:ext cx="100450" cy="49700"/>
            </a:xfrm>
            <a:custGeom>
              <a:avLst/>
              <a:gdLst/>
              <a:ahLst/>
              <a:cxnLst/>
              <a:rect l="l" t="t" r="r" b="b"/>
              <a:pathLst>
                <a:path w="4018" h="1988" extrusionOk="0">
                  <a:moveTo>
                    <a:pt x="922" y="0"/>
                  </a:moveTo>
                  <a:cubicBezTo>
                    <a:pt x="612" y="0"/>
                    <a:pt x="373" y="47"/>
                    <a:pt x="268" y="119"/>
                  </a:cubicBezTo>
                  <a:cubicBezTo>
                    <a:pt x="1" y="252"/>
                    <a:pt x="704" y="487"/>
                    <a:pt x="1641" y="989"/>
                  </a:cubicBezTo>
                  <a:cubicBezTo>
                    <a:pt x="2519" y="1435"/>
                    <a:pt x="3277" y="1987"/>
                    <a:pt x="3623" y="1987"/>
                  </a:cubicBezTo>
                  <a:cubicBezTo>
                    <a:pt x="3667" y="1987"/>
                    <a:pt x="3703" y="1978"/>
                    <a:pt x="3733" y="1960"/>
                  </a:cubicBezTo>
                  <a:cubicBezTo>
                    <a:pt x="4018" y="1809"/>
                    <a:pt x="3616" y="922"/>
                    <a:pt x="2645" y="420"/>
                  </a:cubicBezTo>
                  <a:cubicBezTo>
                    <a:pt x="2063" y="114"/>
                    <a:pt x="1407" y="0"/>
                    <a:pt x="9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
            <p:cNvSpPr/>
            <p:nvPr/>
          </p:nvSpPr>
          <p:spPr>
            <a:xfrm>
              <a:off x="2416400" y="1433175"/>
              <a:ext cx="20900" cy="25050"/>
            </a:xfrm>
            <a:custGeom>
              <a:avLst/>
              <a:gdLst/>
              <a:ahLst/>
              <a:cxnLst/>
              <a:rect l="l" t="t" r="r" b="b"/>
              <a:pathLst>
                <a:path w="836" h="1002" extrusionOk="0">
                  <a:moveTo>
                    <a:pt x="238" y="1"/>
                  </a:moveTo>
                  <a:cubicBezTo>
                    <a:pt x="72" y="1"/>
                    <a:pt x="0" y="299"/>
                    <a:pt x="80" y="505"/>
                  </a:cubicBezTo>
                  <a:cubicBezTo>
                    <a:pt x="164" y="723"/>
                    <a:pt x="398" y="957"/>
                    <a:pt x="565" y="991"/>
                  </a:cubicBezTo>
                  <a:cubicBezTo>
                    <a:pt x="594" y="998"/>
                    <a:pt x="620" y="1001"/>
                    <a:pt x="644" y="1001"/>
                  </a:cubicBezTo>
                  <a:cubicBezTo>
                    <a:pt x="786" y="1001"/>
                    <a:pt x="836" y="879"/>
                    <a:pt x="749" y="706"/>
                  </a:cubicBezTo>
                  <a:cubicBezTo>
                    <a:pt x="666" y="489"/>
                    <a:pt x="448" y="70"/>
                    <a:pt x="264" y="3"/>
                  </a:cubicBezTo>
                  <a:cubicBezTo>
                    <a:pt x="255" y="2"/>
                    <a:pt x="246" y="1"/>
                    <a:pt x="2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3" name="Google Shape;623;p3"/>
          <p:cNvGrpSpPr/>
          <p:nvPr/>
        </p:nvGrpSpPr>
        <p:grpSpPr>
          <a:xfrm>
            <a:off x="1714483" y="-327710"/>
            <a:ext cx="2095529" cy="1058761"/>
            <a:chOff x="1423500" y="1965000"/>
            <a:chExt cx="1202875" cy="607750"/>
          </a:xfrm>
        </p:grpSpPr>
        <p:sp>
          <p:nvSpPr>
            <p:cNvPr id="624" name="Google Shape;624;p3"/>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6" name="Google Shape;756;p3"/>
          <p:cNvGrpSpPr/>
          <p:nvPr/>
        </p:nvGrpSpPr>
        <p:grpSpPr>
          <a:xfrm rot="1530007">
            <a:off x="4628288" y="4743524"/>
            <a:ext cx="2095539" cy="1058766"/>
            <a:chOff x="1423500" y="1965000"/>
            <a:chExt cx="1202875" cy="607750"/>
          </a:xfrm>
        </p:grpSpPr>
        <p:sp>
          <p:nvSpPr>
            <p:cNvPr id="757" name="Google Shape;757;p3"/>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9" name="Google Shape;889;p3"/>
          <p:cNvGrpSpPr/>
          <p:nvPr/>
        </p:nvGrpSpPr>
        <p:grpSpPr>
          <a:xfrm rot="-2700000">
            <a:off x="259568" y="966915"/>
            <a:ext cx="608448" cy="494433"/>
            <a:chOff x="3883850" y="1662875"/>
            <a:chExt cx="361150" cy="293475"/>
          </a:xfrm>
        </p:grpSpPr>
        <p:sp>
          <p:nvSpPr>
            <p:cNvPr id="890" name="Google Shape;890;p3"/>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6" name="Google Shape;916;p3"/>
          <p:cNvGrpSpPr/>
          <p:nvPr/>
        </p:nvGrpSpPr>
        <p:grpSpPr>
          <a:xfrm rot="1811724">
            <a:off x="969152" y="1130468"/>
            <a:ext cx="260751" cy="160466"/>
            <a:chOff x="5492850" y="1205450"/>
            <a:chExt cx="260725" cy="160450"/>
          </a:xfrm>
        </p:grpSpPr>
        <p:sp>
          <p:nvSpPr>
            <p:cNvPr id="917" name="Google Shape;917;p3"/>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 name="Google Shape;923;p3"/>
          <p:cNvGrpSpPr/>
          <p:nvPr/>
        </p:nvGrpSpPr>
        <p:grpSpPr>
          <a:xfrm rot="-1811716" flipH="1">
            <a:off x="818639" y="1324381"/>
            <a:ext cx="193361" cy="118994"/>
            <a:chOff x="5492850" y="1205450"/>
            <a:chExt cx="260725" cy="160450"/>
          </a:xfrm>
        </p:grpSpPr>
        <p:sp>
          <p:nvSpPr>
            <p:cNvPr id="924" name="Google Shape;924;p3"/>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0" name="Google Shape;930;p3"/>
          <p:cNvGrpSpPr/>
          <p:nvPr/>
        </p:nvGrpSpPr>
        <p:grpSpPr>
          <a:xfrm rot="1926705">
            <a:off x="8694204" y="1413812"/>
            <a:ext cx="784617" cy="494768"/>
            <a:chOff x="4015675" y="2112550"/>
            <a:chExt cx="545275" cy="343875"/>
          </a:xfrm>
        </p:grpSpPr>
        <p:sp>
          <p:nvSpPr>
            <p:cNvPr id="931" name="Google Shape;931;p3"/>
            <p:cNvSpPr/>
            <p:nvPr/>
          </p:nvSpPr>
          <p:spPr>
            <a:xfrm>
              <a:off x="4015675" y="2112550"/>
              <a:ext cx="378725" cy="343875"/>
            </a:xfrm>
            <a:custGeom>
              <a:avLst/>
              <a:gdLst/>
              <a:ahLst/>
              <a:cxnLst/>
              <a:rect l="l" t="t" r="r" b="b"/>
              <a:pathLst>
                <a:path w="15149" h="13755" extrusionOk="0">
                  <a:moveTo>
                    <a:pt x="8012" y="1286"/>
                  </a:moveTo>
                  <a:cubicBezTo>
                    <a:pt x="8877" y="1286"/>
                    <a:pt x="9725" y="1673"/>
                    <a:pt x="10344" y="2372"/>
                  </a:cubicBezTo>
                  <a:cubicBezTo>
                    <a:pt x="11734" y="3962"/>
                    <a:pt x="12705" y="5519"/>
                    <a:pt x="12872" y="6205"/>
                  </a:cubicBezTo>
                  <a:cubicBezTo>
                    <a:pt x="13374" y="8381"/>
                    <a:pt x="11215" y="8967"/>
                    <a:pt x="11031" y="9687"/>
                  </a:cubicBezTo>
                  <a:cubicBezTo>
                    <a:pt x="10813" y="10390"/>
                    <a:pt x="11399" y="12917"/>
                    <a:pt x="9524" y="12967"/>
                  </a:cubicBezTo>
                  <a:lnTo>
                    <a:pt x="4536" y="13051"/>
                  </a:lnTo>
                  <a:cubicBezTo>
                    <a:pt x="4525" y="13051"/>
                    <a:pt x="4515" y="13051"/>
                    <a:pt x="4504" y="13051"/>
                  </a:cubicBezTo>
                  <a:cubicBezTo>
                    <a:pt x="3379" y="13051"/>
                    <a:pt x="2374" y="12186"/>
                    <a:pt x="2109" y="10942"/>
                  </a:cubicBezTo>
                  <a:cubicBezTo>
                    <a:pt x="1925" y="10055"/>
                    <a:pt x="1925" y="9084"/>
                    <a:pt x="2109" y="8130"/>
                  </a:cubicBezTo>
                  <a:cubicBezTo>
                    <a:pt x="2578" y="5853"/>
                    <a:pt x="4335" y="6473"/>
                    <a:pt x="4586" y="5117"/>
                  </a:cubicBezTo>
                  <a:cubicBezTo>
                    <a:pt x="4770" y="4129"/>
                    <a:pt x="5089" y="2338"/>
                    <a:pt x="6762" y="1568"/>
                  </a:cubicBezTo>
                  <a:cubicBezTo>
                    <a:pt x="7167" y="1377"/>
                    <a:pt x="7592" y="1286"/>
                    <a:pt x="8012" y="1286"/>
                  </a:cubicBezTo>
                  <a:close/>
                  <a:moveTo>
                    <a:pt x="7572" y="0"/>
                  </a:moveTo>
                  <a:cubicBezTo>
                    <a:pt x="7036" y="0"/>
                    <a:pt x="6500" y="102"/>
                    <a:pt x="5992" y="313"/>
                  </a:cubicBezTo>
                  <a:cubicBezTo>
                    <a:pt x="3833" y="1183"/>
                    <a:pt x="3515" y="3276"/>
                    <a:pt x="3314" y="4447"/>
                  </a:cubicBezTo>
                  <a:cubicBezTo>
                    <a:pt x="3046" y="6054"/>
                    <a:pt x="703" y="5284"/>
                    <a:pt x="218" y="7946"/>
                  </a:cubicBezTo>
                  <a:cubicBezTo>
                    <a:pt x="0" y="9067"/>
                    <a:pt x="67" y="10206"/>
                    <a:pt x="385" y="11243"/>
                  </a:cubicBezTo>
                  <a:cubicBezTo>
                    <a:pt x="820" y="12716"/>
                    <a:pt x="2209" y="13754"/>
                    <a:pt x="3733" y="13754"/>
                  </a:cubicBezTo>
                  <a:lnTo>
                    <a:pt x="10328" y="13754"/>
                  </a:lnTo>
                  <a:cubicBezTo>
                    <a:pt x="12805" y="13754"/>
                    <a:pt x="11750" y="10741"/>
                    <a:pt x="11968" y="9904"/>
                  </a:cubicBezTo>
                  <a:cubicBezTo>
                    <a:pt x="12202" y="9051"/>
                    <a:pt x="15148" y="8431"/>
                    <a:pt x="14362" y="5853"/>
                  </a:cubicBezTo>
                  <a:cubicBezTo>
                    <a:pt x="14111" y="5050"/>
                    <a:pt x="12721" y="3209"/>
                    <a:pt x="10780" y="1334"/>
                  </a:cubicBezTo>
                  <a:cubicBezTo>
                    <a:pt x="9898" y="475"/>
                    <a:pt x="8734" y="0"/>
                    <a:pt x="7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
            <p:cNvSpPr/>
            <p:nvPr/>
          </p:nvSpPr>
          <p:spPr>
            <a:xfrm>
              <a:off x="4083450" y="2190250"/>
              <a:ext cx="60700" cy="59850"/>
            </a:xfrm>
            <a:custGeom>
              <a:avLst/>
              <a:gdLst/>
              <a:ahLst/>
              <a:cxnLst/>
              <a:rect l="l" t="t" r="r" b="b"/>
              <a:pathLst>
                <a:path w="2428" h="2394" extrusionOk="0">
                  <a:moveTo>
                    <a:pt x="1507" y="0"/>
                  </a:moveTo>
                  <a:cubicBezTo>
                    <a:pt x="1290" y="0"/>
                    <a:pt x="1055" y="0"/>
                    <a:pt x="871" y="17"/>
                  </a:cubicBezTo>
                  <a:cubicBezTo>
                    <a:pt x="754" y="503"/>
                    <a:pt x="670" y="938"/>
                    <a:pt x="603" y="1306"/>
                  </a:cubicBezTo>
                  <a:cubicBezTo>
                    <a:pt x="536" y="1741"/>
                    <a:pt x="285" y="2009"/>
                    <a:pt x="1" y="2193"/>
                  </a:cubicBezTo>
                  <a:cubicBezTo>
                    <a:pt x="436" y="2327"/>
                    <a:pt x="955" y="2394"/>
                    <a:pt x="1507" y="2394"/>
                  </a:cubicBezTo>
                  <a:lnTo>
                    <a:pt x="1708" y="2394"/>
                  </a:lnTo>
                  <a:cubicBezTo>
                    <a:pt x="1775" y="2277"/>
                    <a:pt x="1842" y="2143"/>
                    <a:pt x="1859" y="1992"/>
                  </a:cubicBezTo>
                  <a:cubicBezTo>
                    <a:pt x="1959" y="1490"/>
                    <a:pt x="2093" y="754"/>
                    <a:pt x="2428" y="67"/>
                  </a:cubicBezTo>
                  <a:cubicBezTo>
                    <a:pt x="2126" y="17"/>
                    <a:pt x="1808" y="0"/>
                    <a:pt x="1507"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
            <p:cNvSpPr/>
            <p:nvPr/>
          </p:nvSpPr>
          <p:spPr>
            <a:xfrm>
              <a:off x="4044950" y="2112550"/>
              <a:ext cx="363675" cy="343875"/>
            </a:xfrm>
            <a:custGeom>
              <a:avLst/>
              <a:gdLst/>
              <a:ahLst/>
              <a:cxnLst/>
              <a:rect l="l" t="t" r="r" b="b"/>
              <a:pathLst>
                <a:path w="14547" h="13755" extrusionOk="0">
                  <a:moveTo>
                    <a:pt x="7946" y="1273"/>
                  </a:moveTo>
                  <a:cubicBezTo>
                    <a:pt x="8817" y="1273"/>
                    <a:pt x="9671" y="1669"/>
                    <a:pt x="10295" y="2372"/>
                  </a:cubicBezTo>
                  <a:cubicBezTo>
                    <a:pt x="11701" y="3962"/>
                    <a:pt x="12655" y="5519"/>
                    <a:pt x="12839" y="6205"/>
                  </a:cubicBezTo>
                  <a:cubicBezTo>
                    <a:pt x="13358" y="8381"/>
                    <a:pt x="10831" y="8900"/>
                    <a:pt x="10630" y="9636"/>
                  </a:cubicBezTo>
                  <a:cubicBezTo>
                    <a:pt x="10429" y="10339"/>
                    <a:pt x="11366" y="12951"/>
                    <a:pt x="9491" y="12967"/>
                  </a:cubicBezTo>
                  <a:lnTo>
                    <a:pt x="4503" y="13051"/>
                  </a:lnTo>
                  <a:cubicBezTo>
                    <a:pt x="4493" y="13051"/>
                    <a:pt x="4482" y="13051"/>
                    <a:pt x="4471" y="13051"/>
                  </a:cubicBezTo>
                  <a:cubicBezTo>
                    <a:pt x="3330" y="13051"/>
                    <a:pt x="2325" y="12169"/>
                    <a:pt x="2076" y="10925"/>
                  </a:cubicBezTo>
                  <a:cubicBezTo>
                    <a:pt x="1892" y="10055"/>
                    <a:pt x="1892" y="9084"/>
                    <a:pt x="2076" y="8130"/>
                  </a:cubicBezTo>
                  <a:cubicBezTo>
                    <a:pt x="2545" y="5853"/>
                    <a:pt x="4303" y="6473"/>
                    <a:pt x="4554" y="5117"/>
                  </a:cubicBezTo>
                  <a:cubicBezTo>
                    <a:pt x="4738" y="4129"/>
                    <a:pt x="5039" y="2338"/>
                    <a:pt x="6713" y="1552"/>
                  </a:cubicBezTo>
                  <a:cubicBezTo>
                    <a:pt x="7112" y="1363"/>
                    <a:pt x="7531" y="1273"/>
                    <a:pt x="7946" y="1273"/>
                  </a:cubicBezTo>
                  <a:close/>
                  <a:moveTo>
                    <a:pt x="7259" y="0"/>
                  </a:moveTo>
                  <a:cubicBezTo>
                    <a:pt x="6743" y="0"/>
                    <a:pt x="6228" y="102"/>
                    <a:pt x="5742" y="313"/>
                  </a:cubicBezTo>
                  <a:cubicBezTo>
                    <a:pt x="3666" y="1183"/>
                    <a:pt x="3348" y="3276"/>
                    <a:pt x="3164" y="4447"/>
                  </a:cubicBezTo>
                  <a:cubicBezTo>
                    <a:pt x="2913" y="6054"/>
                    <a:pt x="637" y="5284"/>
                    <a:pt x="202" y="7946"/>
                  </a:cubicBezTo>
                  <a:cubicBezTo>
                    <a:pt x="1" y="9067"/>
                    <a:pt x="68" y="10206"/>
                    <a:pt x="335" y="11243"/>
                  </a:cubicBezTo>
                  <a:cubicBezTo>
                    <a:pt x="754" y="12716"/>
                    <a:pt x="2076" y="13754"/>
                    <a:pt x="3566" y="13754"/>
                  </a:cubicBezTo>
                  <a:lnTo>
                    <a:pt x="9910" y="13754"/>
                  </a:lnTo>
                  <a:cubicBezTo>
                    <a:pt x="12287" y="13754"/>
                    <a:pt x="10948" y="10724"/>
                    <a:pt x="11182" y="9871"/>
                  </a:cubicBezTo>
                  <a:cubicBezTo>
                    <a:pt x="11366" y="9017"/>
                    <a:pt x="14547" y="8431"/>
                    <a:pt x="13777" y="5853"/>
                  </a:cubicBezTo>
                  <a:cubicBezTo>
                    <a:pt x="13542" y="5050"/>
                    <a:pt x="12203" y="3209"/>
                    <a:pt x="10345" y="1334"/>
                  </a:cubicBezTo>
                  <a:cubicBezTo>
                    <a:pt x="9498" y="475"/>
                    <a:pt x="8376" y="0"/>
                    <a:pt x="7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
            <p:cNvSpPr/>
            <p:nvPr/>
          </p:nvSpPr>
          <p:spPr>
            <a:xfrm>
              <a:off x="4169650" y="2136025"/>
              <a:ext cx="385025" cy="320400"/>
            </a:xfrm>
            <a:custGeom>
              <a:avLst/>
              <a:gdLst/>
              <a:ahLst/>
              <a:cxnLst/>
              <a:rect l="l" t="t" r="r" b="b"/>
              <a:pathLst>
                <a:path w="15401" h="12816" extrusionOk="0">
                  <a:moveTo>
                    <a:pt x="11120" y="1162"/>
                  </a:moveTo>
                  <a:cubicBezTo>
                    <a:pt x="11994" y="1162"/>
                    <a:pt x="12716" y="1528"/>
                    <a:pt x="13090" y="2186"/>
                  </a:cubicBezTo>
                  <a:cubicBezTo>
                    <a:pt x="13944" y="3676"/>
                    <a:pt x="14396" y="5115"/>
                    <a:pt x="14312" y="5751"/>
                  </a:cubicBezTo>
                  <a:cubicBezTo>
                    <a:pt x="14061" y="7794"/>
                    <a:pt x="11617" y="8296"/>
                    <a:pt x="11149" y="8965"/>
                  </a:cubicBezTo>
                  <a:cubicBezTo>
                    <a:pt x="10713" y="9635"/>
                    <a:pt x="10513" y="12045"/>
                    <a:pt x="8638" y="12062"/>
                  </a:cubicBezTo>
                  <a:lnTo>
                    <a:pt x="3633" y="12129"/>
                  </a:lnTo>
                  <a:cubicBezTo>
                    <a:pt x="3621" y="12129"/>
                    <a:pt x="3609" y="12129"/>
                    <a:pt x="3597" y="12129"/>
                  </a:cubicBezTo>
                  <a:cubicBezTo>
                    <a:pt x="2447" y="12129"/>
                    <a:pt x="1760" y="11330"/>
                    <a:pt x="1926" y="10170"/>
                  </a:cubicBezTo>
                  <a:cubicBezTo>
                    <a:pt x="2026" y="9350"/>
                    <a:pt x="2361" y="8446"/>
                    <a:pt x="2880" y="7542"/>
                  </a:cubicBezTo>
                  <a:cubicBezTo>
                    <a:pt x="4118" y="5433"/>
                    <a:pt x="5658" y="6003"/>
                    <a:pt x="6395" y="4747"/>
                  </a:cubicBezTo>
                  <a:cubicBezTo>
                    <a:pt x="6914" y="3826"/>
                    <a:pt x="7868" y="2153"/>
                    <a:pt x="9793" y="1416"/>
                  </a:cubicBezTo>
                  <a:cubicBezTo>
                    <a:pt x="10256" y="1244"/>
                    <a:pt x="10705" y="1162"/>
                    <a:pt x="11120" y="1162"/>
                  </a:cubicBezTo>
                  <a:close/>
                  <a:moveTo>
                    <a:pt x="10818" y="0"/>
                  </a:moveTo>
                  <a:cubicBezTo>
                    <a:pt x="10310" y="0"/>
                    <a:pt x="9771" y="90"/>
                    <a:pt x="9224" y="278"/>
                  </a:cubicBezTo>
                  <a:cubicBezTo>
                    <a:pt x="6847" y="1098"/>
                    <a:pt x="5809" y="3073"/>
                    <a:pt x="5257" y="4128"/>
                  </a:cubicBezTo>
                  <a:cubicBezTo>
                    <a:pt x="4453" y="5618"/>
                    <a:pt x="2445" y="4914"/>
                    <a:pt x="1072" y="7392"/>
                  </a:cubicBezTo>
                  <a:cubicBezTo>
                    <a:pt x="486" y="8463"/>
                    <a:pt x="151" y="9518"/>
                    <a:pt x="84" y="10472"/>
                  </a:cubicBezTo>
                  <a:cubicBezTo>
                    <a:pt x="1" y="11861"/>
                    <a:pt x="955" y="12815"/>
                    <a:pt x="2445" y="12815"/>
                  </a:cubicBezTo>
                  <a:lnTo>
                    <a:pt x="8789" y="12815"/>
                  </a:lnTo>
                  <a:cubicBezTo>
                    <a:pt x="11165" y="12815"/>
                    <a:pt x="11098" y="9986"/>
                    <a:pt x="11601" y="9200"/>
                  </a:cubicBezTo>
                  <a:cubicBezTo>
                    <a:pt x="12120" y="8413"/>
                    <a:pt x="15250" y="7860"/>
                    <a:pt x="15350" y="5450"/>
                  </a:cubicBezTo>
                  <a:cubicBezTo>
                    <a:pt x="15400" y="4730"/>
                    <a:pt x="14681" y="2990"/>
                    <a:pt x="13475" y="1249"/>
                  </a:cubicBezTo>
                  <a:cubicBezTo>
                    <a:pt x="12910" y="442"/>
                    <a:pt x="11941" y="0"/>
                    <a:pt x="108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
            <p:cNvSpPr/>
            <p:nvPr/>
          </p:nvSpPr>
          <p:spPr>
            <a:xfrm>
              <a:off x="4264650" y="2188575"/>
              <a:ext cx="74925" cy="89150"/>
            </a:xfrm>
            <a:custGeom>
              <a:avLst/>
              <a:gdLst/>
              <a:ahLst/>
              <a:cxnLst/>
              <a:rect l="l" t="t" r="r" b="b"/>
              <a:pathLst>
                <a:path w="2997" h="3566" extrusionOk="0">
                  <a:moveTo>
                    <a:pt x="2746" y="0"/>
                  </a:moveTo>
                  <a:cubicBezTo>
                    <a:pt x="2110" y="737"/>
                    <a:pt x="1725" y="1490"/>
                    <a:pt x="1423" y="2043"/>
                  </a:cubicBezTo>
                  <a:cubicBezTo>
                    <a:pt x="1122" y="2628"/>
                    <a:pt x="586" y="2879"/>
                    <a:pt x="0" y="3097"/>
                  </a:cubicBezTo>
                  <a:cubicBezTo>
                    <a:pt x="452" y="3264"/>
                    <a:pt x="921" y="3432"/>
                    <a:pt x="1423" y="3566"/>
                  </a:cubicBezTo>
                  <a:cubicBezTo>
                    <a:pt x="1892" y="3348"/>
                    <a:pt x="2310" y="3147"/>
                    <a:pt x="2578" y="2645"/>
                  </a:cubicBezTo>
                  <a:cubicBezTo>
                    <a:pt x="2712" y="2428"/>
                    <a:pt x="2829" y="2210"/>
                    <a:pt x="2997" y="1925"/>
                  </a:cubicBezTo>
                  <a:cubicBezTo>
                    <a:pt x="2879" y="1473"/>
                    <a:pt x="2762" y="787"/>
                    <a:pt x="2746"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
            <p:cNvSpPr/>
            <p:nvPr/>
          </p:nvSpPr>
          <p:spPr>
            <a:xfrm>
              <a:off x="4369275" y="2135800"/>
              <a:ext cx="79100" cy="64100"/>
            </a:xfrm>
            <a:custGeom>
              <a:avLst/>
              <a:gdLst/>
              <a:ahLst/>
              <a:cxnLst/>
              <a:rect l="l" t="t" r="r" b="b"/>
              <a:pathLst>
                <a:path w="3164" h="2564" extrusionOk="0">
                  <a:moveTo>
                    <a:pt x="2829" y="1"/>
                  </a:moveTo>
                  <a:cubicBezTo>
                    <a:pt x="2326" y="1"/>
                    <a:pt x="1782" y="99"/>
                    <a:pt x="1239" y="270"/>
                  </a:cubicBezTo>
                  <a:cubicBezTo>
                    <a:pt x="770" y="438"/>
                    <a:pt x="352" y="638"/>
                    <a:pt x="0" y="856"/>
                  </a:cubicBezTo>
                  <a:cubicBezTo>
                    <a:pt x="50" y="1174"/>
                    <a:pt x="50" y="1526"/>
                    <a:pt x="50" y="1894"/>
                  </a:cubicBezTo>
                  <a:cubicBezTo>
                    <a:pt x="50" y="2111"/>
                    <a:pt x="50" y="2329"/>
                    <a:pt x="17" y="2563"/>
                  </a:cubicBezTo>
                  <a:cubicBezTo>
                    <a:pt x="502" y="2111"/>
                    <a:pt x="1088" y="1693"/>
                    <a:pt x="1808" y="1425"/>
                  </a:cubicBezTo>
                  <a:cubicBezTo>
                    <a:pt x="2277" y="1241"/>
                    <a:pt x="2745" y="1174"/>
                    <a:pt x="3164" y="1174"/>
                  </a:cubicBezTo>
                  <a:cubicBezTo>
                    <a:pt x="3063" y="772"/>
                    <a:pt x="2980" y="387"/>
                    <a:pt x="2946" y="2"/>
                  </a:cubicBezTo>
                  <a:cubicBezTo>
                    <a:pt x="2907" y="1"/>
                    <a:pt x="2868" y="1"/>
                    <a:pt x="282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
            <p:cNvSpPr/>
            <p:nvPr/>
          </p:nvSpPr>
          <p:spPr>
            <a:xfrm>
              <a:off x="4199375" y="2154175"/>
              <a:ext cx="361575" cy="302250"/>
            </a:xfrm>
            <a:custGeom>
              <a:avLst/>
              <a:gdLst/>
              <a:ahLst/>
              <a:cxnLst/>
              <a:rect l="l" t="t" r="r" b="b"/>
              <a:pathLst>
                <a:path w="14463" h="12090" extrusionOk="0">
                  <a:moveTo>
                    <a:pt x="10496" y="955"/>
                  </a:moveTo>
                  <a:cubicBezTo>
                    <a:pt x="11383" y="955"/>
                    <a:pt x="12149" y="1322"/>
                    <a:pt x="12521" y="1996"/>
                  </a:cubicBezTo>
                  <a:cubicBezTo>
                    <a:pt x="13291" y="3419"/>
                    <a:pt x="13542" y="4808"/>
                    <a:pt x="13458" y="5427"/>
                  </a:cubicBezTo>
                  <a:cubicBezTo>
                    <a:pt x="13224" y="7369"/>
                    <a:pt x="10713" y="7804"/>
                    <a:pt x="10294" y="8440"/>
                  </a:cubicBezTo>
                  <a:cubicBezTo>
                    <a:pt x="9876" y="9059"/>
                    <a:pt x="9926" y="11369"/>
                    <a:pt x="8135" y="11386"/>
                  </a:cubicBezTo>
                  <a:lnTo>
                    <a:pt x="3348" y="11453"/>
                  </a:lnTo>
                  <a:cubicBezTo>
                    <a:pt x="3336" y="11453"/>
                    <a:pt x="3325" y="11453"/>
                    <a:pt x="3314" y="11453"/>
                  </a:cubicBezTo>
                  <a:cubicBezTo>
                    <a:pt x="2212" y="11453"/>
                    <a:pt x="1508" y="10655"/>
                    <a:pt x="1674" y="9528"/>
                  </a:cubicBezTo>
                  <a:cubicBezTo>
                    <a:pt x="1775" y="8725"/>
                    <a:pt x="2109" y="7854"/>
                    <a:pt x="2611" y="6967"/>
                  </a:cubicBezTo>
                  <a:cubicBezTo>
                    <a:pt x="3833" y="4925"/>
                    <a:pt x="5323" y="5528"/>
                    <a:pt x="6026" y="4289"/>
                  </a:cubicBezTo>
                  <a:cubicBezTo>
                    <a:pt x="6528" y="3419"/>
                    <a:pt x="7432" y="1828"/>
                    <a:pt x="9273" y="1176"/>
                  </a:cubicBezTo>
                  <a:cubicBezTo>
                    <a:pt x="9689" y="1027"/>
                    <a:pt x="10104" y="955"/>
                    <a:pt x="10496" y="955"/>
                  </a:cubicBezTo>
                  <a:close/>
                  <a:moveTo>
                    <a:pt x="10398" y="1"/>
                  </a:moveTo>
                  <a:cubicBezTo>
                    <a:pt x="9919" y="1"/>
                    <a:pt x="9399" y="86"/>
                    <a:pt x="8855" y="255"/>
                  </a:cubicBezTo>
                  <a:cubicBezTo>
                    <a:pt x="6595" y="958"/>
                    <a:pt x="5708" y="2866"/>
                    <a:pt x="5139" y="3921"/>
                  </a:cubicBezTo>
                  <a:cubicBezTo>
                    <a:pt x="4369" y="5360"/>
                    <a:pt x="2411" y="4607"/>
                    <a:pt x="1038" y="7017"/>
                  </a:cubicBezTo>
                  <a:cubicBezTo>
                    <a:pt x="469" y="8038"/>
                    <a:pt x="151" y="9059"/>
                    <a:pt x="84" y="10030"/>
                  </a:cubicBezTo>
                  <a:cubicBezTo>
                    <a:pt x="0" y="11369"/>
                    <a:pt x="737" y="12089"/>
                    <a:pt x="2176" y="12089"/>
                  </a:cubicBezTo>
                  <a:lnTo>
                    <a:pt x="8269" y="12089"/>
                  </a:lnTo>
                  <a:cubicBezTo>
                    <a:pt x="10512" y="12089"/>
                    <a:pt x="10244" y="9394"/>
                    <a:pt x="10713" y="8658"/>
                  </a:cubicBezTo>
                  <a:cubicBezTo>
                    <a:pt x="11198" y="7904"/>
                    <a:pt x="14295" y="7436"/>
                    <a:pt x="14412" y="5176"/>
                  </a:cubicBezTo>
                  <a:cubicBezTo>
                    <a:pt x="14462" y="4473"/>
                    <a:pt x="13826" y="2833"/>
                    <a:pt x="12722" y="1125"/>
                  </a:cubicBezTo>
                  <a:cubicBezTo>
                    <a:pt x="12213" y="369"/>
                    <a:pt x="11393" y="1"/>
                    <a:pt x="103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8" name="Google Shape;938;p3"/>
          <p:cNvGrpSpPr/>
          <p:nvPr/>
        </p:nvGrpSpPr>
        <p:grpSpPr>
          <a:xfrm rot="2952480">
            <a:off x="7189087" y="4498551"/>
            <a:ext cx="348372" cy="283092"/>
            <a:chOff x="3883850" y="1662875"/>
            <a:chExt cx="361150" cy="293475"/>
          </a:xfrm>
        </p:grpSpPr>
        <p:sp>
          <p:nvSpPr>
            <p:cNvPr id="939" name="Google Shape;939;p3"/>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5" name="Google Shape;965;p3"/>
          <p:cNvGrpSpPr/>
          <p:nvPr/>
        </p:nvGrpSpPr>
        <p:grpSpPr>
          <a:xfrm rot="-1811716" flipH="1">
            <a:off x="9266664" y="1390331"/>
            <a:ext cx="193361" cy="118994"/>
            <a:chOff x="5492850" y="1205450"/>
            <a:chExt cx="260725" cy="160450"/>
          </a:xfrm>
        </p:grpSpPr>
        <p:sp>
          <p:nvSpPr>
            <p:cNvPr id="966" name="Google Shape;966;p3"/>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rgbClr val="8E8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B5A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rgbClr val="5952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rgbClr val="443E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2" name="Google Shape;972;p3"/>
          <p:cNvSpPr txBox="1">
            <a:spLocks noGrp="1"/>
          </p:cNvSpPr>
          <p:nvPr>
            <p:ph type="title"/>
          </p:nvPr>
        </p:nvSpPr>
        <p:spPr>
          <a:xfrm>
            <a:off x="4502450" y="2686800"/>
            <a:ext cx="3711900" cy="5871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Clr>
                <a:schemeClr val="accent2"/>
              </a:buClr>
              <a:buSzPts val="3600"/>
              <a:buNone/>
              <a:defRPr sz="5300" b="0">
                <a:solidFill>
                  <a:schemeClr val="accent4"/>
                </a:solidFill>
                <a:latin typeface="Grandstander Black"/>
                <a:ea typeface="Grandstander Black"/>
                <a:cs typeface="Grandstander Black"/>
                <a:sym typeface="Grandstander Black"/>
              </a:defRPr>
            </a:lvl1pPr>
            <a:lvl2pPr lvl="1" algn="ctr">
              <a:spcBef>
                <a:spcPts val="0"/>
              </a:spcBef>
              <a:spcAft>
                <a:spcPts val="0"/>
              </a:spcAft>
              <a:buClr>
                <a:schemeClr val="accent2"/>
              </a:buClr>
              <a:buSzPts val="3600"/>
              <a:buNone/>
              <a:defRPr sz="3600">
                <a:solidFill>
                  <a:schemeClr val="accent2"/>
                </a:solidFill>
              </a:defRPr>
            </a:lvl2pPr>
            <a:lvl3pPr lvl="2" algn="ctr">
              <a:spcBef>
                <a:spcPts val="0"/>
              </a:spcBef>
              <a:spcAft>
                <a:spcPts val="0"/>
              </a:spcAft>
              <a:buClr>
                <a:schemeClr val="accent2"/>
              </a:buClr>
              <a:buSzPts val="3600"/>
              <a:buNone/>
              <a:defRPr sz="3600">
                <a:solidFill>
                  <a:schemeClr val="accent2"/>
                </a:solidFill>
              </a:defRPr>
            </a:lvl3pPr>
            <a:lvl4pPr lvl="3" algn="ctr">
              <a:spcBef>
                <a:spcPts val="0"/>
              </a:spcBef>
              <a:spcAft>
                <a:spcPts val="0"/>
              </a:spcAft>
              <a:buClr>
                <a:schemeClr val="accent2"/>
              </a:buClr>
              <a:buSzPts val="3600"/>
              <a:buNone/>
              <a:defRPr sz="3600">
                <a:solidFill>
                  <a:schemeClr val="accent2"/>
                </a:solidFill>
              </a:defRPr>
            </a:lvl4pPr>
            <a:lvl5pPr lvl="4" algn="ctr">
              <a:spcBef>
                <a:spcPts val="0"/>
              </a:spcBef>
              <a:spcAft>
                <a:spcPts val="0"/>
              </a:spcAft>
              <a:buClr>
                <a:schemeClr val="accent2"/>
              </a:buClr>
              <a:buSzPts val="3600"/>
              <a:buNone/>
              <a:defRPr sz="3600">
                <a:solidFill>
                  <a:schemeClr val="accent2"/>
                </a:solidFill>
              </a:defRPr>
            </a:lvl5pPr>
            <a:lvl6pPr lvl="5" algn="ctr">
              <a:spcBef>
                <a:spcPts val="0"/>
              </a:spcBef>
              <a:spcAft>
                <a:spcPts val="0"/>
              </a:spcAft>
              <a:buClr>
                <a:schemeClr val="accent2"/>
              </a:buClr>
              <a:buSzPts val="3600"/>
              <a:buNone/>
              <a:defRPr sz="3600">
                <a:solidFill>
                  <a:schemeClr val="accent2"/>
                </a:solidFill>
              </a:defRPr>
            </a:lvl6pPr>
            <a:lvl7pPr lvl="6" algn="ctr">
              <a:spcBef>
                <a:spcPts val="0"/>
              </a:spcBef>
              <a:spcAft>
                <a:spcPts val="0"/>
              </a:spcAft>
              <a:buClr>
                <a:schemeClr val="accent2"/>
              </a:buClr>
              <a:buSzPts val="3600"/>
              <a:buNone/>
              <a:defRPr sz="3600">
                <a:solidFill>
                  <a:schemeClr val="accent2"/>
                </a:solidFill>
              </a:defRPr>
            </a:lvl7pPr>
            <a:lvl8pPr lvl="7" algn="ctr">
              <a:spcBef>
                <a:spcPts val="0"/>
              </a:spcBef>
              <a:spcAft>
                <a:spcPts val="0"/>
              </a:spcAft>
              <a:buClr>
                <a:schemeClr val="accent2"/>
              </a:buClr>
              <a:buSzPts val="3600"/>
              <a:buNone/>
              <a:defRPr sz="3600">
                <a:solidFill>
                  <a:schemeClr val="accent2"/>
                </a:solidFill>
              </a:defRPr>
            </a:lvl8pPr>
            <a:lvl9pPr lvl="8" algn="ctr">
              <a:spcBef>
                <a:spcPts val="0"/>
              </a:spcBef>
              <a:spcAft>
                <a:spcPts val="0"/>
              </a:spcAft>
              <a:buClr>
                <a:schemeClr val="accent2"/>
              </a:buClr>
              <a:buSzPts val="3600"/>
              <a:buNone/>
              <a:defRPr sz="3600">
                <a:solidFill>
                  <a:schemeClr val="accent2"/>
                </a:solidFill>
              </a:defRPr>
            </a:lvl9pPr>
          </a:lstStyle>
          <a:p>
            <a:endParaRPr/>
          </a:p>
        </p:txBody>
      </p:sp>
      <p:sp>
        <p:nvSpPr>
          <p:cNvPr id="973" name="Google Shape;973;p3"/>
          <p:cNvSpPr txBox="1">
            <a:spLocks noGrp="1"/>
          </p:cNvSpPr>
          <p:nvPr>
            <p:ph type="title" idx="2" hasCustomPrompt="1"/>
          </p:nvPr>
        </p:nvSpPr>
        <p:spPr>
          <a:xfrm>
            <a:off x="5647700" y="1398738"/>
            <a:ext cx="1421400" cy="7698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6000"/>
              <a:buNone/>
              <a:defRPr sz="6000" b="0">
                <a:solidFill>
                  <a:schemeClr val="lt1"/>
                </a:solidFill>
                <a:latin typeface="Grandstander Black"/>
                <a:ea typeface="Grandstander Black"/>
                <a:cs typeface="Grandstander Black"/>
                <a:sym typeface="Grandstander Black"/>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74" name="Google Shape;974;p3"/>
          <p:cNvSpPr txBox="1">
            <a:spLocks noGrp="1"/>
          </p:cNvSpPr>
          <p:nvPr>
            <p:ph type="subTitle" idx="1"/>
          </p:nvPr>
        </p:nvSpPr>
        <p:spPr>
          <a:xfrm>
            <a:off x="4391600" y="3715513"/>
            <a:ext cx="3933600" cy="226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18"/>
        <p:cNvGrpSpPr/>
        <p:nvPr/>
      </p:nvGrpSpPr>
      <p:grpSpPr>
        <a:xfrm>
          <a:off x="0" y="0"/>
          <a:ext cx="0" cy="0"/>
          <a:chOff x="0" y="0"/>
          <a:chExt cx="0" cy="0"/>
        </a:xfrm>
      </p:grpSpPr>
      <p:grpSp>
        <p:nvGrpSpPr>
          <p:cNvPr id="1819" name="Google Shape;1819;p6"/>
          <p:cNvGrpSpPr/>
          <p:nvPr/>
        </p:nvGrpSpPr>
        <p:grpSpPr>
          <a:xfrm rot="1574134">
            <a:off x="8143263" y="3048753"/>
            <a:ext cx="2261716" cy="949902"/>
            <a:chOff x="1411350" y="554900"/>
            <a:chExt cx="1298300" cy="545275"/>
          </a:xfrm>
        </p:grpSpPr>
        <p:sp>
          <p:nvSpPr>
            <p:cNvPr id="1820" name="Google Shape;1820;p6"/>
            <p:cNvSpPr/>
            <p:nvPr/>
          </p:nvSpPr>
          <p:spPr>
            <a:xfrm>
              <a:off x="1411350" y="555300"/>
              <a:ext cx="1298300" cy="544875"/>
            </a:xfrm>
            <a:custGeom>
              <a:avLst/>
              <a:gdLst/>
              <a:ahLst/>
              <a:cxnLst/>
              <a:rect l="l" t="t" r="r" b="b"/>
              <a:pathLst>
                <a:path w="51932" h="21795" extrusionOk="0">
                  <a:moveTo>
                    <a:pt x="21160" y="685"/>
                  </a:moveTo>
                  <a:cubicBezTo>
                    <a:pt x="11439" y="685"/>
                    <a:pt x="0" y="6642"/>
                    <a:pt x="695" y="11818"/>
                  </a:cubicBezTo>
                  <a:cubicBezTo>
                    <a:pt x="1515" y="17928"/>
                    <a:pt x="11441" y="21794"/>
                    <a:pt x="26305" y="21794"/>
                  </a:cubicBezTo>
                  <a:cubicBezTo>
                    <a:pt x="39612" y="21794"/>
                    <a:pt x="51932" y="12588"/>
                    <a:pt x="47664" y="6295"/>
                  </a:cubicBezTo>
                  <a:cubicBezTo>
                    <a:pt x="43395" y="1"/>
                    <a:pt x="37219" y="4353"/>
                    <a:pt x="26171" y="1306"/>
                  </a:cubicBezTo>
                  <a:cubicBezTo>
                    <a:pt x="24611" y="879"/>
                    <a:pt x="22914" y="685"/>
                    <a:pt x="21160" y="68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6"/>
            <p:cNvSpPr/>
            <p:nvPr/>
          </p:nvSpPr>
          <p:spPr>
            <a:xfrm>
              <a:off x="1451675" y="627700"/>
              <a:ext cx="1206100" cy="430725"/>
            </a:xfrm>
            <a:custGeom>
              <a:avLst/>
              <a:gdLst/>
              <a:ahLst/>
              <a:cxnLst/>
              <a:rect l="l" t="t" r="r" b="b"/>
              <a:pathLst>
                <a:path w="48244" h="17229" extrusionOk="0">
                  <a:moveTo>
                    <a:pt x="20236" y="218"/>
                  </a:moveTo>
                  <a:cubicBezTo>
                    <a:pt x="10022" y="218"/>
                    <a:pt x="0" y="3725"/>
                    <a:pt x="773" y="8604"/>
                  </a:cubicBezTo>
                  <a:cubicBezTo>
                    <a:pt x="1610" y="13906"/>
                    <a:pt x="10561" y="17228"/>
                    <a:pt x="23915" y="17228"/>
                  </a:cubicBezTo>
                  <a:cubicBezTo>
                    <a:pt x="24178" y="17228"/>
                    <a:pt x="24443" y="17227"/>
                    <a:pt x="24709" y="17225"/>
                  </a:cubicBezTo>
                  <a:cubicBezTo>
                    <a:pt x="37062" y="17124"/>
                    <a:pt x="48243" y="8939"/>
                    <a:pt x="44293" y="3332"/>
                  </a:cubicBezTo>
                  <a:cubicBezTo>
                    <a:pt x="41950" y="1"/>
                    <a:pt x="34032" y="1122"/>
                    <a:pt x="23437" y="335"/>
                  </a:cubicBezTo>
                  <a:cubicBezTo>
                    <a:pt x="22376" y="256"/>
                    <a:pt x="21305" y="218"/>
                    <a:pt x="20236" y="21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6"/>
            <p:cNvSpPr/>
            <p:nvPr/>
          </p:nvSpPr>
          <p:spPr>
            <a:xfrm>
              <a:off x="1421225" y="554900"/>
              <a:ext cx="1204325" cy="288750"/>
            </a:xfrm>
            <a:custGeom>
              <a:avLst/>
              <a:gdLst/>
              <a:ahLst/>
              <a:cxnLst/>
              <a:rect l="l" t="t" r="r" b="b"/>
              <a:pathLst>
                <a:path w="48173" h="11550" extrusionOk="0">
                  <a:moveTo>
                    <a:pt x="20753" y="698"/>
                  </a:moveTo>
                  <a:cubicBezTo>
                    <a:pt x="11203" y="698"/>
                    <a:pt x="1" y="6446"/>
                    <a:pt x="284" y="11550"/>
                  </a:cubicBezTo>
                  <a:cubicBezTo>
                    <a:pt x="523" y="6533"/>
                    <a:pt x="11450" y="1054"/>
                    <a:pt x="20773" y="1054"/>
                  </a:cubicBezTo>
                  <a:cubicBezTo>
                    <a:pt x="22525" y="1054"/>
                    <a:pt x="24220" y="1248"/>
                    <a:pt x="25776" y="1674"/>
                  </a:cubicBezTo>
                  <a:cubicBezTo>
                    <a:pt x="36824" y="4720"/>
                    <a:pt x="43000" y="368"/>
                    <a:pt x="47269" y="6662"/>
                  </a:cubicBezTo>
                  <a:cubicBezTo>
                    <a:pt x="47821" y="7482"/>
                    <a:pt x="48089" y="8336"/>
                    <a:pt x="48122" y="9223"/>
                  </a:cubicBezTo>
                  <a:cubicBezTo>
                    <a:pt x="48173" y="8219"/>
                    <a:pt x="47905" y="7231"/>
                    <a:pt x="47269" y="6311"/>
                  </a:cubicBezTo>
                  <a:cubicBezTo>
                    <a:pt x="43000" y="0"/>
                    <a:pt x="36857" y="4352"/>
                    <a:pt x="25776" y="1322"/>
                  </a:cubicBezTo>
                  <a:cubicBezTo>
                    <a:pt x="24213" y="893"/>
                    <a:pt x="22511" y="698"/>
                    <a:pt x="20753" y="69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6"/>
            <p:cNvSpPr/>
            <p:nvPr/>
          </p:nvSpPr>
          <p:spPr>
            <a:xfrm>
              <a:off x="1429550" y="748225"/>
              <a:ext cx="1234450" cy="351525"/>
            </a:xfrm>
            <a:custGeom>
              <a:avLst/>
              <a:gdLst/>
              <a:ahLst/>
              <a:cxnLst/>
              <a:rect l="l" t="t" r="r" b="b"/>
              <a:pathLst>
                <a:path w="49378" h="14061" extrusionOk="0">
                  <a:moveTo>
                    <a:pt x="47605" y="0"/>
                  </a:moveTo>
                  <a:lnTo>
                    <a:pt x="47605" y="0"/>
                  </a:lnTo>
                  <a:cubicBezTo>
                    <a:pt x="48576" y="6093"/>
                    <a:pt x="37411" y="13508"/>
                    <a:pt x="25460" y="13508"/>
                  </a:cubicBezTo>
                  <a:cubicBezTo>
                    <a:pt x="11266" y="13508"/>
                    <a:pt x="1557" y="9960"/>
                    <a:pt x="1" y="4302"/>
                  </a:cubicBezTo>
                  <a:lnTo>
                    <a:pt x="1" y="4302"/>
                  </a:lnTo>
                  <a:cubicBezTo>
                    <a:pt x="1055" y="10278"/>
                    <a:pt x="10898" y="14061"/>
                    <a:pt x="25577" y="14061"/>
                  </a:cubicBezTo>
                  <a:cubicBezTo>
                    <a:pt x="25590" y="14061"/>
                    <a:pt x="25603" y="14061"/>
                    <a:pt x="25616" y="14061"/>
                  </a:cubicBezTo>
                  <a:cubicBezTo>
                    <a:pt x="37921" y="14061"/>
                    <a:pt x="49378" y="6170"/>
                    <a:pt x="476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6"/>
            <p:cNvSpPr/>
            <p:nvPr/>
          </p:nvSpPr>
          <p:spPr>
            <a:xfrm>
              <a:off x="1450650" y="624525"/>
              <a:ext cx="1121325" cy="423400"/>
            </a:xfrm>
            <a:custGeom>
              <a:avLst/>
              <a:gdLst/>
              <a:ahLst/>
              <a:cxnLst/>
              <a:rect l="l" t="t" r="r" b="b"/>
              <a:pathLst>
                <a:path w="44853" h="16936" extrusionOk="0">
                  <a:moveTo>
                    <a:pt x="17938" y="1"/>
                  </a:moveTo>
                  <a:cubicBezTo>
                    <a:pt x="10036" y="1"/>
                    <a:pt x="5951" y="1695"/>
                    <a:pt x="2990" y="6472"/>
                  </a:cubicBezTo>
                  <a:cubicBezTo>
                    <a:pt x="1" y="11312"/>
                    <a:pt x="11439" y="16936"/>
                    <a:pt x="22282" y="16936"/>
                  </a:cubicBezTo>
                  <a:cubicBezTo>
                    <a:pt x="23401" y="16936"/>
                    <a:pt x="24514" y="16876"/>
                    <a:pt x="25604" y="16749"/>
                  </a:cubicBezTo>
                  <a:cubicBezTo>
                    <a:pt x="38643" y="15243"/>
                    <a:pt x="44234" y="10840"/>
                    <a:pt x="44552" y="5986"/>
                  </a:cubicBezTo>
                  <a:cubicBezTo>
                    <a:pt x="44853" y="1132"/>
                    <a:pt x="30458" y="462"/>
                    <a:pt x="21084" y="77"/>
                  </a:cubicBezTo>
                  <a:cubicBezTo>
                    <a:pt x="19973" y="27"/>
                    <a:pt x="18926" y="1"/>
                    <a:pt x="179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6"/>
            <p:cNvSpPr/>
            <p:nvPr/>
          </p:nvSpPr>
          <p:spPr>
            <a:xfrm>
              <a:off x="1462975" y="628300"/>
              <a:ext cx="1104000" cy="405800"/>
            </a:xfrm>
            <a:custGeom>
              <a:avLst/>
              <a:gdLst/>
              <a:ahLst/>
              <a:cxnLst/>
              <a:rect l="l" t="t" r="r" b="b"/>
              <a:pathLst>
                <a:path w="44160" h="16232" extrusionOk="0">
                  <a:moveTo>
                    <a:pt x="17957" y="1"/>
                  </a:moveTo>
                  <a:cubicBezTo>
                    <a:pt x="10003" y="1"/>
                    <a:pt x="5931" y="1618"/>
                    <a:pt x="2982" y="6237"/>
                  </a:cubicBezTo>
                  <a:cubicBezTo>
                    <a:pt x="0" y="10899"/>
                    <a:pt x="11200" y="16232"/>
                    <a:pt x="21849" y="16232"/>
                  </a:cubicBezTo>
                  <a:cubicBezTo>
                    <a:pt x="22976" y="16232"/>
                    <a:pt x="24097" y="16172"/>
                    <a:pt x="25194" y="16046"/>
                  </a:cubicBezTo>
                  <a:cubicBezTo>
                    <a:pt x="38033" y="14573"/>
                    <a:pt x="43523" y="10355"/>
                    <a:pt x="43841" y="5701"/>
                  </a:cubicBezTo>
                  <a:cubicBezTo>
                    <a:pt x="44159" y="1048"/>
                    <a:pt x="29998" y="445"/>
                    <a:pt x="20792" y="60"/>
                  </a:cubicBezTo>
                  <a:cubicBezTo>
                    <a:pt x="19795" y="21"/>
                    <a:pt x="18852" y="1"/>
                    <a:pt x="179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6"/>
            <p:cNvSpPr/>
            <p:nvPr/>
          </p:nvSpPr>
          <p:spPr>
            <a:xfrm>
              <a:off x="1473400" y="636425"/>
              <a:ext cx="1075575" cy="406650"/>
            </a:xfrm>
            <a:custGeom>
              <a:avLst/>
              <a:gdLst/>
              <a:ahLst/>
              <a:cxnLst/>
              <a:rect l="l" t="t" r="r" b="b"/>
              <a:pathLst>
                <a:path w="43023" h="16266" extrusionOk="0">
                  <a:moveTo>
                    <a:pt x="17301" y="1"/>
                  </a:moveTo>
                  <a:cubicBezTo>
                    <a:pt x="9665" y="1"/>
                    <a:pt x="5750" y="1617"/>
                    <a:pt x="2900" y="6213"/>
                  </a:cubicBezTo>
                  <a:cubicBezTo>
                    <a:pt x="0" y="10874"/>
                    <a:pt x="10982" y="16265"/>
                    <a:pt x="21405" y="16265"/>
                  </a:cubicBezTo>
                  <a:cubicBezTo>
                    <a:pt x="22473" y="16265"/>
                    <a:pt x="23536" y="16209"/>
                    <a:pt x="24576" y="16089"/>
                  </a:cubicBezTo>
                  <a:cubicBezTo>
                    <a:pt x="37063" y="14633"/>
                    <a:pt x="42420" y="10431"/>
                    <a:pt x="42738" y="5761"/>
                  </a:cubicBezTo>
                  <a:cubicBezTo>
                    <a:pt x="43022" y="1125"/>
                    <a:pt x="29247" y="472"/>
                    <a:pt x="20258" y="70"/>
                  </a:cubicBezTo>
                  <a:cubicBezTo>
                    <a:pt x="19214" y="25"/>
                    <a:pt x="18230" y="1"/>
                    <a:pt x="17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6"/>
            <p:cNvSpPr/>
            <p:nvPr/>
          </p:nvSpPr>
          <p:spPr>
            <a:xfrm>
              <a:off x="1904500" y="714125"/>
              <a:ext cx="508725" cy="158650"/>
            </a:xfrm>
            <a:custGeom>
              <a:avLst/>
              <a:gdLst/>
              <a:ahLst/>
              <a:cxnLst/>
              <a:rect l="l" t="t" r="r" b="b"/>
              <a:pathLst>
                <a:path w="20349" h="6346" extrusionOk="0">
                  <a:moveTo>
                    <a:pt x="2195" y="1"/>
                  </a:moveTo>
                  <a:cubicBezTo>
                    <a:pt x="1938" y="1"/>
                    <a:pt x="1660" y="100"/>
                    <a:pt x="1323" y="360"/>
                  </a:cubicBezTo>
                  <a:cubicBezTo>
                    <a:pt x="1" y="1381"/>
                    <a:pt x="2060" y="1348"/>
                    <a:pt x="4939" y="1465"/>
                  </a:cubicBezTo>
                  <a:cubicBezTo>
                    <a:pt x="9408" y="1649"/>
                    <a:pt x="6696" y="5900"/>
                    <a:pt x="11300" y="6302"/>
                  </a:cubicBezTo>
                  <a:cubicBezTo>
                    <a:pt x="11621" y="6331"/>
                    <a:pt x="11942" y="6345"/>
                    <a:pt x="12261" y="6345"/>
                  </a:cubicBezTo>
                  <a:cubicBezTo>
                    <a:pt x="16517" y="6345"/>
                    <a:pt x="20349" y="3876"/>
                    <a:pt x="17141" y="2318"/>
                  </a:cubicBezTo>
                  <a:cubicBezTo>
                    <a:pt x="13693" y="645"/>
                    <a:pt x="6596" y="1214"/>
                    <a:pt x="4822" y="1013"/>
                  </a:cubicBezTo>
                  <a:cubicBezTo>
                    <a:pt x="3512" y="851"/>
                    <a:pt x="2946" y="1"/>
                    <a:pt x="21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6"/>
            <p:cNvSpPr/>
            <p:nvPr/>
          </p:nvSpPr>
          <p:spPr>
            <a:xfrm>
              <a:off x="1582800" y="653175"/>
              <a:ext cx="473325" cy="208975"/>
            </a:xfrm>
            <a:custGeom>
              <a:avLst/>
              <a:gdLst/>
              <a:ahLst/>
              <a:cxnLst/>
              <a:rect l="l" t="t" r="r" b="b"/>
              <a:pathLst>
                <a:path w="18933" h="8359" extrusionOk="0">
                  <a:moveTo>
                    <a:pt x="10267" y="0"/>
                  </a:moveTo>
                  <a:cubicBezTo>
                    <a:pt x="4054" y="0"/>
                    <a:pt x="1" y="4130"/>
                    <a:pt x="566" y="6765"/>
                  </a:cubicBezTo>
                  <a:cubicBezTo>
                    <a:pt x="812" y="7927"/>
                    <a:pt x="1246" y="8358"/>
                    <a:pt x="1632" y="8358"/>
                  </a:cubicBezTo>
                  <a:cubicBezTo>
                    <a:pt x="2192" y="8358"/>
                    <a:pt x="2653" y="7455"/>
                    <a:pt x="2307" y="6564"/>
                  </a:cubicBezTo>
                  <a:cubicBezTo>
                    <a:pt x="1201" y="3860"/>
                    <a:pt x="3990" y="1996"/>
                    <a:pt x="7269" y="1996"/>
                  </a:cubicBezTo>
                  <a:cubicBezTo>
                    <a:pt x="7663" y="1996"/>
                    <a:pt x="8064" y="2023"/>
                    <a:pt x="8467" y="2078"/>
                  </a:cubicBezTo>
                  <a:cubicBezTo>
                    <a:pt x="9081" y="2171"/>
                    <a:pt x="9834" y="2213"/>
                    <a:pt x="10620" y="2213"/>
                  </a:cubicBezTo>
                  <a:cubicBezTo>
                    <a:pt x="14392" y="2213"/>
                    <a:pt x="18933" y="1242"/>
                    <a:pt x="12685" y="204"/>
                  </a:cubicBezTo>
                  <a:cubicBezTo>
                    <a:pt x="11849" y="64"/>
                    <a:pt x="11041" y="0"/>
                    <a:pt x="1026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6"/>
            <p:cNvSpPr/>
            <p:nvPr/>
          </p:nvSpPr>
          <p:spPr>
            <a:xfrm>
              <a:off x="1634175" y="667600"/>
              <a:ext cx="907275" cy="341575"/>
            </a:xfrm>
            <a:custGeom>
              <a:avLst/>
              <a:gdLst/>
              <a:ahLst/>
              <a:cxnLst/>
              <a:rect l="l" t="t" r="r" b="b"/>
              <a:pathLst>
                <a:path w="36291" h="13663" extrusionOk="0">
                  <a:moveTo>
                    <a:pt x="19173" y="0"/>
                  </a:moveTo>
                  <a:cubicBezTo>
                    <a:pt x="17448" y="0"/>
                    <a:pt x="16147" y="196"/>
                    <a:pt x="15651" y="698"/>
                  </a:cubicBezTo>
                  <a:cubicBezTo>
                    <a:pt x="15024" y="1325"/>
                    <a:pt x="16741" y="1386"/>
                    <a:pt x="19202" y="1386"/>
                  </a:cubicBezTo>
                  <a:cubicBezTo>
                    <a:pt x="19801" y="1386"/>
                    <a:pt x="20443" y="1383"/>
                    <a:pt x="21107" y="1383"/>
                  </a:cubicBezTo>
                  <a:cubicBezTo>
                    <a:pt x="23905" y="1383"/>
                    <a:pt x="27076" y="1447"/>
                    <a:pt x="28892" y="2121"/>
                  </a:cubicBezTo>
                  <a:cubicBezTo>
                    <a:pt x="32892" y="3594"/>
                    <a:pt x="32641" y="11544"/>
                    <a:pt x="23100" y="12331"/>
                  </a:cubicBezTo>
                  <a:cubicBezTo>
                    <a:pt x="22050" y="12416"/>
                    <a:pt x="21014" y="12455"/>
                    <a:pt x="20003" y="12455"/>
                  </a:cubicBezTo>
                  <a:cubicBezTo>
                    <a:pt x="11829" y="12455"/>
                    <a:pt x="5342" y="9895"/>
                    <a:pt x="7115" y="8197"/>
                  </a:cubicBezTo>
                  <a:cubicBezTo>
                    <a:pt x="7806" y="7534"/>
                    <a:pt x="8580" y="7336"/>
                    <a:pt x="9426" y="7336"/>
                  </a:cubicBezTo>
                  <a:cubicBezTo>
                    <a:pt x="10691" y="7336"/>
                    <a:pt x="12117" y="7781"/>
                    <a:pt x="13666" y="7781"/>
                  </a:cubicBezTo>
                  <a:cubicBezTo>
                    <a:pt x="14063" y="7781"/>
                    <a:pt x="14468" y="7751"/>
                    <a:pt x="14881" y="7678"/>
                  </a:cubicBezTo>
                  <a:cubicBezTo>
                    <a:pt x="17439" y="7230"/>
                    <a:pt x="13747" y="4324"/>
                    <a:pt x="9007" y="4324"/>
                  </a:cubicBezTo>
                  <a:cubicBezTo>
                    <a:pt x="8256" y="4324"/>
                    <a:pt x="7479" y="4397"/>
                    <a:pt x="6696" y="4564"/>
                  </a:cubicBezTo>
                  <a:cubicBezTo>
                    <a:pt x="1" y="6004"/>
                    <a:pt x="3282" y="10105"/>
                    <a:pt x="6428" y="11578"/>
                  </a:cubicBezTo>
                  <a:cubicBezTo>
                    <a:pt x="9625" y="13081"/>
                    <a:pt x="13323" y="13662"/>
                    <a:pt x="16915" y="13662"/>
                  </a:cubicBezTo>
                  <a:cubicBezTo>
                    <a:pt x="23799" y="13662"/>
                    <a:pt x="30290" y="11529"/>
                    <a:pt x="32105" y="9670"/>
                  </a:cubicBezTo>
                  <a:cubicBezTo>
                    <a:pt x="34851" y="6841"/>
                    <a:pt x="36290" y="2288"/>
                    <a:pt x="30616" y="1300"/>
                  </a:cubicBezTo>
                  <a:cubicBezTo>
                    <a:pt x="26942" y="661"/>
                    <a:pt x="22341" y="0"/>
                    <a:pt x="1917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6"/>
            <p:cNvSpPr/>
            <p:nvPr/>
          </p:nvSpPr>
          <p:spPr>
            <a:xfrm>
              <a:off x="2119175" y="674975"/>
              <a:ext cx="163225" cy="58225"/>
            </a:xfrm>
            <a:custGeom>
              <a:avLst/>
              <a:gdLst/>
              <a:ahLst/>
              <a:cxnLst/>
              <a:rect l="l" t="t" r="r" b="b"/>
              <a:pathLst>
                <a:path w="6529" h="2329" extrusionOk="0">
                  <a:moveTo>
                    <a:pt x="3352" y="1"/>
                  </a:moveTo>
                  <a:cubicBezTo>
                    <a:pt x="3323" y="1"/>
                    <a:pt x="3294" y="1"/>
                    <a:pt x="3265" y="1"/>
                  </a:cubicBezTo>
                  <a:cubicBezTo>
                    <a:pt x="1457" y="18"/>
                    <a:pt x="1" y="570"/>
                    <a:pt x="1" y="1189"/>
                  </a:cubicBezTo>
                  <a:cubicBezTo>
                    <a:pt x="1" y="1832"/>
                    <a:pt x="1410" y="2328"/>
                    <a:pt x="3177" y="2328"/>
                  </a:cubicBezTo>
                  <a:cubicBezTo>
                    <a:pt x="3206" y="2328"/>
                    <a:pt x="3236" y="2328"/>
                    <a:pt x="3265" y="2328"/>
                  </a:cubicBezTo>
                  <a:cubicBezTo>
                    <a:pt x="5056" y="2328"/>
                    <a:pt x="6529" y="1775"/>
                    <a:pt x="6529" y="1123"/>
                  </a:cubicBezTo>
                  <a:cubicBezTo>
                    <a:pt x="6529" y="497"/>
                    <a:pt x="5103" y="1"/>
                    <a:pt x="335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6"/>
            <p:cNvSpPr/>
            <p:nvPr/>
          </p:nvSpPr>
          <p:spPr>
            <a:xfrm>
              <a:off x="2124200" y="685925"/>
              <a:ext cx="161150" cy="42225"/>
            </a:xfrm>
            <a:custGeom>
              <a:avLst/>
              <a:gdLst/>
              <a:ahLst/>
              <a:cxnLst/>
              <a:rect l="l" t="t" r="r" b="b"/>
              <a:pathLst>
                <a:path w="6446" h="1689" extrusionOk="0">
                  <a:moveTo>
                    <a:pt x="1428" y="0"/>
                  </a:moveTo>
                  <a:cubicBezTo>
                    <a:pt x="630" y="0"/>
                    <a:pt x="1" y="342"/>
                    <a:pt x="1" y="685"/>
                  </a:cubicBezTo>
                  <a:cubicBezTo>
                    <a:pt x="1" y="1254"/>
                    <a:pt x="1306" y="1689"/>
                    <a:pt x="2913" y="1689"/>
                  </a:cubicBezTo>
                  <a:cubicBezTo>
                    <a:pt x="4520" y="1655"/>
                    <a:pt x="6445" y="1070"/>
                    <a:pt x="5893" y="1003"/>
                  </a:cubicBezTo>
                  <a:cubicBezTo>
                    <a:pt x="5769" y="991"/>
                    <a:pt x="5635" y="988"/>
                    <a:pt x="5491" y="988"/>
                  </a:cubicBezTo>
                  <a:cubicBezTo>
                    <a:pt x="5372" y="988"/>
                    <a:pt x="5246" y="990"/>
                    <a:pt x="5115" y="990"/>
                  </a:cubicBezTo>
                  <a:cubicBezTo>
                    <a:pt x="4486" y="990"/>
                    <a:pt x="3737" y="949"/>
                    <a:pt x="2980" y="467"/>
                  </a:cubicBezTo>
                  <a:cubicBezTo>
                    <a:pt x="2471" y="129"/>
                    <a:pt x="1917" y="0"/>
                    <a:pt x="1428"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6"/>
            <p:cNvSpPr/>
            <p:nvPr/>
          </p:nvSpPr>
          <p:spPr>
            <a:xfrm>
              <a:off x="2210825" y="681675"/>
              <a:ext cx="31400" cy="11750"/>
            </a:xfrm>
            <a:custGeom>
              <a:avLst/>
              <a:gdLst/>
              <a:ahLst/>
              <a:cxnLst/>
              <a:rect l="l" t="t" r="r" b="b"/>
              <a:pathLst>
                <a:path w="1256" h="470" extrusionOk="0">
                  <a:moveTo>
                    <a:pt x="620" y="1"/>
                  </a:moveTo>
                  <a:cubicBezTo>
                    <a:pt x="268" y="1"/>
                    <a:pt x="1" y="101"/>
                    <a:pt x="1" y="235"/>
                  </a:cubicBezTo>
                  <a:cubicBezTo>
                    <a:pt x="1" y="352"/>
                    <a:pt x="268" y="470"/>
                    <a:pt x="620" y="470"/>
                  </a:cubicBezTo>
                  <a:cubicBezTo>
                    <a:pt x="955" y="470"/>
                    <a:pt x="1256" y="352"/>
                    <a:pt x="1256" y="235"/>
                  </a:cubicBezTo>
                  <a:cubicBezTo>
                    <a:pt x="1256" y="101"/>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6"/>
            <p:cNvSpPr/>
            <p:nvPr/>
          </p:nvSpPr>
          <p:spPr>
            <a:xfrm>
              <a:off x="2195350" y="706800"/>
              <a:ext cx="31400" cy="11725"/>
            </a:xfrm>
            <a:custGeom>
              <a:avLst/>
              <a:gdLst/>
              <a:ahLst/>
              <a:cxnLst/>
              <a:rect l="l" t="t" r="r" b="b"/>
              <a:pathLst>
                <a:path w="1256" h="469" extrusionOk="0">
                  <a:moveTo>
                    <a:pt x="636" y="0"/>
                  </a:moveTo>
                  <a:cubicBezTo>
                    <a:pt x="285" y="0"/>
                    <a:pt x="0" y="101"/>
                    <a:pt x="0" y="235"/>
                  </a:cubicBezTo>
                  <a:cubicBezTo>
                    <a:pt x="0" y="352"/>
                    <a:pt x="285" y="469"/>
                    <a:pt x="636" y="469"/>
                  </a:cubicBezTo>
                  <a:cubicBezTo>
                    <a:pt x="988" y="469"/>
                    <a:pt x="1256" y="352"/>
                    <a:pt x="1256" y="235"/>
                  </a:cubicBezTo>
                  <a:cubicBezTo>
                    <a:pt x="1256" y="101"/>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6"/>
            <p:cNvSpPr/>
            <p:nvPr/>
          </p:nvSpPr>
          <p:spPr>
            <a:xfrm>
              <a:off x="1992400" y="935275"/>
              <a:ext cx="185400" cy="58600"/>
            </a:xfrm>
            <a:custGeom>
              <a:avLst/>
              <a:gdLst/>
              <a:ahLst/>
              <a:cxnLst/>
              <a:rect l="l" t="t" r="r" b="b"/>
              <a:pathLst>
                <a:path w="7416" h="2344" extrusionOk="0">
                  <a:moveTo>
                    <a:pt x="3716" y="0"/>
                  </a:moveTo>
                  <a:cubicBezTo>
                    <a:pt x="1657" y="0"/>
                    <a:pt x="0" y="536"/>
                    <a:pt x="0" y="1172"/>
                  </a:cubicBezTo>
                  <a:cubicBezTo>
                    <a:pt x="0" y="1825"/>
                    <a:pt x="1657" y="2344"/>
                    <a:pt x="3716" y="2344"/>
                  </a:cubicBezTo>
                  <a:cubicBezTo>
                    <a:pt x="5758" y="2344"/>
                    <a:pt x="7415" y="1825"/>
                    <a:pt x="7415" y="1172"/>
                  </a:cubicBezTo>
                  <a:cubicBezTo>
                    <a:pt x="7415" y="536"/>
                    <a:pt x="5758" y="0"/>
                    <a:pt x="37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6"/>
            <p:cNvSpPr/>
            <p:nvPr/>
          </p:nvSpPr>
          <p:spPr>
            <a:xfrm>
              <a:off x="1946350" y="800100"/>
              <a:ext cx="185425" cy="58200"/>
            </a:xfrm>
            <a:custGeom>
              <a:avLst/>
              <a:gdLst/>
              <a:ahLst/>
              <a:cxnLst/>
              <a:rect l="l" t="t" r="r" b="b"/>
              <a:pathLst>
                <a:path w="7417" h="2328" extrusionOk="0">
                  <a:moveTo>
                    <a:pt x="3700" y="1"/>
                  </a:moveTo>
                  <a:cubicBezTo>
                    <a:pt x="1658" y="1"/>
                    <a:pt x="1" y="520"/>
                    <a:pt x="1" y="1173"/>
                  </a:cubicBezTo>
                  <a:cubicBezTo>
                    <a:pt x="1" y="1809"/>
                    <a:pt x="1658" y="2328"/>
                    <a:pt x="3700" y="2328"/>
                  </a:cubicBezTo>
                  <a:cubicBezTo>
                    <a:pt x="5759" y="2328"/>
                    <a:pt x="7416" y="1809"/>
                    <a:pt x="7416" y="1173"/>
                  </a:cubicBezTo>
                  <a:cubicBezTo>
                    <a:pt x="7416" y="520"/>
                    <a:pt x="5759" y="1"/>
                    <a:pt x="3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6"/>
            <p:cNvSpPr/>
            <p:nvPr/>
          </p:nvSpPr>
          <p:spPr>
            <a:xfrm>
              <a:off x="2266075" y="794650"/>
              <a:ext cx="166575" cy="64625"/>
            </a:xfrm>
            <a:custGeom>
              <a:avLst/>
              <a:gdLst/>
              <a:ahLst/>
              <a:cxnLst/>
              <a:rect l="l" t="t" r="r" b="b"/>
              <a:pathLst>
                <a:path w="6663" h="2585" extrusionOk="0">
                  <a:moveTo>
                    <a:pt x="3499" y="1"/>
                  </a:moveTo>
                  <a:cubicBezTo>
                    <a:pt x="1875" y="1"/>
                    <a:pt x="432" y="481"/>
                    <a:pt x="234" y="1140"/>
                  </a:cubicBezTo>
                  <a:cubicBezTo>
                    <a:pt x="0" y="1843"/>
                    <a:pt x="1255" y="2512"/>
                    <a:pt x="3113" y="2579"/>
                  </a:cubicBezTo>
                  <a:cubicBezTo>
                    <a:pt x="3212" y="2583"/>
                    <a:pt x="3311" y="2584"/>
                    <a:pt x="3408" y="2584"/>
                  </a:cubicBezTo>
                  <a:cubicBezTo>
                    <a:pt x="5169" y="2584"/>
                    <a:pt x="6613" y="2021"/>
                    <a:pt x="6629" y="1307"/>
                  </a:cubicBezTo>
                  <a:cubicBezTo>
                    <a:pt x="6662" y="587"/>
                    <a:pt x="5273" y="18"/>
                    <a:pt x="3582" y="1"/>
                  </a:cubicBezTo>
                  <a:cubicBezTo>
                    <a:pt x="3554" y="1"/>
                    <a:pt x="3527" y="1"/>
                    <a:pt x="3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6"/>
            <p:cNvSpPr/>
            <p:nvPr/>
          </p:nvSpPr>
          <p:spPr>
            <a:xfrm>
              <a:off x="2280700" y="737125"/>
              <a:ext cx="104650" cy="41075"/>
            </a:xfrm>
            <a:custGeom>
              <a:avLst/>
              <a:gdLst/>
              <a:ahLst/>
              <a:cxnLst/>
              <a:rect l="l" t="t" r="r" b="b"/>
              <a:pathLst>
                <a:path w="4186" h="1643" extrusionOk="0">
                  <a:moveTo>
                    <a:pt x="1900" y="0"/>
                  </a:moveTo>
                  <a:cubicBezTo>
                    <a:pt x="925" y="0"/>
                    <a:pt x="129" y="299"/>
                    <a:pt x="68" y="695"/>
                  </a:cubicBezTo>
                  <a:cubicBezTo>
                    <a:pt x="1" y="1147"/>
                    <a:pt x="855" y="1566"/>
                    <a:pt x="1993" y="1633"/>
                  </a:cubicBezTo>
                  <a:cubicBezTo>
                    <a:pt x="2098" y="1639"/>
                    <a:pt x="2201" y="1642"/>
                    <a:pt x="2303" y="1642"/>
                  </a:cubicBezTo>
                  <a:cubicBezTo>
                    <a:pt x="3288" y="1642"/>
                    <a:pt x="4088" y="1356"/>
                    <a:pt x="4119" y="946"/>
                  </a:cubicBezTo>
                  <a:cubicBezTo>
                    <a:pt x="4186" y="478"/>
                    <a:pt x="3332" y="59"/>
                    <a:pt x="2194" y="9"/>
                  </a:cubicBezTo>
                  <a:cubicBezTo>
                    <a:pt x="2095" y="3"/>
                    <a:pt x="1997" y="0"/>
                    <a:pt x="19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6"/>
            <p:cNvSpPr/>
            <p:nvPr/>
          </p:nvSpPr>
          <p:spPr>
            <a:xfrm>
              <a:off x="2193325" y="934275"/>
              <a:ext cx="68925" cy="31225"/>
            </a:xfrm>
            <a:custGeom>
              <a:avLst/>
              <a:gdLst/>
              <a:ahLst/>
              <a:cxnLst/>
              <a:rect l="l" t="t" r="r" b="b"/>
              <a:pathLst>
                <a:path w="2757" h="1249" extrusionOk="0">
                  <a:moveTo>
                    <a:pt x="1636" y="1"/>
                  </a:moveTo>
                  <a:cubicBezTo>
                    <a:pt x="1577" y="1"/>
                    <a:pt x="1516" y="3"/>
                    <a:pt x="1454" y="7"/>
                  </a:cubicBezTo>
                  <a:cubicBezTo>
                    <a:pt x="701" y="40"/>
                    <a:pt x="65" y="358"/>
                    <a:pt x="48" y="693"/>
                  </a:cubicBezTo>
                  <a:cubicBezTo>
                    <a:pt x="1" y="1008"/>
                    <a:pt x="515" y="1249"/>
                    <a:pt x="1189" y="1249"/>
                  </a:cubicBezTo>
                  <a:cubicBezTo>
                    <a:pt x="1232" y="1249"/>
                    <a:pt x="1276" y="1248"/>
                    <a:pt x="1320" y="1246"/>
                  </a:cubicBezTo>
                  <a:cubicBezTo>
                    <a:pt x="2056" y="1195"/>
                    <a:pt x="2676" y="911"/>
                    <a:pt x="2726" y="543"/>
                  </a:cubicBezTo>
                  <a:cubicBezTo>
                    <a:pt x="2757" y="237"/>
                    <a:pt x="2270"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6"/>
            <p:cNvSpPr/>
            <p:nvPr/>
          </p:nvSpPr>
          <p:spPr>
            <a:xfrm>
              <a:off x="2257325" y="908050"/>
              <a:ext cx="37625" cy="16925"/>
            </a:xfrm>
            <a:custGeom>
              <a:avLst/>
              <a:gdLst/>
              <a:ahLst/>
              <a:cxnLst/>
              <a:rect l="l" t="t" r="r" b="b"/>
              <a:pathLst>
                <a:path w="1505" h="677" extrusionOk="0">
                  <a:moveTo>
                    <a:pt x="853" y="0"/>
                  </a:moveTo>
                  <a:cubicBezTo>
                    <a:pt x="831" y="0"/>
                    <a:pt x="808" y="0"/>
                    <a:pt x="785" y="1"/>
                  </a:cubicBezTo>
                  <a:cubicBezTo>
                    <a:pt x="400" y="18"/>
                    <a:pt x="32" y="202"/>
                    <a:pt x="15" y="386"/>
                  </a:cubicBezTo>
                  <a:cubicBezTo>
                    <a:pt x="0" y="551"/>
                    <a:pt x="254" y="676"/>
                    <a:pt x="584" y="676"/>
                  </a:cubicBezTo>
                  <a:cubicBezTo>
                    <a:pt x="622" y="676"/>
                    <a:pt x="662" y="674"/>
                    <a:pt x="702" y="671"/>
                  </a:cubicBezTo>
                  <a:cubicBezTo>
                    <a:pt x="1120" y="654"/>
                    <a:pt x="1488" y="487"/>
                    <a:pt x="1488" y="303"/>
                  </a:cubicBezTo>
                  <a:cubicBezTo>
                    <a:pt x="1504" y="129"/>
                    <a:pt x="1222" y="0"/>
                    <a:pt x="8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6"/>
            <p:cNvSpPr/>
            <p:nvPr/>
          </p:nvSpPr>
          <p:spPr>
            <a:xfrm>
              <a:off x="2088675" y="875300"/>
              <a:ext cx="37600" cy="16925"/>
            </a:xfrm>
            <a:custGeom>
              <a:avLst/>
              <a:gdLst/>
              <a:ahLst/>
              <a:cxnLst/>
              <a:rect l="l" t="t" r="r" b="b"/>
              <a:pathLst>
                <a:path w="1504" h="677" extrusionOk="0">
                  <a:moveTo>
                    <a:pt x="924" y="1"/>
                  </a:moveTo>
                  <a:cubicBezTo>
                    <a:pt x="885" y="1"/>
                    <a:pt x="844" y="2"/>
                    <a:pt x="802" y="6"/>
                  </a:cubicBezTo>
                  <a:cubicBezTo>
                    <a:pt x="401" y="23"/>
                    <a:pt x="49" y="190"/>
                    <a:pt x="32" y="374"/>
                  </a:cubicBezTo>
                  <a:cubicBezTo>
                    <a:pt x="1" y="548"/>
                    <a:pt x="282" y="677"/>
                    <a:pt x="651" y="677"/>
                  </a:cubicBezTo>
                  <a:cubicBezTo>
                    <a:pt x="673" y="677"/>
                    <a:pt x="696" y="676"/>
                    <a:pt x="719" y="675"/>
                  </a:cubicBezTo>
                  <a:cubicBezTo>
                    <a:pt x="1137" y="642"/>
                    <a:pt x="1472" y="475"/>
                    <a:pt x="1489" y="290"/>
                  </a:cubicBezTo>
                  <a:cubicBezTo>
                    <a:pt x="1504" y="125"/>
                    <a:pt x="1263" y="1"/>
                    <a:pt x="9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6"/>
            <p:cNvSpPr/>
            <p:nvPr/>
          </p:nvSpPr>
          <p:spPr>
            <a:xfrm>
              <a:off x="2028375" y="714525"/>
              <a:ext cx="54000" cy="21300"/>
            </a:xfrm>
            <a:custGeom>
              <a:avLst/>
              <a:gdLst/>
              <a:ahLst/>
              <a:cxnLst/>
              <a:rect l="l" t="t" r="r" b="b"/>
              <a:pathLst>
                <a:path w="2160" h="852" extrusionOk="0">
                  <a:moveTo>
                    <a:pt x="932" y="0"/>
                  </a:moveTo>
                  <a:cubicBezTo>
                    <a:pt x="439" y="0"/>
                    <a:pt x="49" y="155"/>
                    <a:pt x="34" y="361"/>
                  </a:cubicBezTo>
                  <a:cubicBezTo>
                    <a:pt x="1" y="595"/>
                    <a:pt x="453" y="829"/>
                    <a:pt x="1038" y="846"/>
                  </a:cubicBezTo>
                  <a:cubicBezTo>
                    <a:pt x="1098" y="850"/>
                    <a:pt x="1156" y="851"/>
                    <a:pt x="1213" y="851"/>
                  </a:cubicBezTo>
                  <a:cubicBezTo>
                    <a:pt x="1718" y="851"/>
                    <a:pt x="2113" y="720"/>
                    <a:pt x="2143" y="495"/>
                  </a:cubicBezTo>
                  <a:cubicBezTo>
                    <a:pt x="2160" y="260"/>
                    <a:pt x="1725" y="26"/>
                    <a:pt x="1139" y="9"/>
                  </a:cubicBezTo>
                  <a:cubicBezTo>
                    <a:pt x="1068" y="3"/>
                    <a:pt x="999" y="0"/>
                    <a:pt x="9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6"/>
            <p:cNvSpPr/>
            <p:nvPr/>
          </p:nvSpPr>
          <p:spPr>
            <a:xfrm>
              <a:off x="1656775" y="734625"/>
              <a:ext cx="42725" cy="28200"/>
            </a:xfrm>
            <a:custGeom>
              <a:avLst/>
              <a:gdLst/>
              <a:ahLst/>
              <a:cxnLst/>
              <a:rect l="l" t="t" r="r" b="b"/>
              <a:pathLst>
                <a:path w="1709" h="1128" extrusionOk="0">
                  <a:moveTo>
                    <a:pt x="1155" y="0"/>
                  </a:moveTo>
                  <a:cubicBezTo>
                    <a:pt x="988" y="0"/>
                    <a:pt x="796" y="46"/>
                    <a:pt x="603" y="143"/>
                  </a:cubicBezTo>
                  <a:cubicBezTo>
                    <a:pt x="185" y="377"/>
                    <a:pt x="1" y="779"/>
                    <a:pt x="235" y="996"/>
                  </a:cubicBezTo>
                  <a:cubicBezTo>
                    <a:pt x="339" y="1086"/>
                    <a:pt x="479" y="1127"/>
                    <a:pt x="632" y="1127"/>
                  </a:cubicBezTo>
                  <a:cubicBezTo>
                    <a:pt x="850" y="1127"/>
                    <a:pt x="1093" y="1043"/>
                    <a:pt x="1290" y="896"/>
                  </a:cubicBezTo>
                  <a:cubicBezTo>
                    <a:pt x="1608" y="661"/>
                    <a:pt x="1708" y="360"/>
                    <a:pt x="1574" y="159"/>
                  </a:cubicBezTo>
                  <a:cubicBezTo>
                    <a:pt x="1487" y="55"/>
                    <a:pt x="1336"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6"/>
            <p:cNvSpPr/>
            <p:nvPr/>
          </p:nvSpPr>
          <p:spPr>
            <a:xfrm>
              <a:off x="1874375" y="871275"/>
              <a:ext cx="34350" cy="16750"/>
            </a:xfrm>
            <a:custGeom>
              <a:avLst/>
              <a:gdLst/>
              <a:ahLst/>
              <a:cxnLst/>
              <a:rect l="l" t="t" r="r" b="b"/>
              <a:pathLst>
                <a:path w="1374" h="670" extrusionOk="0">
                  <a:moveTo>
                    <a:pt x="715" y="1"/>
                  </a:moveTo>
                  <a:cubicBezTo>
                    <a:pt x="575" y="1"/>
                    <a:pt x="433" y="30"/>
                    <a:pt x="319" y="83"/>
                  </a:cubicBezTo>
                  <a:cubicBezTo>
                    <a:pt x="84" y="184"/>
                    <a:pt x="1" y="351"/>
                    <a:pt x="118" y="502"/>
                  </a:cubicBezTo>
                  <a:cubicBezTo>
                    <a:pt x="215" y="598"/>
                    <a:pt x="417" y="669"/>
                    <a:pt x="629" y="669"/>
                  </a:cubicBezTo>
                  <a:cubicBezTo>
                    <a:pt x="710" y="669"/>
                    <a:pt x="792" y="659"/>
                    <a:pt x="871" y="636"/>
                  </a:cubicBezTo>
                  <a:cubicBezTo>
                    <a:pt x="1239" y="552"/>
                    <a:pt x="1373" y="301"/>
                    <a:pt x="1156" y="133"/>
                  </a:cubicBezTo>
                  <a:cubicBezTo>
                    <a:pt x="1046" y="42"/>
                    <a:pt x="882" y="1"/>
                    <a:pt x="715" y="1"/>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6"/>
            <p:cNvSpPr/>
            <p:nvPr/>
          </p:nvSpPr>
          <p:spPr>
            <a:xfrm>
              <a:off x="1896975" y="793875"/>
              <a:ext cx="34350" cy="16725"/>
            </a:xfrm>
            <a:custGeom>
              <a:avLst/>
              <a:gdLst/>
              <a:ahLst/>
              <a:cxnLst/>
              <a:rect l="l" t="t" r="r" b="b"/>
              <a:pathLst>
                <a:path w="1374" h="669" extrusionOk="0">
                  <a:moveTo>
                    <a:pt x="704" y="0"/>
                  </a:moveTo>
                  <a:cubicBezTo>
                    <a:pt x="562" y="0"/>
                    <a:pt x="416" y="29"/>
                    <a:pt x="302" y="82"/>
                  </a:cubicBezTo>
                  <a:cubicBezTo>
                    <a:pt x="84" y="183"/>
                    <a:pt x="1" y="350"/>
                    <a:pt x="118" y="501"/>
                  </a:cubicBezTo>
                  <a:cubicBezTo>
                    <a:pt x="203" y="598"/>
                    <a:pt x="392" y="668"/>
                    <a:pt x="611" y="668"/>
                  </a:cubicBezTo>
                  <a:cubicBezTo>
                    <a:pt x="695" y="668"/>
                    <a:pt x="783" y="658"/>
                    <a:pt x="871" y="635"/>
                  </a:cubicBezTo>
                  <a:cubicBezTo>
                    <a:pt x="1223" y="551"/>
                    <a:pt x="1373" y="300"/>
                    <a:pt x="1139" y="133"/>
                  </a:cubicBezTo>
                  <a:cubicBezTo>
                    <a:pt x="1039" y="42"/>
                    <a:pt x="874" y="0"/>
                    <a:pt x="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6"/>
            <p:cNvSpPr/>
            <p:nvPr/>
          </p:nvSpPr>
          <p:spPr>
            <a:xfrm>
              <a:off x="2138850" y="700100"/>
              <a:ext cx="23050" cy="8400"/>
            </a:xfrm>
            <a:custGeom>
              <a:avLst/>
              <a:gdLst/>
              <a:ahLst/>
              <a:cxnLst/>
              <a:rect l="l" t="t" r="r" b="b"/>
              <a:pathLst>
                <a:path w="922" h="336" extrusionOk="0">
                  <a:moveTo>
                    <a:pt x="469" y="0"/>
                  </a:moveTo>
                  <a:cubicBezTo>
                    <a:pt x="218" y="0"/>
                    <a:pt x="1" y="84"/>
                    <a:pt x="1" y="168"/>
                  </a:cubicBezTo>
                  <a:cubicBezTo>
                    <a:pt x="1" y="251"/>
                    <a:pt x="218" y="335"/>
                    <a:pt x="469" y="335"/>
                  </a:cubicBezTo>
                  <a:cubicBezTo>
                    <a:pt x="720" y="335"/>
                    <a:pt x="921" y="251"/>
                    <a:pt x="921" y="168"/>
                  </a:cubicBezTo>
                  <a:cubicBezTo>
                    <a:pt x="921" y="84"/>
                    <a:pt x="720" y="0"/>
                    <a:pt x="4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6"/>
            <p:cNvSpPr/>
            <p:nvPr/>
          </p:nvSpPr>
          <p:spPr>
            <a:xfrm>
              <a:off x="1962850" y="803450"/>
              <a:ext cx="158875" cy="39750"/>
            </a:xfrm>
            <a:custGeom>
              <a:avLst/>
              <a:gdLst/>
              <a:ahLst/>
              <a:cxnLst/>
              <a:rect l="l" t="t" r="r" b="b"/>
              <a:pathLst>
                <a:path w="6355" h="1590" extrusionOk="0">
                  <a:moveTo>
                    <a:pt x="2889" y="1"/>
                  </a:moveTo>
                  <a:cubicBezTo>
                    <a:pt x="1316" y="1"/>
                    <a:pt x="10" y="419"/>
                    <a:pt x="10" y="955"/>
                  </a:cubicBezTo>
                  <a:cubicBezTo>
                    <a:pt x="0" y="1275"/>
                    <a:pt x="603" y="1590"/>
                    <a:pt x="1381" y="1590"/>
                  </a:cubicBezTo>
                  <a:cubicBezTo>
                    <a:pt x="1862" y="1590"/>
                    <a:pt x="2411" y="1469"/>
                    <a:pt x="2923" y="1156"/>
                  </a:cubicBezTo>
                  <a:cubicBezTo>
                    <a:pt x="3712" y="678"/>
                    <a:pt x="4475" y="652"/>
                    <a:pt x="5104" y="652"/>
                  </a:cubicBezTo>
                  <a:cubicBezTo>
                    <a:pt x="5179" y="652"/>
                    <a:pt x="5252" y="652"/>
                    <a:pt x="5324" y="652"/>
                  </a:cubicBezTo>
                  <a:cubicBezTo>
                    <a:pt x="5490" y="652"/>
                    <a:pt x="5645" y="650"/>
                    <a:pt x="5785" y="637"/>
                  </a:cubicBezTo>
                  <a:cubicBezTo>
                    <a:pt x="6354" y="587"/>
                    <a:pt x="4446" y="34"/>
                    <a:pt x="288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6"/>
            <p:cNvSpPr/>
            <p:nvPr/>
          </p:nvSpPr>
          <p:spPr>
            <a:xfrm>
              <a:off x="2025450" y="837775"/>
              <a:ext cx="31400" cy="10475"/>
            </a:xfrm>
            <a:custGeom>
              <a:avLst/>
              <a:gdLst/>
              <a:ahLst/>
              <a:cxnLst/>
              <a:rect l="l" t="t" r="r" b="b"/>
              <a:pathLst>
                <a:path w="1256" h="419" extrusionOk="0">
                  <a:moveTo>
                    <a:pt x="636" y="0"/>
                  </a:moveTo>
                  <a:cubicBezTo>
                    <a:pt x="268" y="0"/>
                    <a:pt x="0" y="84"/>
                    <a:pt x="0" y="201"/>
                  </a:cubicBezTo>
                  <a:cubicBezTo>
                    <a:pt x="0" y="318"/>
                    <a:pt x="268" y="419"/>
                    <a:pt x="636" y="419"/>
                  </a:cubicBezTo>
                  <a:cubicBezTo>
                    <a:pt x="988" y="419"/>
                    <a:pt x="1256" y="335"/>
                    <a:pt x="1256" y="201"/>
                  </a:cubicBezTo>
                  <a:cubicBezTo>
                    <a:pt x="1256" y="84"/>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6"/>
            <p:cNvSpPr/>
            <p:nvPr/>
          </p:nvSpPr>
          <p:spPr>
            <a:xfrm>
              <a:off x="2012475" y="813075"/>
              <a:ext cx="31400" cy="10500"/>
            </a:xfrm>
            <a:custGeom>
              <a:avLst/>
              <a:gdLst/>
              <a:ahLst/>
              <a:cxnLst/>
              <a:rect l="l" t="t" r="r" b="b"/>
              <a:pathLst>
                <a:path w="1256" h="420" extrusionOk="0">
                  <a:moveTo>
                    <a:pt x="620" y="1"/>
                  </a:moveTo>
                  <a:cubicBezTo>
                    <a:pt x="285" y="1"/>
                    <a:pt x="1" y="84"/>
                    <a:pt x="1" y="202"/>
                  </a:cubicBezTo>
                  <a:cubicBezTo>
                    <a:pt x="1" y="336"/>
                    <a:pt x="268" y="419"/>
                    <a:pt x="620" y="419"/>
                  </a:cubicBezTo>
                  <a:cubicBezTo>
                    <a:pt x="955" y="419"/>
                    <a:pt x="1256" y="319"/>
                    <a:pt x="1256" y="202"/>
                  </a:cubicBezTo>
                  <a:cubicBezTo>
                    <a:pt x="1256" y="84"/>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6"/>
            <p:cNvSpPr/>
            <p:nvPr/>
          </p:nvSpPr>
          <p:spPr>
            <a:xfrm>
              <a:off x="1975650" y="827725"/>
              <a:ext cx="22200" cy="7150"/>
            </a:xfrm>
            <a:custGeom>
              <a:avLst/>
              <a:gdLst/>
              <a:ahLst/>
              <a:cxnLst/>
              <a:rect l="l" t="t" r="r" b="b"/>
              <a:pathLst>
                <a:path w="888" h="286" extrusionOk="0">
                  <a:moveTo>
                    <a:pt x="452" y="1"/>
                  </a:moveTo>
                  <a:cubicBezTo>
                    <a:pt x="201" y="1"/>
                    <a:pt x="1" y="68"/>
                    <a:pt x="1" y="151"/>
                  </a:cubicBezTo>
                  <a:cubicBezTo>
                    <a:pt x="1" y="235"/>
                    <a:pt x="201" y="285"/>
                    <a:pt x="452" y="285"/>
                  </a:cubicBezTo>
                  <a:cubicBezTo>
                    <a:pt x="704" y="285"/>
                    <a:pt x="888" y="235"/>
                    <a:pt x="888" y="151"/>
                  </a:cubicBezTo>
                  <a:cubicBezTo>
                    <a:pt x="888" y="68"/>
                    <a:pt x="704"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6"/>
            <p:cNvSpPr/>
            <p:nvPr/>
          </p:nvSpPr>
          <p:spPr>
            <a:xfrm>
              <a:off x="2075250" y="818100"/>
              <a:ext cx="21775" cy="7550"/>
            </a:xfrm>
            <a:custGeom>
              <a:avLst/>
              <a:gdLst/>
              <a:ahLst/>
              <a:cxnLst/>
              <a:rect l="l" t="t" r="r" b="b"/>
              <a:pathLst>
                <a:path w="871" h="302" extrusionOk="0">
                  <a:moveTo>
                    <a:pt x="436" y="1"/>
                  </a:moveTo>
                  <a:cubicBezTo>
                    <a:pt x="184" y="1"/>
                    <a:pt x="0" y="68"/>
                    <a:pt x="0" y="151"/>
                  </a:cubicBezTo>
                  <a:cubicBezTo>
                    <a:pt x="0" y="235"/>
                    <a:pt x="184" y="302"/>
                    <a:pt x="436" y="302"/>
                  </a:cubicBezTo>
                  <a:cubicBezTo>
                    <a:pt x="687" y="302"/>
                    <a:pt x="871" y="235"/>
                    <a:pt x="871" y="151"/>
                  </a:cubicBezTo>
                  <a:cubicBezTo>
                    <a:pt x="871" y="68"/>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6"/>
            <p:cNvSpPr/>
            <p:nvPr/>
          </p:nvSpPr>
          <p:spPr>
            <a:xfrm>
              <a:off x="2295350" y="809325"/>
              <a:ext cx="22200" cy="7550"/>
            </a:xfrm>
            <a:custGeom>
              <a:avLst/>
              <a:gdLst/>
              <a:ahLst/>
              <a:cxnLst/>
              <a:rect l="l" t="t" r="r" b="b"/>
              <a:pathLst>
                <a:path w="888" h="302" extrusionOk="0">
                  <a:moveTo>
                    <a:pt x="436" y="0"/>
                  </a:moveTo>
                  <a:cubicBezTo>
                    <a:pt x="185" y="0"/>
                    <a:pt x="1" y="67"/>
                    <a:pt x="1" y="151"/>
                  </a:cubicBezTo>
                  <a:cubicBezTo>
                    <a:pt x="1" y="234"/>
                    <a:pt x="185" y="301"/>
                    <a:pt x="436" y="301"/>
                  </a:cubicBezTo>
                  <a:cubicBezTo>
                    <a:pt x="687" y="301"/>
                    <a:pt x="888" y="234"/>
                    <a:pt x="888" y="151"/>
                  </a:cubicBezTo>
                  <a:cubicBezTo>
                    <a:pt x="888" y="67"/>
                    <a:pt x="687"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6"/>
            <p:cNvSpPr/>
            <p:nvPr/>
          </p:nvSpPr>
          <p:spPr>
            <a:xfrm>
              <a:off x="1863925" y="897375"/>
              <a:ext cx="193725" cy="30425"/>
            </a:xfrm>
            <a:custGeom>
              <a:avLst/>
              <a:gdLst/>
              <a:ahLst/>
              <a:cxnLst/>
              <a:rect l="l" t="t" r="r" b="b"/>
              <a:pathLst>
                <a:path w="7749" h="1217" extrusionOk="0">
                  <a:moveTo>
                    <a:pt x="3619" y="0"/>
                  </a:moveTo>
                  <a:cubicBezTo>
                    <a:pt x="3223" y="0"/>
                    <a:pt x="2825" y="43"/>
                    <a:pt x="2444" y="144"/>
                  </a:cubicBezTo>
                  <a:cubicBezTo>
                    <a:pt x="0" y="763"/>
                    <a:pt x="3281" y="1098"/>
                    <a:pt x="6210" y="1215"/>
                  </a:cubicBezTo>
                  <a:cubicBezTo>
                    <a:pt x="6246" y="1216"/>
                    <a:pt x="6279" y="1217"/>
                    <a:pt x="6311" y="1217"/>
                  </a:cubicBezTo>
                  <a:cubicBezTo>
                    <a:pt x="7748" y="1217"/>
                    <a:pt x="5733" y="0"/>
                    <a:pt x="36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6"/>
            <p:cNvSpPr/>
            <p:nvPr/>
          </p:nvSpPr>
          <p:spPr>
            <a:xfrm>
              <a:off x="1662750" y="693975"/>
              <a:ext cx="142875" cy="53300"/>
            </a:xfrm>
            <a:custGeom>
              <a:avLst/>
              <a:gdLst/>
              <a:ahLst/>
              <a:cxnLst/>
              <a:rect l="l" t="t" r="r" b="b"/>
              <a:pathLst>
                <a:path w="5715" h="2132" extrusionOk="0">
                  <a:moveTo>
                    <a:pt x="3380" y="0"/>
                  </a:moveTo>
                  <a:cubicBezTo>
                    <a:pt x="3249" y="0"/>
                    <a:pt x="3114" y="4"/>
                    <a:pt x="2976" y="11"/>
                  </a:cubicBezTo>
                  <a:cubicBezTo>
                    <a:pt x="1436" y="95"/>
                    <a:pt x="113" y="647"/>
                    <a:pt x="46" y="1233"/>
                  </a:cubicBezTo>
                  <a:cubicBezTo>
                    <a:pt x="1" y="1765"/>
                    <a:pt x="977" y="2131"/>
                    <a:pt x="2310" y="2131"/>
                  </a:cubicBezTo>
                  <a:cubicBezTo>
                    <a:pt x="2445" y="2131"/>
                    <a:pt x="2583" y="2128"/>
                    <a:pt x="2724" y="2120"/>
                  </a:cubicBezTo>
                  <a:cubicBezTo>
                    <a:pt x="4281" y="2036"/>
                    <a:pt x="5570" y="1501"/>
                    <a:pt x="5654" y="915"/>
                  </a:cubicBezTo>
                  <a:cubicBezTo>
                    <a:pt x="5715" y="381"/>
                    <a:pt x="4733" y="0"/>
                    <a:pt x="33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6"/>
            <p:cNvSpPr/>
            <p:nvPr/>
          </p:nvSpPr>
          <p:spPr>
            <a:xfrm>
              <a:off x="1914550" y="708475"/>
              <a:ext cx="140225" cy="59450"/>
            </a:xfrm>
            <a:custGeom>
              <a:avLst/>
              <a:gdLst/>
              <a:ahLst/>
              <a:cxnLst/>
              <a:rect l="l" t="t" r="r" b="b"/>
              <a:pathLst>
                <a:path w="5609" h="2378" extrusionOk="0">
                  <a:moveTo>
                    <a:pt x="2813" y="0"/>
                  </a:moveTo>
                  <a:cubicBezTo>
                    <a:pt x="1256" y="0"/>
                    <a:pt x="1" y="536"/>
                    <a:pt x="1" y="1189"/>
                  </a:cubicBezTo>
                  <a:cubicBezTo>
                    <a:pt x="1" y="1841"/>
                    <a:pt x="1256" y="2377"/>
                    <a:pt x="2813" y="2377"/>
                  </a:cubicBezTo>
                  <a:cubicBezTo>
                    <a:pt x="4353" y="2377"/>
                    <a:pt x="5608" y="1841"/>
                    <a:pt x="5608" y="1189"/>
                  </a:cubicBezTo>
                  <a:cubicBezTo>
                    <a:pt x="5608" y="536"/>
                    <a:pt x="4353" y="0"/>
                    <a:pt x="28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6"/>
            <p:cNvSpPr/>
            <p:nvPr/>
          </p:nvSpPr>
          <p:spPr>
            <a:xfrm>
              <a:off x="1914550" y="590050"/>
              <a:ext cx="97525" cy="18850"/>
            </a:xfrm>
            <a:custGeom>
              <a:avLst/>
              <a:gdLst/>
              <a:ahLst/>
              <a:cxnLst/>
              <a:rect l="l" t="t" r="r" b="b"/>
              <a:pathLst>
                <a:path w="3901" h="754" extrusionOk="0">
                  <a:moveTo>
                    <a:pt x="1942" y="0"/>
                  </a:moveTo>
                  <a:cubicBezTo>
                    <a:pt x="871" y="0"/>
                    <a:pt x="1" y="168"/>
                    <a:pt x="1" y="385"/>
                  </a:cubicBezTo>
                  <a:cubicBezTo>
                    <a:pt x="1" y="586"/>
                    <a:pt x="871" y="753"/>
                    <a:pt x="1942" y="753"/>
                  </a:cubicBezTo>
                  <a:cubicBezTo>
                    <a:pt x="3014" y="753"/>
                    <a:pt x="3901" y="586"/>
                    <a:pt x="3901" y="385"/>
                  </a:cubicBezTo>
                  <a:cubicBezTo>
                    <a:pt x="3901" y="168"/>
                    <a:pt x="3014" y="0"/>
                    <a:pt x="19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6"/>
            <p:cNvSpPr/>
            <p:nvPr/>
          </p:nvSpPr>
          <p:spPr>
            <a:xfrm>
              <a:off x="2029625" y="601500"/>
              <a:ext cx="33500" cy="12600"/>
            </a:xfrm>
            <a:custGeom>
              <a:avLst/>
              <a:gdLst/>
              <a:ahLst/>
              <a:cxnLst/>
              <a:rect l="l" t="t" r="r" b="b"/>
              <a:pathLst>
                <a:path w="1340" h="504" extrusionOk="0">
                  <a:moveTo>
                    <a:pt x="426" y="1"/>
                  </a:moveTo>
                  <a:cubicBezTo>
                    <a:pt x="205" y="1"/>
                    <a:pt x="42" y="56"/>
                    <a:pt x="18" y="128"/>
                  </a:cubicBezTo>
                  <a:cubicBezTo>
                    <a:pt x="1" y="262"/>
                    <a:pt x="269" y="413"/>
                    <a:pt x="620" y="463"/>
                  </a:cubicBezTo>
                  <a:cubicBezTo>
                    <a:pt x="743" y="491"/>
                    <a:pt x="860" y="504"/>
                    <a:pt x="962" y="504"/>
                  </a:cubicBezTo>
                  <a:cubicBezTo>
                    <a:pt x="1167" y="504"/>
                    <a:pt x="1312" y="452"/>
                    <a:pt x="1323" y="362"/>
                  </a:cubicBezTo>
                  <a:cubicBezTo>
                    <a:pt x="1340" y="245"/>
                    <a:pt x="1072" y="95"/>
                    <a:pt x="704" y="28"/>
                  </a:cubicBezTo>
                  <a:cubicBezTo>
                    <a:pt x="606" y="9"/>
                    <a:pt x="511" y="1"/>
                    <a:pt x="4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6"/>
            <p:cNvSpPr/>
            <p:nvPr/>
          </p:nvSpPr>
          <p:spPr>
            <a:xfrm>
              <a:off x="2009125" y="947725"/>
              <a:ext cx="158200" cy="41975"/>
            </a:xfrm>
            <a:custGeom>
              <a:avLst/>
              <a:gdLst/>
              <a:ahLst/>
              <a:cxnLst/>
              <a:rect l="l" t="t" r="r" b="b"/>
              <a:pathLst>
                <a:path w="6328" h="1679" extrusionOk="0">
                  <a:moveTo>
                    <a:pt x="5183" y="0"/>
                  </a:moveTo>
                  <a:cubicBezTo>
                    <a:pt x="4964" y="0"/>
                    <a:pt x="4746" y="46"/>
                    <a:pt x="4554" y="139"/>
                  </a:cubicBezTo>
                  <a:cubicBezTo>
                    <a:pt x="3984" y="390"/>
                    <a:pt x="3014" y="574"/>
                    <a:pt x="1959" y="574"/>
                  </a:cubicBezTo>
                  <a:cubicBezTo>
                    <a:pt x="1289" y="574"/>
                    <a:pt x="653" y="507"/>
                    <a:pt x="135" y="390"/>
                  </a:cubicBezTo>
                  <a:cubicBezTo>
                    <a:pt x="51" y="473"/>
                    <a:pt x="1" y="574"/>
                    <a:pt x="1" y="674"/>
                  </a:cubicBezTo>
                  <a:cubicBezTo>
                    <a:pt x="1" y="1227"/>
                    <a:pt x="1423" y="1678"/>
                    <a:pt x="3164" y="1678"/>
                  </a:cubicBezTo>
                  <a:cubicBezTo>
                    <a:pt x="4905" y="1678"/>
                    <a:pt x="6328" y="1243"/>
                    <a:pt x="6328" y="674"/>
                  </a:cubicBezTo>
                  <a:cubicBezTo>
                    <a:pt x="6328" y="473"/>
                    <a:pt x="6144" y="289"/>
                    <a:pt x="5826" y="139"/>
                  </a:cubicBezTo>
                  <a:cubicBezTo>
                    <a:pt x="5625" y="46"/>
                    <a:pt x="5403" y="0"/>
                    <a:pt x="5183"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6"/>
            <p:cNvSpPr/>
            <p:nvPr/>
          </p:nvSpPr>
          <p:spPr>
            <a:xfrm>
              <a:off x="2291300" y="805325"/>
              <a:ext cx="132975" cy="50600"/>
            </a:xfrm>
            <a:custGeom>
              <a:avLst/>
              <a:gdLst/>
              <a:ahLst/>
              <a:cxnLst/>
              <a:rect l="l" t="t" r="r" b="b"/>
              <a:pathLst>
                <a:path w="5319" h="2024" extrusionOk="0">
                  <a:moveTo>
                    <a:pt x="4000" y="1"/>
                  </a:moveTo>
                  <a:cubicBezTo>
                    <a:pt x="3689" y="1"/>
                    <a:pt x="3375" y="89"/>
                    <a:pt x="3092" y="261"/>
                  </a:cubicBezTo>
                  <a:cubicBezTo>
                    <a:pt x="2539" y="608"/>
                    <a:pt x="1671" y="1001"/>
                    <a:pt x="716" y="1001"/>
                  </a:cubicBezTo>
                  <a:cubicBezTo>
                    <a:pt x="660" y="1001"/>
                    <a:pt x="604" y="1000"/>
                    <a:pt x="548" y="997"/>
                  </a:cubicBezTo>
                  <a:lnTo>
                    <a:pt x="514" y="997"/>
                  </a:lnTo>
                  <a:cubicBezTo>
                    <a:pt x="508" y="997"/>
                    <a:pt x="503" y="997"/>
                    <a:pt x="497" y="997"/>
                  </a:cubicBezTo>
                  <a:cubicBezTo>
                    <a:pt x="93" y="997"/>
                    <a:pt x="1" y="1568"/>
                    <a:pt x="380" y="1717"/>
                  </a:cubicBezTo>
                  <a:cubicBezTo>
                    <a:pt x="816" y="1884"/>
                    <a:pt x="1418" y="2001"/>
                    <a:pt x="2104" y="2018"/>
                  </a:cubicBezTo>
                  <a:cubicBezTo>
                    <a:pt x="2202" y="2022"/>
                    <a:pt x="2299" y="2024"/>
                    <a:pt x="2395" y="2024"/>
                  </a:cubicBezTo>
                  <a:cubicBezTo>
                    <a:pt x="3986" y="2024"/>
                    <a:pt x="5252" y="1511"/>
                    <a:pt x="5268" y="880"/>
                  </a:cubicBezTo>
                  <a:cubicBezTo>
                    <a:pt x="5318" y="646"/>
                    <a:pt x="5151" y="428"/>
                    <a:pt x="4850" y="244"/>
                  </a:cubicBezTo>
                  <a:cubicBezTo>
                    <a:pt x="4588" y="81"/>
                    <a:pt x="4296" y="1"/>
                    <a:pt x="400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6"/>
            <p:cNvSpPr/>
            <p:nvPr/>
          </p:nvSpPr>
          <p:spPr>
            <a:xfrm>
              <a:off x="2330925" y="832325"/>
              <a:ext cx="31400" cy="8825"/>
            </a:xfrm>
            <a:custGeom>
              <a:avLst/>
              <a:gdLst/>
              <a:ahLst/>
              <a:cxnLst/>
              <a:rect l="l" t="t" r="r" b="b"/>
              <a:pathLst>
                <a:path w="1256" h="353" extrusionOk="0">
                  <a:moveTo>
                    <a:pt x="637" y="1"/>
                  </a:moveTo>
                  <a:cubicBezTo>
                    <a:pt x="302" y="1"/>
                    <a:pt x="1" y="84"/>
                    <a:pt x="1" y="168"/>
                  </a:cubicBezTo>
                  <a:cubicBezTo>
                    <a:pt x="1" y="269"/>
                    <a:pt x="268" y="352"/>
                    <a:pt x="637" y="352"/>
                  </a:cubicBezTo>
                  <a:cubicBezTo>
                    <a:pt x="988" y="352"/>
                    <a:pt x="1256" y="302"/>
                    <a:pt x="1256" y="185"/>
                  </a:cubicBezTo>
                  <a:cubicBezTo>
                    <a:pt x="1256" y="84"/>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6"/>
            <p:cNvSpPr/>
            <p:nvPr/>
          </p:nvSpPr>
          <p:spPr>
            <a:xfrm>
              <a:off x="2369850" y="804725"/>
              <a:ext cx="21775" cy="7125"/>
            </a:xfrm>
            <a:custGeom>
              <a:avLst/>
              <a:gdLst/>
              <a:ahLst/>
              <a:cxnLst/>
              <a:rect l="l" t="t" r="r" b="b"/>
              <a:pathLst>
                <a:path w="871" h="285" extrusionOk="0">
                  <a:moveTo>
                    <a:pt x="435" y="0"/>
                  </a:moveTo>
                  <a:cubicBezTo>
                    <a:pt x="184" y="0"/>
                    <a:pt x="0" y="67"/>
                    <a:pt x="0" y="151"/>
                  </a:cubicBezTo>
                  <a:cubicBezTo>
                    <a:pt x="0" y="234"/>
                    <a:pt x="184" y="285"/>
                    <a:pt x="435" y="285"/>
                  </a:cubicBezTo>
                  <a:cubicBezTo>
                    <a:pt x="670" y="285"/>
                    <a:pt x="871" y="234"/>
                    <a:pt x="871" y="151"/>
                  </a:cubicBezTo>
                  <a:cubicBezTo>
                    <a:pt x="871" y="67"/>
                    <a:pt x="687"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6"/>
            <p:cNvSpPr/>
            <p:nvPr/>
          </p:nvSpPr>
          <p:spPr>
            <a:xfrm>
              <a:off x="2020425" y="951175"/>
              <a:ext cx="21775" cy="7150"/>
            </a:xfrm>
            <a:custGeom>
              <a:avLst/>
              <a:gdLst/>
              <a:ahLst/>
              <a:cxnLst/>
              <a:rect l="l" t="t" r="r" b="b"/>
              <a:pathLst>
                <a:path w="871" h="286" extrusionOk="0">
                  <a:moveTo>
                    <a:pt x="436" y="1"/>
                  </a:moveTo>
                  <a:cubicBezTo>
                    <a:pt x="185" y="1"/>
                    <a:pt x="1" y="67"/>
                    <a:pt x="1" y="151"/>
                  </a:cubicBezTo>
                  <a:cubicBezTo>
                    <a:pt x="1" y="235"/>
                    <a:pt x="185" y="285"/>
                    <a:pt x="436" y="285"/>
                  </a:cubicBezTo>
                  <a:cubicBezTo>
                    <a:pt x="670" y="285"/>
                    <a:pt x="871" y="235"/>
                    <a:pt x="871" y="151"/>
                  </a:cubicBezTo>
                  <a:cubicBezTo>
                    <a:pt x="871" y="67"/>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6"/>
            <p:cNvSpPr/>
            <p:nvPr/>
          </p:nvSpPr>
          <p:spPr>
            <a:xfrm>
              <a:off x="2058925" y="969175"/>
              <a:ext cx="31400" cy="9275"/>
            </a:xfrm>
            <a:custGeom>
              <a:avLst/>
              <a:gdLst/>
              <a:ahLst/>
              <a:cxnLst/>
              <a:rect l="l" t="t" r="r" b="b"/>
              <a:pathLst>
                <a:path w="1256" h="371" extrusionOk="0">
                  <a:moveTo>
                    <a:pt x="637" y="0"/>
                  </a:moveTo>
                  <a:cubicBezTo>
                    <a:pt x="302" y="0"/>
                    <a:pt x="1" y="84"/>
                    <a:pt x="1" y="184"/>
                  </a:cubicBezTo>
                  <a:cubicBezTo>
                    <a:pt x="1" y="285"/>
                    <a:pt x="268" y="369"/>
                    <a:pt x="637" y="369"/>
                  </a:cubicBezTo>
                  <a:cubicBezTo>
                    <a:pt x="667" y="370"/>
                    <a:pt x="697" y="371"/>
                    <a:pt x="726" y="371"/>
                  </a:cubicBezTo>
                  <a:cubicBezTo>
                    <a:pt x="1032" y="371"/>
                    <a:pt x="1256" y="293"/>
                    <a:pt x="1256" y="201"/>
                  </a:cubicBezTo>
                  <a:cubicBezTo>
                    <a:pt x="1256" y="84"/>
                    <a:pt x="988" y="0"/>
                    <a:pt x="6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6"/>
            <p:cNvSpPr/>
            <p:nvPr/>
          </p:nvSpPr>
          <p:spPr>
            <a:xfrm>
              <a:off x="2117100" y="961225"/>
              <a:ext cx="21775" cy="7125"/>
            </a:xfrm>
            <a:custGeom>
              <a:avLst/>
              <a:gdLst/>
              <a:ahLst/>
              <a:cxnLst/>
              <a:rect l="l" t="t" r="r" b="b"/>
              <a:pathLst>
                <a:path w="871" h="285" extrusionOk="0">
                  <a:moveTo>
                    <a:pt x="435" y="0"/>
                  </a:moveTo>
                  <a:cubicBezTo>
                    <a:pt x="184" y="0"/>
                    <a:pt x="0" y="50"/>
                    <a:pt x="0" y="134"/>
                  </a:cubicBezTo>
                  <a:cubicBezTo>
                    <a:pt x="0" y="218"/>
                    <a:pt x="184" y="285"/>
                    <a:pt x="435" y="285"/>
                  </a:cubicBezTo>
                  <a:cubicBezTo>
                    <a:pt x="686" y="285"/>
                    <a:pt x="871" y="218"/>
                    <a:pt x="871" y="134"/>
                  </a:cubicBezTo>
                  <a:cubicBezTo>
                    <a:pt x="871" y="50"/>
                    <a:pt x="686"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6"/>
            <p:cNvSpPr/>
            <p:nvPr/>
          </p:nvSpPr>
          <p:spPr>
            <a:xfrm>
              <a:off x="2082350" y="944475"/>
              <a:ext cx="22225" cy="7150"/>
            </a:xfrm>
            <a:custGeom>
              <a:avLst/>
              <a:gdLst/>
              <a:ahLst/>
              <a:cxnLst/>
              <a:rect l="l" t="t" r="r" b="b"/>
              <a:pathLst>
                <a:path w="889" h="286" extrusionOk="0">
                  <a:moveTo>
                    <a:pt x="453" y="1"/>
                  </a:moveTo>
                  <a:cubicBezTo>
                    <a:pt x="202" y="1"/>
                    <a:pt x="1" y="51"/>
                    <a:pt x="1" y="135"/>
                  </a:cubicBezTo>
                  <a:cubicBezTo>
                    <a:pt x="1" y="218"/>
                    <a:pt x="202" y="285"/>
                    <a:pt x="453" y="285"/>
                  </a:cubicBezTo>
                  <a:cubicBezTo>
                    <a:pt x="704" y="285"/>
                    <a:pt x="888" y="218"/>
                    <a:pt x="888" y="135"/>
                  </a:cubicBezTo>
                  <a:cubicBezTo>
                    <a:pt x="888" y="51"/>
                    <a:pt x="704"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6"/>
            <p:cNvSpPr/>
            <p:nvPr/>
          </p:nvSpPr>
          <p:spPr>
            <a:xfrm>
              <a:off x="1922925" y="715475"/>
              <a:ext cx="110925" cy="48250"/>
            </a:xfrm>
            <a:custGeom>
              <a:avLst/>
              <a:gdLst/>
              <a:ahLst/>
              <a:cxnLst/>
              <a:rect l="l" t="t" r="r" b="b"/>
              <a:pathLst>
                <a:path w="4437" h="1930" extrusionOk="0">
                  <a:moveTo>
                    <a:pt x="1190" y="1"/>
                  </a:moveTo>
                  <a:cubicBezTo>
                    <a:pt x="1173" y="1"/>
                    <a:pt x="1156" y="2"/>
                    <a:pt x="1139" y="5"/>
                  </a:cubicBezTo>
                  <a:cubicBezTo>
                    <a:pt x="436" y="206"/>
                    <a:pt x="0" y="507"/>
                    <a:pt x="0" y="892"/>
                  </a:cubicBezTo>
                  <a:cubicBezTo>
                    <a:pt x="0" y="1461"/>
                    <a:pt x="1088" y="1930"/>
                    <a:pt x="2428" y="1930"/>
                  </a:cubicBezTo>
                  <a:cubicBezTo>
                    <a:pt x="3264" y="1930"/>
                    <a:pt x="4001" y="1746"/>
                    <a:pt x="4436" y="1478"/>
                  </a:cubicBezTo>
                  <a:lnTo>
                    <a:pt x="4436" y="1478"/>
                  </a:lnTo>
                  <a:cubicBezTo>
                    <a:pt x="4269" y="1494"/>
                    <a:pt x="4101" y="1511"/>
                    <a:pt x="3934" y="1511"/>
                  </a:cubicBezTo>
                  <a:cubicBezTo>
                    <a:pt x="2595" y="1511"/>
                    <a:pt x="1507" y="1059"/>
                    <a:pt x="1507" y="473"/>
                  </a:cubicBezTo>
                  <a:lnTo>
                    <a:pt x="1507" y="390"/>
                  </a:lnTo>
                  <a:cubicBezTo>
                    <a:pt x="1553" y="174"/>
                    <a:pt x="1387" y="1"/>
                    <a:pt x="119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6"/>
            <p:cNvSpPr/>
            <p:nvPr/>
          </p:nvSpPr>
          <p:spPr>
            <a:xfrm>
              <a:off x="1934225" y="723525"/>
              <a:ext cx="31400" cy="10500"/>
            </a:xfrm>
            <a:custGeom>
              <a:avLst/>
              <a:gdLst/>
              <a:ahLst/>
              <a:cxnLst/>
              <a:rect l="l" t="t" r="r" b="b"/>
              <a:pathLst>
                <a:path w="1256" h="420" extrusionOk="0">
                  <a:moveTo>
                    <a:pt x="636" y="1"/>
                  </a:moveTo>
                  <a:cubicBezTo>
                    <a:pt x="302" y="1"/>
                    <a:pt x="0" y="84"/>
                    <a:pt x="0" y="218"/>
                  </a:cubicBezTo>
                  <a:cubicBezTo>
                    <a:pt x="0" y="335"/>
                    <a:pt x="285" y="419"/>
                    <a:pt x="636" y="419"/>
                  </a:cubicBezTo>
                  <a:cubicBezTo>
                    <a:pt x="988" y="419"/>
                    <a:pt x="1256" y="335"/>
                    <a:pt x="1256" y="218"/>
                  </a:cubicBezTo>
                  <a:cubicBezTo>
                    <a:pt x="1256" y="84"/>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6"/>
            <p:cNvSpPr/>
            <p:nvPr/>
          </p:nvSpPr>
          <p:spPr>
            <a:xfrm>
              <a:off x="1971875" y="747800"/>
              <a:ext cx="25150" cy="7150"/>
            </a:xfrm>
            <a:custGeom>
              <a:avLst/>
              <a:gdLst/>
              <a:ahLst/>
              <a:cxnLst/>
              <a:rect l="l" t="t" r="r" b="b"/>
              <a:pathLst>
                <a:path w="1006" h="286" extrusionOk="0">
                  <a:moveTo>
                    <a:pt x="503" y="1"/>
                  </a:moveTo>
                  <a:cubicBezTo>
                    <a:pt x="235" y="1"/>
                    <a:pt x="1" y="51"/>
                    <a:pt x="1" y="134"/>
                  </a:cubicBezTo>
                  <a:cubicBezTo>
                    <a:pt x="1" y="218"/>
                    <a:pt x="235" y="285"/>
                    <a:pt x="503" y="285"/>
                  </a:cubicBezTo>
                  <a:cubicBezTo>
                    <a:pt x="788" y="285"/>
                    <a:pt x="1005" y="218"/>
                    <a:pt x="1005" y="134"/>
                  </a:cubicBezTo>
                  <a:cubicBezTo>
                    <a:pt x="1005" y="51"/>
                    <a:pt x="788"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6"/>
            <p:cNvSpPr/>
            <p:nvPr/>
          </p:nvSpPr>
          <p:spPr>
            <a:xfrm>
              <a:off x="2022100" y="728125"/>
              <a:ext cx="19275" cy="7575"/>
            </a:xfrm>
            <a:custGeom>
              <a:avLst/>
              <a:gdLst/>
              <a:ahLst/>
              <a:cxnLst/>
              <a:rect l="l" t="t" r="r" b="b"/>
              <a:pathLst>
                <a:path w="771" h="303" extrusionOk="0">
                  <a:moveTo>
                    <a:pt x="386" y="1"/>
                  </a:moveTo>
                  <a:cubicBezTo>
                    <a:pt x="168" y="1"/>
                    <a:pt x="1" y="68"/>
                    <a:pt x="1" y="151"/>
                  </a:cubicBezTo>
                  <a:cubicBezTo>
                    <a:pt x="1" y="235"/>
                    <a:pt x="168" y="302"/>
                    <a:pt x="386" y="302"/>
                  </a:cubicBezTo>
                  <a:cubicBezTo>
                    <a:pt x="603" y="285"/>
                    <a:pt x="770" y="218"/>
                    <a:pt x="770" y="151"/>
                  </a:cubicBezTo>
                  <a:cubicBezTo>
                    <a:pt x="770" y="68"/>
                    <a:pt x="586" y="1"/>
                    <a:pt x="3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6"/>
            <p:cNvSpPr/>
            <p:nvPr/>
          </p:nvSpPr>
          <p:spPr>
            <a:xfrm>
              <a:off x="1990725" y="717675"/>
              <a:ext cx="19275" cy="7550"/>
            </a:xfrm>
            <a:custGeom>
              <a:avLst/>
              <a:gdLst/>
              <a:ahLst/>
              <a:cxnLst/>
              <a:rect l="l" t="t" r="r" b="b"/>
              <a:pathLst>
                <a:path w="771" h="302" extrusionOk="0">
                  <a:moveTo>
                    <a:pt x="385" y="0"/>
                  </a:moveTo>
                  <a:cubicBezTo>
                    <a:pt x="168" y="0"/>
                    <a:pt x="0" y="67"/>
                    <a:pt x="0" y="151"/>
                  </a:cubicBezTo>
                  <a:cubicBezTo>
                    <a:pt x="0" y="235"/>
                    <a:pt x="168" y="302"/>
                    <a:pt x="385" y="302"/>
                  </a:cubicBezTo>
                  <a:cubicBezTo>
                    <a:pt x="603" y="285"/>
                    <a:pt x="770" y="218"/>
                    <a:pt x="770" y="151"/>
                  </a:cubicBezTo>
                  <a:cubicBezTo>
                    <a:pt x="770" y="67"/>
                    <a:pt x="586" y="0"/>
                    <a:pt x="3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6"/>
            <p:cNvSpPr/>
            <p:nvPr/>
          </p:nvSpPr>
          <p:spPr>
            <a:xfrm>
              <a:off x="1674350" y="851500"/>
              <a:ext cx="161975" cy="66300"/>
            </a:xfrm>
            <a:custGeom>
              <a:avLst/>
              <a:gdLst/>
              <a:ahLst/>
              <a:cxnLst/>
              <a:rect l="l" t="t" r="r" b="b"/>
              <a:pathLst>
                <a:path w="6479" h="2652" extrusionOk="0">
                  <a:moveTo>
                    <a:pt x="3306" y="0"/>
                  </a:moveTo>
                  <a:cubicBezTo>
                    <a:pt x="3232" y="0"/>
                    <a:pt x="3156" y="2"/>
                    <a:pt x="3081" y="4"/>
                  </a:cubicBezTo>
                  <a:cubicBezTo>
                    <a:pt x="1340" y="71"/>
                    <a:pt x="1" y="723"/>
                    <a:pt x="84" y="1427"/>
                  </a:cubicBezTo>
                  <a:cubicBezTo>
                    <a:pt x="165" y="2131"/>
                    <a:pt x="1531" y="2652"/>
                    <a:pt x="3173" y="2652"/>
                  </a:cubicBezTo>
                  <a:cubicBezTo>
                    <a:pt x="3248" y="2652"/>
                    <a:pt x="3323" y="2651"/>
                    <a:pt x="3399" y="2648"/>
                  </a:cubicBezTo>
                  <a:cubicBezTo>
                    <a:pt x="5140" y="2581"/>
                    <a:pt x="6479" y="1962"/>
                    <a:pt x="6395" y="1226"/>
                  </a:cubicBezTo>
                  <a:cubicBezTo>
                    <a:pt x="6315" y="521"/>
                    <a:pt x="4948" y="0"/>
                    <a:pt x="33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6"/>
            <p:cNvSpPr/>
            <p:nvPr/>
          </p:nvSpPr>
          <p:spPr>
            <a:xfrm>
              <a:off x="1710775" y="855675"/>
              <a:ext cx="112150" cy="32850"/>
            </a:xfrm>
            <a:custGeom>
              <a:avLst/>
              <a:gdLst/>
              <a:ahLst/>
              <a:cxnLst/>
              <a:rect l="l" t="t" r="r" b="b"/>
              <a:pathLst>
                <a:path w="4486" h="1314" extrusionOk="0">
                  <a:moveTo>
                    <a:pt x="1661" y="1"/>
                  </a:moveTo>
                  <a:cubicBezTo>
                    <a:pt x="1588" y="1"/>
                    <a:pt x="1514" y="2"/>
                    <a:pt x="1440" y="4"/>
                  </a:cubicBezTo>
                  <a:cubicBezTo>
                    <a:pt x="1055" y="21"/>
                    <a:pt x="686" y="71"/>
                    <a:pt x="352" y="138"/>
                  </a:cubicBezTo>
                  <a:cubicBezTo>
                    <a:pt x="50" y="188"/>
                    <a:pt x="0" y="573"/>
                    <a:pt x="218" y="741"/>
                  </a:cubicBezTo>
                  <a:cubicBezTo>
                    <a:pt x="764" y="1100"/>
                    <a:pt x="1732" y="1313"/>
                    <a:pt x="2811" y="1313"/>
                  </a:cubicBezTo>
                  <a:cubicBezTo>
                    <a:pt x="2889" y="1313"/>
                    <a:pt x="2967" y="1312"/>
                    <a:pt x="3046" y="1310"/>
                  </a:cubicBezTo>
                  <a:cubicBezTo>
                    <a:pt x="3431" y="1293"/>
                    <a:pt x="3800" y="1243"/>
                    <a:pt x="4134" y="1176"/>
                  </a:cubicBezTo>
                  <a:cubicBezTo>
                    <a:pt x="4436" y="1126"/>
                    <a:pt x="4486" y="741"/>
                    <a:pt x="4268" y="573"/>
                  </a:cubicBezTo>
                  <a:cubicBezTo>
                    <a:pt x="3720" y="228"/>
                    <a:pt x="2745" y="1"/>
                    <a:pt x="1661"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6"/>
            <p:cNvSpPr/>
            <p:nvPr/>
          </p:nvSpPr>
          <p:spPr>
            <a:xfrm>
              <a:off x="1696950" y="868325"/>
              <a:ext cx="26400" cy="8400"/>
            </a:xfrm>
            <a:custGeom>
              <a:avLst/>
              <a:gdLst/>
              <a:ahLst/>
              <a:cxnLst/>
              <a:rect l="l" t="t" r="r" b="b"/>
              <a:pathLst>
                <a:path w="1056" h="336" extrusionOk="0">
                  <a:moveTo>
                    <a:pt x="520" y="0"/>
                  </a:moveTo>
                  <a:cubicBezTo>
                    <a:pt x="235" y="0"/>
                    <a:pt x="1" y="67"/>
                    <a:pt x="1" y="168"/>
                  </a:cubicBezTo>
                  <a:cubicBezTo>
                    <a:pt x="1" y="251"/>
                    <a:pt x="235" y="335"/>
                    <a:pt x="520" y="335"/>
                  </a:cubicBezTo>
                  <a:cubicBezTo>
                    <a:pt x="821" y="335"/>
                    <a:pt x="1055" y="285"/>
                    <a:pt x="1055" y="168"/>
                  </a:cubicBezTo>
                  <a:cubicBezTo>
                    <a:pt x="1055" y="84"/>
                    <a:pt x="821" y="0"/>
                    <a:pt x="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6"/>
            <p:cNvSpPr/>
            <p:nvPr/>
          </p:nvSpPr>
          <p:spPr>
            <a:xfrm>
              <a:off x="1770600" y="864125"/>
              <a:ext cx="31425" cy="10500"/>
            </a:xfrm>
            <a:custGeom>
              <a:avLst/>
              <a:gdLst/>
              <a:ahLst/>
              <a:cxnLst/>
              <a:rect l="l" t="t" r="r" b="b"/>
              <a:pathLst>
                <a:path w="1257" h="420" extrusionOk="0">
                  <a:moveTo>
                    <a:pt x="637" y="1"/>
                  </a:moveTo>
                  <a:cubicBezTo>
                    <a:pt x="285" y="1"/>
                    <a:pt x="1" y="85"/>
                    <a:pt x="1" y="218"/>
                  </a:cubicBezTo>
                  <a:cubicBezTo>
                    <a:pt x="1" y="336"/>
                    <a:pt x="285" y="419"/>
                    <a:pt x="637" y="419"/>
                  </a:cubicBezTo>
                  <a:cubicBezTo>
                    <a:pt x="988" y="419"/>
                    <a:pt x="1256" y="319"/>
                    <a:pt x="1256" y="218"/>
                  </a:cubicBezTo>
                  <a:cubicBezTo>
                    <a:pt x="1256" y="85"/>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6"/>
            <p:cNvSpPr/>
            <p:nvPr/>
          </p:nvSpPr>
          <p:spPr>
            <a:xfrm>
              <a:off x="1738375" y="900950"/>
              <a:ext cx="25150" cy="6300"/>
            </a:xfrm>
            <a:custGeom>
              <a:avLst/>
              <a:gdLst/>
              <a:ahLst/>
              <a:cxnLst/>
              <a:rect l="l" t="t" r="r" b="b"/>
              <a:pathLst>
                <a:path w="1006" h="252" extrusionOk="0">
                  <a:moveTo>
                    <a:pt x="503" y="1"/>
                  </a:moveTo>
                  <a:cubicBezTo>
                    <a:pt x="235" y="1"/>
                    <a:pt x="1" y="68"/>
                    <a:pt x="1" y="118"/>
                  </a:cubicBezTo>
                  <a:cubicBezTo>
                    <a:pt x="1" y="185"/>
                    <a:pt x="218" y="252"/>
                    <a:pt x="503" y="252"/>
                  </a:cubicBezTo>
                  <a:cubicBezTo>
                    <a:pt x="771" y="252"/>
                    <a:pt x="1005" y="202"/>
                    <a:pt x="1005" y="118"/>
                  </a:cubicBezTo>
                  <a:cubicBezTo>
                    <a:pt x="1005" y="68"/>
                    <a:pt x="771"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6"/>
            <p:cNvSpPr/>
            <p:nvPr/>
          </p:nvSpPr>
          <p:spPr>
            <a:xfrm>
              <a:off x="1671575" y="705125"/>
              <a:ext cx="121650" cy="39150"/>
            </a:xfrm>
            <a:custGeom>
              <a:avLst/>
              <a:gdLst/>
              <a:ahLst/>
              <a:cxnLst/>
              <a:rect l="l" t="t" r="r" b="b"/>
              <a:pathLst>
                <a:path w="4866" h="1566" extrusionOk="0">
                  <a:moveTo>
                    <a:pt x="1099" y="0"/>
                  </a:moveTo>
                  <a:lnTo>
                    <a:pt x="1099" y="0"/>
                  </a:lnTo>
                  <a:cubicBezTo>
                    <a:pt x="497" y="201"/>
                    <a:pt x="78" y="486"/>
                    <a:pt x="62" y="787"/>
                  </a:cubicBezTo>
                  <a:cubicBezTo>
                    <a:pt x="0" y="1246"/>
                    <a:pt x="863" y="1565"/>
                    <a:pt x="2035" y="1565"/>
                  </a:cubicBezTo>
                  <a:cubicBezTo>
                    <a:pt x="2145" y="1565"/>
                    <a:pt x="2257" y="1563"/>
                    <a:pt x="2371" y="1557"/>
                  </a:cubicBezTo>
                  <a:cubicBezTo>
                    <a:pt x="3610" y="1490"/>
                    <a:pt x="4681" y="1071"/>
                    <a:pt x="4866" y="620"/>
                  </a:cubicBezTo>
                  <a:lnTo>
                    <a:pt x="4866" y="620"/>
                  </a:lnTo>
                  <a:cubicBezTo>
                    <a:pt x="4447" y="753"/>
                    <a:pt x="3945" y="837"/>
                    <a:pt x="3409" y="887"/>
                  </a:cubicBezTo>
                  <a:cubicBezTo>
                    <a:pt x="3276" y="896"/>
                    <a:pt x="3146" y="900"/>
                    <a:pt x="3020" y="900"/>
                  </a:cubicBezTo>
                  <a:cubicBezTo>
                    <a:pt x="1875" y="900"/>
                    <a:pt x="1037" y="570"/>
                    <a:pt x="1083" y="117"/>
                  </a:cubicBezTo>
                  <a:cubicBezTo>
                    <a:pt x="1083" y="67"/>
                    <a:pt x="1099" y="50"/>
                    <a:pt x="109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6"/>
            <p:cNvSpPr/>
            <p:nvPr/>
          </p:nvSpPr>
          <p:spPr>
            <a:xfrm>
              <a:off x="1692775" y="708875"/>
              <a:ext cx="31400" cy="10500"/>
            </a:xfrm>
            <a:custGeom>
              <a:avLst/>
              <a:gdLst/>
              <a:ahLst/>
              <a:cxnLst/>
              <a:rect l="l" t="t" r="r" b="b"/>
              <a:pathLst>
                <a:path w="1256" h="420" extrusionOk="0">
                  <a:moveTo>
                    <a:pt x="636" y="1"/>
                  </a:moveTo>
                  <a:cubicBezTo>
                    <a:pt x="302" y="1"/>
                    <a:pt x="0" y="85"/>
                    <a:pt x="0" y="218"/>
                  </a:cubicBezTo>
                  <a:cubicBezTo>
                    <a:pt x="0" y="336"/>
                    <a:pt x="268" y="419"/>
                    <a:pt x="636" y="419"/>
                  </a:cubicBezTo>
                  <a:cubicBezTo>
                    <a:pt x="988" y="419"/>
                    <a:pt x="1256" y="336"/>
                    <a:pt x="1256" y="218"/>
                  </a:cubicBezTo>
                  <a:cubicBezTo>
                    <a:pt x="1256" y="85"/>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6"/>
            <p:cNvSpPr/>
            <p:nvPr/>
          </p:nvSpPr>
          <p:spPr>
            <a:xfrm>
              <a:off x="1722475" y="729400"/>
              <a:ext cx="22200" cy="7975"/>
            </a:xfrm>
            <a:custGeom>
              <a:avLst/>
              <a:gdLst/>
              <a:ahLst/>
              <a:cxnLst/>
              <a:rect l="l" t="t" r="r" b="b"/>
              <a:pathLst>
                <a:path w="888" h="319" extrusionOk="0">
                  <a:moveTo>
                    <a:pt x="453" y="0"/>
                  </a:moveTo>
                  <a:cubicBezTo>
                    <a:pt x="202" y="0"/>
                    <a:pt x="1" y="84"/>
                    <a:pt x="1" y="167"/>
                  </a:cubicBezTo>
                  <a:cubicBezTo>
                    <a:pt x="1" y="251"/>
                    <a:pt x="218" y="318"/>
                    <a:pt x="453" y="318"/>
                  </a:cubicBezTo>
                  <a:cubicBezTo>
                    <a:pt x="670" y="318"/>
                    <a:pt x="888" y="234"/>
                    <a:pt x="888" y="151"/>
                  </a:cubicBezTo>
                  <a:cubicBezTo>
                    <a:pt x="888" y="50"/>
                    <a:pt x="670" y="0"/>
                    <a:pt x="4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6"/>
            <p:cNvSpPr/>
            <p:nvPr/>
          </p:nvSpPr>
          <p:spPr>
            <a:xfrm>
              <a:off x="1757625" y="708050"/>
              <a:ext cx="22200" cy="7550"/>
            </a:xfrm>
            <a:custGeom>
              <a:avLst/>
              <a:gdLst/>
              <a:ahLst/>
              <a:cxnLst/>
              <a:rect l="l" t="t" r="r" b="b"/>
              <a:pathLst>
                <a:path w="888" h="302" extrusionOk="0">
                  <a:moveTo>
                    <a:pt x="436" y="0"/>
                  </a:moveTo>
                  <a:cubicBezTo>
                    <a:pt x="218" y="0"/>
                    <a:pt x="1" y="84"/>
                    <a:pt x="1" y="168"/>
                  </a:cubicBezTo>
                  <a:cubicBezTo>
                    <a:pt x="1" y="251"/>
                    <a:pt x="218" y="302"/>
                    <a:pt x="436" y="302"/>
                  </a:cubicBezTo>
                  <a:cubicBezTo>
                    <a:pt x="670" y="302"/>
                    <a:pt x="888" y="218"/>
                    <a:pt x="888" y="134"/>
                  </a:cubicBezTo>
                  <a:cubicBezTo>
                    <a:pt x="888" y="51"/>
                    <a:pt x="670"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6"/>
            <p:cNvSpPr/>
            <p:nvPr/>
          </p:nvSpPr>
          <p:spPr>
            <a:xfrm>
              <a:off x="1702800" y="949750"/>
              <a:ext cx="261600" cy="72175"/>
            </a:xfrm>
            <a:custGeom>
              <a:avLst/>
              <a:gdLst/>
              <a:ahLst/>
              <a:cxnLst/>
              <a:rect l="l" t="t" r="r" b="b"/>
              <a:pathLst>
                <a:path w="10464" h="2887" extrusionOk="0">
                  <a:moveTo>
                    <a:pt x="2079" y="1"/>
                  </a:moveTo>
                  <a:cubicBezTo>
                    <a:pt x="1950" y="1"/>
                    <a:pt x="1826" y="13"/>
                    <a:pt x="1708" y="41"/>
                  </a:cubicBezTo>
                  <a:cubicBezTo>
                    <a:pt x="1" y="426"/>
                    <a:pt x="3131" y="2836"/>
                    <a:pt x="7617" y="2886"/>
                  </a:cubicBezTo>
                  <a:cubicBezTo>
                    <a:pt x="7658" y="2887"/>
                    <a:pt x="7699" y="2887"/>
                    <a:pt x="7740" y="2887"/>
                  </a:cubicBezTo>
                  <a:cubicBezTo>
                    <a:pt x="10155" y="2887"/>
                    <a:pt x="10463" y="2401"/>
                    <a:pt x="8487" y="2401"/>
                  </a:cubicBezTo>
                  <a:cubicBezTo>
                    <a:pt x="6647" y="2385"/>
                    <a:pt x="3847" y="1"/>
                    <a:pt x="20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6"/>
            <p:cNvSpPr/>
            <p:nvPr/>
          </p:nvSpPr>
          <p:spPr>
            <a:xfrm>
              <a:off x="1680625" y="953275"/>
              <a:ext cx="47750" cy="26000"/>
            </a:xfrm>
            <a:custGeom>
              <a:avLst/>
              <a:gdLst/>
              <a:ahLst/>
              <a:cxnLst/>
              <a:rect l="l" t="t" r="r" b="b"/>
              <a:pathLst>
                <a:path w="1910" h="1040" extrusionOk="0">
                  <a:moveTo>
                    <a:pt x="562" y="0"/>
                  </a:moveTo>
                  <a:cubicBezTo>
                    <a:pt x="473" y="0"/>
                    <a:pt x="390" y="11"/>
                    <a:pt x="319" y="34"/>
                  </a:cubicBezTo>
                  <a:cubicBezTo>
                    <a:pt x="1" y="151"/>
                    <a:pt x="34" y="435"/>
                    <a:pt x="386" y="703"/>
                  </a:cubicBezTo>
                  <a:cubicBezTo>
                    <a:pt x="654" y="920"/>
                    <a:pt x="1039" y="1040"/>
                    <a:pt x="1340" y="1040"/>
                  </a:cubicBezTo>
                  <a:cubicBezTo>
                    <a:pt x="1434" y="1040"/>
                    <a:pt x="1520" y="1028"/>
                    <a:pt x="1591" y="1005"/>
                  </a:cubicBezTo>
                  <a:cubicBezTo>
                    <a:pt x="1909" y="904"/>
                    <a:pt x="1892" y="603"/>
                    <a:pt x="1541" y="335"/>
                  </a:cubicBezTo>
                  <a:cubicBezTo>
                    <a:pt x="1255" y="127"/>
                    <a:pt x="870" y="0"/>
                    <a:pt x="5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6"/>
            <p:cNvSpPr/>
            <p:nvPr/>
          </p:nvSpPr>
          <p:spPr>
            <a:xfrm>
              <a:off x="1791925" y="646025"/>
              <a:ext cx="319275" cy="16000"/>
            </a:xfrm>
            <a:custGeom>
              <a:avLst/>
              <a:gdLst/>
              <a:ahLst/>
              <a:cxnLst/>
              <a:rect l="l" t="t" r="r" b="b"/>
              <a:pathLst>
                <a:path w="12771" h="640" extrusionOk="0">
                  <a:moveTo>
                    <a:pt x="5084" y="0"/>
                  </a:moveTo>
                  <a:cubicBezTo>
                    <a:pt x="3940" y="0"/>
                    <a:pt x="2868" y="39"/>
                    <a:pt x="2127" y="138"/>
                  </a:cubicBezTo>
                  <a:cubicBezTo>
                    <a:pt x="1" y="410"/>
                    <a:pt x="1935" y="640"/>
                    <a:pt x="5329" y="640"/>
                  </a:cubicBezTo>
                  <a:cubicBezTo>
                    <a:pt x="6743" y="640"/>
                    <a:pt x="8412" y="600"/>
                    <a:pt x="10145" y="506"/>
                  </a:cubicBezTo>
                  <a:cubicBezTo>
                    <a:pt x="12770" y="367"/>
                    <a:pt x="8590" y="0"/>
                    <a:pt x="5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6"/>
            <p:cNvSpPr/>
            <p:nvPr/>
          </p:nvSpPr>
          <p:spPr>
            <a:xfrm>
              <a:off x="1853875" y="842375"/>
              <a:ext cx="22200" cy="7350"/>
            </a:xfrm>
            <a:custGeom>
              <a:avLst/>
              <a:gdLst/>
              <a:ahLst/>
              <a:cxnLst/>
              <a:rect l="l" t="t" r="r" b="b"/>
              <a:pathLst>
                <a:path w="888" h="294" extrusionOk="0">
                  <a:moveTo>
                    <a:pt x="436" y="0"/>
                  </a:moveTo>
                  <a:cubicBezTo>
                    <a:pt x="218" y="0"/>
                    <a:pt x="1" y="67"/>
                    <a:pt x="1" y="151"/>
                  </a:cubicBezTo>
                  <a:cubicBezTo>
                    <a:pt x="1" y="235"/>
                    <a:pt x="185" y="285"/>
                    <a:pt x="436" y="285"/>
                  </a:cubicBezTo>
                  <a:cubicBezTo>
                    <a:pt x="480" y="291"/>
                    <a:pt x="523" y="294"/>
                    <a:pt x="564" y="294"/>
                  </a:cubicBezTo>
                  <a:cubicBezTo>
                    <a:pt x="752" y="294"/>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6"/>
            <p:cNvSpPr/>
            <p:nvPr/>
          </p:nvSpPr>
          <p:spPr>
            <a:xfrm>
              <a:off x="2227975" y="757000"/>
              <a:ext cx="21800" cy="7575"/>
            </a:xfrm>
            <a:custGeom>
              <a:avLst/>
              <a:gdLst/>
              <a:ahLst/>
              <a:cxnLst/>
              <a:rect l="l" t="t" r="r" b="b"/>
              <a:pathLst>
                <a:path w="872" h="303" extrusionOk="0">
                  <a:moveTo>
                    <a:pt x="436" y="1"/>
                  </a:moveTo>
                  <a:cubicBezTo>
                    <a:pt x="202" y="1"/>
                    <a:pt x="1" y="68"/>
                    <a:pt x="1" y="151"/>
                  </a:cubicBezTo>
                  <a:cubicBezTo>
                    <a:pt x="1" y="235"/>
                    <a:pt x="185" y="302"/>
                    <a:pt x="436" y="302"/>
                  </a:cubicBezTo>
                  <a:cubicBezTo>
                    <a:pt x="687" y="302"/>
                    <a:pt x="871" y="235"/>
                    <a:pt x="871" y="151"/>
                  </a:cubicBezTo>
                  <a:cubicBezTo>
                    <a:pt x="871"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6"/>
            <p:cNvSpPr/>
            <p:nvPr/>
          </p:nvSpPr>
          <p:spPr>
            <a:xfrm>
              <a:off x="2092400" y="675000"/>
              <a:ext cx="22200" cy="7125"/>
            </a:xfrm>
            <a:custGeom>
              <a:avLst/>
              <a:gdLst/>
              <a:ahLst/>
              <a:cxnLst/>
              <a:rect l="l" t="t" r="r" b="b"/>
              <a:pathLst>
                <a:path w="888" h="285" extrusionOk="0">
                  <a:moveTo>
                    <a:pt x="436" y="0"/>
                  </a:moveTo>
                  <a:cubicBezTo>
                    <a:pt x="218" y="0"/>
                    <a:pt x="1" y="67"/>
                    <a:pt x="1" y="151"/>
                  </a:cubicBezTo>
                  <a:cubicBezTo>
                    <a:pt x="1" y="234"/>
                    <a:pt x="185" y="285"/>
                    <a:pt x="436" y="285"/>
                  </a:cubicBezTo>
                  <a:cubicBezTo>
                    <a:pt x="687" y="285"/>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6"/>
            <p:cNvSpPr/>
            <p:nvPr/>
          </p:nvSpPr>
          <p:spPr>
            <a:xfrm>
              <a:off x="1625400" y="879625"/>
              <a:ext cx="21775" cy="7125"/>
            </a:xfrm>
            <a:custGeom>
              <a:avLst/>
              <a:gdLst/>
              <a:ahLst/>
              <a:cxnLst/>
              <a:rect l="l" t="t" r="r" b="b"/>
              <a:pathLst>
                <a:path w="871" h="285" extrusionOk="0">
                  <a:moveTo>
                    <a:pt x="436" y="0"/>
                  </a:moveTo>
                  <a:cubicBezTo>
                    <a:pt x="201" y="0"/>
                    <a:pt x="0" y="50"/>
                    <a:pt x="0" y="134"/>
                  </a:cubicBezTo>
                  <a:cubicBezTo>
                    <a:pt x="0" y="218"/>
                    <a:pt x="184" y="285"/>
                    <a:pt x="436" y="285"/>
                  </a:cubicBezTo>
                  <a:cubicBezTo>
                    <a:pt x="687" y="285"/>
                    <a:pt x="871" y="218"/>
                    <a:pt x="871" y="134"/>
                  </a:cubicBezTo>
                  <a:cubicBezTo>
                    <a:pt x="871" y="50"/>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6"/>
            <p:cNvSpPr/>
            <p:nvPr/>
          </p:nvSpPr>
          <p:spPr>
            <a:xfrm>
              <a:off x="1838825" y="754075"/>
              <a:ext cx="21775" cy="7150"/>
            </a:xfrm>
            <a:custGeom>
              <a:avLst/>
              <a:gdLst/>
              <a:ahLst/>
              <a:cxnLst/>
              <a:rect l="l" t="t" r="r" b="b"/>
              <a:pathLst>
                <a:path w="871" h="286" extrusionOk="0">
                  <a:moveTo>
                    <a:pt x="435" y="1"/>
                  </a:moveTo>
                  <a:cubicBezTo>
                    <a:pt x="201" y="1"/>
                    <a:pt x="0" y="51"/>
                    <a:pt x="0" y="135"/>
                  </a:cubicBezTo>
                  <a:cubicBezTo>
                    <a:pt x="0" y="218"/>
                    <a:pt x="184" y="285"/>
                    <a:pt x="435" y="285"/>
                  </a:cubicBezTo>
                  <a:cubicBezTo>
                    <a:pt x="686" y="285"/>
                    <a:pt x="870" y="218"/>
                    <a:pt x="870" y="135"/>
                  </a:cubicBezTo>
                  <a:cubicBezTo>
                    <a:pt x="870" y="51"/>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6"/>
            <p:cNvSpPr/>
            <p:nvPr/>
          </p:nvSpPr>
          <p:spPr>
            <a:xfrm>
              <a:off x="2201625" y="872500"/>
              <a:ext cx="22200" cy="7550"/>
            </a:xfrm>
            <a:custGeom>
              <a:avLst/>
              <a:gdLst/>
              <a:ahLst/>
              <a:cxnLst/>
              <a:rect l="l" t="t" r="r" b="b"/>
              <a:pathLst>
                <a:path w="888" h="302" extrusionOk="0">
                  <a:moveTo>
                    <a:pt x="452" y="1"/>
                  </a:moveTo>
                  <a:cubicBezTo>
                    <a:pt x="218" y="1"/>
                    <a:pt x="0" y="68"/>
                    <a:pt x="0" y="151"/>
                  </a:cubicBezTo>
                  <a:cubicBezTo>
                    <a:pt x="0" y="235"/>
                    <a:pt x="201" y="302"/>
                    <a:pt x="452" y="302"/>
                  </a:cubicBezTo>
                  <a:cubicBezTo>
                    <a:pt x="703" y="302"/>
                    <a:pt x="888" y="235"/>
                    <a:pt x="888" y="151"/>
                  </a:cubicBezTo>
                  <a:cubicBezTo>
                    <a:pt x="888" y="68"/>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6"/>
            <p:cNvSpPr/>
            <p:nvPr/>
          </p:nvSpPr>
          <p:spPr>
            <a:xfrm>
              <a:off x="2398300" y="887975"/>
              <a:ext cx="22200" cy="7200"/>
            </a:xfrm>
            <a:custGeom>
              <a:avLst/>
              <a:gdLst/>
              <a:ahLst/>
              <a:cxnLst/>
              <a:rect l="l" t="t" r="r" b="b"/>
              <a:pathLst>
                <a:path w="888" h="288" extrusionOk="0">
                  <a:moveTo>
                    <a:pt x="452" y="1"/>
                  </a:moveTo>
                  <a:cubicBezTo>
                    <a:pt x="218" y="1"/>
                    <a:pt x="0" y="51"/>
                    <a:pt x="0" y="135"/>
                  </a:cubicBezTo>
                  <a:cubicBezTo>
                    <a:pt x="0" y="219"/>
                    <a:pt x="201" y="286"/>
                    <a:pt x="452" y="286"/>
                  </a:cubicBezTo>
                  <a:cubicBezTo>
                    <a:pt x="471" y="287"/>
                    <a:pt x="490" y="288"/>
                    <a:pt x="509" y="288"/>
                  </a:cubicBezTo>
                  <a:cubicBezTo>
                    <a:pt x="706" y="288"/>
                    <a:pt x="888" y="211"/>
                    <a:pt x="888" y="135"/>
                  </a:cubicBezTo>
                  <a:cubicBezTo>
                    <a:pt x="888" y="51"/>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6"/>
            <p:cNvSpPr/>
            <p:nvPr/>
          </p:nvSpPr>
          <p:spPr>
            <a:xfrm>
              <a:off x="1667650" y="779600"/>
              <a:ext cx="22225" cy="7150"/>
            </a:xfrm>
            <a:custGeom>
              <a:avLst/>
              <a:gdLst/>
              <a:ahLst/>
              <a:cxnLst/>
              <a:rect l="l" t="t" r="r" b="b"/>
              <a:pathLst>
                <a:path w="889" h="286" extrusionOk="0">
                  <a:moveTo>
                    <a:pt x="436" y="1"/>
                  </a:moveTo>
                  <a:cubicBezTo>
                    <a:pt x="219" y="1"/>
                    <a:pt x="1" y="68"/>
                    <a:pt x="1" y="151"/>
                  </a:cubicBezTo>
                  <a:cubicBezTo>
                    <a:pt x="1" y="235"/>
                    <a:pt x="185" y="285"/>
                    <a:pt x="436" y="285"/>
                  </a:cubicBezTo>
                  <a:cubicBezTo>
                    <a:pt x="687" y="285"/>
                    <a:pt x="888" y="235"/>
                    <a:pt x="888" y="151"/>
                  </a:cubicBezTo>
                  <a:cubicBezTo>
                    <a:pt x="888"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6"/>
            <p:cNvSpPr/>
            <p:nvPr/>
          </p:nvSpPr>
          <p:spPr>
            <a:xfrm>
              <a:off x="1912475" y="949500"/>
              <a:ext cx="21775" cy="7200"/>
            </a:xfrm>
            <a:custGeom>
              <a:avLst/>
              <a:gdLst/>
              <a:ahLst/>
              <a:cxnLst/>
              <a:rect l="l" t="t" r="r" b="b"/>
              <a:pathLst>
                <a:path w="871" h="288" extrusionOk="0">
                  <a:moveTo>
                    <a:pt x="435" y="1"/>
                  </a:moveTo>
                  <a:cubicBezTo>
                    <a:pt x="218" y="1"/>
                    <a:pt x="0" y="68"/>
                    <a:pt x="0" y="151"/>
                  </a:cubicBezTo>
                  <a:cubicBezTo>
                    <a:pt x="0" y="235"/>
                    <a:pt x="184" y="285"/>
                    <a:pt x="435" y="285"/>
                  </a:cubicBezTo>
                  <a:cubicBezTo>
                    <a:pt x="460" y="287"/>
                    <a:pt x="484" y="288"/>
                    <a:pt x="507" y="288"/>
                  </a:cubicBezTo>
                  <a:cubicBezTo>
                    <a:pt x="709" y="288"/>
                    <a:pt x="870" y="226"/>
                    <a:pt x="870" y="151"/>
                  </a:cubicBezTo>
                  <a:cubicBezTo>
                    <a:pt x="870" y="68"/>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1" name="Google Shape;1891;p6"/>
          <p:cNvGrpSpPr/>
          <p:nvPr/>
        </p:nvGrpSpPr>
        <p:grpSpPr>
          <a:xfrm rot="-820589">
            <a:off x="86655" y="4834141"/>
            <a:ext cx="2098832" cy="984632"/>
            <a:chOff x="1406550" y="1260600"/>
            <a:chExt cx="1204775" cy="565200"/>
          </a:xfrm>
        </p:grpSpPr>
        <p:sp>
          <p:nvSpPr>
            <p:cNvPr id="1892" name="Google Shape;1892;p6"/>
            <p:cNvSpPr/>
            <p:nvPr/>
          </p:nvSpPr>
          <p:spPr>
            <a:xfrm>
              <a:off x="1406550" y="1264650"/>
              <a:ext cx="1204775" cy="555275"/>
            </a:xfrm>
            <a:custGeom>
              <a:avLst/>
              <a:gdLst/>
              <a:ahLst/>
              <a:cxnLst/>
              <a:rect l="l" t="t" r="r" b="b"/>
              <a:pathLst>
                <a:path w="48191" h="22211" extrusionOk="0">
                  <a:moveTo>
                    <a:pt x="25953" y="0"/>
                  </a:moveTo>
                  <a:cubicBezTo>
                    <a:pt x="24999" y="0"/>
                    <a:pt x="24004" y="17"/>
                    <a:pt x="22965" y="49"/>
                  </a:cubicBezTo>
                  <a:cubicBezTo>
                    <a:pt x="9089" y="467"/>
                    <a:pt x="0" y="3263"/>
                    <a:pt x="921" y="12586"/>
                  </a:cubicBezTo>
                  <a:cubicBezTo>
                    <a:pt x="1557" y="19097"/>
                    <a:pt x="14897" y="22211"/>
                    <a:pt x="24991" y="22211"/>
                  </a:cubicBezTo>
                  <a:cubicBezTo>
                    <a:pt x="36390" y="22211"/>
                    <a:pt x="48190" y="14461"/>
                    <a:pt x="44759" y="7263"/>
                  </a:cubicBezTo>
                  <a:cubicBezTo>
                    <a:pt x="42311" y="2152"/>
                    <a:pt x="36876" y="0"/>
                    <a:pt x="25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6"/>
            <p:cNvSpPr/>
            <p:nvPr/>
          </p:nvSpPr>
          <p:spPr>
            <a:xfrm>
              <a:off x="1450475" y="1293850"/>
              <a:ext cx="1112300" cy="487575"/>
            </a:xfrm>
            <a:custGeom>
              <a:avLst/>
              <a:gdLst/>
              <a:ahLst/>
              <a:cxnLst/>
              <a:rect l="l" t="t" r="r" b="b"/>
              <a:pathLst>
                <a:path w="44492" h="19503" extrusionOk="0">
                  <a:moveTo>
                    <a:pt x="24368" y="1"/>
                  </a:moveTo>
                  <a:cubicBezTo>
                    <a:pt x="23367" y="1"/>
                    <a:pt x="22314" y="18"/>
                    <a:pt x="21208" y="53"/>
                  </a:cubicBezTo>
                  <a:cubicBezTo>
                    <a:pt x="8370" y="454"/>
                    <a:pt x="1" y="2697"/>
                    <a:pt x="871" y="11301"/>
                  </a:cubicBezTo>
                  <a:cubicBezTo>
                    <a:pt x="1474" y="17293"/>
                    <a:pt x="13475" y="19503"/>
                    <a:pt x="22799" y="19503"/>
                  </a:cubicBezTo>
                  <a:cubicBezTo>
                    <a:pt x="33344" y="19503"/>
                    <a:pt x="44492" y="13025"/>
                    <a:pt x="41328" y="6380"/>
                  </a:cubicBezTo>
                  <a:cubicBezTo>
                    <a:pt x="39111" y="1702"/>
                    <a:pt x="34179" y="1"/>
                    <a:pt x="243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6"/>
            <p:cNvSpPr/>
            <p:nvPr/>
          </p:nvSpPr>
          <p:spPr>
            <a:xfrm>
              <a:off x="1427050" y="1514850"/>
              <a:ext cx="1112725" cy="310950"/>
            </a:xfrm>
            <a:custGeom>
              <a:avLst/>
              <a:gdLst/>
              <a:ahLst/>
              <a:cxnLst/>
              <a:rect l="l" t="t" r="r" b="b"/>
              <a:pathLst>
                <a:path w="44509" h="12438" extrusionOk="0">
                  <a:moveTo>
                    <a:pt x="101" y="0"/>
                  </a:moveTo>
                  <a:lnTo>
                    <a:pt x="101" y="0"/>
                  </a:lnTo>
                  <a:cubicBezTo>
                    <a:pt x="0" y="804"/>
                    <a:pt x="0" y="1657"/>
                    <a:pt x="84" y="2578"/>
                  </a:cubicBezTo>
                  <a:cubicBezTo>
                    <a:pt x="737" y="9089"/>
                    <a:pt x="14077" y="12437"/>
                    <a:pt x="24154" y="12437"/>
                  </a:cubicBezTo>
                  <a:cubicBezTo>
                    <a:pt x="34030" y="12437"/>
                    <a:pt x="44157" y="6428"/>
                    <a:pt x="44508" y="218"/>
                  </a:cubicBezTo>
                  <a:lnTo>
                    <a:pt x="44508" y="218"/>
                  </a:lnTo>
                  <a:cubicBezTo>
                    <a:pt x="43654" y="6194"/>
                    <a:pt x="33812" y="11684"/>
                    <a:pt x="24204" y="11684"/>
                  </a:cubicBezTo>
                  <a:cubicBezTo>
                    <a:pt x="14128" y="11684"/>
                    <a:pt x="770" y="8570"/>
                    <a:pt x="151" y="2059"/>
                  </a:cubicBezTo>
                  <a:cubicBezTo>
                    <a:pt x="84" y="1323"/>
                    <a:pt x="67" y="653"/>
                    <a:pt x="1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6"/>
            <p:cNvSpPr/>
            <p:nvPr/>
          </p:nvSpPr>
          <p:spPr>
            <a:xfrm>
              <a:off x="1423275" y="1260600"/>
              <a:ext cx="1118575" cy="293600"/>
            </a:xfrm>
            <a:custGeom>
              <a:avLst/>
              <a:gdLst/>
              <a:ahLst/>
              <a:cxnLst/>
              <a:rect l="l" t="t" r="r" b="b"/>
              <a:pathLst>
                <a:path w="44743" h="11744" extrusionOk="0">
                  <a:moveTo>
                    <a:pt x="25024" y="1"/>
                  </a:moveTo>
                  <a:cubicBezTo>
                    <a:pt x="24140" y="1"/>
                    <a:pt x="23220" y="15"/>
                    <a:pt x="22263" y="44"/>
                  </a:cubicBezTo>
                  <a:cubicBezTo>
                    <a:pt x="8889" y="462"/>
                    <a:pt x="1" y="3207"/>
                    <a:pt x="185" y="11744"/>
                  </a:cubicBezTo>
                  <a:cubicBezTo>
                    <a:pt x="369" y="3626"/>
                    <a:pt x="9190" y="964"/>
                    <a:pt x="22296" y="579"/>
                  </a:cubicBezTo>
                  <a:cubicBezTo>
                    <a:pt x="23287" y="548"/>
                    <a:pt x="24238" y="533"/>
                    <a:pt x="25151" y="533"/>
                  </a:cubicBezTo>
                  <a:cubicBezTo>
                    <a:pt x="36163" y="533"/>
                    <a:pt x="41632" y="2796"/>
                    <a:pt x="44090" y="7927"/>
                  </a:cubicBezTo>
                  <a:cubicBezTo>
                    <a:pt x="44475" y="8714"/>
                    <a:pt x="44659" y="9484"/>
                    <a:pt x="44693" y="10254"/>
                  </a:cubicBezTo>
                  <a:cubicBezTo>
                    <a:pt x="44743" y="9317"/>
                    <a:pt x="44542" y="8346"/>
                    <a:pt x="44090" y="7408"/>
                  </a:cubicBezTo>
                  <a:cubicBezTo>
                    <a:pt x="41625" y="2262"/>
                    <a:pt x="36116" y="1"/>
                    <a:pt x="25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6"/>
            <p:cNvSpPr/>
            <p:nvPr/>
          </p:nvSpPr>
          <p:spPr>
            <a:xfrm>
              <a:off x="1447450" y="1299025"/>
              <a:ext cx="1027225" cy="464700"/>
            </a:xfrm>
            <a:custGeom>
              <a:avLst/>
              <a:gdLst/>
              <a:ahLst/>
              <a:cxnLst/>
              <a:rect l="l" t="t" r="r" b="b"/>
              <a:pathLst>
                <a:path w="41089" h="18588" extrusionOk="0">
                  <a:moveTo>
                    <a:pt x="24535" y="1"/>
                  </a:moveTo>
                  <a:cubicBezTo>
                    <a:pt x="23384" y="1"/>
                    <a:pt x="22185" y="29"/>
                    <a:pt x="20944" y="80"/>
                  </a:cubicBezTo>
                  <a:cubicBezTo>
                    <a:pt x="9646" y="565"/>
                    <a:pt x="4390" y="2624"/>
                    <a:pt x="2398" y="7411"/>
                  </a:cubicBezTo>
                  <a:cubicBezTo>
                    <a:pt x="1" y="13215"/>
                    <a:pt x="9357" y="18588"/>
                    <a:pt x="18763" y="18588"/>
                  </a:cubicBezTo>
                  <a:cubicBezTo>
                    <a:pt x="19340" y="18588"/>
                    <a:pt x="19918" y="18567"/>
                    <a:pt x="20492" y="18526"/>
                  </a:cubicBezTo>
                  <a:cubicBezTo>
                    <a:pt x="29247" y="17907"/>
                    <a:pt x="40679" y="14525"/>
                    <a:pt x="40863" y="9102"/>
                  </a:cubicBezTo>
                  <a:cubicBezTo>
                    <a:pt x="41089" y="2131"/>
                    <a:pt x="34625" y="1"/>
                    <a:pt x="245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6"/>
            <p:cNvSpPr/>
            <p:nvPr/>
          </p:nvSpPr>
          <p:spPr>
            <a:xfrm>
              <a:off x="1439025" y="1308900"/>
              <a:ext cx="1025525" cy="450175"/>
            </a:xfrm>
            <a:custGeom>
              <a:avLst/>
              <a:gdLst/>
              <a:ahLst/>
              <a:cxnLst/>
              <a:rect l="l" t="t" r="r" b="b"/>
              <a:pathLst>
                <a:path w="41021" h="18007" extrusionOk="0">
                  <a:moveTo>
                    <a:pt x="24879" y="0"/>
                  </a:moveTo>
                  <a:cubicBezTo>
                    <a:pt x="23603" y="0"/>
                    <a:pt x="22282" y="66"/>
                    <a:pt x="20930" y="204"/>
                  </a:cubicBezTo>
                  <a:cubicBezTo>
                    <a:pt x="11941" y="1124"/>
                    <a:pt x="6250" y="2179"/>
                    <a:pt x="3020" y="7184"/>
                  </a:cubicBezTo>
                  <a:cubicBezTo>
                    <a:pt x="1" y="11821"/>
                    <a:pt x="10031" y="18006"/>
                    <a:pt x="19970" y="18006"/>
                  </a:cubicBezTo>
                  <a:cubicBezTo>
                    <a:pt x="20722" y="18006"/>
                    <a:pt x="21473" y="17971"/>
                    <a:pt x="22219" y="17896"/>
                  </a:cubicBezTo>
                  <a:cubicBezTo>
                    <a:pt x="34070" y="16675"/>
                    <a:pt x="40079" y="12038"/>
                    <a:pt x="40564" y="7452"/>
                  </a:cubicBezTo>
                  <a:cubicBezTo>
                    <a:pt x="41020" y="3422"/>
                    <a:pt x="34112" y="0"/>
                    <a:pt x="248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6"/>
            <p:cNvSpPr/>
            <p:nvPr/>
          </p:nvSpPr>
          <p:spPr>
            <a:xfrm>
              <a:off x="1447350" y="1315975"/>
              <a:ext cx="1011500" cy="419150"/>
            </a:xfrm>
            <a:custGeom>
              <a:avLst/>
              <a:gdLst/>
              <a:ahLst/>
              <a:cxnLst/>
              <a:rect l="l" t="t" r="r" b="b"/>
              <a:pathLst>
                <a:path w="40460" h="16766" extrusionOk="0">
                  <a:moveTo>
                    <a:pt x="24729" y="1"/>
                  </a:moveTo>
                  <a:cubicBezTo>
                    <a:pt x="23450" y="1"/>
                    <a:pt x="22124" y="66"/>
                    <a:pt x="20764" y="205"/>
                  </a:cubicBezTo>
                  <a:cubicBezTo>
                    <a:pt x="11910" y="1093"/>
                    <a:pt x="6302" y="2130"/>
                    <a:pt x="3021" y="6951"/>
                  </a:cubicBezTo>
                  <a:cubicBezTo>
                    <a:pt x="0" y="11390"/>
                    <a:pt x="10165" y="16766"/>
                    <a:pt x="19948" y="16766"/>
                  </a:cubicBezTo>
                  <a:cubicBezTo>
                    <a:pt x="20790" y="16766"/>
                    <a:pt x="21628" y="16726"/>
                    <a:pt x="22455" y="16643"/>
                  </a:cubicBezTo>
                  <a:cubicBezTo>
                    <a:pt x="34138" y="15454"/>
                    <a:pt x="39361" y="11554"/>
                    <a:pt x="39947" y="7152"/>
                  </a:cubicBezTo>
                  <a:cubicBezTo>
                    <a:pt x="40460" y="3281"/>
                    <a:pt x="33767" y="1"/>
                    <a:pt x="247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6"/>
            <p:cNvSpPr/>
            <p:nvPr/>
          </p:nvSpPr>
          <p:spPr>
            <a:xfrm>
              <a:off x="2072350" y="1350525"/>
              <a:ext cx="329350" cy="96850"/>
            </a:xfrm>
            <a:custGeom>
              <a:avLst/>
              <a:gdLst/>
              <a:ahLst/>
              <a:cxnLst/>
              <a:rect l="l" t="t" r="r" b="b"/>
              <a:pathLst>
                <a:path w="13174" h="3874" extrusionOk="0">
                  <a:moveTo>
                    <a:pt x="5782" y="1"/>
                  </a:moveTo>
                  <a:cubicBezTo>
                    <a:pt x="4496" y="1"/>
                    <a:pt x="3161" y="810"/>
                    <a:pt x="1020" y="2707"/>
                  </a:cubicBezTo>
                  <a:cubicBezTo>
                    <a:pt x="31" y="3584"/>
                    <a:pt x="0" y="3873"/>
                    <a:pt x="572" y="3873"/>
                  </a:cubicBezTo>
                  <a:cubicBezTo>
                    <a:pt x="1681" y="3873"/>
                    <a:pt x="5062" y="2782"/>
                    <a:pt x="8109" y="2782"/>
                  </a:cubicBezTo>
                  <a:cubicBezTo>
                    <a:pt x="9123" y="2782"/>
                    <a:pt x="10101" y="2903"/>
                    <a:pt x="10946" y="3226"/>
                  </a:cubicBezTo>
                  <a:cubicBezTo>
                    <a:pt x="11895" y="3593"/>
                    <a:pt x="12399" y="3747"/>
                    <a:pt x="12582" y="3747"/>
                  </a:cubicBezTo>
                  <a:cubicBezTo>
                    <a:pt x="13174" y="3747"/>
                    <a:pt x="10404" y="2138"/>
                    <a:pt x="8435" y="949"/>
                  </a:cubicBezTo>
                  <a:cubicBezTo>
                    <a:pt x="7433" y="343"/>
                    <a:pt x="6618" y="1"/>
                    <a:pt x="578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6"/>
            <p:cNvSpPr/>
            <p:nvPr/>
          </p:nvSpPr>
          <p:spPr>
            <a:xfrm>
              <a:off x="1580725" y="1367450"/>
              <a:ext cx="772400" cy="329975"/>
            </a:xfrm>
            <a:custGeom>
              <a:avLst/>
              <a:gdLst/>
              <a:ahLst/>
              <a:cxnLst/>
              <a:rect l="l" t="t" r="r" b="b"/>
              <a:pathLst>
                <a:path w="30896" h="13199" extrusionOk="0">
                  <a:moveTo>
                    <a:pt x="10486" y="1"/>
                  </a:moveTo>
                  <a:cubicBezTo>
                    <a:pt x="5302" y="1"/>
                    <a:pt x="220" y="3089"/>
                    <a:pt x="114" y="7604"/>
                  </a:cubicBezTo>
                  <a:cubicBezTo>
                    <a:pt x="1" y="11782"/>
                    <a:pt x="6792" y="13199"/>
                    <a:pt x="14214" y="13199"/>
                  </a:cubicBezTo>
                  <a:cubicBezTo>
                    <a:pt x="15592" y="13199"/>
                    <a:pt x="16993" y="13150"/>
                    <a:pt x="18375" y="13060"/>
                  </a:cubicBezTo>
                  <a:cubicBezTo>
                    <a:pt x="26711" y="12508"/>
                    <a:pt x="30896" y="6030"/>
                    <a:pt x="21656" y="5762"/>
                  </a:cubicBezTo>
                  <a:cubicBezTo>
                    <a:pt x="21406" y="5756"/>
                    <a:pt x="21169" y="5752"/>
                    <a:pt x="20945" y="5752"/>
                  </a:cubicBezTo>
                  <a:cubicBezTo>
                    <a:pt x="12914" y="5752"/>
                    <a:pt x="20364" y="10013"/>
                    <a:pt x="10090" y="11169"/>
                  </a:cubicBezTo>
                  <a:cubicBezTo>
                    <a:pt x="9229" y="11267"/>
                    <a:pt x="8460" y="11312"/>
                    <a:pt x="7773" y="11312"/>
                  </a:cubicBezTo>
                  <a:cubicBezTo>
                    <a:pt x="27" y="11312"/>
                    <a:pt x="2814" y="5552"/>
                    <a:pt x="4951" y="4875"/>
                  </a:cubicBezTo>
                  <a:cubicBezTo>
                    <a:pt x="8583" y="3720"/>
                    <a:pt x="19430" y="1042"/>
                    <a:pt x="12115" y="105"/>
                  </a:cubicBezTo>
                  <a:cubicBezTo>
                    <a:pt x="11575" y="35"/>
                    <a:pt x="11029" y="1"/>
                    <a:pt x="10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6"/>
            <p:cNvSpPr/>
            <p:nvPr/>
          </p:nvSpPr>
          <p:spPr>
            <a:xfrm>
              <a:off x="2287400" y="1486800"/>
              <a:ext cx="106750" cy="111450"/>
            </a:xfrm>
            <a:custGeom>
              <a:avLst/>
              <a:gdLst/>
              <a:ahLst/>
              <a:cxnLst/>
              <a:rect l="l" t="t" r="r" b="b"/>
              <a:pathLst>
                <a:path w="4270" h="4458" extrusionOk="0">
                  <a:moveTo>
                    <a:pt x="2302" y="1"/>
                  </a:moveTo>
                  <a:cubicBezTo>
                    <a:pt x="1248" y="1"/>
                    <a:pt x="1" y="540"/>
                    <a:pt x="1" y="1106"/>
                  </a:cubicBezTo>
                  <a:cubicBezTo>
                    <a:pt x="1" y="3019"/>
                    <a:pt x="690" y="4458"/>
                    <a:pt x="1722" y="4458"/>
                  </a:cubicBezTo>
                  <a:cubicBezTo>
                    <a:pt x="2215" y="4458"/>
                    <a:pt x="2787" y="4129"/>
                    <a:pt x="3399" y="3365"/>
                  </a:cubicBezTo>
                  <a:cubicBezTo>
                    <a:pt x="4152" y="2428"/>
                    <a:pt x="4269" y="838"/>
                    <a:pt x="3298" y="235"/>
                  </a:cubicBezTo>
                  <a:cubicBezTo>
                    <a:pt x="3036" y="71"/>
                    <a:pt x="2682" y="1"/>
                    <a:pt x="230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6"/>
            <p:cNvSpPr/>
            <p:nvPr/>
          </p:nvSpPr>
          <p:spPr>
            <a:xfrm>
              <a:off x="2228825" y="1474250"/>
              <a:ext cx="64875" cy="29350"/>
            </a:xfrm>
            <a:custGeom>
              <a:avLst/>
              <a:gdLst/>
              <a:ahLst/>
              <a:cxnLst/>
              <a:rect l="l" t="t" r="r" b="b"/>
              <a:pathLst>
                <a:path w="2595" h="1174" extrusionOk="0">
                  <a:moveTo>
                    <a:pt x="1306" y="1"/>
                  </a:moveTo>
                  <a:cubicBezTo>
                    <a:pt x="586" y="1"/>
                    <a:pt x="0" y="269"/>
                    <a:pt x="0" y="587"/>
                  </a:cubicBezTo>
                  <a:cubicBezTo>
                    <a:pt x="0" y="921"/>
                    <a:pt x="586" y="1172"/>
                    <a:pt x="1306" y="1172"/>
                  </a:cubicBezTo>
                  <a:cubicBezTo>
                    <a:pt x="1327" y="1173"/>
                    <a:pt x="1348" y="1173"/>
                    <a:pt x="1368" y="1173"/>
                  </a:cubicBezTo>
                  <a:cubicBezTo>
                    <a:pt x="2043" y="1173"/>
                    <a:pt x="2595" y="911"/>
                    <a:pt x="2595" y="587"/>
                  </a:cubicBezTo>
                  <a:cubicBezTo>
                    <a:pt x="2595" y="252"/>
                    <a:pt x="2009" y="1"/>
                    <a:pt x="130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6"/>
            <p:cNvSpPr/>
            <p:nvPr/>
          </p:nvSpPr>
          <p:spPr>
            <a:xfrm>
              <a:off x="1938825" y="1549575"/>
              <a:ext cx="31400" cy="18850"/>
            </a:xfrm>
            <a:custGeom>
              <a:avLst/>
              <a:gdLst/>
              <a:ahLst/>
              <a:cxnLst/>
              <a:rect l="l" t="t" r="r" b="b"/>
              <a:pathLst>
                <a:path w="1256" h="754" extrusionOk="0">
                  <a:moveTo>
                    <a:pt x="620" y="1"/>
                  </a:moveTo>
                  <a:cubicBezTo>
                    <a:pt x="268" y="1"/>
                    <a:pt x="1" y="168"/>
                    <a:pt x="1" y="369"/>
                  </a:cubicBezTo>
                  <a:cubicBezTo>
                    <a:pt x="1" y="586"/>
                    <a:pt x="268" y="754"/>
                    <a:pt x="620" y="754"/>
                  </a:cubicBezTo>
                  <a:cubicBezTo>
                    <a:pt x="971" y="754"/>
                    <a:pt x="1256" y="586"/>
                    <a:pt x="1256" y="369"/>
                  </a:cubicBezTo>
                  <a:cubicBezTo>
                    <a:pt x="1256" y="168"/>
                    <a:pt x="971" y="1"/>
                    <a:pt x="62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6"/>
            <p:cNvSpPr/>
            <p:nvPr/>
          </p:nvSpPr>
          <p:spPr>
            <a:xfrm>
              <a:off x="1686500" y="1573025"/>
              <a:ext cx="37675" cy="13825"/>
            </a:xfrm>
            <a:custGeom>
              <a:avLst/>
              <a:gdLst/>
              <a:ahLst/>
              <a:cxnLst/>
              <a:rect l="l" t="t" r="r" b="b"/>
              <a:pathLst>
                <a:path w="1507" h="553" extrusionOk="0">
                  <a:moveTo>
                    <a:pt x="753" y="0"/>
                  </a:moveTo>
                  <a:cubicBezTo>
                    <a:pt x="335" y="0"/>
                    <a:pt x="0" y="134"/>
                    <a:pt x="0" y="268"/>
                  </a:cubicBezTo>
                  <a:cubicBezTo>
                    <a:pt x="0" y="418"/>
                    <a:pt x="335" y="552"/>
                    <a:pt x="753" y="552"/>
                  </a:cubicBezTo>
                  <a:cubicBezTo>
                    <a:pt x="1172" y="552"/>
                    <a:pt x="1507" y="418"/>
                    <a:pt x="1507" y="268"/>
                  </a:cubicBezTo>
                  <a:cubicBezTo>
                    <a:pt x="1507" y="134"/>
                    <a:pt x="1172" y="0"/>
                    <a:pt x="7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6"/>
            <p:cNvSpPr/>
            <p:nvPr/>
          </p:nvSpPr>
          <p:spPr>
            <a:xfrm>
              <a:off x="1560950" y="1463375"/>
              <a:ext cx="29325" cy="18850"/>
            </a:xfrm>
            <a:custGeom>
              <a:avLst/>
              <a:gdLst/>
              <a:ahLst/>
              <a:cxnLst/>
              <a:rect l="l" t="t" r="r" b="b"/>
              <a:pathLst>
                <a:path w="1173" h="754" extrusionOk="0">
                  <a:moveTo>
                    <a:pt x="586" y="0"/>
                  </a:moveTo>
                  <a:cubicBezTo>
                    <a:pt x="252" y="0"/>
                    <a:pt x="1" y="168"/>
                    <a:pt x="1" y="369"/>
                  </a:cubicBezTo>
                  <a:cubicBezTo>
                    <a:pt x="1" y="586"/>
                    <a:pt x="268" y="754"/>
                    <a:pt x="586" y="754"/>
                  </a:cubicBezTo>
                  <a:cubicBezTo>
                    <a:pt x="921" y="754"/>
                    <a:pt x="1172" y="586"/>
                    <a:pt x="1172" y="369"/>
                  </a:cubicBezTo>
                  <a:cubicBezTo>
                    <a:pt x="1172" y="168"/>
                    <a:pt x="905" y="0"/>
                    <a:pt x="58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6"/>
            <p:cNvSpPr/>
            <p:nvPr/>
          </p:nvSpPr>
          <p:spPr>
            <a:xfrm>
              <a:off x="1939675" y="1348300"/>
              <a:ext cx="110075" cy="18850"/>
            </a:xfrm>
            <a:custGeom>
              <a:avLst/>
              <a:gdLst/>
              <a:ahLst/>
              <a:cxnLst/>
              <a:rect l="l" t="t" r="r" b="b"/>
              <a:pathLst>
                <a:path w="4403" h="754" extrusionOk="0">
                  <a:moveTo>
                    <a:pt x="2193" y="0"/>
                  </a:moveTo>
                  <a:cubicBezTo>
                    <a:pt x="988" y="0"/>
                    <a:pt x="0" y="168"/>
                    <a:pt x="0" y="369"/>
                  </a:cubicBezTo>
                  <a:cubicBezTo>
                    <a:pt x="0" y="586"/>
                    <a:pt x="988" y="754"/>
                    <a:pt x="2193" y="754"/>
                  </a:cubicBezTo>
                  <a:cubicBezTo>
                    <a:pt x="3415" y="754"/>
                    <a:pt x="4402" y="586"/>
                    <a:pt x="4402" y="369"/>
                  </a:cubicBezTo>
                  <a:cubicBezTo>
                    <a:pt x="4402" y="168"/>
                    <a:pt x="3415" y="0"/>
                    <a:pt x="219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6"/>
            <p:cNvSpPr/>
            <p:nvPr/>
          </p:nvSpPr>
          <p:spPr>
            <a:xfrm>
              <a:off x="1886925" y="1428325"/>
              <a:ext cx="164075" cy="32050"/>
            </a:xfrm>
            <a:custGeom>
              <a:avLst/>
              <a:gdLst/>
              <a:ahLst/>
              <a:cxnLst/>
              <a:rect l="l" t="t" r="r" b="b"/>
              <a:pathLst>
                <a:path w="6563" h="1282" extrusionOk="0">
                  <a:moveTo>
                    <a:pt x="3956" y="0"/>
                  </a:moveTo>
                  <a:cubicBezTo>
                    <a:pt x="2950" y="0"/>
                    <a:pt x="1843" y="116"/>
                    <a:pt x="1106" y="331"/>
                  </a:cubicBezTo>
                  <a:cubicBezTo>
                    <a:pt x="1" y="649"/>
                    <a:pt x="85" y="1034"/>
                    <a:pt x="1290" y="1202"/>
                  </a:cubicBezTo>
                  <a:cubicBezTo>
                    <a:pt x="1678" y="1256"/>
                    <a:pt x="2134" y="1282"/>
                    <a:pt x="2611" y="1282"/>
                  </a:cubicBezTo>
                  <a:cubicBezTo>
                    <a:pt x="3614" y="1282"/>
                    <a:pt x="4709" y="1166"/>
                    <a:pt x="5458" y="951"/>
                  </a:cubicBezTo>
                  <a:cubicBezTo>
                    <a:pt x="6562" y="649"/>
                    <a:pt x="6479" y="248"/>
                    <a:pt x="5274" y="80"/>
                  </a:cubicBezTo>
                  <a:cubicBezTo>
                    <a:pt x="4891" y="26"/>
                    <a:pt x="4435" y="0"/>
                    <a:pt x="395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6"/>
            <p:cNvSpPr/>
            <p:nvPr/>
          </p:nvSpPr>
          <p:spPr>
            <a:xfrm>
              <a:off x="2125875" y="1330725"/>
              <a:ext cx="45225" cy="13825"/>
            </a:xfrm>
            <a:custGeom>
              <a:avLst/>
              <a:gdLst/>
              <a:ahLst/>
              <a:cxnLst/>
              <a:rect l="l" t="t" r="r" b="b"/>
              <a:pathLst>
                <a:path w="1809" h="553" extrusionOk="0">
                  <a:moveTo>
                    <a:pt x="905" y="0"/>
                  </a:moveTo>
                  <a:cubicBezTo>
                    <a:pt x="419" y="0"/>
                    <a:pt x="1" y="134"/>
                    <a:pt x="1" y="285"/>
                  </a:cubicBezTo>
                  <a:cubicBezTo>
                    <a:pt x="1" y="419"/>
                    <a:pt x="402" y="553"/>
                    <a:pt x="905" y="553"/>
                  </a:cubicBezTo>
                  <a:cubicBezTo>
                    <a:pt x="1407" y="553"/>
                    <a:pt x="1808" y="419"/>
                    <a:pt x="1808" y="285"/>
                  </a:cubicBezTo>
                  <a:cubicBezTo>
                    <a:pt x="1808" y="134"/>
                    <a:pt x="1407" y="0"/>
                    <a:pt x="905" y="0"/>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6"/>
            <p:cNvSpPr/>
            <p:nvPr/>
          </p:nvSpPr>
          <p:spPr>
            <a:xfrm>
              <a:off x="2066450" y="1471750"/>
              <a:ext cx="42725" cy="25975"/>
            </a:xfrm>
            <a:custGeom>
              <a:avLst/>
              <a:gdLst/>
              <a:ahLst/>
              <a:cxnLst/>
              <a:rect l="l" t="t" r="r" b="b"/>
              <a:pathLst>
                <a:path w="1709" h="1039" extrusionOk="0">
                  <a:moveTo>
                    <a:pt x="854" y="0"/>
                  </a:moveTo>
                  <a:cubicBezTo>
                    <a:pt x="369" y="0"/>
                    <a:pt x="1" y="218"/>
                    <a:pt x="1" y="519"/>
                  </a:cubicBezTo>
                  <a:cubicBezTo>
                    <a:pt x="1" y="804"/>
                    <a:pt x="369" y="1038"/>
                    <a:pt x="854" y="1038"/>
                  </a:cubicBezTo>
                  <a:cubicBezTo>
                    <a:pt x="1323" y="1038"/>
                    <a:pt x="1708" y="804"/>
                    <a:pt x="1708" y="519"/>
                  </a:cubicBezTo>
                  <a:cubicBezTo>
                    <a:pt x="1708" y="218"/>
                    <a:pt x="1323" y="0"/>
                    <a:pt x="8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6"/>
            <p:cNvSpPr/>
            <p:nvPr/>
          </p:nvSpPr>
          <p:spPr>
            <a:xfrm>
              <a:off x="1995725" y="1467550"/>
              <a:ext cx="39800" cy="19700"/>
            </a:xfrm>
            <a:custGeom>
              <a:avLst/>
              <a:gdLst/>
              <a:ahLst/>
              <a:cxnLst/>
              <a:rect l="l" t="t" r="r" b="b"/>
              <a:pathLst>
                <a:path w="1592" h="788" extrusionOk="0">
                  <a:moveTo>
                    <a:pt x="788" y="1"/>
                  </a:moveTo>
                  <a:cubicBezTo>
                    <a:pt x="352" y="1"/>
                    <a:pt x="1" y="168"/>
                    <a:pt x="1" y="386"/>
                  </a:cubicBezTo>
                  <a:cubicBezTo>
                    <a:pt x="1" y="620"/>
                    <a:pt x="352" y="788"/>
                    <a:pt x="788" y="788"/>
                  </a:cubicBezTo>
                  <a:cubicBezTo>
                    <a:pt x="1240" y="771"/>
                    <a:pt x="1591" y="603"/>
                    <a:pt x="1591" y="386"/>
                  </a:cubicBezTo>
                  <a:cubicBezTo>
                    <a:pt x="1591" y="185"/>
                    <a:pt x="1240" y="1"/>
                    <a:pt x="788"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6"/>
            <p:cNvSpPr/>
            <p:nvPr/>
          </p:nvSpPr>
          <p:spPr>
            <a:xfrm>
              <a:off x="1891550" y="1466725"/>
              <a:ext cx="39775" cy="20100"/>
            </a:xfrm>
            <a:custGeom>
              <a:avLst/>
              <a:gdLst/>
              <a:ahLst/>
              <a:cxnLst/>
              <a:rect l="l" t="t" r="r" b="b"/>
              <a:pathLst>
                <a:path w="1591" h="804" extrusionOk="0">
                  <a:moveTo>
                    <a:pt x="787" y="0"/>
                  </a:moveTo>
                  <a:cubicBezTo>
                    <a:pt x="352" y="0"/>
                    <a:pt x="0" y="168"/>
                    <a:pt x="0" y="402"/>
                  </a:cubicBezTo>
                  <a:cubicBezTo>
                    <a:pt x="0" y="620"/>
                    <a:pt x="352" y="804"/>
                    <a:pt x="787" y="804"/>
                  </a:cubicBezTo>
                  <a:cubicBezTo>
                    <a:pt x="1239" y="804"/>
                    <a:pt x="1590" y="620"/>
                    <a:pt x="1590" y="402"/>
                  </a:cubicBezTo>
                  <a:cubicBezTo>
                    <a:pt x="1590" y="201"/>
                    <a:pt x="1239" y="0"/>
                    <a:pt x="7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6"/>
            <p:cNvSpPr/>
            <p:nvPr/>
          </p:nvSpPr>
          <p:spPr>
            <a:xfrm>
              <a:off x="1886525" y="1342850"/>
              <a:ext cx="37250" cy="14675"/>
            </a:xfrm>
            <a:custGeom>
              <a:avLst/>
              <a:gdLst/>
              <a:ahLst/>
              <a:cxnLst/>
              <a:rect l="l" t="t" r="r" b="b"/>
              <a:pathLst>
                <a:path w="1490" h="587" extrusionOk="0">
                  <a:moveTo>
                    <a:pt x="753" y="1"/>
                  </a:moveTo>
                  <a:cubicBezTo>
                    <a:pt x="335" y="1"/>
                    <a:pt x="0" y="135"/>
                    <a:pt x="0" y="302"/>
                  </a:cubicBezTo>
                  <a:cubicBezTo>
                    <a:pt x="0" y="436"/>
                    <a:pt x="335" y="587"/>
                    <a:pt x="753" y="587"/>
                  </a:cubicBezTo>
                  <a:cubicBezTo>
                    <a:pt x="1172" y="570"/>
                    <a:pt x="1490" y="436"/>
                    <a:pt x="1490" y="302"/>
                  </a:cubicBezTo>
                  <a:cubicBezTo>
                    <a:pt x="1490" y="151"/>
                    <a:pt x="1172" y="1"/>
                    <a:pt x="75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6"/>
            <p:cNvSpPr/>
            <p:nvPr/>
          </p:nvSpPr>
          <p:spPr>
            <a:xfrm>
              <a:off x="2189900" y="1549150"/>
              <a:ext cx="42725" cy="26000"/>
            </a:xfrm>
            <a:custGeom>
              <a:avLst/>
              <a:gdLst/>
              <a:ahLst/>
              <a:cxnLst/>
              <a:rect l="l" t="t" r="r" b="b"/>
              <a:pathLst>
                <a:path w="1709" h="1040" extrusionOk="0">
                  <a:moveTo>
                    <a:pt x="854" y="1"/>
                  </a:moveTo>
                  <a:cubicBezTo>
                    <a:pt x="369" y="1"/>
                    <a:pt x="1" y="219"/>
                    <a:pt x="1" y="520"/>
                  </a:cubicBezTo>
                  <a:cubicBezTo>
                    <a:pt x="1" y="804"/>
                    <a:pt x="369" y="1039"/>
                    <a:pt x="854" y="1039"/>
                  </a:cubicBezTo>
                  <a:cubicBezTo>
                    <a:pt x="870" y="1039"/>
                    <a:pt x="885" y="1039"/>
                    <a:pt x="900" y="1039"/>
                  </a:cubicBezTo>
                  <a:cubicBezTo>
                    <a:pt x="1363" y="1039"/>
                    <a:pt x="1708" y="795"/>
                    <a:pt x="1708" y="520"/>
                  </a:cubicBezTo>
                  <a:cubicBezTo>
                    <a:pt x="1708" y="219"/>
                    <a:pt x="1323" y="1"/>
                    <a:pt x="854"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6"/>
            <p:cNvSpPr/>
            <p:nvPr/>
          </p:nvSpPr>
          <p:spPr>
            <a:xfrm>
              <a:off x="1730850" y="1376325"/>
              <a:ext cx="149825" cy="70325"/>
            </a:xfrm>
            <a:custGeom>
              <a:avLst/>
              <a:gdLst/>
              <a:ahLst/>
              <a:cxnLst/>
              <a:rect l="l" t="t" r="r" b="b"/>
              <a:pathLst>
                <a:path w="5993" h="2813" extrusionOk="0">
                  <a:moveTo>
                    <a:pt x="2997" y="1"/>
                  </a:moveTo>
                  <a:cubicBezTo>
                    <a:pt x="1340" y="1"/>
                    <a:pt x="0" y="637"/>
                    <a:pt x="0" y="1407"/>
                  </a:cubicBezTo>
                  <a:cubicBezTo>
                    <a:pt x="0" y="2177"/>
                    <a:pt x="1340" y="2813"/>
                    <a:pt x="2997" y="2813"/>
                  </a:cubicBezTo>
                  <a:cubicBezTo>
                    <a:pt x="4654" y="2813"/>
                    <a:pt x="5993" y="2177"/>
                    <a:pt x="5993" y="1407"/>
                  </a:cubicBezTo>
                  <a:cubicBezTo>
                    <a:pt x="5993" y="637"/>
                    <a:pt x="4654" y="1"/>
                    <a:pt x="29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6"/>
            <p:cNvSpPr/>
            <p:nvPr/>
          </p:nvSpPr>
          <p:spPr>
            <a:xfrm>
              <a:off x="1738375" y="1401050"/>
              <a:ext cx="110925" cy="36875"/>
            </a:xfrm>
            <a:custGeom>
              <a:avLst/>
              <a:gdLst/>
              <a:ahLst/>
              <a:cxnLst/>
              <a:rect l="l" t="t" r="r" b="b"/>
              <a:pathLst>
                <a:path w="4437" h="1475" extrusionOk="0">
                  <a:moveTo>
                    <a:pt x="625" y="0"/>
                  </a:moveTo>
                  <a:cubicBezTo>
                    <a:pt x="498" y="0"/>
                    <a:pt x="396" y="39"/>
                    <a:pt x="319" y="133"/>
                  </a:cubicBezTo>
                  <a:cubicBezTo>
                    <a:pt x="1" y="518"/>
                    <a:pt x="603" y="1037"/>
                    <a:pt x="1658" y="1305"/>
                  </a:cubicBezTo>
                  <a:cubicBezTo>
                    <a:pt x="2074" y="1419"/>
                    <a:pt x="2501" y="1474"/>
                    <a:pt x="2884" y="1474"/>
                  </a:cubicBezTo>
                  <a:cubicBezTo>
                    <a:pt x="3455" y="1474"/>
                    <a:pt x="3928" y="1352"/>
                    <a:pt x="4118" y="1121"/>
                  </a:cubicBezTo>
                  <a:cubicBezTo>
                    <a:pt x="4436" y="753"/>
                    <a:pt x="3382" y="786"/>
                    <a:pt x="2344" y="518"/>
                  </a:cubicBezTo>
                  <a:cubicBezTo>
                    <a:pt x="1561" y="319"/>
                    <a:pt x="990" y="0"/>
                    <a:pt x="625"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6"/>
            <p:cNvSpPr/>
            <p:nvPr/>
          </p:nvSpPr>
          <p:spPr>
            <a:xfrm>
              <a:off x="1767675" y="1385550"/>
              <a:ext cx="106725" cy="33400"/>
            </a:xfrm>
            <a:custGeom>
              <a:avLst/>
              <a:gdLst/>
              <a:ahLst/>
              <a:cxnLst/>
              <a:rect l="l" t="t" r="r" b="b"/>
              <a:pathLst>
                <a:path w="4269" h="1336" extrusionOk="0">
                  <a:moveTo>
                    <a:pt x="1481" y="0"/>
                  </a:moveTo>
                  <a:cubicBezTo>
                    <a:pt x="1130" y="0"/>
                    <a:pt x="814" y="43"/>
                    <a:pt x="586" y="134"/>
                  </a:cubicBezTo>
                  <a:cubicBezTo>
                    <a:pt x="0" y="368"/>
                    <a:pt x="1105" y="469"/>
                    <a:pt x="1942" y="787"/>
                  </a:cubicBezTo>
                  <a:cubicBezTo>
                    <a:pt x="2622" y="1040"/>
                    <a:pt x="2941" y="1336"/>
                    <a:pt x="3339" y="1336"/>
                  </a:cubicBezTo>
                  <a:cubicBezTo>
                    <a:pt x="3440" y="1336"/>
                    <a:pt x="3547" y="1317"/>
                    <a:pt x="3666" y="1272"/>
                  </a:cubicBezTo>
                  <a:cubicBezTo>
                    <a:pt x="4269" y="1038"/>
                    <a:pt x="4051" y="603"/>
                    <a:pt x="3198" y="301"/>
                  </a:cubicBezTo>
                  <a:cubicBezTo>
                    <a:pt x="2675" y="107"/>
                    <a:pt x="2034" y="0"/>
                    <a:pt x="148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6"/>
            <p:cNvSpPr/>
            <p:nvPr/>
          </p:nvSpPr>
          <p:spPr>
            <a:xfrm>
              <a:off x="1807425" y="1423625"/>
              <a:ext cx="13225" cy="9250"/>
            </a:xfrm>
            <a:custGeom>
              <a:avLst/>
              <a:gdLst/>
              <a:ahLst/>
              <a:cxnLst/>
              <a:rect l="l" t="t" r="r" b="b"/>
              <a:pathLst>
                <a:path w="529" h="370" extrusionOk="0">
                  <a:moveTo>
                    <a:pt x="335" y="0"/>
                  </a:moveTo>
                  <a:cubicBezTo>
                    <a:pt x="151" y="201"/>
                    <a:pt x="1" y="352"/>
                    <a:pt x="268" y="369"/>
                  </a:cubicBezTo>
                  <a:cubicBezTo>
                    <a:pt x="274" y="369"/>
                    <a:pt x="280" y="369"/>
                    <a:pt x="286" y="369"/>
                  </a:cubicBezTo>
                  <a:cubicBezTo>
                    <a:pt x="529" y="369"/>
                    <a:pt x="369" y="17"/>
                    <a:pt x="369" y="17"/>
                  </a:cubicBezTo>
                  <a:lnTo>
                    <a:pt x="3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6"/>
            <p:cNvSpPr/>
            <p:nvPr/>
          </p:nvSpPr>
          <p:spPr>
            <a:xfrm>
              <a:off x="1792375" y="1421950"/>
              <a:ext cx="12200" cy="8675"/>
            </a:xfrm>
            <a:custGeom>
              <a:avLst/>
              <a:gdLst/>
              <a:ahLst/>
              <a:cxnLst/>
              <a:rect l="l" t="t" r="r" b="b"/>
              <a:pathLst>
                <a:path w="488" h="347" extrusionOk="0">
                  <a:moveTo>
                    <a:pt x="385" y="0"/>
                  </a:moveTo>
                  <a:cubicBezTo>
                    <a:pt x="167" y="151"/>
                    <a:pt x="0" y="251"/>
                    <a:pt x="251" y="335"/>
                  </a:cubicBezTo>
                  <a:cubicBezTo>
                    <a:pt x="275" y="343"/>
                    <a:pt x="296" y="347"/>
                    <a:pt x="314" y="347"/>
                  </a:cubicBezTo>
                  <a:cubicBezTo>
                    <a:pt x="487" y="347"/>
                    <a:pt x="419" y="17"/>
                    <a:pt x="419" y="17"/>
                  </a:cubicBezTo>
                  <a:lnTo>
                    <a:pt x="3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6"/>
            <p:cNvSpPr/>
            <p:nvPr/>
          </p:nvSpPr>
          <p:spPr>
            <a:xfrm>
              <a:off x="1772275" y="1417750"/>
              <a:ext cx="12200" cy="8700"/>
            </a:xfrm>
            <a:custGeom>
              <a:avLst/>
              <a:gdLst/>
              <a:ahLst/>
              <a:cxnLst/>
              <a:rect l="l" t="t" r="r" b="b"/>
              <a:pathLst>
                <a:path w="488" h="348" extrusionOk="0">
                  <a:moveTo>
                    <a:pt x="402" y="1"/>
                  </a:moveTo>
                  <a:cubicBezTo>
                    <a:pt x="168" y="152"/>
                    <a:pt x="1" y="252"/>
                    <a:pt x="252" y="336"/>
                  </a:cubicBezTo>
                  <a:cubicBezTo>
                    <a:pt x="275" y="344"/>
                    <a:pt x="296" y="347"/>
                    <a:pt x="314" y="347"/>
                  </a:cubicBezTo>
                  <a:cubicBezTo>
                    <a:pt x="488" y="347"/>
                    <a:pt x="419" y="18"/>
                    <a:pt x="419" y="18"/>
                  </a:cubicBezTo>
                  <a:lnTo>
                    <a:pt x="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6"/>
            <p:cNvSpPr/>
            <p:nvPr/>
          </p:nvSpPr>
          <p:spPr>
            <a:xfrm>
              <a:off x="1756125" y="1411475"/>
              <a:ext cx="12000" cy="6525"/>
            </a:xfrm>
            <a:custGeom>
              <a:avLst/>
              <a:gdLst/>
              <a:ahLst/>
              <a:cxnLst/>
              <a:rect l="l" t="t" r="r" b="b"/>
              <a:pathLst>
                <a:path w="480" h="261" extrusionOk="0">
                  <a:moveTo>
                    <a:pt x="352" y="1"/>
                  </a:moveTo>
                  <a:cubicBezTo>
                    <a:pt x="140" y="1"/>
                    <a:pt x="1" y="13"/>
                    <a:pt x="144" y="185"/>
                  </a:cubicBezTo>
                  <a:cubicBezTo>
                    <a:pt x="183" y="240"/>
                    <a:pt x="223" y="261"/>
                    <a:pt x="259" y="261"/>
                  </a:cubicBezTo>
                  <a:cubicBezTo>
                    <a:pt x="381" y="261"/>
                    <a:pt x="479" y="34"/>
                    <a:pt x="479" y="34"/>
                  </a:cubicBezTo>
                  <a:lnTo>
                    <a:pt x="462" y="1"/>
                  </a:lnTo>
                  <a:cubicBezTo>
                    <a:pt x="424" y="1"/>
                    <a:pt x="387" y="1"/>
                    <a:pt x="3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6"/>
            <p:cNvSpPr/>
            <p:nvPr/>
          </p:nvSpPr>
          <p:spPr>
            <a:xfrm>
              <a:off x="1842575" y="1405250"/>
              <a:ext cx="10900" cy="6675"/>
            </a:xfrm>
            <a:custGeom>
              <a:avLst/>
              <a:gdLst/>
              <a:ahLst/>
              <a:cxnLst/>
              <a:rect l="l" t="t" r="r" b="b"/>
              <a:pathLst>
                <a:path w="436" h="267" extrusionOk="0">
                  <a:moveTo>
                    <a:pt x="222" y="0"/>
                  </a:moveTo>
                  <a:cubicBezTo>
                    <a:pt x="137" y="0"/>
                    <a:pt x="79" y="123"/>
                    <a:pt x="1" y="267"/>
                  </a:cubicBezTo>
                  <a:lnTo>
                    <a:pt x="17" y="267"/>
                  </a:lnTo>
                  <a:cubicBezTo>
                    <a:pt x="17" y="267"/>
                    <a:pt x="436" y="116"/>
                    <a:pt x="302" y="32"/>
                  </a:cubicBezTo>
                  <a:cubicBezTo>
                    <a:pt x="272" y="10"/>
                    <a:pt x="246"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6"/>
            <p:cNvSpPr/>
            <p:nvPr/>
          </p:nvSpPr>
          <p:spPr>
            <a:xfrm>
              <a:off x="1832950" y="1400200"/>
              <a:ext cx="12175" cy="7125"/>
            </a:xfrm>
            <a:custGeom>
              <a:avLst/>
              <a:gdLst/>
              <a:ahLst/>
              <a:cxnLst/>
              <a:rect l="l" t="t" r="r" b="b"/>
              <a:pathLst>
                <a:path w="487" h="285" extrusionOk="0">
                  <a:moveTo>
                    <a:pt x="154" y="1"/>
                  </a:moveTo>
                  <a:cubicBezTo>
                    <a:pt x="17" y="1"/>
                    <a:pt x="15" y="131"/>
                    <a:pt x="1" y="285"/>
                  </a:cubicBezTo>
                  <a:lnTo>
                    <a:pt x="51" y="285"/>
                  </a:lnTo>
                  <a:cubicBezTo>
                    <a:pt x="51" y="285"/>
                    <a:pt x="486" y="67"/>
                    <a:pt x="252" y="17"/>
                  </a:cubicBezTo>
                  <a:cubicBezTo>
                    <a:pt x="213" y="6"/>
                    <a:pt x="181" y="1"/>
                    <a:pt x="1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6"/>
            <p:cNvSpPr/>
            <p:nvPr/>
          </p:nvSpPr>
          <p:spPr>
            <a:xfrm>
              <a:off x="1817900" y="1392525"/>
              <a:ext cx="12575" cy="8100"/>
            </a:xfrm>
            <a:custGeom>
              <a:avLst/>
              <a:gdLst/>
              <a:ahLst/>
              <a:cxnLst/>
              <a:rect l="l" t="t" r="r" b="b"/>
              <a:pathLst>
                <a:path w="503" h="324" extrusionOk="0">
                  <a:moveTo>
                    <a:pt x="139" y="0"/>
                  </a:moveTo>
                  <a:cubicBezTo>
                    <a:pt x="0" y="0"/>
                    <a:pt x="0" y="145"/>
                    <a:pt x="0" y="324"/>
                  </a:cubicBezTo>
                  <a:lnTo>
                    <a:pt x="34" y="324"/>
                  </a:lnTo>
                  <a:cubicBezTo>
                    <a:pt x="34" y="324"/>
                    <a:pt x="502" y="106"/>
                    <a:pt x="251" y="22"/>
                  </a:cubicBezTo>
                  <a:cubicBezTo>
                    <a:pt x="206" y="7"/>
                    <a:pt x="169" y="0"/>
                    <a:pt x="1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6"/>
            <p:cNvSpPr/>
            <p:nvPr/>
          </p:nvSpPr>
          <p:spPr>
            <a:xfrm>
              <a:off x="1792775" y="1389175"/>
              <a:ext cx="16375" cy="8100"/>
            </a:xfrm>
            <a:custGeom>
              <a:avLst/>
              <a:gdLst/>
              <a:ahLst/>
              <a:cxnLst/>
              <a:rect l="l" t="t" r="r" b="b"/>
              <a:pathLst>
                <a:path w="655" h="324" extrusionOk="0">
                  <a:moveTo>
                    <a:pt x="412" y="1"/>
                  </a:moveTo>
                  <a:cubicBezTo>
                    <a:pt x="394" y="1"/>
                    <a:pt x="375" y="2"/>
                    <a:pt x="352" y="6"/>
                  </a:cubicBezTo>
                  <a:cubicBezTo>
                    <a:pt x="1" y="73"/>
                    <a:pt x="185" y="173"/>
                    <a:pt x="403" y="324"/>
                  </a:cubicBezTo>
                  <a:lnTo>
                    <a:pt x="436" y="307"/>
                  </a:lnTo>
                  <a:cubicBezTo>
                    <a:pt x="436" y="307"/>
                    <a:pt x="655" y="1"/>
                    <a:pt x="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6"/>
            <p:cNvSpPr/>
            <p:nvPr/>
          </p:nvSpPr>
          <p:spPr>
            <a:xfrm>
              <a:off x="2274425" y="1444925"/>
              <a:ext cx="116775" cy="67025"/>
            </a:xfrm>
            <a:custGeom>
              <a:avLst/>
              <a:gdLst/>
              <a:ahLst/>
              <a:cxnLst/>
              <a:rect l="l" t="t" r="r" b="b"/>
              <a:pathLst>
                <a:path w="4671" h="2681" extrusionOk="0">
                  <a:moveTo>
                    <a:pt x="2256" y="1"/>
                  </a:moveTo>
                  <a:cubicBezTo>
                    <a:pt x="1015" y="1"/>
                    <a:pt x="17" y="574"/>
                    <a:pt x="1" y="1291"/>
                  </a:cubicBezTo>
                  <a:cubicBezTo>
                    <a:pt x="1" y="2027"/>
                    <a:pt x="1022" y="2647"/>
                    <a:pt x="2311" y="2680"/>
                  </a:cubicBezTo>
                  <a:cubicBezTo>
                    <a:pt x="2329" y="2680"/>
                    <a:pt x="2346" y="2681"/>
                    <a:pt x="2364" y="2681"/>
                  </a:cubicBezTo>
                  <a:cubicBezTo>
                    <a:pt x="3612" y="2681"/>
                    <a:pt x="4638" y="2101"/>
                    <a:pt x="4654" y="1375"/>
                  </a:cubicBezTo>
                  <a:cubicBezTo>
                    <a:pt x="4671" y="638"/>
                    <a:pt x="3633" y="19"/>
                    <a:pt x="2361" y="2"/>
                  </a:cubicBezTo>
                  <a:cubicBezTo>
                    <a:pt x="2326" y="1"/>
                    <a:pt x="2291" y="1"/>
                    <a:pt x="2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6"/>
            <p:cNvSpPr/>
            <p:nvPr/>
          </p:nvSpPr>
          <p:spPr>
            <a:xfrm>
              <a:off x="2280700" y="1468525"/>
              <a:ext cx="86250" cy="35325"/>
            </a:xfrm>
            <a:custGeom>
              <a:avLst/>
              <a:gdLst/>
              <a:ahLst/>
              <a:cxnLst/>
              <a:rect l="l" t="t" r="r" b="b"/>
              <a:pathLst>
                <a:path w="3450" h="1413" extrusionOk="0">
                  <a:moveTo>
                    <a:pt x="489" y="0"/>
                  </a:moveTo>
                  <a:cubicBezTo>
                    <a:pt x="383" y="0"/>
                    <a:pt x="299" y="42"/>
                    <a:pt x="235" y="146"/>
                  </a:cubicBezTo>
                  <a:cubicBezTo>
                    <a:pt x="1" y="498"/>
                    <a:pt x="486" y="1016"/>
                    <a:pt x="1323" y="1267"/>
                  </a:cubicBezTo>
                  <a:cubicBezTo>
                    <a:pt x="1643" y="1365"/>
                    <a:pt x="1969" y="1412"/>
                    <a:pt x="2260" y="1412"/>
                  </a:cubicBezTo>
                  <a:cubicBezTo>
                    <a:pt x="2715" y="1412"/>
                    <a:pt x="3089" y="1298"/>
                    <a:pt x="3231" y="1083"/>
                  </a:cubicBezTo>
                  <a:cubicBezTo>
                    <a:pt x="3449" y="732"/>
                    <a:pt x="2646" y="749"/>
                    <a:pt x="1825" y="498"/>
                  </a:cubicBezTo>
                  <a:cubicBezTo>
                    <a:pt x="1215" y="302"/>
                    <a:pt x="774" y="0"/>
                    <a:pt x="489"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6"/>
            <p:cNvSpPr/>
            <p:nvPr/>
          </p:nvSpPr>
          <p:spPr>
            <a:xfrm>
              <a:off x="2302900" y="1452850"/>
              <a:ext cx="82875" cy="32225"/>
            </a:xfrm>
            <a:custGeom>
              <a:avLst/>
              <a:gdLst/>
              <a:ahLst/>
              <a:cxnLst/>
              <a:rect l="l" t="t" r="r" b="b"/>
              <a:pathLst>
                <a:path w="3315" h="1289" extrusionOk="0">
                  <a:moveTo>
                    <a:pt x="1164" y="1"/>
                  </a:moveTo>
                  <a:cubicBezTo>
                    <a:pt x="887" y="1"/>
                    <a:pt x="637" y="41"/>
                    <a:pt x="452" y="120"/>
                  </a:cubicBezTo>
                  <a:cubicBezTo>
                    <a:pt x="0" y="338"/>
                    <a:pt x="854" y="438"/>
                    <a:pt x="1523" y="756"/>
                  </a:cubicBezTo>
                  <a:cubicBezTo>
                    <a:pt x="2056" y="996"/>
                    <a:pt x="2292" y="1289"/>
                    <a:pt x="2602" y="1289"/>
                  </a:cubicBezTo>
                  <a:cubicBezTo>
                    <a:pt x="2682" y="1289"/>
                    <a:pt x="2767" y="1269"/>
                    <a:pt x="2862" y="1225"/>
                  </a:cubicBezTo>
                  <a:cubicBezTo>
                    <a:pt x="3314" y="1024"/>
                    <a:pt x="3130" y="606"/>
                    <a:pt x="2477" y="288"/>
                  </a:cubicBezTo>
                  <a:cubicBezTo>
                    <a:pt x="2072" y="95"/>
                    <a:pt x="1587" y="1"/>
                    <a:pt x="116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6"/>
            <p:cNvSpPr/>
            <p:nvPr/>
          </p:nvSpPr>
          <p:spPr>
            <a:xfrm>
              <a:off x="2334700" y="1489750"/>
              <a:ext cx="10300" cy="9225"/>
            </a:xfrm>
            <a:custGeom>
              <a:avLst/>
              <a:gdLst/>
              <a:ahLst/>
              <a:cxnLst/>
              <a:rect l="l" t="t" r="r" b="b"/>
              <a:pathLst>
                <a:path w="412" h="369" extrusionOk="0">
                  <a:moveTo>
                    <a:pt x="251" y="0"/>
                  </a:moveTo>
                  <a:cubicBezTo>
                    <a:pt x="117" y="201"/>
                    <a:pt x="0" y="335"/>
                    <a:pt x="201" y="368"/>
                  </a:cubicBezTo>
                  <a:cubicBezTo>
                    <a:pt x="206" y="369"/>
                    <a:pt x="211" y="369"/>
                    <a:pt x="216" y="369"/>
                  </a:cubicBezTo>
                  <a:cubicBezTo>
                    <a:pt x="412" y="369"/>
                    <a:pt x="268" y="34"/>
                    <a:pt x="268" y="34"/>
                  </a:cubicBez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6"/>
            <p:cNvSpPr/>
            <p:nvPr/>
          </p:nvSpPr>
          <p:spPr>
            <a:xfrm>
              <a:off x="2322150" y="1488475"/>
              <a:ext cx="10225" cy="8525"/>
            </a:xfrm>
            <a:custGeom>
              <a:avLst/>
              <a:gdLst/>
              <a:ahLst/>
              <a:cxnLst/>
              <a:rect l="l" t="t" r="r" b="b"/>
              <a:pathLst>
                <a:path w="409" h="341" extrusionOk="0">
                  <a:moveTo>
                    <a:pt x="318" y="1"/>
                  </a:moveTo>
                  <a:cubicBezTo>
                    <a:pt x="151" y="135"/>
                    <a:pt x="0" y="252"/>
                    <a:pt x="201" y="336"/>
                  </a:cubicBezTo>
                  <a:cubicBezTo>
                    <a:pt x="215" y="339"/>
                    <a:pt x="227" y="340"/>
                    <a:pt x="239" y="340"/>
                  </a:cubicBezTo>
                  <a:cubicBezTo>
                    <a:pt x="408" y="340"/>
                    <a:pt x="335" y="18"/>
                    <a:pt x="335" y="18"/>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6"/>
            <p:cNvSpPr/>
            <p:nvPr/>
          </p:nvSpPr>
          <p:spPr>
            <a:xfrm>
              <a:off x="2307075" y="1484300"/>
              <a:ext cx="9425" cy="8675"/>
            </a:xfrm>
            <a:custGeom>
              <a:avLst/>
              <a:gdLst/>
              <a:ahLst/>
              <a:cxnLst/>
              <a:rect l="l" t="t" r="r" b="b"/>
              <a:pathLst>
                <a:path w="377" h="347" extrusionOk="0">
                  <a:moveTo>
                    <a:pt x="302" y="0"/>
                  </a:moveTo>
                  <a:cubicBezTo>
                    <a:pt x="134" y="134"/>
                    <a:pt x="0" y="252"/>
                    <a:pt x="201" y="335"/>
                  </a:cubicBezTo>
                  <a:cubicBezTo>
                    <a:pt x="219" y="343"/>
                    <a:pt x="234" y="347"/>
                    <a:pt x="247" y="347"/>
                  </a:cubicBezTo>
                  <a:cubicBezTo>
                    <a:pt x="376" y="347"/>
                    <a:pt x="335" y="17"/>
                    <a:pt x="335" y="17"/>
                  </a:cubicBezTo>
                  <a:lnTo>
                    <a:pt x="3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6"/>
            <p:cNvSpPr/>
            <p:nvPr/>
          </p:nvSpPr>
          <p:spPr>
            <a:xfrm>
              <a:off x="2293800" y="1478425"/>
              <a:ext cx="9525" cy="6350"/>
            </a:xfrm>
            <a:custGeom>
              <a:avLst/>
              <a:gdLst/>
              <a:ahLst/>
              <a:cxnLst/>
              <a:rect l="l" t="t" r="r" b="b"/>
              <a:pathLst>
                <a:path w="381" h="254" extrusionOk="0">
                  <a:moveTo>
                    <a:pt x="275" y="1"/>
                  </a:moveTo>
                  <a:cubicBezTo>
                    <a:pt x="105" y="1"/>
                    <a:pt x="1" y="13"/>
                    <a:pt x="130" y="185"/>
                  </a:cubicBezTo>
                  <a:cubicBezTo>
                    <a:pt x="164" y="235"/>
                    <a:pt x="196" y="254"/>
                    <a:pt x="224" y="254"/>
                  </a:cubicBezTo>
                  <a:cubicBezTo>
                    <a:pt x="321" y="254"/>
                    <a:pt x="381" y="35"/>
                    <a:pt x="381" y="35"/>
                  </a:cubicBezTo>
                  <a:lnTo>
                    <a:pt x="364" y="1"/>
                  </a:lnTo>
                  <a:cubicBezTo>
                    <a:pt x="333" y="1"/>
                    <a:pt x="303" y="1"/>
                    <a:pt x="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6"/>
            <p:cNvSpPr/>
            <p:nvPr/>
          </p:nvSpPr>
          <p:spPr>
            <a:xfrm>
              <a:off x="2360650" y="1472200"/>
              <a:ext cx="9225" cy="6275"/>
            </a:xfrm>
            <a:custGeom>
              <a:avLst/>
              <a:gdLst/>
              <a:ahLst/>
              <a:cxnLst/>
              <a:rect l="l" t="t" r="r" b="b"/>
              <a:pathLst>
                <a:path w="369" h="251" extrusionOk="0">
                  <a:moveTo>
                    <a:pt x="172" y="0"/>
                  </a:moveTo>
                  <a:cubicBezTo>
                    <a:pt x="104" y="0"/>
                    <a:pt x="52" y="120"/>
                    <a:pt x="0" y="250"/>
                  </a:cubicBezTo>
                  <a:lnTo>
                    <a:pt x="33" y="250"/>
                  </a:lnTo>
                  <a:cubicBezTo>
                    <a:pt x="33" y="250"/>
                    <a:pt x="368" y="150"/>
                    <a:pt x="234" y="32"/>
                  </a:cubicBezTo>
                  <a:cubicBezTo>
                    <a:pt x="212" y="10"/>
                    <a:pt x="19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6"/>
            <p:cNvSpPr/>
            <p:nvPr/>
          </p:nvSpPr>
          <p:spPr>
            <a:xfrm>
              <a:off x="2353950" y="1467375"/>
              <a:ext cx="8800" cy="6900"/>
            </a:xfrm>
            <a:custGeom>
              <a:avLst/>
              <a:gdLst/>
              <a:ahLst/>
              <a:cxnLst/>
              <a:rect l="l" t="t" r="r" b="b"/>
              <a:pathLst>
                <a:path w="352" h="276" extrusionOk="0">
                  <a:moveTo>
                    <a:pt x="104" y="1"/>
                  </a:moveTo>
                  <a:cubicBezTo>
                    <a:pt x="16" y="1"/>
                    <a:pt x="14" y="127"/>
                    <a:pt x="0" y="276"/>
                  </a:cubicBezTo>
                  <a:lnTo>
                    <a:pt x="17" y="276"/>
                  </a:lnTo>
                  <a:cubicBezTo>
                    <a:pt x="17" y="276"/>
                    <a:pt x="352" y="92"/>
                    <a:pt x="184" y="25"/>
                  </a:cubicBezTo>
                  <a:cubicBezTo>
                    <a:pt x="152" y="8"/>
                    <a:pt x="125" y="1"/>
                    <a:pt x="1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6"/>
            <p:cNvSpPr/>
            <p:nvPr/>
          </p:nvSpPr>
          <p:spPr>
            <a:xfrm>
              <a:off x="2341100" y="1459900"/>
              <a:ext cx="9950" cy="8100"/>
            </a:xfrm>
            <a:custGeom>
              <a:avLst/>
              <a:gdLst/>
              <a:ahLst/>
              <a:cxnLst/>
              <a:rect l="l" t="t" r="r" b="b"/>
              <a:pathLst>
                <a:path w="398" h="324" extrusionOk="0">
                  <a:moveTo>
                    <a:pt x="108" y="0"/>
                  </a:moveTo>
                  <a:cubicBezTo>
                    <a:pt x="1" y="0"/>
                    <a:pt x="12" y="145"/>
                    <a:pt x="12" y="324"/>
                  </a:cubicBezTo>
                  <a:lnTo>
                    <a:pt x="62" y="324"/>
                  </a:lnTo>
                  <a:cubicBezTo>
                    <a:pt x="62" y="324"/>
                    <a:pt x="397" y="106"/>
                    <a:pt x="196" y="22"/>
                  </a:cubicBezTo>
                  <a:cubicBezTo>
                    <a:pt x="160" y="7"/>
                    <a:pt x="131" y="0"/>
                    <a:pt x="1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6"/>
            <p:cNvSpPr/>
            <p:nvPr/>
          </p:nvSpPr>
          <p:spPr>
            <a:xfrm>
              <a:off x="2321725" y="1457300"/>
              <a:ext cx="12275" cy="7350"/>
            </a:xfrm>
            <a:custGeom>
              <a:avLst/>
              <a:gdLst/>
              <a:ahLst/>
              <a:cxnLst/>
              <a:rect l="l" t="t" r="r" b="b"/>
              <a:pathLst>
                <a:path w="491" h="294" extrusionOk="0">
                  <a:moveTo>
                    <a:pt x="327" y="0"/>
                  </a:moveTo>
                  <a:cubicBezTo>
                    <a:pt x="310" y="0"/>
                    <a:pt x="291" y="3"/>
                    <a:pt x="268" y="9"/>
                  </a:cubicBezTo>
                  <a:cubicBezTo>
                    <a:pt x="0" y="76"/>
                    <a:pt x="134" y="177"/>
                    <a:pt x="302" y="294"/>
                  </a:cubicBezTo>
                  <a:lnTo>
                    <a:pt x="352" y="277"/>
                  </a:lnTo>
                  <a:cubicBezTo>
                    <a:pt x="352" y="277"/>
                    <a:pt x="490" y="0"/>
                    <a:pt x="3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6"/>
            <p:cNvSpPr/>
            <p:nvPr/>
          </p:nvSpPr>
          <p:spPr>
            <a:xfrm>
              <a:off x="1904500" y="1452925"/>
              <a:ext cx="118050" cy="66975"/>
            </a:xfrm>
            <a:custGeom>
              <a:avLst/>
              <a:gdLst/>
              <a:ahLst/>
              <a:cxnLst/>
              <a:rect l="l" t="t" r="r" b="b"/>
              <a:pathLst>
                <a:path w="4722" h="2679" extrusionOk="0">
                  <a:moveTo>
                    <a:pt x="2311" y="0"/>
                  </a:moveTo>
                  <a:cubicBezTo>
                    <a:pt x="1039" y="0"/>
                    <a:pt x="1" y="603"/>
                    <a:pt x="51" y="1339"/>
                  </a:cubicBezTo>
                  <a:cubicBezTo>
                    <a:pt x="68" y="2059"/>
                    <a:pt x="1139" y="2678"/>
                    <a:pt x="2411" y="2678"/>
                  </a:cubicBezTo>
                  <a:cubicBezTo>
                    <a:pt x="3683" y="2678"/>
                    <a:pt x="4721" y="2059"/>
                    <a:pt x="4671" y="1339"/>
                  </a:cubicBezTo>
                  <a:cubicBezTo>
                    <a:pt x="4654" y="603"/>
                    <a:pt x="3600" y="0"/>
                    <a:pt x="23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6"/>
            <p:cNvSpPr/>
            <p:nvPr/>
          </p:nvSpPr>
          <p:spPr>
            <a:xfrm>
              <a:off x="1905350" y="1447900"/>
              <a:ext cx="117600" cy="66975"/>
            </a:xfrm>
            <a:custGeom>
              <a:avLst/>
              <a:gdLst/>
              <a:ahLst/>
              <a:cxnLst/>
              <a:rect l="l" t="t" r="r" b="b"/>
              <a:pathLst>
                <a:path w="4704" h="2679" extrusionOk="0">
                  <a:moveTo>
                    <a:pt x="2294" y="0"/>
                  </a:moveTo>
                  <a:cubicBezTo>
                    <a:pt x="1022" y="0"/>
                    <a:pt x="0" y="619"/>
                    <a:pt x="34" y="1339"/>
                  </a:cubicBezTo>
                  <a:cubicBezTo>
                    <a:pt x="51" y="2076"/>
                    <a:pt x="1122" y="2678"/>
                    <a:pt x="2394" y="2678"/>
                  </a:cubicBezTo>
                  <a:cubicBezTo>
                    <a:pt x="3666" y="2678"/>
                    <a:pt x="4704" y="2092"/>
                    <a:pt x="4654" y="1339"/>
                  </a:cubicBezTo>
                  <a:cubicBezTo>
                    <a:pt x="4637" y="619"/>
                    <a:pt x="3566" y="0"/>
                    <a:pt x="22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6"/>
            <p:cNvSpPr/>
            <p:nvPr/>
          </p:nvSpPr>
          <p:spPr>
            <a:xfrm>
              <a:off x="1912050" y="1471625"/>
              <a:ext cx="86225" cy="35575"/>
            </a:xfrm>
            <a:custGeom>
              <a:avLst/>
              <a:gdLst/>
              <a:ahLst/>
              <a:cxnLst/>
              <a:rect l="l" t="t" r="r" b="b"/>
              <a:pathLst>
                <a:path w="3449" h="1423" extrusionOk="0">
                  <a:moveTo>
                    <a:pt x="477" y="1"/>
                  </a:moveTo>
                  <a:cubicBezTo>
                    <a:pt x="374" y="1"/>
                    <a:pt x="293" y="41"/>
                    <a:pt x="235" y="139"/>
                  </a:cubicBezTo>
                  <a:cubicBezTo>
                    <a:pt x="0" y="507"/>
                    <a:pt x="486" y="1026"/>
                    <a:pt x="1323" y="1277"/>
                  </a:cubicBezTo>
                  <a:cubicBezTo>
                    <a:pt x="1636" y="1375"/>
                    <a:pt x="1957" y="1422"/>
                    <a:pt x="2246" y="1422"/>
                  </a:cubicBezTo>
                  <a:cubicBezTo>
                    <a:pt x="2698" y="1422"/>
                    <a:pt x="3071" y="1308"/>
                    <a:pt x="3214" y="1093"/>
                  </a:cubicBezTo>
                  <a:cubicBezTo>
                    <a:pt x="3448" y="725"/>
                    <a:pt x="2628" y="759"/>
                    <a:pt x="1825" y="507"/>
                  </a:cubicBezTo>
                  <a:cubicBezTo>
                    <a:pt x="1212" y="299"/>
                    <a:pt x="760" y="1"/>
                    <a:pt x="47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6"/>
            <p:cNvSpPr/>
            <p:nvPr/>
          </p:nvSpPr>
          <p:spPr>
            <a:xfrm>
              <a:off x="1933800" y="1455925"/>
              <a:ext cx="83300" cy="32350"/>
            </a:xfrm>
            <a:custGeom>
              <a:avLst/>
              <a:gdLst/>
              <a:ahLst/>
              <a:cxnLst/>
              <a:rect l="l" t="t" r="r" b="b"/>
              <a:pathLst>
                <a:path w="3332" h="1294" extrusionOk="0">
                  <a:moveTo>
                    <a:pt x="1142" y="0"/>
                  </a:moveTo>
                  <a:cubicBezTo>
                    <a:pt x="877" y="0"/>
                    <a:pt x="641" y="38"/>
                    <a:pt x="469" y="114"/>
                  </a:cubicBezTo>
                  <a:cubicBezTo>
                    <a:pt x="1" y="332"/>
                    <a:pt x="871" y="432"/>
                    <a:pt x="1541" y="750"/>
                  </a:cubicBezTo>
                  <a:cubicBezTo>
                    <a:pt x="2078" y="1006"/>
                    <a:pt x="2313" y="1293"/>
                    <a:pt x="2627" y="1293"/>
                  </a:cubicBezTo>
                  <a:cubicBezTo>
                    <a:pt x="2705" y="1293"/>
                    <a:pt x="2787" y="1276"/>
                    <a:pt x="2880" y="1236"/>
                  </a:cubicBezTo>
                  <a:cubicBezTo>
                    <a:pt x="3332" y="1018"/>
                    <a:pt x="3148" y="600"/>
                    <a:pt x="2495" y="298"/>
                  </a:cubicBezTo>
                  <a:cubicBezTo>
                    <a:pt x="2079" y="101"/>
                    <a:pt x="1574" y="0"/>
                    <a:pt x="114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6"/>
            <p:cNvSpPr/>
            <p:nvPr/>
          </p:nvSpPr>
          <p:spPr>
            <a:xfrm>
              <a:off x="1966025" y="1493075"/>
              <a:ext cx="10725" cy="8850"/>
            </a:xfrm>
            <a:custGeom>
              <a:avLst/>
              <a:gdLst/>
              <a:ahLst/>
              <a:cxnLst/>
              <a:rect l="l" t="t" r="r" b="b"/>
              <a:pathLst>
                <a:path w="429" h="354" extrusionOk="0">
                  <a:moveTo>
                    <a:pt x="252" y="1"/>
                  </a:moveTo>
                  <a:cubicBezTo>
                    <a:pt x="118" y="185"/>
                    <a:pt x="1" y="336"/>
                    <a:pt x="201" y="352"/>
                  </a:cubicBezTo>
                  <a:cubicBezTo>
                    <a:pt x="207" y="353"/>
                    <a:pt x="212" y="353"/>
                    <a:pt x="217" y="353"/>
                  </a:cubicBezTo>
                  <a:cubicBezTo>
                    <a:pt x="428" y="353"/>
                    <a:pt x="268" y="18"/>
                    <a:pt x="268" y="18"/>
                  </a:cubicBezTo>
                  <a:lnTo>
                    <a:pt x="2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6"/>
            <p:cNvSpPr/>
            <p:nvPr/>
          </p:nvSpPr>
          <p:spPr>
            <a:xfrm>
              <a:off x="1953475" y="1491400"/>
              <a:ext cx="10150" cy="8600"/>
            </a:xfrm>
            <a:custGeom>
              <a:avLst/>
              <a:gdLst/>
              <a:ahLst/>
              <a:cxnLst/>
              <a:rect l="l" t="t" r="r" b="b"/>
              <a:pathLst>
                <a:path w="406" h="344" extrusionOk="0">
                  <a:moveTo>
                    <a:pt x="302" y="1"/>
                  </a:moveTo>
                  <a:cubicBezTo>
                    <a:pt x="134" y="152"/>
                    <a:pt x="0" y="252"/>
                    <a:pt x="201" y="336"/>
                  </a:cubicBezTo>
                  <a:cubicBezTo>
                    <a:pt x="219" y="341"/>
                    <a:pt x="234" y="344"/>
                    <a:pt x="248" y="344"/>
                  </a:cubicBezTo>
                  <a:cubicBezTo>
                    <a:pt x="406" y="344"/>
                    <a:pt x="335" y="18"/>
                    <a:pt x="335" y="18"/>
                  </a:cubicBezTo>
                  <a:lnTo>
                    <a:pt x="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6"/>
            <p:cNvSpPr/>
            <p:nvPr/>
          </p:nvSpPr>
          <p:spPr>
            <a:xfrm>
              <a:off x="1938000" y="1487225"/>
              <a:ext cx="9750" cy="8675"/>
            </a:xfrm>
            <a:custGeom>
              <a:avLst/>
              <a:gdLst/>
              <a:ahLst/>
              <a:cxnLst/>
              <a:rect l="l" t="t" r="r" b="b"/>
              <a:pathLst>
                <a:path w="390" h="347" extrusionOk="0">
                  <a:moveTo>
                    <a:pt x="318" y="1"/>
                  </a:moveTo>
                  <a:cubicBezTo>
                    <a:pt x="151" y="151"/>
                    <a:pt x="0" y="252"/>
                    <a:pt x="218" y="335"/>
                  </a:cubicBezTo>
                  <a:cubicBezTo>
                    <a:pt x="235" y="343"/>
                    <a:pt x="250" y="347"/>
                    <a:pt x="263" y="347"/>
                  </a:cubicBezTo>
                  <a:cubicBezTo>
                    <a:pt x="390" y="347"/>
                    <a:pt x="335" y="17"/>
                    <a:pt x="335" y="17"/>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6"/>
            <p:cNvSpPr/>
            <p:nvPr/>
          </p:nvSpPr>
          <p:spPr>
            <a:xfrm>
              <a:off x="1925125" y="1480950"/>
              <a:ext cx="9125" cy="6575"/>
            </a:xfrm>
            <a:custGeom>
              <a:avLst/>
              <a:gdLst/>
              <a:ahLst/>
              <a:cxnLst/>
              <a:rect l="l" t="t" r="r" b="b"/>
              <a:pathLst>
                <a:path w="365" h="263" extrusionOk="0">
                  <a:moveTo>
                    <a:pt x="264" y="0"/>
                  </a:moveTo>
                  <a:cubicBezTo>
                    <a:pt x="105" y="0"/>
                    <a:pt x="1" y="12"/>
                    <a:pt x="130" y="185"/>
                  </a:cubicBezTo>
                  <a:cubicBezTo>
                    <a:pt x="162" y="241"/>
                    <a:pt x="193" y="263"/>
                    <a:pt x="220" y="263"/>
                  </a:cubicBezTo>
                  <a:cubicBezTo>
                    <a:pt x="307" y="263"/>
                    <a:pt x="364" y="51"/>
                    <a:pt x="364" y="51"/>
                  </a:cubicBezTo>
                  <a:lnTo>
                    <a:pt x="348" y="1"/>
                  </a:lnTo>
                  <a:cubicBezTo>
                    <a:pt x="319" y="1"/>
                    <a:pt x="291" y="0"/>
                    <a:pt x="2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6"/>
            <p:cNvSpPr/>
            <p:nvPr/>
          </p:nvSpPr>
          <p:spPr>
            <a:xfrm>
              <a:off x="1991975" y="1475475"/>
              <a:ext cx="8800" cy="5925"/>
            </a:xfrm>
            <a:custGeom>
              <a:avLst/>
              <a:gdLst/>
              <a:ahLst/>
              <a:cxnLst/>
              <a:rect l="l" t="t" r="r" b="b"/>
              <a:pathLst>
                <a:path w="352" h="237" extrusionOk="0">
                  <a:moveTo>
                    <a:pt x="168" y="1"/>
                  </a:moveTo>
                  <a:cubicBezTo>
                    <a:pt x="102" y="1"/>
                    <a:pt x="51" y="109"/>
                    <a:pt x="0" y="236"/>
                  </a:cubicBezTo>
                  <a:lnTo>
                    <a:pt x="17" y="236"/>
                  </a:lnTo>
                  <a:cubicBezTo>
                    <a:pt x="17" y="236"/>
                    <a:pt x="352" y="119"/>
                    <a:pt x="235" y="35"/>
                  </a:cubicBezTo>
                  <a:cubicBezTo>
                    <a:pt x="211" y="11"/>
                    <a:pt x="189" y="1"/>
                    <a:pt x="1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6"/>
            <p:cNvSpPr/>
            <p:nvPr/>
          </p:nvSpPr>
          <p:spPr>
            <a:xfrm>
              <a:off x="1985275" y="1470325"/>
              <a:ext cx="8825" cy="6875"/>
            </a:xfrm>
            <a:custGeom>
              <a:avLst/>
              <a:gdLst/>
              <a:ahLst/>
              <a:cxnLst/>
              <a:rect l="l" t="t" r="r" b="b"/>
              <a:pathLst>
                <a:path w="353" h="275" extrusionOk="0">
                  <a:moveTo>
                    <a:pt x="105" y="0"/>
                  </a:moveTo>
                  <a:cubicBezTo>
                    <a:pt x="17" y="0"/>
                    <a:pt x="14" y="127"/>
                    <a:pt x="1" y="275"/>
                  </a:cubicBezTo>
                  <a:lnTo>
                    <a:pt x="17" y="275"/>
                  </a:lnTo>
                  <a:cubicBezTo>
                    <a:pt x="17" y="275"/>
                    <a:pt x="352" y="91"/>
                    <a:pt x="185" y="24"/>
                  </a:cubicBezTo>
                  <a:cubicBezTo>
                    <a:pt x="152" y="7"/>
                    <a:pt x="126" y="0"/>
                    <a:pt x="1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6"/>
            <p:cNvSpPr/>
            <p:nvPr/>
          </p:nvSpPr>
          <p:spPr>
            <a:xfrm>
              <a:off x="1972450" y="1463250"/>
              <a:ext cx="9500" cy="7675"/>
            </a:xfrm>
            <a:custGeom>
              <a:avLst/>
              <a:gdLst/>
              <a:ahLst/>
              <a:cxnLst/>
              <a:rect l="l" t="t" r="r" b="b"/>
              <a:pathLst>
                <a:path w="380" h="307" extrusionOk="0">
                  <a:moveTo>
                    <a:pt x="106" y="0"/>
                  </a:moveTo>
                  <a:cubicBezTo>
                    <a:pt x="0" y="0"/>
                    <a:pt x="11" y="142"/>
                    <a:pt x="11" y="307"/>
                  </a:cubicBezTo>
                  <a:lnTo>
                    <a:pt x="45" y="307"/>
                  </a:lnTo>
                  <a:cubicBezTo>
                    <a:pt x="45" y="307"/>
                    <a:pt x="380" y="106"/>
                    <a:pt x="195" y="22"/>
                  </a:cubicBezTo>
                  <a:cubicBezTo>
                    <a:pt x="159" y="7"/>
                    <a:pt x="130"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6"/>
            <p:cNvSpPr/>
            <p:nvPr/>
          </p:nvSpPr>
          <p:spPr>
            <a:xfrm>
              <a:off x="1952625" y="1460325"/>
              <a:ext cx="13225" cy="7675"/>
            </a:xfrm>
            <a:custGeom>
              <a:avLst/>
              <a:gdLst/>
              <a:ahLst/>
              <a:cxnLst/>
              <a:rect l="l" t="t" r="r" b="b"/>
              <a:pathLst>
                <a:path w="529" h="307" extrusionOk="0">
                  <a:moveTo>
                    <a:pt x="335" y="0"/>
                  </a:moveTo>
                  <a:cubicBezTo>
                    <a:pt x="321" y="0"/>
                    <a:pt x="304" y="2"/>
                    <a:pt x="285" y="5"/>
                  </a:cubicBezTo>
                  <a:cubicBezTo>
                    <a:pt x="1" y="72"/>
                    <a:pt x="152" y="173"/>
                    <a:pt x="319" y="307"/>
                  </a:cubicBezTo>
                  <a:lnTo>
                    <a:pt x="369" y="290"/>
                  </a:lnTo>
                  <a:cubicBezTo>
                    <a:pt x="369" y="290"/>
                    <a:pt x="528"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6"/>
            <p:cNvSpPr/>
            <p:nvPr/>
          </p:nvSpPr>
          <p:spPr>
            <a:xfrm>
              <a:off x="2060175" y="1350225"/>
              <a:ext cx="121375" cy="61700"/>
            </a:xfrm>
            <a:custGeom>
              <a:avLst/>
              <a:gdLst/>
              <a:ahLst/>
              <a:cxnLst/>
              <a:rect l="l" t="t" r="r" b="b"/>
              <a:pathLst>
                <a:path w="4855" h="2468" extrusionOk="0">
                  <a:moveTo>
                    <a:pt x="1927" y="1"/>
                  </a:moveTo>
                  <a:cubicBezTo>
                    <a:pt x="1854" y="1"/>
                    <a:pt x="1781" y="3"/>
                    <a:pt x="1708" y="7"/>
                  </a:cubicBezTo>
                  <a:cubicBezTo>
                    <a:pt x="637" y="57"/>
                    <a:pt x="1" y="593"/>
                    <a:pt x="185" y="1212"/>
                  </a:cubicBezTo>
                  <a:cubicBezTo>
                    <a:pt x="386" y="1882"/>
                    <a:pt x="1541" y="2468"/>
                    <a:pt x="2779" y="2468"/>
                  </a:cubicBezTo>
                  <a:cubicBezTo>
                    <a:pt x="4102" y="2468"/>
                    <a:pt x="4855" y="1815"/>
                    <a:pt x="4436" y="1095"/>
                  </a:cubicBezTo>
                  <a:cubicBezTo>
                    <a:pt x="4077" y="438"/>
                    <a:pt x="2972" y="1"/>
                    <a:pt x="19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6"/>
            <p:cNvSpPr/>
            <p:nvPr/>
          </p:nvSpPr>
          <p:spPr>
            <a:xfrm>
              <a:off x="2061025" y="1344800"/>
              <a:ext cx="121800" cy="61700"/>
            </a:xfrm>
            <a:custGeom>
              <a:avLst/>
              <a:gdLst/>
              <a:ahLst/>
              <a:cxnLst/>
              <a:rect l="l" t="t" r="r" b="b"/>
              <a:pathLst>
                <a:path w="4872" h="2468" extrusionOk="0">
                  <a:moveTo>
                    <a:pt x="1954" y="0"/>
                  </a:moveTo>
                  <a:cubicBezTo>
                    <a:pt x="1882" y="0"/>
                    <a:pt x="1811" y="2"/>
                    <a:pt x="1741" y="6"/>
                  </a:cubicBezTo>
                  <a:cubicBezTo>
                    <a:pt x="670" y="73"/>
                    <a:pt x="0" y="592"/>
                    <a:pt x="218" y="1228"/>
                  </a:cubicBezTo>
                  <a:cubicBezTo>
                    <a:pt x="416" y="1889"/>
                    <a:pt x="1525" y="2467"/>
                    <a:pt x="2760" y="2467"/>
                  </a:cubicBezTo>
                  <a:cubicBezTo>
                    <a:pt x="2777" y="2467"/>
                    <a:pt x="2795" y="2467"/>
                    <a:pt x="2812" y="2467"/>
                  </a:cubicBezTo>
                  <a:cubicBezTo>
                    <a:pt x="4101" y="2467"/>
                    <a:pt x="4871" y="1831"/>
                    <a:pt x="4453" y="1094"/>
                  </a:cubicBezTo>
                  <a:cubicBezTo>
                    <a:pt x="4108" y="452"/>
                    <a:pt x="3000" y="0"/>
                    <a:pt x="19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6"/>
            <p:cNvSpPr/>
            <p:nvPr/>
          </p:nvSpPr>
          <p:spPr>
            <a:xfrm>
              <a:off x="2089900" y="1363150"/>
              <a:ext cx="78275" cy="35475"/>
            </a:xfrm>
            <a:custGeom>
              <a:avLst/>
              <a:gdLst/>
              <a:ahLst/>
              <a:cxnLst/>
              <a:rect l="l" t="t" r="r" b="b"/>
              <a:pathLst>
                <a:path w="3131" h="1419" extrusionOk="0">
                  <a:moveTo>
                    <a:pt x="2426" y="0"/>
                  </a:moveTo>
                  <a:cubicBezTo>
                    <a:pt x="2140" y="0"/>
                    <a:pt x="1867" y="308"/>
                    <a:pt x="1373" y="511"/>
                  </a:cubicBezTo>
                  <a:cubicBezTo>
                    <a:pt x="737" y="779"/>
                    <a:pt x="0" y="762"/>
                    <a:pt x="335" y="1097"/>
                  </a:cubicBezTo>
                  <a:cubicBezTo>
                    <a:pt x="543" y="1305"/>
                    <a:pt x="926" y="1419"/>
                    <a:pt x="1353" y="1419"/>
                  </a:cubicBezTo>
                  <a:cubicBezTo>
                    <a:pt x="1648" y="1419"/>
                    <a:pt x="1965" y="1364"/>
                    <a:pt x="2260" y="1248"/>
                  </a:cubicBezTo>
                  <a:cubicBezTo>
                    <a:pt x="2946" y="946"/>
                    <a:pt x="3130" y="444"/>
                    <a:pt x="2712" y="109"/>
                  </a:cubicBezTo>
                  <a:cubicBezTo>
                    <a:pt x="2610" y="32"/>
                    <a:pt x="2517" y="0"/>
                    <a:pt x="2426"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6"/>
            <p:cNvSpPr/>
            <p:nvPr/>
          </p:nvSpPr>
          <p:spPr>
            <a:xfrm>
              <a:off x="2070650" y="1351300"/>
              <a:ext cx="66975" cy="29650"/>
            </a:xfrm>
            <a:custGeom>
              <a:avLst/>
              <a:gdLst/>
              <a:ahLst/>
              <a:cxnLst/>
              <a:rect l="l" t="t" r="r" b="b"/>
              <a:pathLst>
                <a:path w="2679" h="1186" extrusionOk="0">
                  <a:moveTo>
                    <a:pt x="1607" y="0"/>
                  </a:moveTo>
                  <a:cubicBezTo>
                    <a:pt x="1209" y="0"/>
                    <a:pt x="766" y="108"/>
                    <a:pt x="452" y="299"/>
                  </a:cubicBezTo>
                  <a:cubicBezTo>
                    <a:pt x="0" y="583"/>
                    <a:pt x="0" y="968"/>
                    <a:pt x="452" y="1136"/>
                  </a:cubicBezTo>
                  <a:cubicBezTo>
                    <a:pt x="543" y="1170"/>
                    <a:pt x="618" y="1185"/>
                    <a:pt x="683" y="1185"/>
                  </a:cubicBezTo>
                  <a:cubicBezTo>
                    <a:pt x="966" y="1185"/>
                    <a:pt x="1062" y="899"/>
                    <a:pt x="1456" y="667"/>
                  </a:cubicBezTo>
                  <a:cubicBezTo>
                    <a:pt x="1942" y="383"/>
                    <a:pt x="2678" y="249"/>
                    <a:pt x="2143" y="81"/>
                  </a:cubicBezTo>
                  <a:cubicBezTo>
                    <a:pt x="1988" y="26"/>
                    <a:pt x="1803" y="0"/>
                    <a:pt x="160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6"/>
            <p:cNvSpPr/>
            <p:nvPr/>
          </p:nvSpPr>
          <p:spPr>
            <a:xfrm>
              <a:off x="2113750" y="1385125"/>
              <a:ext cx="10050" cy="8450"/>
            </a:xfrm>
            <a:custGeom>
              <a:avLst/>
              <a:gdLst/>
              <a:ahLst/>
              <a:cxnLst/>
              <a:rect l="l" t="t" r="r" b="b"/>
              <a:pathLst>
                <a:path w="402" h="338" extrusionOk="0">
                  <a:moveTo>
                    <a:pt x="0" y="0"/>
                  </a:moveTo>
                  <a:cubicBezTo>
                    <a:pt x="0" y="0"/>
                    <a:pt x="0" y="337"/>
                    <a:pt x="191" y="337"/>
                  </a:cubicBezTo>
                  <a:cubicBezTo>
                    <a:pt x="199" y="337"/>
                    <a:pt x="208" y="337"/>
                    <a:pt x="218" y="335"/>
                  </a:cubicBezTo>
                  <a:cubicBezTo>
                    <a:pt x="402" y="318"/>
                    <a:pt x="235" y="168"/>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6"/>
            <p:cNvSpPr/>
            <p:nvPr/>
          </p:nvSpPr>
          <p:spPr>
            <a:xfrm>
              <a:off x="2123375" y="1382600"/>
              <a:ext cx="10900" cy="8275"/>
            </a:xfrm>
            <a:custGeom>
              <a:avLst/>
              <a:gdLst/>
              <a:ahLst/>
              <a:cxnLst/>
              <a:rect l="l" t="t" r="r" b="b"/>
              <a:pathLst>
                <a:path w="436" h="331" extrusionOk="0">
                  <a:moveTo>
                    <a:pt x="17" y="1"/>
                  </a:moveTo>
                  <a:lnTo>
                    <a:pt x="0" y="18"/>
                  </a:lnTo>
                  <a:cubicBezTo>
                    <a:pt x="0" y="18"/>
                    <a:pt x="82" y="331"/>
                    <a:pt x="221" y="331"/>
                  </a:cubicBezTo>
                  <a:cubicBezTo>
                    <a:pt x="236" y="331"/>
                    <a:pt x="252" y="327"/>
                    <a:pt x="268" y="319"/>
                  </a:cubicBezTo>
                  <a:cubicBezTo>
                    <a:pt x="435" y="235"/>
                    <a:pt x="251" y="152"/>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6"/>
            <p:cNvSpPr/>
            <p:nvPr/>
          </p:nvSpPr>
          <p:spPr>
            <a:xfrm>
              <a:off x="2136350" y="1378425"/>
              <a:ext cx="10900" cy="8375"/>
            </a:xfrm>
            <a:custGeom>
              <a:avLst/>
              <a:gdLst/>
              <a:ahLst/>
              <a:cxnLst/>
              <a:rect l="l" t="t" r="r" b="b"/>
              <a:pathLst>
                <a:path w="436" h="335" extrusionOk="0">
                  <a:moveTo>
                    <a:pt x="17" y="1"/>
                  </a:moveTo>
                  <a:lnTo>
                    <a:pt x="0" y="17"/>
                  </a:lnTo>
                  <a:cubicBezTo>
                    <a:pt x="0" y="17"/>
                    <a:pt x="79" y="335"/>
                    <a:pt x="238" y="335"/>
                  </a:cubicBezTo>
                  <a:cubicBezTo>
                    <a:pt x="258" y="335"/>
                    <a:pt x="279" y="330"/>
                    <a:pt x="301" y="319"/>
                  </a:cubicBezTo>
                  <a:cubicBezTo>
                    <a:pt x="435" y="235"/>
                    <a:pt x="251" y="134"/>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6"/>
            <p:cNvSpPr/>
            <p:nvPr/>
          </p:nvSpPr>
          <p:spPr>
            <a:xfrm>
              <a:off x="2144700" y="1372325"/>
              <a:ext cx="8700" cy="6300"/>
            </a:xfrm>
            <a:custGeom>
              <a:avLst/>
              <a:gdLst/>
              <a:ahLst/>
              <a:cxnLst/>
              <a:rect l="l" t="t" r="r" b="b"/>
              <a:pathLst>
                <a:path w="348" h="252" extrusionOk="0">
                  <a:moveTo>
                    <a:pt x="161" y="1"/>
                  </a:moveTo>
                  <a:cubicBezTo>
                    <a:pt x="115" y="1"/>
                    <a:pt x="61" y="6"/>
                    <a:pt x="1" y="10"/>
                  </a:cubicBezTo>
                  <a:lnTo>
                    <a:pt x="1" y="60"/>
                  </a:lnTo>
                  <a:cubicBezTo>
                    <a:pt x="1" y="60"/>
                    <a:pt x="173" y="251"/>
                    <a:pt x="271" y="251"/>
                  </a:cubicBezTo>
                  <a:cubicBezTo>
                    <a:pt x="303" y="251"/>
                    <a:pt x="327" y="231"/>
                    <a:pt x="336" y="178"/>
                  </a:cubicBezTo>
                  <a:cubicBezTo>
                    <a:pt x="348" y="32"/>
                    <a:pt x="281" y="1"/>
                    <a:pt x="1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6"/>
            <p:cNvSpPr/>
            <p:nvPr/>
          </p:nvSpPr>
          <p:spPr>
            <a:xfrm>
              <a:off x="2083200" y="1369125"/>
              <a:ext cx="8400" cy="5550"/>
            </a:xfrm>
            <a:custGeom>
              <a:avLst/>
              <a:gdLst/>
              <a:ahLst/>
              <a:cxnLst/>
              <a:rect l="l" t="t" r="r" b="b"/>
              <a:pathLst>
                <a:path w="336" h="222" extrusionOk="0">
                  <a:moveTo>
                    <a:pt x="108" y="1"/>
                  </a:moveTo>
                  <a:cubicBezTo>
                    <a:pt x="87" y="1"/>
                    <a:pt x="68" y="12"/>
                    <a:pt x="51" y="38"/>
                  </a:cubicBezTo>
                  <a:cubicBezTo>
                    <a:pt x="0" y="121"/>
                    <a:pt x="335" y="222"/>
                    <a:pt x="335" y="222"/>
                  </a:cubicBezTo>
                  <a:cubicBezTo>
                    <a:pt x="248" y="97"/>
                    <a:pt x="170" y="1"/>
                    <a:pt x="1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6"/>
            <p:cNvSpPr/>
            <p:nvPr/>
          </p:nvSpPr>
          <p:spPr>
            <a:xfrm>
              <a:off x="2086550" y="1364750"/>
              <a:ext cx="9650" cy="5750"/>
            </a:xfrm>
            <a:custGeom>
              <a:avLst/>
              <a:gdLst/>
              <a:ahLst/>
              <a:cxnLst/>
              <a:rect l="l" t="t" r="r" b="b"/>
              <a:pathLst>
                <a:path w="386" h="230" extrusionOk="0">
                  <a:moveTo>
                    <a:pt x="205" y="1"/>
                  </a:moveTo>
                  <a:cubicBezTo>
                    <a:pt x="184" y="1"/>
                    <a:pt x="161" y="10"/>
                    <a:pt x="134" y="29"/>
                  </a:cubicBezTo>
                  <a:cubicBezTo>
                    <a:pt x="0" y="62"/>
                    <a:pt x="369" y="230"/>
                    <a:pt x="369" y="230"/>
                  </a:cubicBezTo>
                  <a:lnTo>
                    <a:pt x="385" y="230"/>
                  </a:lnTo>
                  <a:cubicBezTo>
                    <a:pt x="321" y="100"/>
                    <a:pt x="276" y="1"/>
                    <a:pt x="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6"/>
            <p:cNvSpPr/>
            <p:nvPr/>
          </p:nvSpPr>
          <p:spPr>
            <a:xfrm>
              <a:off x="2094075" y="1358125"/>
              <a:ext cx="10075" cy="6100"/>
            </a:xfrm>
            <a:custGeom>
              <a:avLst/>
              <a:gdLst/>
              <a:ahLst/>
              <a:cxnLst/>
              <a:rect l="l" t="t" r="r" b="b"/>
              <a:pathLst>
                <a:path w="403" h="244" extrusionOk="0">
                  <a:moveTo>
                    <a:pt x="201" y="0"/>
                  </a:moveTo>
                  <a:cubicBezTo>
                    <a:pt x="177" y="0"/>
                    <a:pt x="150" y="8"/>
                    <a:pt x="118" y="26"/>
                  </a:cubicBezTo>
                  <a:cubicBezTo>
                    <a:pt x="1" y="76"/>
                    <a:pt x="369" y="243"/>
                    <a:pt x="369" y="243"/>
                  </a:cubicBezTo>
                  <a:lnTo>
                    <a:pt x="402" y="243"/>
                  </a:lnTo>
                  <a:cubicBezTo>
                    <a:pt x="336" y="111"/>
                    <a:pt x="291"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6"/>
            <p:cNvSpPr/>
            <p:nvPr/>
          </p:nvSpPr>
          <p:spPr>
            <a:xfrm>
              <a:off x="2106800" y="1355175"/>
              <a:ext cx="12000" cy="6550"/>
            </a:xfrm>
            <a:custGeom>
              <a:avLst/>
              <a:gdLst/>
              <a:ahLst/>
              <a:cxnLst/>
              <a:rect l="l" t="t" r="r" b="b"/>
              <a:pathLst>
                <a:path w="480" h="262" extrusionOk="0">
                  <a:moveTo>
                    <a:pt x="135" y="0"/>
                  </a:moveTo>
                  <a:cubicBezTo>
                    <a:pt x="1" y="0"/>
                    <a:pt x="245" y="244"/>
                    <a:pt x="245" y="244"/>
                  </a:cubicBezTo>
                  <a:lnTo>
                    <a:pt x="278" y="261"/>
                  </a:lnTo>
                  <a:cubicBezTo>
                    <a:pt x="395" y="144"/>
                    <a:pt x="479" y="60"/>
                    <a:pt x="195" y="10"/>
                  </a:cubicBezTo>
                  <a:cubicBezTo>
                    <a:pt x="169" y="3"/>
                    <a:pt x="150" y="0"/>
                    <a:pt x="1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6"/>
            <p:cNvSpPr/>
            <p:nvPr/>
          </p:nvSpPr>
          <p:spPr>
            <a:xfrm>
              <a:off x="2035900" y="1578750"/>
              <a:ext cx="136025" cy="85500"/>
            </a:xfrm>
            <a:custGeom>
              <a:avLst/>
              <a:gdLst/>
              <a:ahLst/>
              <a:cxnLst/>
              <a:rect l="l" t="t" r="r" b="b"/>
              <a:pathLst>
                <a:path w="5441" h="3420" extrusionOk="0">
                  <a:moveTo>
                    <a:pt x="2813" y="0"/>
                  </a:moveTo>
                  <a:cubicBezTo>
                    <a:pt x="1602" y="0"/>
                    <a:pt x="507" y="569"/>
                    <a:pt x="269" y="1378"/>
                  </a:cubicBezTo>
                  <a:cubicBezTo>
                    <a:pt x="1" y="2299"/>
                    <a:pt x="855" y="3219"/>
                    <a:pt x="2328" y="3387"/>
                  </a:cubicBezTo>
                  <a:cubicBezTo>
                    <a:pt x="2496" y="3409"/>
                    <a:pt x="2663" y="3419"/>
                    <a:pt x="2827" y="3419"/>
                  </a:cubicBezTo>
                  <a:cubicBezTo>
                    <a:pt x="4159" y="3419"/>
                    <a:pt x="5283" y="2721"/>
                    <a:pt x="5357" y="1796"/>
                  </a:cubicBezTo>
                  <a:cubicBezTo>
                    <a:pt x="5441" y="842"/>
                    <a:pt x="4370" y="72"/>
                    <a:pt x="3014" y="5"/>
                  </a:cubicBezTo>
                  <a:cubicBezTo>
                    <a:pt x="2947" y="2"/>
                    <a:pt x="2880" y="0"/>
                    <a:pt x="28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6"/>
            <p:cNvSpPr/>
            <p:nvPr/>
          </p:nvSpPr>
          <p:spPr>
            <a:xfrm>
              <a:off x="2033825" y="1571275"/>
              <a:ext cx="136025" cy="85625"/>
            </a:xfrm>
            <a:custGeom>
              <a:avLst/>
              <a:gdLst/>
              <a:ahLst/>
              <a:cxnLst/>
              <a:rect l="l" t="t" r="r" b="b"/>
              <a:pathLst>
                <a:path w="5441" h="3425" extrusionOk="0">
                  <a:moveTo>
                    <a:pt x="2865" y="0"/>
                  </a:moveTo>
                  <a:cubicBezTo>
                    <a:pt x="1650" y="0"/>
                    <a:pt x="541" y="588"/>
                    <a:pt x="268" y="1392"/>
                  </a:cubicBezTo>
                  <a:cubicBezTo>
                    <a:pt x="0" y="2313"/>
                    <a:pt x="887" y="3234"/>
                    <a:pt x="2327" y="3401"/>
                  </a:cubicBezTo>
                  <a:cubicBezTo>
                    <a:pt x="2473" y="3417"/>
                    <a:pt x="2617" y="3425"/>
                    <a:pt x="2760" y="3425"/>
                  </a:cubicBezTo>
                  <a:cubicBezTo>
                    <a:pt x="4107" y="3425"/>
                    <a:pt x="5266" y="2734"/>
                    <a:pt x="5357" y="1811"/>
                  </a:cubicBezTo>
                  <a:cubicBezTo>
                    <a:pt x="5440" y="840"/>
                    <a:pt x="4369" y="70"/>
                    <a:pt x="3013" y="3"/>
                  </a:cubicBezTo>
                  <a:cubicBezTo>
                    <a:pt x="2964" y="1"/>
                    <a:pt x="2914" y="0"/>
                    <a:pt x="28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6"/>
            <p:cNvSpPr/>
            <p:nvPr/>
          </p:nvSpPr>
          <p:spPr>
            <a:xfrm>
              <a:off x="2062700" y="1602075"/>
              <a:ext cx="98350" cy="42700"/>
            </a:xfrm>
            <a:custGeom>
              <a:avLst/>
              <a:gdLst/>
              <a:ahLst/>
              <a:cxnLst/>
              <a:rect l="l" t="t" r="r" b="b"/>
              <a:pathLst>
                <a:path w="3934" h="1708" extrusionOk="0">
                  <a:moveTo>
                    <a:pt x="3414" y="1"/>
                  </a:moveTo>
                  <a:cubicBezTo>
                    <a:pt x="3088" y="1"/>
                    <a:pt x="2546" y="333"/>
                    <a:pt x="1841" y="512"/>
                  </a:cubicBezTo>
                  <a:cubicBezTo>
                    <a:pt x="854" y="780"/>
                    <a:pt x="0" y="663"/>
                    <a:pt x="151" y="1148"/>
                  </a:cubicBezTo>
                  <a:cubicBezTo>
                    <a:pt x="246" y="1503"/>
                    <a:pt x="752" y="1708"/>
                    <a:pt x="1401" y="1708"/>
                  </a:cubicBezTo>
                  <a:cubicBezTo>
                    <a:pt x="1669" y="1708"/>
                    <a:pt x="1962" y="1673"/>
                    <a:pt x="2260" y="1600"/>
                  </a:cubicBezTo>
                  <a:cubicBezTo>
                    <a:pt x="3281" y="1332"/>
                    <a:pt x="3934" y="696"/>
                    <a:pt x="3699" y="194"/>
                  </a:cubicBezTo>
                  <a:cubicBezTo>
                    <a:pt x="3642" y="54"/>
                    <a:pt x="3545" y="1"/>
                    <a:pt x="341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6"/>
            <p:cNvSpPr/>
            <p:nvPr/>
          </p:nvSpPr>
          <p:spPr>
            <a:xfrm>
              <a:off x="2045950" y="1580850"/>
              <a:ext cx="92100" cy="35675"/>
            </a:xfrm>
            <a:custGeom>
              <a:avLst/>
              <a:gdLst/>
              <a:ahLst/>
              <a:cxnLst/>
              <a:rect l="l" t="t" r="r" b="b"/>
              <a:pathLst>
                <a:path w="3684" h="1427" extrusionOk="0">
                  <a:moveTo>
                    <a:pt x="2330" y="0"/>
                  </a:moveTo>
                  <a:cubicBezTo>
                    <a:pt x="1926" y="0"/>
                    <a:pt x="1471" y="80"/>
                    <a:pt x="1072" y="239"/>
                  </a:cubicBezTo>
                  <a:cubicBezTo>
                    <a:pt x="285" y="541"/>
                    <a:pt x="1" y="1026"/>
                    <a:pt x="402" y="1327"/>
                  </a:cubicBezTo>
                  <a:cubicBezTo>
                    <a:pt x="499" y="1397"/>
                    <a:pt x="592" y="1427"/>
                    <a:pt x="686" y="1427"/>
                  </a:cubicBezTo>
                  <a:cubicBezTo>
                    <a:pt x="1000" y="1427"/>
                    <a:pt x="1338" y="1103"/>
                    <a:pt x="1942" y="859"/>
                  </a:cubicBezTo>
                  <a:cubicBezTo>
                    <a:pt x="2712" y="541"/>
                    <a:pt x="3683" y="490"/>
                    <a:pt x="3214" y="189"/>
                  </a:cubicBezTo>
                  <a:cubicBezTo>
                    <a:pt x="3010" y="63"/>
                    <a:pt x="2690" y="0"/>
                    <a:pt x="233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6"/>
            <p:cNvSpPr/>
            <p:nvPr/>
          </p:nvSpPr>
          <p:spPr>
            <a:xfrm>
              <a:off x="2082350" y="1624900"/>
              <a:ext cx="12175" cy="11750"/>
            </a:xfrm>
            <a:custGeom>
              <a:avLst/>
              <a:gdLst/>
              <a:ahLst/>
              <a:cxnLst/>
              <a:rect l="l" t="t" r="r" b="b"/>
              <a:pathLst>
                <a:path w="487" h="470" extrusionOk="0">
                  <a:moveTo>
                    <a:pt x="302" y="1"/>
                  </a:moveTo>
                  <a:lnTo>
                    <a:pt x="252" y="17"/>
                  </a:lnTo>
                  <a:cubicBezTo>
                    <a:pt x="252" y="17"/>
                    <a:pt x="1" y="469"/>
                    <a:pt x="252" y="469"/>
                  </a:cubicBezTo>
                  <a:cubicBezTo>
                    <a:pt x="486" y="469"/>
                    <a:pt x="403" y="268"/>
                    <a:pt x="3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6"/>
            <p:cNvSpPr/>
            <p:nvPr/>
          </p:nvSpPr>
          <p:spPr>
            <a:xfrm>
              <a:off x="2097525" y="1623650"/>
              <a:ext cx="12050" cy="11475"/>
            </a:xfrm>
            <a:custGeom>
              <a:avLst/>
              <a:gdLst/>
              <a:ahLst/>
              <a:cxnLst/>
              <a:rect l="l" t="t" r="r" b="b"/>
              <a:pathLst>
                <a:path w="482" h="459" extrusionOk="0">
                  <a:moveTo>
                    <a:pt x="197" y="0"/>
                  </a:moveTo>
                  <a:lnTo>
                    <a:pt x="147" y="34"/>
                  </a:lnTo>
                  <a:cubicBezTo>
                    <a:pt x="147" y="34"/>
                    <a:pt x="1" y="459"/>
                    <a:pt x="187" y="459"/>
                  </a:cubicBezTo>
                  <a:cubicBezTo>
                    <a:pt x="200" y="459"/>
                    <a:pt x="215" y="457"/>
                    <a:pt x="231" y="452"/>
                  </a:cubicBezTo>
                  <a:cubicBezTo>
                    <a:pt x="482" y="352"/>
                    <a:pt x="365" y="218"/>
                    <a:pt x="1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6"/>
            <p:cNvSpPr/>
            <p:nvPr/>
          </p:nvSpPr>
          <p:spPr>
            <a:xfrm>
              <a:off x="2116550" y="1620300"/>
              <a:ext cx="12275" cy="11225"/>
            </a:xfrm>
            <a:custGeom>
              <a:avLst/>
              <a:gdLst/>
              <a:ahLst/>
              <a:cxnLst/>
              <a:rect l="l" t="t" r="r" b="b"/>
              <a:pathLst>
                <a:path w="491" h="449" extrusionOk="0">
                  <a:moveTo>
                    <a:pt x="190" y="0"/>
                  </a:moveTo>
                  <a:lnTo>
                    <a:pt x="139" y="17"/>
                  </a:lnTo>
                  <a:cubicBezTo>
                    <a:pt x="139" y="17"/>
                    <a:pt x="0" y="449"/>
                    <a:pt x="191" y="449"/>
                  </a:cubicBezTo>
                  <a:cubicBezTo>
                    <a:pt x="210" y="449"/>
                    <a:pt x="231" y="445"/>
                    <a:pt x="257" y="436"/>
                  </a:cubicBezTo>
                  <a:cubicBezTo>
                    <a:pt x="491" y="352"/>
                    <a:pt x="357" y="201"/>
                    <a:pt x="1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6"/>
            <p:cNvSpPr/>
            <p:nvPr/>
          </p:nvSpPr>
          <p:spPr>
            <a:xfrm>
              <a:off x="2134250" y="1614025"/>
              <a:ext cx="11750" cy="8525"/>
            </a:xfrm>
            <a:custGeom>
              <a:avLst/>
              <a:gdLst/>
              <a:ahLst/>
              <a:cxnLst/>
              <a:rect l="l" t="t" r="r" b="b"/>
              <a:pathLst>
                <a:path w="470" h="341" extrusionOk="0">
                  <a:moveTo>
                    <a:pt x="17" y="0"/>
                  </a:moveTo>
                  <a:lnTo>
                    <a:pt x="0" y="34"/>
                  </a:lnTo>
                  <a:cubicBezTo>
                    <a:pt x="0" y="34"/>
                    <a:pt x="53" y="340"/>
                    <a:pt x="167" y="340"/>
                  </a:cubicBezTo>
                  <a:cubicBezTo>
                    <a:pt x="197" y="340"/>
                    <a:pt x="230" y="320"/>
                    <a:pt x="268" y="268"/>
                  </a:cubicBezTo>
                  <a:cubicBezTo>
                    <a:pt x="469" y="0"/>
                    <a:pt x="268" y="0"/>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6"/>
            <p:cNvSpPr/>
            <p:nvPr/>
          </p:nvSpPr>
          <p:spPr>
            <a:xfrm>
              <a:off x="2063100" y="1600800"/>
              <a:ext cx="7975" cy="7800"/>
            </a:xfrm>
            <a:custGeom>
              <a:avLst/>
              <a:gdLst/>
              <a:ahLst/>
              <a:cxnLst/>
              <a:rect l="l" t="t" r="r" b="b"/>
              <a:pathLst>
                <a:path w="319" h="312" extrusionOk="0">
                  <a:moveTo>
                    <a:pt x="203" y="1"/>
                  </a:moveTo>
                  <a:cubicBezTo>
                    <a:pt x="180" y="1"/>
                    <a:pt x="152" y="14"/>
                    <a:pt x="118" y="44"/>
                  </a:cubicBezTo>
                  <a:cubicBezTo>
                    <a:pt x="1" y="144"/>
                    <a:pt x="302" y="312"/>
                    <a:pt x="302" y="312"/>
                  </a:cubicBezTo>
                  <a:lnTo>
                    <a:pt x="319" y="312"/>
                  </a:lnTo>
                  <a:cubicBezTo>
                    <a:pt x="306" y="156"/>
                    <a:pt x="283" y="1"/>
                    <a:pt x="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6"/>
            <p:cNvSpPr/>
            <p:nvPr/>
          </p:nvSpPr>
          <p:spPr>
            <a:xfrm>
              <a:off x="2071900" y="1595525"/>
              <a:ext cx="9475" cy="8475"/>
            </a:xfrm>
            <a:custGeom>
              <a:avLst/>
              <a:gdLst/>
              <a:ahLst/>
              <a:cxnLst/>
              <a:rect l="l" t="t" r="r" b="b"/>
              <a:pathLst>
                <a:path w="379" h="339" extrusionOk="0">
                  <a:moveTo>
                    <a:pt x="278" y="0"/>
                  </a:moveTo>
                  <a:cubicBezTo>
                    <a:pt x="258" y="0"/>
                    <a:pt x="232" y="7"/>
                    <a:pt x="201" y="21"/>
                  </a:cubicBezTo>
                  <a:cubicBezTo>
                    <a:pt x="0" y="88"/>
                    <a:pt x="302" y="339"/>
                    <a:pt x="302" y="339"/>
                  </a:cubicBezTo>
                  <a:lnTo>
                    <a:pt x="318" y="339"/>
                  </a:lnTo>
                  <a:cubicBezTo>
                    <a:pt x="360" y="158"/>
                    <a:pt x="379" y="0"/>
                    <a:pt x="2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6"/>
            <p:cNvSpPr/>
            <p:nvPr/>
          </p:nvSpPr>
          <p:spPr>
            <a:xfrm>
              <a:off x="2085700" y="1587875"/>
              <a:ext cx="10975" cy="9425"/>
            </a:xfrm>
            <a:custGeom>
              <a:avLst/>
              <a:gdLst/>
              <a:ahLst/>
              <a:cxnLst/>
              <a:rect l="l" t="t" r="r" b="b"/>
              <a:pathLst>
                <a:path w="439" h="377" extrusionOk="0">
                  <a:moveTo>
                    <a:pt x="298" y="0"/>
                  </a:moveTo>
                  <a:cubicBezTo>
                    <a:pt x="280" y="0"/>
                    <a:pt x="260" y="3"/>
                    <a:pt x="235" y="9"/>
                  </a:cubicBezTo>
                  <a:cubicBezTo>
                    <a:pt x="1" y="92"/>
                    <a:pt x="319" y="377"/>
                    <a:pt x="319" y="377"/>
                  </a:cubicBezTo>
                  <a:lnTo>
                    <a:pt x="352" y="377"/>
                  </a:lnTo>
                  <a:cubicBezTo>
                    <a:pt x="382" y="169"/>
                    <a:pt x="438"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6"/>
            <p:cNvSpPr/>
            <p:nvPr/>
          </p:nvSpPr>
          <p:spPr>
            <a:xfrm>
              <a:off x="2104650" y="1585700"/>
              <a:ext cx="12875" cy="8675"/>
            </a:xfrm>
            <a:custGeom>
              <a:avLst/>
              <a:gdLst/>
              <a:ahLst/>
              <a:cxnLst/>
              <a:rect l="l" t="t" r="r" b="b"/>
              <a:pathLst>
                <a:path w="515" h="347" extrusionOk="0">
                  <a:moveTo>
                    <a:pt x="181" y="0"/>
                  </a:moveTo>
                  <a:cubicBezTo>
                    <a:pt x="0" y="0"/>
                    <a:pt x="96" y="330"/>
                    <a:pt x="96" y="330"/>
                  </a:cubicBezTo>
                  <a:lnTo>
                    <a:pt x="130" y="347"/>
                  </a:lnTo>
                  <a:cubicBezTo>
                    <a:pt x="348" y="213"/>
                    <a:pt x="515" y="96"/>
                    <a:pt x="247" y="12"/>
                  </a:cubicBezTo>
                  <a:cubicBezTo>
                    <a:pt x="222" y="4"/>
                    <a:pt x="200" y="0"/>
                    <a:pt x="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6"/>
            <p:cNvSpPr/>
            <p:nvPr/>
          </p:nvSpPr>
          <p:spPr>
            <a:xfrm>
              <a:off x="1689000" y="1570900"/>
              <a:ext cx="129750" cy="71950"/>
            </a:xfrm>
            <a:custGeom>
              <a:avLst/>
              <a:gdLst/>
              <a:ahLst/>
              <a:cxnLst/>
              <a:rect l="l" t="t" r="r" b="b"/>
              <a:pathLst>
                <a:path w="5190" h="2878" extrusionOk="0">
                  <a:moveTo>
                    <a:pt x="2722" y="1"/>
                  </a:moveTo>
                  <a:cubicBezTo>
                    <a:pt x="2702" y="1"/>
                    <a:pt x="2682" y="1"/>
                    <a:pt x="2662" y="1"/>
                  </a:cubicBezTo>
                  <a:cubicBezTo>
                    <a:pt x="1256" y="18"/>
                    <a:pt x="1" y="755"/>
                    <a:pt x="118" y="1658"/>
                  </a:cubicBezTo>
                  <a:cubicBezTo>
                    <a:pt x="211" y="2415"/>
                    <a:pt x="1209" y="2877"/>
                    <a:pt x="2353" y="2877"/>
                  </a:cubicBezTo>
                  <a:cubicBezTo>
                    <a:pt x="2652" y="2877"/>
                    <a:pt x="2960" y="2846"/>
                    <a:pt x="3265" y="2780"/>
                  </a:cubicBezTo>
                  <a:cubicBezTo>
                    <a:pt x="4503" y="2512"/>
                    <a:pt x="5190" y="1759"/>
                    <a:pt x="5005" y="1089"/>
                  </a:cubicBezTo>
                  <a:cubicBezTo>
                    <a:pt x="4824" y="480"/>
                    <a:pt x="3883" y="1"/>
                    <a:pt x="27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6"/>
            <p:cNvSpPr/>
            <p:nvPr/>
          </p:nvSpPr>
          <p:spPr>
            <a:xfrm>
              <a:off x="1726250" y="1590400"/>
              <a:ext cx="84125" cy="42675"/>
            </a:xfrm>
            <a:custGeom>
              <a:avLst/>
              <a:gdLst/>
              <a:ahLst/>
              <a:cxnLst/>
              <a:rect l="l" t="t" r="r" b="b"/>
              <a:pathLst>
                <a:path w="3365" h="1707" extrusionOk="0">
                  <a:moveTo>
                    <a:pt x="2883" y="1"/>
                  </a:moveTo>
                  <a:cubicBezTo>
                    <a:pt x="2638" y="1"/>
                    <a:pt x="2323" y="330"/>
                    <a:pt x="1775" y="611"/>
                  </a:cubicBezTo>
                  <a:cubicBezTo>
                    <a:pt x="971" y="996"/>
                    <a:pt x="0" y="1113"/>
                    <a:pt x="385" y="1481"/>
                  </a:cubicBezTo>
                  <a:cubicBezTo>
                    <a:pt x="539" y="1635"/>
                    <a:pt x="801" y="1707"/>
                    <a:pt x="1108" y="1707"/>
                  </a:cubicBezTo>
                  <a:cubicBezTo>
                    <a:pt x="1535" y="1707"/>
                    <a:pt x="2049" y="1567"/>
                    <a:pt x="2478" y="1314"/>
                  </a:cubicBezTo>
                  <a:cubicBezTo>
                    <a:pt x="3147" y="912"/>
                    <a:pt x="3365" y="393"/>
                    <a:pt x="3097" y="108"/>
                  </a:cubicBezTo>
                  <a:cubicBezTo>
                    <a:pt x="3029" y="33"/>
                    <a:pt x="2960" y="1"/>
                    <a:pt x="288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6"/>
            <p:cNvSpPr/>
            <p:nvPr/>
          </p:nvSpPr>
          <p:spPr>
            <a:xfrm>
              <a:off x="1699050" y="1578800"/>
              <a:ext cx="87900" cy="37950"/>
            </a:xfrm>
            <a:custGeom>
              <a:avLst/>
              <a:gdLst/>
              <a:ahLst/>
              <a:cxnLst/>
              <a:rect l="l" t="t" r="r" b="b"/>
              <a:pathLst>
                <a:path w="3516" h="1518" extrusionOk="0">
                  <a:moveTo>
                    <a:pt x="2492" y="1"/>
                  </a:moveTo>
                  <a:cubicBezTo>
                    <a:pt x="2015" y="1"/>
                    <a:pt x="1430" y="131"/>
                    <a:pt x="938" y="372"/>
                  </a:cubicBezTo>
                  <a:cubicBezTo>
                    <a:pt x="151" y="790"/>
                    <a:pt x="0" y="1326"/>
                    <a:pt x="670" y="1476"/>
                  </a:cubicBezTo>
                  <a:cubicBezTo>
                    <a:pt x="768" y="1505"/>
                    <a:pt x="855" y="1518"/>
                    <a:pt x="935" y="1518"/>
                  </a:cubicBezTo>
                  <a:cubicBezTo>
                    <a:pt x="1374" y="1518"/>
                    <a:pt x="1593" y="1127"/>
                    <a:pt x="2160" y="773"/>
                  </a:cubicBezTo>
                  <a:cubicBezTo>
                    <a:pt x="2762" y="422"/>
                    <a:pt x="3515" y="254"/>
                    <a:pt x="3064" y="87"/>
                  </a:cubicBezTo>
                  <a:cubicBezTo>
                    <a:pt x="2910" y="29"/>
                    <a:pt x="2712" y="1"/>
                    <a:pt x="2492"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6"/>
            <p:cNvSpPr/>
            <p:nvPr/>
          </p:nvSpPr>
          <p:spPr>
            <a:xfrm>
              <a:off x="1755350" y="1617375"/>
              <a:ext cx="10675" cy="9825"/>
            </a:xfrm>
            <a:custGeom>
              <a:avLst/>
              <a:gdLst/>
              <a:ahLst/>
              <a:cxnLst/>
              <a:rect l="l" t="t" r="r" b="b"/>
              <a:pathLst>
                <a:path w="427" h="393" extrusionOk="0">
                  <a:moveTo>
                    <a:pt x="75" y="0"/>
                  </a:moveTo>
                  <a:lnTo>
                    <a:pt x="58" y="34"/>
                  </a:lnTo>
                  <a:cubicBezTo>
                    <a:pt x="58" y="34"/>
                    <a:pt x="1" y="393"/>
                    <a:pt x="152" y="393"/>
                  </a:cubicBezTo>
                  <a:cubicBezTo>
                    <a:pt x="164" y="393"/>
                    <a:pt x="177" y="390"/>
                    <a:pt x="192" y="385"/>
                  </a:cubicBezTo>
                  <a:cubicBezTo>
                    <a:pt x="427" y="318"/>
                    <a:pt x="259" y="184"/>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6"/>
            <p:cNvSpPr/>
            <p:nvPr/>
          </p:nvSpPr>
          <p:spPr>
            <a:xfrm>
              <a:off x="1768100" y="1614025"/>
              <a:ext cx="10050" cy="8775"/>
            </a:xfrm>
            <a:custGeom>
              <a:avLst/>
              <a:gdLst/>
              <a:ahLst/>
              <a:cxnLst/>
              <a:rect l="l" t="t" r="r" b="b"/>
              <a:pathLst>
                <a:path w="402" h="351" extrusionOk="0">
                  <a:moveTo>
                    <a:pt x="17" y="0"/>
                  </a:moveTo>
                  <a:lnTo>
                    <a:pt x="0" y="17"/>
                  </a:lnTo>
                  <a:cubicBezTo>
                    <a:pt x="0" y="17"/>
                    <a:pt x="14" y="351"/>
                    <a:pt x="159" y="351"/>
                  </a:cubicBezTo>
                  <a:cubicBezTo>
                    <a:pt x="177" y="351"/>
                    <a:pt x="196" y="346"/>
                    <a:pt x="218" y="335"/>
                  </a:cubicBezTo>
                  <a:cubicBezTo>
                    <a:pt x="402" y="201"/>
                    <a:pt x="235" y="118"/>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6"/>
            <p:cNvSpPr/>
            <p:nvPr/>
          </p:nvSpPr>
          <p:spPr>
            <a:xfrm>
              <a:off x="1782325" y="1608175"/>
              <a:ext cx="9225" cy="8075"/>
            </a:xfrm>
            <a:custGeom>
              <a:avLst/>
              <a:gdLst/>
              <a:ahLst/>
              <a:cxnLst/>
              <a:rect l="l" t="t" r="r" b="b"/>
              <a:pathLst>
                <a:path w="369" h="323" extrusionOk="0">
                  <a:moveTo>
                    <a:pt x="17" y="0"/>
                  </a:moveTo>
                  <a:lnTo>
                    <a:pt x="0" y="17"/>
                  </a:lnTo>
                  <a:cubicBezTo>
                    <a:pt x="0" y="17"/>
                    <a:pt x="13" y="323"/>
                    <a:pt x="139" y="323"/>
                  </a:cubicBezTo>
                  <a:cubicBezTo>
                    <a:pt x="157" y="323"/>
                    <a:pt x="178" y="316"/>
                    <a:pt x="201" y="301"/>
                  </a:cubicBezTo>
                  <a:cubicBezTo>
                    <a:pt x="369" y="201"/>
                    <a:pt x="201" y="117"/>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6"/>
            <p:cNvSpPr/>
            <p:nvPr/>
          </p:nvSpPr>
          <p:spPr>
            <a:xfrm>
              <a:off x="1791100" y="1600300"/>
              <a:ext cx="7425" cy="6025"/>
            </a:xfrm>
            <a:custGeom>
              <a:avLst/>
              <a:gdLst/>
              <a:ahLst/>
              <a:cxnLst/>
              <a:rect l="l" t="t" r="r" b="b"/>
              <a:pathLst>
                <a:path w="297" h="241" extrusionOk="0">
                  <a:moveTo>
                    <a:pt x="163" y="1"/>
                  </a:moveTo>
                  <a:cubicBezTo>
                    <a:pt x="118" y="1"/>
                    <a:pt x="62" y="8"/>
                    <a:pt x="1" y="14"/>
                  </a:cubicBezTo>
                  <a:lnTo>
                    <a:pt x="1" y="64"/>
                  </a:lnTo>
                  <a:cubicBezTo>
                    <a:pt x="1" y="64"/>
                    <a:pt x="122" y="241"/>
                    <a:pt x="197" y="241"/>
                  </a:cubicBezTo>
                  <a:cubicBezTo>
                    <a:pt x="223" y="241"/>
                    <a:pt x="243" y="220"/>
                    <a:pt x="252" y="164"/>
                  </a:cubicBezTo>
                  <a:cubicBezTo>
                    <a:pt x="297" y="30"/>
                    <a:pt x="252" y="1"/>
                    <a:pt x="1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6"/>
            <p:cNvSpPr/>
            <p:nvPr/>
          </p:nvSpPr>
          <p:spPr>
            <a:xfrm>
              <a:off x="1720400" y="1601700"/>
              <a:ext cx="11300" cy="6500"/>
            </a:xfrm>
            <a:custGeom>
              <a:avLst/>
              <a:gdLst/>
              <a:ahLst/>
              <a:cxnLst/>
              <a:rect l="l" t="t" r="r" b="b"/>
              <a:pathLst>
                <a:path w="452" h="260" extrusionOk="0">
                  <a:moveTo>
                    <a:pt x="192" y="0"/>
                  </a:moveTo>
                  <a:cubicBezTo>
                    <a:pt x="166" y="0"/>
                    <a:pt x="142" y="13"/>
                    <a:pt x="117" y="41"/>
                  </a:cubicBezTo>
                  <a:cubicBezTo>
                    <a:pt x="0" y="142"/>
                    <a:pt x="418" y="259"/>
                    <a:pt x="418" y="259"/>
                  </a:cubicBezTo>
                  <a:lnTo>
                    <a:pt x="452" y="259"/>
                  </a:lnTo>
                  <a:cubicBezTo>
                    <a:pt x="351" y="120"/>
                    <a:pt x="269" y="0"/>
                    <a:pt x="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6"/>
            <p:cNvSpPr/>
            <p:nvPr/>
          </p:nvSpPr>
          <p:spPr>
            <a:xfrm>
              <a:off x="1727500" y="1595275"/>
              <a:ext cx="11750" cy="7050"/>
            </a:xfrm>
            <a:custGeom>
              <a:avLst/>
              <a:gdLst/>
              <a:ahLst/>
              <a:cxnLst/>
              <a:rect l="l" t="t" r="r" b="b"/>
              <a:pathLst>
                <a:path w="470" h="282" extrusionOk="0">
                  <a:moveTo>
                    <a:pt x="298" y="0"/>
                  </a:moveTo>
                  <a:cubicBezTo>
                    <a:pt x="271" y="0"/>
                    <a:pt x="240" y="10"/>
                    <a:pt x="201" y="31"/>
                  </a:cubicBezTo>
                  <a:cubicBezTo>
                    <a:pt x="1" y="98"/>
                    <a:pt x="436" y="282"/>
                    <a:pt x="436" y="282"/>
                  </a:cubicBezTo>
                  <a:lnTo>
                    <a:pt x="469" y="282"/>
                  </a:lnTo>
                  <a:cubicBezTo>
                    <a:pt x="429" y="136"/>
                    <a:pt x="400"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6"/>
            <p:cNvSpPr/>
            <p:nvPr/>
          </p:nvSpPr>
          <p:spPr>
            <a:xfrm>
              <a:off x="1739225" y="1586900"/>
              <a:ext cx="12150" cy="7475"/>
            </a:xfrm>
            <a:custGeom>
              <a:avLst/>
              <a:gdLst/>
              <a:ahLst/>
              <a:cxnLst/>
              <a:rect l="l" t="t" r="r" b="b"/>
              <a:pathLst>
                <a:path w="486" h="299" extrusionOk="0">
                  <a:moveTo>
                    <a:pt x="322" y="1"/>
                  </a:moveTo>
                  <a:cubicBezTo>
                    <a:pt x="294" y="1"/>
                    <a:pt x="259" y="10"/>
                    <a:pt x="218" y="31"/>
                  </a:cubicBezTo>
                  <a:cubicBezTo>
                    <a:pt x="0" y="115"/>
                    <a:pt x="452" y="299"/>
                    <a:pt x="452" y="299"/>
                  </a:cubicBezTo>
                  <a:lnTo>
                    <a:pt x="486" y="299"/>
                  </a:lnTo>
                  <a:cubicBezTo>
                    <a:pt x="459" y="139"/>
                    <a:pt x="433" y="1"/>
                    <a:pt x="3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6"/>
            <p:cNvSpPr/>
            <p:nvPr/>
          </p:nvSpPr>
          <p:spPr>
            <a:xfrm>
              <a:off x="1756275" y="1582825"/>
              <a:ext cx="13100" cy="7375"/>
            </a:xfrm>
            <a:custGeom>
              <a:avLst/>
              <a:gdLst/>
              <a:ahLst/>
              <a:cxnLst/>
              <a:rect l="l" t="t" r="r" b="b"/>
              <a:pathLst>
                <a:path w="524" h="295" extrusionOk="0">
                  <a:moveTo>
                    <a:pt x="174" y="1"/>
                  </a:moveTo>
                  <a:cubicBezTo>
                    <a:pt x="1" y="1"/>
                    <a:pt x="222" y="278"/>
                    <a:pt x="222" y="278"/>
                  </a:cubicBezTo>
                  <a:lnTo>
                    <a:pt x="272" y="294"/>
                  </a:lnTo>
                  <a:cubicBezTo>
                    <a:pt x="390" y="160"/>
                    <a:pt x="523" y="43"/>
                    <a:pt x="239" y="10"/>
                  </a:cubicBezTo>
                  <a:cubicBezTo>
                    <a:pt x="213" y="4"/>
                    <a:pt x="192"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6"/>
            <p:cNvSpPr/>
            <p:nvPr/>
          </p:nvSpPr>
          <p:spPr>
            <a:xfrm>
              <a:off x="1682725" y="1459600"/>
              <a:ext cx="41875" cy="61975"/>
            </a:xfrm>
            <a:custGeom>
              <a:avLst/>
              <a:gdLst/>
              <a:ahLst/>
              <a:cxnLst/>
              <a:rect l="l" t="t" r="r" b="b"/>
              <a:pathLst>
                <a:path w="1675" h="2479" extrusionOk="0">
                  <a:moveTo>
                    <a:pt x="536" y="1"/>
                  </a:moveTo>
                  <a:lnTo>
                    <a:pt x="151" y="34"/>
                  </a:lnTo>
                  <a:cubicBezTo>
                    <a:pt x="1" y="2026"/>
                    <a:pt x="888" y="2478"/>
                    <a:pt x="888" y="2478"/>
                  </a:cubicBezTo>
                  <a:lnTo>
                    <a:pt x="1674" y="2009"/>
                  </a:lnTo>
                  <a:cubicBezTo>
                    <a:pt x="1674" y="1993"/>
                    <a:pt x="536" y="1156"/>
                    <a:pt x="5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6"/>
            <p:cNvSpPr/>
            <p:nvPr/>
          </p:nvSpPr>
          <p:spPr>
            <a:xfrm>
              <a:off x="2134250" y="1484075"/>
              <a:ext cx="64050" cy="18250"/>
            </a:xfrm>
            <a:custGeom>
              <a:avLst/>
              <a:gdLst/>
              <a:ahLst/>
              <a:cxnLst/>
              <a:rect l="l" t="t" r="r" b="b"/>
              <a:pathLst>
                <a:path w="2562" h="730" extrusionOk="0">
                  <a:moveTo>
                    <a:pt x="828" y="0"/>
                  </a:moveTo>
                  <a:cubicBezTo>
                    <a:pt x="393" y="0"/>
                    <a:pt x="185" y="93"/>
                    <a:pt x="185" y="93"/>
                  </a:cubicBezTo>
                  <a:lnTo>
                    <a:pt x="0" y="729"/>
                  </a:lnTo>
                  <a:cubicBezTo>
                    <a:pt x="0" y="729"/>
                    <a:pt x="673" y="494"/>
                    <a:pt x="1459" y="494"/>
                  </a:cubicBezTo>
                  <a:cubicBezTo>
                    <a:pt x="1781" y="494"/>
                    <a:pt x="2123" y="533"/>
                    <a:pt x="2444" y="645"/>
                  </a:cubicBezTo>
                  <a:lnTo>
                    <a:pt x="2561" y="361"/>
                  </a:lnTo>
                  <a:cubicBezTo>
                    <a:pt x="1792" y="75"/>
                    <a:pt x="1219" y="0"/>
                    <a:pt x="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6"/>
            <p:cNvSpPr/>
            <p:nvPr/>
          </p:nvSpPr>
          <p:spPr>
            <a:xfrm>
              <a:off x="1988200" y="1342075"/>
              <a:ext cx="37700" cy="10850"/>
            </a:xfrm>
            <a:custGeom>
              <a:avLst/>
              <a:gdLst/>
              <a:ahLst/>
              <a:cxnLst/>
              <a:rect l="l" t="t" r="r" b="b"/>
              <a:pathLst>
                <a:path w="1508" h="434" extrusionOk="0">
                  <a:moveTo>
                    <a:pt x="471" y="0"/>
                  </a:moveTo>
                  <a:cubicBezTo>
                    <a:pt x="232" y="0"/>
                    <a:pt x="118" y="49"/>
                    <a:pt x="118" y="49"/>
                  </a:cubicBezTo>
                  <a:lnTo>
                    <a:pt x="1" y="434"/>
                  </a:lnTo>
                  <a:cubicBezTo>
                    <a:pt x="1" y="434"/>
                    <a:pt x="384" y="283"/>
                    <a:pt x="851" y="283"/>
                  </a:cubicBezTo>
                  <a:cubicBezTo>
                    <a:pt x="1046" y="283"/>
                    <a:pt x="1255" y="309"/>
                    <a:pt x="1457" y="383"/>
                  </a:cubicBezTo>
                  <a:lnTo>
                    <a:pt x="1507" y="216"/>
                  </a:lnTo>
                  <a:cubicBezTo>
                    <a:pt x="1041" y="44"/>
                    <a:pt x="699" y="0"/>
                    <a:pt x="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6"/>
            <p:cNvSpPr/>
            <p:nvPr/>
          </p:nvSpPr>
          <p:spPr>
            <a:xfrm>
              <a:off x="2180700" y="1351225"/>
              <a:ext cx="27225" cy="20525"/>
            </a:xfrm>
            <a:custGeom>
              <a:avLst/>
              <a:gdLst/>
              <a:ahLst/>
              <a:cxnLst/>
              <a:rect l="l" t="t" r="r" b="b"/>
              <a:pathLst>
                <a:path w="1089" h="821" extrusionOk="0">
                  <a:moveTo>
                    <a:pt x="335" y="1"/>
                  </a:moveTo>
                  <a:lnTo>
                    <a:pt x="0" y="17"/>
                  </a:lnTo>
                  <a:cubicBezTo>
                    <a:pt x="34" y="17"/>
                    <a:pt x="670" y="402"/>
                    <a:pt x="787" y="821"/>
                  </a:cubicBezTo>
                  <a:lnTo>
                    <a:pt x="1088" y="804"/>
                  </a:lnTo>
                  <a:cubicBezTo>
                    <a:pt x="971" y="168"/>
                    <a:pt x="335" y="1"/>
                    <a:pt x="3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6"/>
            <p:cNvSpPr/>
            <p:nvPr/>
          </p:nvSpPr>
          <p:spPr>
            <a:xfrm>
              <a:off x="2362300" y="1540800"/>
              <a:ext cx="32675" cy="20950"/>
            </a:xfrm>
            <a:custGeom>
              <a:avLst/>
              <a:gdLst/>
              <a:ahLst/>
              <a:cxnLst/>
              <a:rect l="l" t="t" r="r" b="b"/>
              <a:pathLst>
                <a:path w="1307" h="838" extrusionOk="0">
                  <a:moveTo>
                    <a:pt x="905" y="0"/>
                  </a:moveTo>
                  <a:cubicBezTo>
                    <a:pt x="905" y="0"/>
                    <a:pt x="152" y="184"/>
                    <a:pt x="1" y="804"/>
                  </a:cubicBezTo>
                  <a:lnTo>
                    <a:pt x="386" y="837"/>
                  </a:lnTo>
                  <a:cubicBezTo>
                    <a:pt x="486" y="419"/>
                    <a:pt x="1307" y="34"/>
                    <a:pt x="1307" y="17"/>
                  </a:cubicBezTo>
                  <a:lnTo>
                    <a:pt x="905" y="0"/>
                  </a:lnTo>
                  <a:close/>
                </a:path>
              </a:pathLst>
            </a:custGeom>
            <a:solidFill>
              <a:srgbClr val="B2AA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6"/>
            <p:cNvSpPr/>
            <p:nvPr/>
          </p:nvSpPr>
          <p:spPr>
            <a:xfrm>
              <a:off x="1834200" y="1671775"/>
              <a:ext cx="63225" cy="31450"/>
            </a:xfrm>
            <a:custGeom>
              <a:avLst/>
              <a:gdLst/>
              <a:ahLst/>
              <a:cxnLst/>
              <a:rect l="l" t="t" r="r" b="b"/>
              <a:pathLst>
                <a:path w="2529" h="1258" extrusionOk="0">
                  <a:moveTo>
                    <a:pt x="202" y="0"/>
                  </a:moveTo>
                  <a:lnTo>
                    <a:pt x="1" y="251"/>
                  </a:lnTo>
                  <a:cubicBezTo>
                    <a:pt x="1161" y="1194"/>
                    <a:pt x="1920" y="1257"/>
                    <a:pt x="2101" y="1257"/>
                  </a:cubicBezTo>
                  <a:cubicBezTo>
                    <a:pt x="2129" y="1257"/>
                    <a:pt x="2143" y="1256"/>
                    <a:pt x="2143" y="1256"/>
                  </a:cubicBezTo>
                  <a:lnTo>
                    <a:pt x="2528" y="703"/>
                  </a:lnTo>
                  <a:cubicBezTo>
                    <a:pt x="2528" y="687"/>
                    <a:pt x="1122" y="737"/>
                    <a:pt x="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6"/>
            <p:cNvSpPr/>
            <p:nvPr/>
          </p:nvSpPr>
          <p:spPr>
            <a:xfrm>
              <a:off x="2230500" y="1402750"/>
              <a:ext cx="46475" cy="29125"/>
            </a:xfrm>
            <a:custGeom>
              <a:avLst/>
              <a:gdLst/>
              <a:ahLst/>
              <a:cxnLst/>
              <a:rect l="l" t="t" r="r" b="b"/>
              <a:pathLst>
                <a:path w="1859" h="1165" extrusionOk="0">
                  <a:moveTo>
                    <a:pt x="1040" y="191"/>
                  </a:moveTo>
                  <a:cubicBezTo>
                    <a:pt x="1211" y="191"/>
                    <a:pt x="1375" y="257"/>
                    <a:pt x="1473" y="367"/>
                  </a:cubicBezTo>
                  <a:cubicBezTo>
                    <a:pt x="1590" y="534"/>
                    <a:pt x="1507" y="768"/>
                    <a:pt x="1272" y="869"/>
                  </a:cubicBezTo>
                  <a:cubicBezTo>
                    <a:pt x="1185" y="904"/>
                    <a:pt x="1094" y="920"/>
                    <a:pt x="1006" y="920"/>
                  </a:cubicBezTo>
                  <a:cubicBezTo>
                    <a:pt x="840" y="920"/>
                    <a:pt x="685" y="861"/>
                    <a:pt x="586" y="752"/>
                  </a:cubicBezTo>
                  <a:cubicBezTo>
                    <a:pt x="436" y="584"/>
                    <a:pt x="519" y="350"/>
                    <a:pt x="770" y="249"/>
                  </a:cubicBezTo>
                  <a:cubicBezTo>
                    <a:pt x="857" y="209"/>
                    <a:pt x="950" y="191"/>
                    <a:pt x="1040" y="191"/>
                  </a:cubicBezTo>
                  <a:close/>
                  <a:moveTo>
                    <a:pt x="940" y="0"/>
                  </a:moveTo>
                  <a:cubicBezTo>
                    <a:pt x="798" y="0"/>
                    <a:pt x="653" y="26"/>
                    <a:pt x="519" y="82"/>
                  </a:cubicBezTo>
                  <a:cubicBezTo>
                    <a:pt x="134" y="249"/>
                    <a:pt x="0" y="601"/>
                    <a:pt x="235" y="869"/>
                  </a:cubicBezTo>
                  <a:cubicBezTo>
                    <a:pt x="395" y="1051"/>
                    <a:pt x="663" y="1164"/>
                    <a:pt x="946" y="1164"/>
                  </a:cubicBezTo>
                  <a:cubicBezTo>
                    <a:pt x="1077" y="1164"/>
                    <a:pt x="1212" y="1140"/>
                    <a:pt x="1339" y="1086"/>
                  </a:cubicBezTo>
                  <a:cubicBezTo>
                    <a:pt x="1741" y="919"/>
                    <a:pt x="1858" y="551"/>
                    <a:pt x="1641" y="283"/>
                  </a:cubicBezTo>
                  <a:cubicBezTo>
                    <a:pt x="1496" y="104"/>
                    <a:pt x="1224" y="0"/>
                    <a:pt x="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6"/>
            <p:cNvSpPr/>
            <p:nvPr/>
          </p:nvSpPr>
          <p:spPr>
            <a:xfrm>
              <a:off x="2255600" y="1583300"/>
              <a:ext cx="46475" cy="29000"/>
            </a:xfrm>
            <a:custGeom>
              <a:avLst/>
              <a:gdLst/>
              <a:ahLst/>
              <a:cxnLst/>
              <a:rect l="l" t="t" r="r" b="b"/>
              <a:pathLst>
                <a:path w="1859" h="1160" extrusionOk="0">
                  <a:moveTo>
                    <a:pt x="1024" y="190"/>
                  </a:moveTo>
                  <a:cubicBezTo>
                    <a:pt x="1194" y="190"/>
                    <a:pt x="1353" y="250"/>
                    <a:pt x="1440" y="359"/>
                  </a:cubicBezTo>
                  <a:cubicBezTo>
                    <a:pt x="1591" y="526"/>
                    <a:pt x="1507" y="761"/>
                    <a:pt x="1256" y="861"/>
                  </a:cubicBezTo>
                  <a:cubicBezTo>
                    <a:pt x="1169" y="902"/>
                    <a:pt x="1079" y="920"/>
                    <a:pt x="991" y="920"/>
                  </a:cubicBezTo>
                  <a:cubicBezTo>
                    <a:pt x="824" y="920"/>
                    <a:pt x="668" y="854"/>
                    <a:pt x="570" y="744"/>
                  </a:cubicBezTo>
                  <a:cubicBezTo>
                    <a:pt x="419" y="577"/>
                    <a:pt x="503" y="342"/>
                    <a:pt x="754" y="242"/>
                  </a:cubicBezTo>
                  <a:cubicBezTo>
                    <a:pt x="841" y="207"/>
                    <a:pt x="934" y="190"/>
                    <a:pt x="1024" y="190"/>
                  </a:cubicBezTo>
                  <a:close/>
                  <a:moveTo>
                    <a:pt x="929" y="0"/>
                  </a:moveTo>
                  <a:cubicBezTo>
                    <a:pt x="789" y="0"/>
                    <a:pt x="648" y="24"/>
                    <a:pt x="520" y="74"/>
                  </a:cubicBezTo>
                  <a:cubicBezTo>
                    <a:pt x="135" y="242"/>
                    <a:pt x="1" y="593"/>
                    <a:pt x="235" y="861"/>
                  </a:cubicBezTo>
                  <a:cubicBezTo>
                    <a:pt x="392" y="1052"/>
                    <a:pt x="655" y="1160"/>
                    <a:pt x="932" y="1160"/>
                  </a:cubicBezTo>
                  <a:cubicBezTo>
                    <a:pt x="1068" y="1160"/>
                    <a:pt x="1207" y="1134"/>
                    <a:pt x="1340" y="1079"/>
                  </a:cubicBezTo>
                  <a:cubicBezTo>
                    <a:pt x="1741" y="911"/>
                    <a:pt x="1859" y="560"/>
                    <a:pt x="1641" y="275"/>
                  </a:cubicBezTo>
                  <a:cubicBezTo>
                    <a:pt x="1485" y="97"/>
                    <a:pt x="1210"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6"/>
            <p:cNvSpPr/>
            <p:nvPr/>
          </p:nvSpPr>
          <p:spPr>
            <a:xfrm>
              <a:off x="1904100" y="1625425"/>
              <a:ext cx="46050" cy="28350"/>
            </a:xfrm>
            <a:custGeom>
              <a:avLst/>
              <a:gdLst/>
              <a:ahLst/>
              <a:cxnLst/>
              <a:rect l="l" t="t" r="r" b="b"/>
              <a:pathLst>
                <a:path w="1842" h="1134" extrusionOk="0">
                  <a:moveTo>
                    <a:pt x="1116" y="167"/>
                  </a:moveTo>
                  <a:cubicBezTo>
                    <a:pt x="1257" y="167"/>
                    <a:pt x="1388" y="210"/>
                    <a:pt x="1456" y="298"/>
                  </a:cubicBezTo>
                  <a:cubicBezTo>
                    <a:pt x="1590" y="432"/>
                    <a:pt x="1523" y="649"/>
                    <a:pt x="1306" y="766"/>
                  </a:cubicBezTo>
                  <a:cubicBezTo>
                    <a:pt x="1203" y="825"/>
                    <a:pt x="1081" y="852"/>
                    <a:pt x="965" y="852"/>
                  </a:cubicBezTo>
                  <a:cubicBezTo>
                    <a:pt x="817" y="852"/>
                    <a:pt x="678" y="808"/>
                    <a:pt x="603" y="733"/>
                  </a:cubicBezTo>
                  <a:cubicBezTo>
                    <a:pt x="486" y="565"/>
                    <a:pt x="569" y="348"/>
                    <a:pt x="820" y="231"/>
                  </a:cubicBezTo>
                  <a:cubicBezTo>
                    <a:pt x="911" y="189"/>
                    <a:pt x="1016" y="167"/>
                    <a:pt x="1116" y="167"/>
                  </a:cubicBezTo>
                  <a:close/>
                  <a:moveTo>
                    <a:pt x="1035" y="1"/>
                  </a:moveTo>
                  <a:cubicBezTo>
                    <a:pt x="883" y="1"/>
                    <a:pt x="725" y="30"/>
                    <a:pt x="586" y="97"/>
                  </a:cubicBezTo>
                  <a:cubicBezTo>
                    <a:pt x="184" y="281"/>
                    <a:pt x="0" y="649"/>
                    <a:pt x="235" y="917"/>
                  </a:cubicBezTo>
                  <a:cubicBezTo>
                    <a:pt x="362" y="1062"/>
                    <a:pt x="573" y="1134"/>
                    <a:pt x="804" y="1134"/>
                  </a:cubicBezTo>
                  <a:cubicBezTo>
                    <a:pt x="998" y="1134"/>
                    <a:pt x="1206" y="1083"/>
                    <a:pt x="1390" y="984"/>
                  </a:cubicBezTo>
                  <a:cubicBezTo>
                    <a:pt x="1741" y="766"/>
                    <a:pt x="1841" y="415"/>
                    <a:pt x="1607" y="180"/>
                  </a:cubicBezTo>
                  <a:cubicBezTo>
                    <a:pt x="1486" y="69"/>
                    <a:pt x="1267" y="1"/>
                    <a:pt x="10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6"/>
            <p:cNvSpPr/>
            <p:nvPr/>
          </p:nvSpPr>
          <p:spPr>
            <a:xfrm>
              <a:off x="1715775" y="1454800"/>
              <a:ext cx="36850" cy="26625"/>
            </a:xfrm>
            <a:custGeom>
              <a:avLst/>
              <a:gdLst/>
              <a:ahLst/>
              <a:cxnLst/>
              <a:rect l="l" t="t" r="r" b="b"/>
              <a:pathLst>
                <a:path w="1474" h="1065" extrusionOk="0">
                  <a:moveTo>
                    <a:pt x="622" y="100"/>
                  </a:moveTo>
                  <a:cubicBezTo>
                    <a:pt x="769" y="100"/>
                    <a:pt x="919" y="166"/>
                    <a:pt x="1005" y="277"/>
                  </a:cubicBezTo>
                  <a:cubicBezTo>
                    <a:pt x="1139" y="444"/>
                    <a:pt x="1089" y="628"/>
                    <a:pt x="905" y="712"/>
                  </a:cubicBezTo>
                  <a:cubicBezTo>
                    <a:pt x="855" y="734"/>
                    <a:pt x="801" y="745"/>
                    <a:pt x="746" y="745"/>
                  </a:cubicBezTo>
                  <a:cubicBezTo>
                    <a:pt x="595" y="745"/>
                    <a:pt x="434" y="667"/>
                    <a:pt x="336" y="544"/>
                  </a:cubicBezTo>
                  <a:cubicBezTo>
                    <a:pt x="235" y="394"/>
                    <a:pt x="302" y="210"/>
                    <a:pt x="470" y="126"/>
                  </a:cubicBezTo>
                  <a:cubicBezTo>
                    <a:pt x="518" y="108"/>
                    <a:pt x="570" y="100"/>
                    <a:pt x="622" y="100"/>
                  </a:cubicBezTo>
                  <a:close/>
                  <a:moveTo>
                    <a:pt x="652" y="1"/>
                  </a:moveTo>
                  <a:cubicBezTo>
                    <a:pt x="566" y="1"/>
                    <a:pt x="481" y="14"/>
                    <a:pt x="403" y="42"/>
                  </a:cubicBezTo>
                  <a:cubicBezTo>
                    <a:pt x="101" y="143"/>
                    <a:pt x="1" y="444"/>
                    <a:pt x="168" y="712"/>
                  </a:cubicBezTo>
                  <a:cubicBezTo>
                    <a:pt x="304" y="934"/>
                    <a:pt x="567" y="1065"/>
                    <a:pt x="830" y="1065"/>
                  </a:cubicBezTo>
                  <a:cubicBezTo>
                    <a:pt x="924" y="1065"/>
                    <a:pt x="1018" y="1048"/>
                    <a:pt x="1106" y="1013"/>
                  </a:cubicBezTo>
                  <a:cubicBezTo>
                    <a:pt x="1424" y="862"/>
                    <a:pt x="1474" y="528"/>
                    <a:pt x="1256" y="277"/>
                  </a:cubicBezTo>
                  <a:cubicBezTo>
                    <a:pt x="1111" y="95"/>
                    <a:pt x="878"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6"/>
            <p:cNvSpPr/>
            <p:nvPr/>
          </p:nvSpPr>
          <p:spPr>
            <a:xfrm>
              <a:off x="1952225" y="1364175"/>
              <a:ext cx="44375" cy="25450"/>
            </a:xfrm>
            <a:custGeom>
              <a:avLst/>
              <a:gdLst/>
              <a:ahLst/>
              <a:cxnLst/>
              <a:rect l="l" t="t" r="r" b="b"/>
              <a:pathLst>
                <a:path w="1775" h="1018" extrusionOk="0">
                  <a:moveTo>
                    <a:pt x="726" y="113"/>
                  </a:moveTo>
                  <a:cubicBezTo>
                    <a:pt x="921" y="113"/>
                    <a:pt x="1169" y="222"/>
                    <a:pt x="1272" y="370"/>
                  </a:cubicBezTo>
                  <a:cubicBezTo>
                    <a:pt x="1406" y="554"/>
                    <a:pt x="1339" y="721"/>
                    <a:pt x="1088" y="738"/>
                  </a:cubicBezTo>
                  <a:cubicBezTo>
                    <a:pt x="1052" y="745"/>
                    <a:pt x="1015" y="749"/>
                    <a:pt x="977" y="749"/>
                  </a:cubicBezTo>
                  <a:cubicBezTo>
                    <a:pt x="754" y="749"/>
                    <a:pt x="519" y="628"/>
                    <a:pt x="419" y="470"/>
                  </a:cubicBezTo>
                  <a:cubicBezTo>
                    <a:pt x="301" y="303"/>
                    <a:pt x="402" y="152"/>
                    <a:pt x="653" y="119"/>
                  </a:cubicBezTo>
                  <a:cubicBezTo>
                    <a:pt x="676" y="115"/>
                    <a:pt x="701" y="113"/>
                    <a:pt x="726" y="113"/>
                  </a:cubicBezTo>
                  <a:close/>
                  <a:moveTo>
                    <a:pt x="573" y="0"/>
                  </a:moveTo>
                  <a:cubicBezTo>
                    <a:pt x="555" y="0"/>
                    <a:pt x="537" y="1"/>
                    <a:pt x="519" y="1"/>
                  </a:cubicBezTo>
                  <a:cubicBezTo>
                    <a:pt x="168" y="52"/>
                    <a:pt x="0" y="286"/>
                    <a:pt x="168" y="554"/>
                  </a:cubicBezTo>
                  <a:cubicBezTo>
                    <a:pt x="330" y="805"/>
                    <a:pt x="741" y="1017"/>
                    <a:pt x="1123" y="1017"/>
                  </a:cubicBezTo>
                  <a:cubicBezTo>
                    <a:pt x="1173" y="1017"/>
                    <a:pt x="1223" y="1014"/>
                    <a:pt x="1272" y="1006"/>
                  </a:cubicBezTo>
                  <a:cubicBezTo>
                    <a:pt x="1674" y="972"/>
                    <a:pt x="1774" y="671"/>
                    <a:pt x="1557" y="403"/>
                  </a:cubicBezTo>
                  <a:cubicBezTo>
                    <a:pt x="1349" y="164"/>
                    <a:pt x="944" y="0"/>
                    <a:pt x="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6"/>
            <p:cNvSpPr/>
            <p:nvPr/>
          </p:nvSpPr>
          <p:spPr>
            <a:xfrm>
              <a:off x="1782325" y="1477100"/>
              <a:ext cx="98775" cy="60375"/>
            </a:xfrm>
            <a:custGeom>
              <a:avLst/>
              <a:gdLst/>
              <a:ahLst/>
              <a:cxnLst/>
              <a:rect l="l" t="t" r="r" b="b"/>
              <a:pathLst>
                <a:path w="3951" h="2415" extrusionOk="0">
                  <a:moveTo>
                    <a:pt x="1951" y="152"/>
                  </a:moveTo>
                  <a:cubicBezTo>
                    <a:pt x="1993" y="152"/>
                    <a:pt x="2034" y="153"/>
                    <a:pt x="2076" y="155"/>
                  </a:cubicBezTo>
                  <a:cubicBezTo>
                    <a:pt x="2294" y="171"/>
                    <a:pt x="2528" y="221"/>
                    <a:pt x="2712" y="288"/>
                  </a:cubicBezTo>
                  <a:cubicBezTo>
                    <a:pt x="2494" y="221"/>
                    <a:pt x="2243" y="205"/>
                    <a:pt x="1959" y="205"/>
                  </a:cubicBezTo>
                  <a:cubicBezTo>
                    <a:pt x="1524" y="205"/>
                    <a:pt x="1122" y="288"/>
                    <a:pt x="821" y="406"/>
                  </a:cubicBezTo>
                  <a:cubicBezTo>
                    <a:pt x="1097" y="237"/>
                    <a:pt x="1499" y="152"/>
                    <a:pt x="1951" y="152"/>
                  </a:cubicBezTo>
                  <a:close/>
                  <a:moveTo>
                    <a:pt x="2016" y="338"/>
                  </a:moveTo>
                  <a:cubicBezTo>
                    <a:pt x="2828" y="338"/>
                    <a:pt x="3501" y="684"/>
                    <a:pt x="3599" y="1142"/>
                  </a:cubicBezTo>
                  <a:lnTo>
                    <a:pt x="3599" y="1176"/>
                  </a:lnTo>
                  <a:cubicBezTo>
                    <a:pt x="3536" y="1677"/>
                    <a:pt x="2857" y="2017"/>
                    <a:pt x="2029" y="2017"/>
                  </a:cubicBezTo>
                  <a:cubicBezTo>
                    <a:pt x="1973" y="2017"/>
                    <a:pt x="1916" y="2016"/>
                    <a:pt x="1858" y="2012"/>
                  </a:cubicBezTo>
                  <a:cubicBezTo>
                    <a:pt x="1072" y="1979"/>
                    <a:pt x="436" y="1628"/>
                    <a:pt x="335" y="1176"/>
                  </a:cubicBezTo>
                  <a:cubicBezTo>
                    <a:pt x="419" y="707"/>
                    <a:pt x="1105" y="339"/>
                    <a:pt x="1959" y="339"/>
                  </a:cubicBezTo>
                  <a:cubicBezTo>
                    <a:pt x="1978" y="338"/>
                    <a:pt x="1997" y="338"/>
                    <a:pt x="2016" y="338"/>
                  </a:cubicBezTo>
                  <a:close/>
                  <a:moveTo>
                    <a:pt x="1911" y="0"/>
                  </a:moveTo>
                  <a:cubicBezTo>
                    <a:pt x="896" y="0"/>
                    <a:pt x="64" y="436"/>
                    <a:pt x="0" y="1008"/>
                  </a:cubicBezTo>
                  <a:cubicBezTo>
                    <a:pt x="0" y="1075"/>
                    <a:pt x="0" y="1159"/>
                    <a:pt x="17" y="1226"/>
                  </a:cubicBezTo>
                  <a:lnTo>
                    <a:pt x="17" y="1309"/>
                  </a:lnTo>
                  <a:cubicBezTo>
                    <a:pt x="17" y="1912"/>
                    <a:pt x="904" y="2414"/>
                    <a:pt x="1992" y="2414"/>
                  </a:cubicBezTo>
                  <a:cubicBezTo>
                    <a:pt x="3080" y="2414"/>
                    <a:pt x="3951" y="1912"/>
                    <a:pt x="3951" y="1309"/>
                  </a:cubicBezTo>
                  <a:cubicBezTo>
                    <a:pt x="3934" y="1243"/>
                    <a:pt x="3917" y="1176"/>
                    <a:pt x="3917" y="1142"/>
                  </a:cubicBezTo>
                  <a:cubicBezTo>
                    <a:pt x="3884" y="556"/>
                    <a:pt x="3097" y="71"/>
                    <a:pt x="2076" y="4"/>
                  </a:cubicBezTo>
                  <a:cubicBezTo>
                    <a:pt x="2021" y="1"/>
                    <a:pt x="1966" y="0"/>
                    <a:pt x="19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6"/>
            <p:cNvSpPr/>
            <p:nvPr/>
          </p:nvSpPr>
          <p:spPr>
            <a:xfrm>
              <a:off x="1781900" y="1477175"/>
              <a:ext cx="98375" cy="55700"/>
            </a:xfrm>
            <a:custGeom>
              <a:avLst/>
              <a:gdLst/>
              <a:ahLst/>
              <a:cxnLst/>
              <a:rect l="l" t="t" r="r" b="b"/>
              <a:pathLst>
                <a:path w="3935" h="2228" extrusionOk="0">
                  <a:moveTo>
                    <a:pt x="1959" y="135"/>
                  </a:moveTo>
                  <a:cubicBezTo>
                    <a:pt x="2863" y="135"/>
                    <a:pt x="3616" y="553"/>
                    <a:pt x="3616" y="1072"/>
                  </a:cubicBezTo>
                  <a:cubicBezTo>
                    <a:pt x="3616" y="1591"/>
                    <a:pt x="2880" y="2009"/>
                    <a:pt x="1959" y="2009"/>
                  </a:cubicBezTo>
                  <a:cubicBezTo>
                    <a:pt x="1055" y="2009"/>
                    <a:pt x="302" y="1591"/>
                    <a:pt x="302" y="1072"/>
                  </a:cubicBezTo>
                  <a:cubicBezTo>
                    <a:pt x="302" y="553"/>
                    <a:pt x="1038" y="135"/>
                    <a:pt x="1959" y="135"/>
                  </a:cubicBezTo>
                  <a:close/>
                  <a:moveTo>
                    <a:pt x="1959" y="1"/>
                  </a:moveTo>
                  <a:cubicBezTo>
                    <a:pt x="871" y="1"/>
                    <a:pt x="1" y="503"/>
                    <a:pt x="1" y="1122"/>
                  </a:cubicBezTo>
                  <a:cubicBezTo>
                    <a:pt x="1" y="1725"/>
                    <a:pt x="871" y="2227"/>
                    <a:pt x="1959" y="2227"/>
                  </a:cubicBezTo>
                  <a:cubicBezTo>
                    <a:pt x="3047" y="2227"/>
                    <a:pt x="3934" y="1725"/>
                    <a:pt x="3934" y="1122"/>
                  </a:cubicBezTo>
                  <a:cubicBezTo>
                    <a:pt x="3901" y="486"/>
                    <a:pt x="3030" y="1"/>
                    <a:pt x="1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6"/>
            <p:cNvSpPr/>
            <p:nvPr/>
          </p:nvSpPr>
          <p:spPr>
            <a:xfrm>
              <a:off x="1779800" y="1472425"/>
              <a:ext cx="100875" cy="55925"/>
            </a:xfrm>
            <a:custGeom>
              <a:avLst/>
              <a:gdLst/>
              <a:ahLst/>
              <a:cxnLst/>
              <a:rect l="l" t="t" r="r" b="b"/>
              <a:pathLst>
                <a:path w="4035" h="2237" extrusionOk="0">
                  <a:moveTo>
                    <a:pt x="1962" y="153"/>
                  </a:moveTo>
                  <a:cubicBezTo>
                    <a:pt x="2017" y="153"/>
                    <a:pt x="2071" y="154"/>
                    <a:pt x="2127" y="157"/>
                  </a:cubicBezTo>
                  <a:cubicBezTo>
                    <a:pt x="3031" y="191"/>
                    <a:pt x="3717" y="660"/>
                    <a:pt x="3667" y="1178"/>
                  </a:cubicBezTo>
                  <a:cubicBezTo>
                    <a:pt x="3635" y="1651"/>
                    <a:pt x="2951" y="2020"/>
                    <a:pt x="2104" y="2020"/>
                  </a:cubicBezTo>
                  <a:cubicBezTo>
                    <a:pt x="2051" y="2020"/>
                    <a:pt x="1997" y="2018"/>
                    <a:pt x="1943" y="2015"/>
                  </a:cubicBezTo>
                  <a:cubicBezTo>
                    <a:pt x="1039" y="1982"/>
                    <a:pt x="352" y="1513"/>
                    <a:pt x="386" y="994"/>
                  </a:cubicBezTo>
                  <a:cubicBezTo>
                    <a:pt x="449" y="507"/>
                    <a:pt x="1131" y="153"/>
                    <a:pt x="1962" y="153"/>
                  </a:cubicBezTo>
                  <a:close/>
                  <a:moveTo>
                    <a:pt x="1920" y="0"/>
                  </a:moveTo>
                  <a:cubicBezTo>
                    <a:pt x="924" y="0"/>
                    <a:pt x="114" y="447"/>
                    <a:pt x="51" y="1011"/>
                  </a:cubicBezTo>
                  <a:cubicBezTo>
                    <a:pt x="1" y="1614"/>
                    <a:pt x="804" y="2166"/>
                    <a:pt x="1892" y="2233"/>
                  </a:cubicBezTo>
                  <a:cubicBezTo>
                    <a:pt x="1948" y="2236"/>
                    <a:pt x="2003" y="2237"/>
                    <a:pt x="2057" y="2237"/>
                  </a:cubicBezTo>
                  <a:cubicBezTo>
                    <a:pt x="3072" y="2237"/>
                    <a:pt x="3904" y="1801"/>
                    <a:pt x="3968" y="1229"/>
                  </a:cubicBezTo>
                  <a:cubicBezTo>
                    <a:pt x="4035" y="609"/>
                    <a:pt x="3215" y="74"/>
                    <a:pt x="2127" y="7"/>
                  </a:cubicBezTo>
                  <a:cubicBezTo>
                    <a:pt x="2057" y="2"/>
                    <a:pt x="1988" y="0"/>
                    <a:pt x="1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6"/>
            <p:cNvSpPr/>
            <p:nvPr/>
          </p:nvSpPr>
          <p:spPr>
            <a:xfrm>
              <a:off x="1927100" y="1545725"/>
              <a:ext cx="103825" cy="63475"/>
            </a:xfrm>
            <a:custGeom>
              <a:avLst/>
              <a:gdLst/>
              <a:ahLst/>
              <a:cxnLst/>
              <a:rect l="l" t="t" r="r" b="b"/>
              <a:pathLst>
                <a:path w="4153" h="2539" extrusionOk="0">
                  <a:moveTo>
                    <a:pt x="2381" y="149"/>
                  </a:moveTo>
                  <a:cubicBezTo>
                    <a:pt x="2432" y="149"/>
                    <a:pt x="2481" y="151"/>
                    <a:pt x="2528" y="155"/>
                  </a:cubicBezTo>
                  <a:cubicBezTo>
                    <a:pt x="2294" y="171"/>
                    <a:pt x="2026" y="222"/>
                    <a:pt x="1775" y="272"/>
                  </a:cubicBezTo>
                  <a:cubicBezTo>
                    <a:pt x="1357" y="406"/>
                    <a:pt x="1005" y="590"/>
                    <a:pt x="737" y="807"/>
                  </a:cubicBezTo>
                  <a:cubicBezTo>
                    <a:pt x="988" y="556"/>
                    <a:pt x="1407" y="322"/>
                    <a:pt x="1859" y="222"/>
                  </a:cubicBezTo>
                  <a:cubicBezTo>
                    <a:pt x="2038" y="170"/>
                    <a:pt x="2217" y="149"/>
                    <a:pt x="2381" y="149"/>
                  </a:cubicBezTo>
                  <a:close/>
                  <a:moveTo>
                    <a:pt x="2593" y="295"/>
                  </a:moveTo>
                  <a:cubicBezTo>
                    <a:pt x="3076" y="295"/>
                    <a:pt x="3469" y="452"/>
                    <a:pt x="3616" y="724"/>
                  </a:cubicBezTo>
                  <a:cubicBezTo>
                    <a:pt x="3616" y="740"/>
                    <a:pt x="3616" y="740"/>
                    <a:pt x="3633" y="757"/>
                  </a:cubicBezTo>
                  <a:cubicBezTo>
                    <a:pt x="3734" y="1259"/>
                    <a:pt x="3097" y="1845"/>
                    <a:pt x="2210" y="2063"/>
                  </a:cubicBezTo>
                  <a:cubicBezTo>
                    <a:pt x="1999" y="2113"/>
                    <a:pt x="1793" y="2137"/>
                    <a:pt x="1600" y="2137"/>
                  </a:cubicBezTo>
                  <a:cubicBezTo>
                    <a:pt x="1091" y="2137"/>
                    <a:pt x="678" y="1969"/>
                    <a:pt x="520" y="1678"/>
                  </a:cubicBezTo>
                  <a:cubicBezTo>
                    <a:pt x="453" y="1192"/>
                    <a:pt x="1039" y="657"/>
                    <a:pt x="1859" y="406"/>
                  </a:cubicBezTo>
                  <a:cubicBezTo>
                    <a:pt x="2113" y="330"/>
                    <a:pt x="2363" y="295"/>
                    <a:pt x="2593" y="295"/>
                  </a:cubicBezTo>
                  <a:close/>
                  <a:moveTo>
                    <a:pt x="2562" y="0"/>
                  </a:moveTo>
                  <a:cubicBezTo>
                    <a:pt x="2329" y="0"/>
                    <a:pt x="2080" y="28"/>
                    <a:pt x="1825" y="88"/>
                  </a:cubicBezTo>
                  <a:cubicBezTo>
                    <a:pt x="771" y="339"/>
                    <a:pt x="1" y="1025"/>
                    <a:pt x="101" y="1611"/>
                  </a:cubicBezTo>
                  <a:lnTo>
                    <a:pt x="168" y="1812"/>
                  </a:lnTo>
                  <a:cubicBezTo>
                    <a:pt x="168" y="1828"/>
                    <a:pt x="168" y="1845"/>
                    <a:pt x="185" y="1895"/>
                  </a:cubicBezTo>
                  <a:cubicBezTo>
                    <a:pt x="303" y="2309"/>
                    <a:pt x="829" y="2539"/>
                    <a:pt x="1498" y="2539"/>
                  </a:cubicBezTo>
                  <a:cubicBezTo>
                    <a:pt x="1778" y="2539"/>
                    <a:pt x="2083" y="2498"/>
                    <a:pt x="2394" y="2414"/>
                  </a:cubicBezTo>
                  <a:cubicBezTo>
                    <a:pt x="3449" y="2113"/>
                    <a:pt x="4152" y="1393"/>
                    <a:pt x="3985" y="807"/>
                  </a:cubicBezTo>
                  <a:cubicBezTo>
                    <a:pt x="3951" y="757"/>
                    <a:pt x="3934" y="690"/>
                    <a:pt x="3918" y="657"/>
                  </a:cubicBezTo>
                  <a:cubicBezTo>
                    <a:pt x="3793" y="244"/>
                    <a:pt x="3248" y="0"/>
                    <a:pt x="25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6"/>
            <p:cNvSpPr/>
            <p:nvPr/>
          </p:nvSpPr>
          <p:spPr>
            <a:xfrm>
              <a:off x="1924600" y="1545300"/>
              <a:ext cx="102550" cy="59725"/>
            </a:xfrm>
            <a:custGeom>
              <a:avLst/>
              <a:gdLst/>
              <a:ahLst/>
              <a:cxnLst/>
              <a:rect l="l" t="t" r="r" b="b"/>
              <a:pathLst>
                <a:path w="4102" h="2389" extrusionOk="0">
                  <a:moveTo>
                    <a:pt x="2537" y="144"/>
                  </a:moveTo>
                  <a:cubicBezTo>
                    <a:pt x="3086" y="144"/>
                    <a:pt x="3511" y="339"/>
                    <a:pt x="3616" y="691"/>
                  </a:cubicBezTo>
                  <a:cubicBezTo>
                    <a:pt x="3767" y="1193"/>
                    <a:pt x="3181" y="1795"/>
                    <a:pt x="2294" y="2046"/>
                  </a:cubicBezTo>
                  <a:cubicBezTo>
                    <a:pt x="2032" y="2122"/>
                    <a:pt x="1775" y="2158"/>
                    <a:pt x="1539" y="2158"/>
                  </a:cubicBezTo>
                  <a:cubicBezTo>
                    <a:pt x="991" y="2158"/>
                    <a:pt x="558" y="1962"/>
                    <a:pt x="452" y="1611"/>
                  </a:cubicBezTo>
                  <a:cubicBezTo>
                    <a:pt x="318" y="1109"/>
                    <a:pt x="904" y="506"/>
                    <a:pt x="1775" y="255"/>
                  </a:cubicBezTo>
                  <a:cubicBezTo>
                    <a:pt x="2041" y="180"/>
                    <a:pt x="2301" y="144"/>
                    <a:pt x="2537" y="144"/>
                  </a:cubicBezTo>
                  <a:close/>
                  <a:moveTo>
                    <a:pt x="2592" y="1"/>
                  </a:moveTo>
                  <a:cubicBezTo>
                    <a:pt x="2324" y="1"/>
                    <a:pt x="2035" y="40"/>
                    <a:pt x="1741" y="121"/>
                  </a:cubicBezTo>
                  <a:cubicBezTo>
                    <a:pt x="687" y="423"/>
                    <a:pt x="0" y="1159"/>
                    <a:pt x="168" y="1745"/>
                  </a:cubicBezTo>
                  <a:cubicBezTo>
                    <a:pt x="286" y="2158"/>
                    <a:pt x="812" y="2388"/>
                    <a:pt x="1475" y="2388"/>
                  </a:cubicBezTo>
                  <a:cubicBezTo>
                    <a:pt x="1753" y="2388"/>
                    <a:pt x="2054" y="2348"/>
                    <a:pt x="2361" y="2264"/>
                  </a:cubicBezTo>
                  <a:cubicBezTo>
                    <a:pt x="3415" y="1963"/>
                    <a:pt x="4101" y="1243"/>
                    <a:pt x="3934" y="657"/>
                  </a:cubicBezTo>
                  <a:cubicBezTo>
                    <a:pt x="3791" y="240"/>
                    <a:pt x="3257" y="1"/>
                    <a:pt x="25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6"/>
            <p:cNvSpPr/>
            <p:nvPr/>
          </p:nvSpPr>
          <p:spPr>
            <a:xfrm>
              <a:off x="1923350" y="1541550"/>
              <a:ext cx="101275" cy="58825"/>
            </a:xfrm>
            <a:custGeom>
              <a:avLst/>
              <a:gdLst/>
              <a:ahLst/>
              <a:cxnLst/>
              <a:rect l="l" t="t" r="r" b="b"/>
              <a:pathLst>
                <a:path w="4051" h="2353" extrusionOk="0">
                  <a:moveTo>
                    <a:pt x="2496" y="142"/>
                  </a:moveTo>
                  <a:cubicBezTo>
                    <a:pt x="3097" y="142"/>
                    <a:pt x="3569" y="378"/>
                    <a:pt x="3632" y="757"/>
                  </a:cubicBezTo>
                  <a:cubicBezTo>
                    <a:pt x="3733" y="1276"/>
                    <a:pt x="3080" y="1862"/>
                    <a:pt x="2210" y="2062"/>
                  </a:cubicBezTo>
                  <a:cubicBezTo>
                    <a:pt x="2002" y="2110"/>
                    <a:pt x="1799" y="2132"/>
                    <a:pt x="1610" y="2132"/>
                  </a:cubicBezTo>
                  <a:cubicBezTo>
                    <a:pt x="991" y="2132"/>
                    <a:pt x="512" y="1895"/>
                    <a:pt x="435" y="1510"/>
                  </a:cubicBezTo>
                  <a:cubicBezTo>
                    <a:pt x="352" y="1008"/>
                    <a:pt x="988" y="422"/>
                    <a:pt x="1875" y="221"/>
                  </a:cubicBezTo>
                  <a:cubicBezTo>
                    <a:pt x="2089" y="168"/>
                    <a:pt x="2299" y="142"/>
                    <a:pt x="2496" y="142"/>
                  </a:cubicBezTo>
                  <a:close/>
                  <a:moveTo>
                    <a:pt x="2542" y="1"/>
                  </a:moveTo>
                  <a:cubicBezTo>
                    <a:pt x="2315" y="1"/>
                    <a:pt x="2073" y="28"/>
                    <a:pt x="1825" y="87"/>
                  </a:cubicBezTo>
                  <a:cubicBezTo>
                    <a:pt x="787" y="338"/>
                    <a:pt x="0" y="1025"/>
                    <a:pt x="117" y="1611"/>
                  </a:cubicBezTo>
                  <a:cubicBezTo>
                    <a:pt x="194" y="2068"/>
                    <a:pt x="753" y="2352"/>
                    <a:pt x="1487" y="2352"/>
                  </a:cubicBezTo>
                  <a:cubicBezTo>
                    <a:pt x="1719" y="2352"/>
                    <a:pt x="1969" y="2324"/>
                    <a:pt x="2226" y="2263"/>
                  </a:cubicBezTo>
                  <a:cubicBezTo>
                    <a:pt x="3264" y="2012"/>
                    <a:pt x="4051" y="1326"/>
                    <a:pt x="3934" y="740"/>
                  </a:cubicBezTo>
                  <a:cubicBezTo>
                    <a:pt x="3857" y="292"/>
                    <a:pt x="3281" y="1"/>
                    <a:pt x="2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6"/>
            <p:cNvSpPr/>
            <p:nvPr/>
          </p:nvSpPr>
          <p:spPr>
            <a:xfrm>
              <a:off x="2166975" y="1523200"/>
              <a:ext cx="86975" cy="61200"/>
            </a:xfrm>
            <a:custGeom>
              <a:avLst/>
              <a:gdLst/>
              <a:ahLst/>
              <a:cxnLst/>
              <a:rect l="l" t="t" r="r" b="b"/>
              <a:pathLst>
                <a:path w="3479" h="2448" extrusionOk="0">
                  <a:moveTo>
                    <a:pt x="1939" y="152"/>
                  </a:moveTo>
                  <a:cubicBezTo>
                    <a:pt x="2123" y="152"/>
                    <a:pt x="2340" y="168"/>
                    <a:pt x="2508" y="219"/>
                  </a:cubicBezTo>
                  <a:cubicBezTo>
                    <a:pt x="2388" y="191"/>
                    <a:pt x="2273" y="179"/>
                    <a:pt x="2153" y="179"/>
                  </a:cubicBezTo>
                  <a:cubicBezTo>
                    <a:pt x="2054" y="179"/>
                    <a:pt x="1951" y="187"/>
                    <a:pt x="1838" y="202"/>
                  </a:cubicBezTo>
                  <a:cubicBezTo>
                    <a:pt x="1453" y="235"/>
                    <a:pt x="1102" y="336"/>
                    <a:pt x="801" y="503"/>
                  </a:cubicBezTo>
                  <a:cubicBezTo>
                    <a:pt x="1102" y="302"/>
                    <a:pt x="1504" y="168"/>
                    <a:pt x="1939" y="152"/>
                  </a:cubicBezTo>
                  <a:close/>
                  <a:moveTo>
                    <a:pt x="2075" y="322"/>
                  </a:moveTo>
                  <a:cubicBezTo>
                    <a:pt x="2680" y="322"/>
                    <a:pt x="3137" y="604"/>
                    <a:pt x="3211" y="1005"/>
                  </a:cubicBezTo>
                  <a:lnTo>
                    <a:pt x="3211" y="1056"/>
                  </a:lnTo>
                  <a:cubicBezTo>
                    <a:pt x="3127" y="1575"/>
                    <a:pt x="2424" y="2010"/>
                    <a:pt x="1637" y="2060"/>
                  </a:cubicBezTo>
                  <a:cubicBezTo>
                    <a:pt x="1618" y="2060"/>
                    <a:pt x="1599" y="2061"/>
                    <a:pt x="1580" y="2061"/>
                  </a:cubicBezTo>
                  <a:cubicBezTo>
                    <a:pt x="923" y="2061"/>
                    <a:pt x="430" y="1780"/>
                    <a:pt x="365" y="1340"/>
                  </a:cubicBezTo>
                  <a:cubicBezTo>
                    <a:pt x="449" y="872"/>
                    <a:pt x="1102" y="420"/>
                    <a:pt x="1838" y="336"/>
                  </a:cubicBezTo>
                  <a:cubicBezTo>
                    <a:pt x="1919" y="326"/>
                    <a:pt x="1998" y="322"/>
                    <a:pt x="2075" y="322"/>
                  </a:cubicBezTo>
                  <a:close/>
                  <a:moveTo>
                    <a:pt x="1989" y="1"/>
                  </a:moveTo>
                  <a:cubicBezTo>
                    <a:pt x="1972" y="1"/>
                    <a:pt x="1956" y="1"/>
                    <a:pt x="1939" y="1"/>
                  </a:cubicBezTo>
                  <a:cubicBezTo>
                    <a:pt x="985" y="51"/>
                    <a:pt x="148" y="570"/>
                    <a:pt x="47" y="1206"/>
                  </a:cubicBezTo>
                  <a:cubicBezTo>
                    <a:pt x="31" y="1257"/>
                    <a:pt x="31" y="1340"/>
                    <a:pt x="47" y="1407"/>
                  </a:cubicBezTo>
                  <a:cubicBezTo>
                    <a:pt x="47" y="1424"/>
                    <a:pt x="47" y="1474"/>
                    <a:pt x="31" y="1491"/>
                  </a:cubicBezTo>
                  <a:cubicBezTo>
                    <a:pt x="1" y="2055"/>
                    <a:pt x="564" y="2448"/>
                    <a:pt x="1368" y="2448"/>
                  </a:cubicBezTo>
                  <a:cubicBezTo>
                    <a:pt x="1471" y="2448"/>
                    <a:pt x="1578" y="2441"/>
                    <a:pt x="1688" y="2428"/>
                  </a:cubicBezTo>
                  <a:cubicBezTo>
                    <a:pt x="2625" y="2328"/>
                    <a:pt x="3445" y="1759"/>
                    <a:pt x="3479" y="1139"/>
                  </a:cubicBezTo>
                  <a:cubicBezTo>
                    <a:pt x="3479" y="1089"/>
                    <a:pt x="3479" y="1039"/>
                    <a:pt x="3462" y="989"/>
                  </a:cubicBezTo>
                  <a:cubicBezTo>
                    <a:pt x="3478" y="414"/>
                    <a:pt x="2835" y="1"/>
                    <a:pt x="19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6"/>
            <p:cNvSpPr/>
            <p:nvPr/>
          </p:nvSpPr>
          <p:spPr>
            <a:xfrm>
              <a:off x="2168275" y="1524100"/>
              <a:ext cx="87725" cy="56850"/>
            </a:xfrm>
            <a:custGeom>
              <a:avLst/>
              <a:gdLst/>
              <a:ahLst/>
              <a:cxnLst/>
              <a:rect l="l" t="t" r="r" b="b"/>
              <a:pathLst>
                <a:path w="3509" h="2274" extrusionOk="0">
                  <a:moveTo>
                    <a:pt x="2070" y="154"/>
                  </a:moveTo>
                  <a:cubicBezTo>
                    <a:pt x="2756" y="154"/>
                    <a:pt x="3256" y="485"/>
                    <a:pt x="3226" y="953"/>
                  </a:cubicBezTo>
                  <a:cubicBezTo>
                    <a:pt x="3176" y="1472"/>
                    <a:pt x="2506" y="1957"/>
                    <a:pt x="1719" y="2041"/>
                  </a:cubicBezTo>
                  <a:cubicBezTo>
                    <a:pt x="1640" y="2049"/>
                    <a:pt x="1562" y="2053"/>
                    <a:pt x="1486" y="2053"/>
                  </a:cubicBezTo>
                  <a:cubicBezTo>
                    <a:pt x="799" y="2053"/>
                    <a:pt x="300" y="1721"/>
                    <a:pt x="330" y="1254"/>
                  </a:cubicBezTo>
                  <a:cubicBezTo>
                    <a:pt x="380" y="718"/>
                    <a:pt x="1050" y="233"/>
                    <a:pt x="1837" y="166"/>
                  </a:cubicBezTo>
                  <a:cubicBezTo>
                    <a:pt x="1916" y="158"/>
                    <a:pt x="1994" y="154"/>
                    <a:pt x="2070" y="154"/>
                  </a:cubicBezTo>
                  <a:close/>
                  <a:moveTo>
                    <a:pt x="2115" y="0"/>
                  </a:moveTo>
                  <a:cubicBezTo>
                    <a:pt x="2025" y="0"/>
                    <a:pt x="1932" y="5"/>
                    <a:pt x="1837" y="15"/>
                  </a:cubicBezTo>
                  <a:cubicBezTo>
                    <a:pt x="899" y="116"/>
                    <a:pt x="79" y="685"/>
                    <a:pt x="45" y="1304"/>
                  </a:cubicBezTo>
                  <a:cubicBezTo>
                    <a:pt x="0" y="1877"/>
                    <a:pt x="593" y="2273"/>
                    <a:pt x="1420" y="2273"/>
                  </a:cubicBezTo>
                  <a:cubicBezTo>
                    <a:pt x="1511" y="2273"/>
                    <a:pt x="1606" y="2268"/>
                    <a:pt x="1703" y="2258"/>
                  </a:cubicBezTo>
                  <a:cubicBezTo>
                    <a:pt x="2640" y="2141"/>
                    <a:pt x="3460" y="1589"/>
                    <a:pt x="3494" y="953"/>
                  </a:cubicBezTo>
                  <a:cubicBezTo>
                    <a:pt x="3509" y="395"/>
                    <a:pt x="2927" y="0"/>
                    <a:pt x="2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6"/>
            <p:cNvSpPr/>
            <p:nvPr/>
          </p:nvSpPr>
          <p:spPr>
            <a:xfrm>
              <a:off x="2166975" y="1519775"/>
              <a:ext cx="90200" cy="56650"/>
            </a:xfrm>
            <a:custGeom>
              <a:avLst/>
              <a:gdLst/>
              <a:ahLst/>
              <a:cxnLst/>
              <a:rect l="l" t="t" r="r" b="b"/>
              <a:pathLst>
                <a:path w="3608" h="2266" extrusionOk="0">
                  <a:moveTo>
                    <a:pt x="2022" y="121"/>
                  </a:moveTo>
                  <a:cubicBezTo>
                    <a:pt x="2799" y="121"/>
                    <a:pt x="3343" y="501"/>
                    <a:pt x="3261" y="1025"/>
                  </a:cubicBezTo>
                  <a:cubicBezTo>
                    <a:pt x="3177" y="1544"/>
                    <a:pt x="2474" y="2013"/>
                    <a:pt x="1688" y="2030"/>
                  </a:cubicBezTo>
                  <a:cubicBezTo>
                    <a:pt x="1671" y="2030"/>
                    <a:pt x="1655" y="2030"/>
                    <a:pt x="1639" y="2030"/>
                  </a:cubicBezTo>
                  <a:cubicBezTo>
                    <a:pt x="862" y="2030"/>
                    <a:pt x="334" y="1634"/>
                    <a:pt x="416" y="1126"/>
                  </a:cubicBezTo>
                  <a:cubicBezTo>
                    <a:pt x="499" y="607"/>
                    <a:pt x="1202" y="172"/>
                    <a:pt x="1972" y="121"/>
                  </a:cubicBezTo>
                  <a:cubicBezTo>
                    <a:pt x="1989" y="121"/>
                    <a:pt x="2006" y="121"/>
                    <a:pt x="2022" y="121"/>
                  </a:cubicBezTo>
                  <a:close/>
                  <a:moveTo>
                    <a:pt x="2107" y="1"/>
                  </a:moveTo>
                  <a:cubicBezTo>
                    <a:pt x="2063" y="1"/>
                    <a:pt x="2018" y="2"/>
                    <a:pt x="1972" y="4"/>
                  </a:cubicBezTo>
                  <a:cubicBezTo>
                    <a:pt x="1035" y="38"/>
                    <a:pt x="198" y="557"/>
                    <a:pt x="97" y="1193"/>
                  </a:cubicBezTo>
                  <a:cubicBezTo>
                    <a:pt x="0" y="1792"/>
                    <a:pt x="639" y="2266"/>
                    <a:pt x="1530" y="2266"/>
                  </a:cubicBezTo>
                  <a:cubicBezTo>
                    <a:pt x="1560" y="2266"/>
                    <a:pt x="1590" y="2265"/>
                    <a:pt x="1621" y="2264"/>
                  </a:cubicBezTo>
                  <a:cubicBezTo>
                    <a:pt x="2558" y="2214"/>
                    <a:pt x="3395" y="1695"/>
                    <a:pt x="3512" y="1059"/>
                  </a:cubicBezTo>
                  <a:cubicBezTo>
                    <a:pt x="3608" y="469"/>
                    <a:pt x="2990" y="1"/>
                    <a:pt x="2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6"/>
            <p:cNvSpPr/>
            <p:nvPr/>
          </p:nvSpPr>
          <p:spPr>
            <a:xfrm>
              <a:off x="1565550" y="1534925"/>
              <a:ext cx="41050" cy="15625"/>
            </a:xfrm>
            <a:custGeom>
              <a:avLst/>
              <a:gdLst/>
              <a:ahLst/>
              <a:cxnLst/>
              <a:rect l="l" t="t" r="r" b="b"/>
              <a:pathLst>
                <a:path w="1642" h="625" extrusionOk="0">
                  <a:moveTo>
                    <a:pt x="821" y="1"/>
                  </a:moveTo>
                  <a:cubicBezTo>
                    <a:pt x="386" y="1"/>
                    <a:pt x="1" y="151"/>
                    <a:pt x="1" y="319"/>
                  </a:cubicBezTo>
                  <a:cubicBezTo>
                    <a:pt x="1" y="503"/>
                    <a:pt x="352" y="620"/>
                    <a:pt x="821" y="620"/>
                  </a:cubicBezTo>
                  <a:cubicBezTo>
                    <a:pt x="865" y="623"/>
                    <a:pt x="909" y="625"/>
                    <a:pt x="951" y="625"/>
                  </a:cubicBezTo>
                  <a:cubicBezTo>
                    <a:pt x="1353" y="625"/>
                    <a:pt x="1641" y="486"/>
                    <a:pt x="1641" y="319"/>
                  </a:cubicBezTo>
                  <a:cubicBezTo>
                    <a:pt x="1641" y="118"/>
                    <a:pt x="1290" y="1"/>
                    <a:pt x="8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6"/>
            <p:cNvSpPr/>
            <p:nvPr/>
          </p:nvSpPr>
          <p:spPr>
            <a:xfrm>
              <a:off x="1574200" y="1376675"/>
              <a:ext cx="120550" cy="78925"/>
            </a:xfrm>
            <a:custGeom>
              <a:avLst/>
              <a:gdLst/>
              <a:ahLst/>
              <a:cxnLst/>
              <a:rect l="l" t="t" r="r" b="b"/>
              <a:pathLst>
                <a:path w="4822" h="3157" extrusionOk="0">
                  <a:moveTo>
                    <a:pt x="4687" y="0"/>
                  </a:moveTo>
                  <a:cubicBezTo>
                    <a:pt x="4252" y="0"/>
                    <a:pt x="2747" y="543"/>
                    <a:pt x="1128" y="1761"/>
                  </a:cubicBezTo>
                  <a:cubicBezTo>
                    <a:pt x="0" y="2611"/>
                    <a:pt x="323" y="3156"/>
                    <a:pt x="1001" y="3156"/>
                  </a:cubicBezTo>
                  <a:cubicBezTo>
                    <a:pt x="1511" y="3156"/>
                    <a:pt x="2222" y="2848"/>
                    <a:pt x="2668" y="2129"/>
                  </a:cubicBezTo>
                  <a:cubicBezTo>
                    <a:pt x="3588" y="673"/>
                    <a:pt x="4793" y="322"/>
                    <a:pt x="4810" y="71"/>
                  </a:cubicBezTo>
                  <a:cubicBezTo>
                    <a:pt x="4822" y="24"/>
                    <a:pt x="4778" y="0"/>
                    <a:pt x="46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6"/>
            <p:cNvSpPr/>
            <p:nvPr/>
          </p:nvSpPr>
          <p:spPr>
            <a:xfrm>
              <a:off x="1708675" y="1364525"/>
              <a:ext cx="34750" cy="8575"/>
            </a:xfrm>
            <a:custGeom>
              <a:avLst/>
              <a:gdLst/>
              <a:ahLst/>
              <a:cxnLst/>
              <a:rect l="l" t="t" r="r" b="b"/>
              <a:pathLst>
                <a:path w="1390" h="343" extrusionOk="0">
                  <a:moveTo>
                    <a:pt x="977" y="1"/>
                  </a:moveTo>
                  <a:cubicBezTo>
                    <a:pt x="887" y="1"/>
                    <a:pt x="788" y="7"/>
                    <a:pt x="687" y="21"/>
                  </a:cubicBezTo>
                  <a:cubicBezTo>
                    <a:pt x="302" y="54"/>
                    <a:pt x="0" y="155"/>
                    <a:pt x="17" y="239"/>
                  </a:cubicBezTo>
                  <a:cubicBezTo>
                    <a:pt x="17" y="299"/>
                    <a:pt x="193" y="342"/>
                    <a:pt x="430" y="342"/>
                  </a:cubicBezTo>
                  <a:cubicBezTo>
                    <a:pt x="520" y="342"/>
                    <a:pt x="619" y="336"/>
                    <a:pt x="720" y="322"/>
                  </a:cubicBezTo>
                  <a:cubicBezTo>
                    <a:pt x="1105" y="289"/>
                    <a:pt x="1390" y="188"/>
                    <a:pt x="1390" y="105"/>
                  </a:cubicBezTo>
                  <a:cubicBezTo>
                    <a:pt x="1390" y="44"/>
                    <a:pt x="1214" y="1"/>
                    <a:pt x="9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6"/>
            <p:cNvSpPr/>
            <p:nvPr/>
          </p:nvSpPr>
          <p:spPr>
            <a:xfrm>
              <a:off x="1914375" y="1683475"/>
              <a:ext cx="214875" cy="41050"/>
            </a:xfrm>
            <a:custGeom>
              <a:avLst/>
              <a:gdLst/>
              <a:ahLst/>
              <a:cxnLst/>
              <a:rect l="l" t="t" r="r" b="b"/>
              <a:pathLst>
                <a:path w="8595" h="1642" extrusionOk="0">
                  <a:moveTo>
                    <a:pt x="3437" y="1"/>
                  </a:moveTo>
                  <a:cubicBezTo>
                    <a:pt x="2593" y="1"/>
                    <a:pt x="2013" y="271"/>
                    <a:pt x="1045" y="838"/>
                  </a:cubicBezTo>
                  <a:cubicBezTo>
                    <a:pt x="0" y="1467"/>
                    <a:pt x="280" y="1641"/>
                    <a:pt x="1566" y="1641"/>
                  </a:cubicBezTo>
                  <a:cubicBezTo>
                    <a:pt x="2297" y="1641"/>
                    <a:pt x="3354" y="1585"/>
                    <a:pt x="4678" y="1524"/>
                  </a:cubicBezTo>
                  <a:cubicBezTo>
                    <a:pt x="5866" y="1474"/>
                    <a:pt x="8595" y="1039"/>
                    <a:pt x="5883" y="403"/>
                  </a:cubicBezTo>
                  <a:cubicBezTo>
                    <a:pt x="4776" y="138"/>
                    <a:pt x="4039" y="1"/>
                    <a:pt x="34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6"/>
            <p:cNvSpPr/>
            <p:nvPr/>
          </p:nvSpPr>
          <p:spPr>
            <a:xfrm>
              <a:off x="2110825" y="1696050"/>
              <a:ext cx="36425" cy="11325"/>
            </a:xfrm>
            <a:custGeom>
              <a:avLst/>
              <a:gdLst/>
              <a:ahLst/>
              <a:cxnLst/>
              <a:rect l="l" t="t" r="r" b="b"/>
              <a:pathLst>
                <a:path w="1457" h="453" extrusionOk="0">
                  <a:moveTo>
                    <a:pt x="737" y="0"/>
                  </a:moveTo>
                  <a:cubicBezTo>
                    <a:pt x="335" y="0"/>
                    <a:pt x="0" y="101"/>
                    <a:pt x="0" y="234"/>
                  </a:cubicBezTo>
                  <a:cubicBezTo>
                    <a:pt x="0" y="352"/>
                    <a:pt x="335" y="452"/>
                    <a:pt x="737" y="452"/>
                  </a:cubicBezTo>
                  <a:cubicBezTo>
                    <a:pt x="1122" y="452"/>
                    <a:pt x="1456" y="352"/>
                    <a:pt x="1456" y="234"/>
                  </a:cubicBezTo>
                  <a:cubicBezTo>
                    <a:pt x="1456" y="101"/>
                    <a:pt x="1122" y="0"/>
                    <a:pt x="7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6"/>
            <p:cNvSpPr/>
            <p:nvPr/>
          </p:nvSpPr>
          <p:spPr>
            <a:xfrm>
              <a:off x="2319625" y="1385100"/>
              <a:ext cx="100450" cy="49700"/>
            </a:xfrm>
            <a:custGeom>
              <a:avLst/>
              <a:gdLst/>
              <a:ahLst/>
              <a:cxnLst/>
              <a:rect l="l" t="t" r="r" b="b"/>
              <a:pathLst>
                <a:path w="4018" h="1988" extrusionOk="0">
                  <a:moveTo>
                    <a:pt x="922" y="0"/>
                  </a:moveTo>
                  <a:cubicBezTo>
                    <a:pt x="612" y="0"/>
                    <a:pt x="373" y="47"/>
                    <a:pt x="268" y="119"/>
                  </a:cubicBezTo>
                  <a:cubicBezTo>
                    <a:pt x="1" y="252"/>
                    <a:pt x="704" y="487"/>
                    <a:pt x="1641" y="989"/>
                  </a:cubicBezTo>
                  <a:cubicBezTo>
                    <a:pt x="2519" y="1435"/>
                    <a:pt x="3277" y="1987"/>
                    <a:pt x="3623" y="1987"/>
                  </a:cubicBezTo>
                  <a:cubicBezTo>
                    <a:pt x="3667" y="1987"/>
                    <a:pt x="3703" y="1978"/>
                    <a:pt x="3733" y="1960"/>
                  </a:cubicBezTo>
                  <a:cubicBezTo>
                    <a:pt x="4018" y="1809"/>
                    <a:pt x="3616" y="922"/>
                    <a:pt x="2645" y="420"/>
                  </a:cubicBezTo>
                  <a:cubicBezTo>
                    <a:pt x="2063" y="114"/>
                    <a:pt x="1407" y="0"/>
                    <a:pt x="9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6"/>
            <p:cNvSpPr/>
            <p:nvPr/>
          </p:nvSpPr>
          <p:spPr>
            <a:xfrm>
              <a:off x="2416400" y="1433175"/>
              <a:ext cx="20900" cy="25050"/>
            </a:xfrm>
            <a:custGeom>
              <a:avLst/>
              <a:gdLst/>
              <a:ahLst/>
              <a:cxnLst/>
              <a:rect l="l" t="t" r="r" b="b"/>
              <a:pathLst>
                <a:path w="836" h="1002" extrusionOk="0">
                  <a:moveTo>
                    <a:pt x="238" y="1"/>
                  </a:moveTo>
                  <a:cubicBezTo>
                    <a:pt x="72" y="1"/>
                    <a:pt x="0" y="299"/>
                    <a:pt x="80" y="505"/>
                  </a:cubicBezTo>
                  <a:cubicBezTo>
                    <a:pt x="164" y="723"/>
                    <a:pt x="398" y="957"/>
                    <a:pt x="565" y="991"/>
                  </a:cubicBezTo>
                  <a:cubicBezTo>
                    <a:pt x="594" y="998"/>
                    <a:pt x="620" y="1001"/>
                    <a:pt x="644" y="1001"/>
                  </a:cubicBezTo>
                  <a:cubicBezTo>
                    <a:pt x="786" y="1001"/>
                    <a:pt x="836" y="879"/>
                    <a:pt x="749" y="706"/>
                  </a:cubicBezTo>
                  <a:cubicBezTo>
                    <a:pt x="666" y="489"/>
                    <a:pt x="448" y="70"/>
                    <a:pt x="264" y="3"/>
                  </a:cubicBezTo>
                  <a:cubicBezTo>
                    <a:pt x="255" y="2"/>
                    <a:pt x="246" y="1"/>
                    <a:pt x="2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0" name="Google Shape;2010;p6"/>
          <p:cNvGrpSpPr/>
          <p:nvPr/>
        </p:nvGrpSpPr>
        <p:grpSpPr>
          <a:xfrm rot="2280519">
            <a:off x="8155337" y="4161284"/>
            <a:ext cx="537748" cy="439389"/>
            <a:chOff x="3419775" y="1620100"/>
            <a:chExt cx="406350" cy="332025"/>
          </a:xfrm>
        </p:grpSpPr>
        <p:sp>
          <p:nvSpPr>
            <p:cNvPr id="2011" name="Google Shape;2011;p6"/>
            <p:cNvSpPr/>
            <p:nvPr/>
          </p:nvSpPr>
          <p:spPr>
            <a:xfrm>
              <a:off x="3636950" y="1772625"/>
              <a:ext cx="189175" cy="179500"/>
            </a:xfrm>
            <a:custGeom>
              <a:avLst/>
              <a:gdLst/>
              <a:ahLst/>
              <a:cxnLst/>
              <a:rect l="l" t="t" r="r" b="b"/>
              <a:pathLst>
                <a:path w="7567" h="7180" extrusionOk="0">
                  <a:moveTo>
                    <a:pt x="2411" y="0"/>
                  </a:moveTo>
                  <a:lnTo>
                    <a:pt x="1" y="3214"/>
                  </a:lnTo>
                  <a:cubicBezTo>
                    <a:pt x="2578" y="4252"/>
                    <a:pt x="3968" y="6227"/>
                    <a:pt x="4353" y="6846"/>
                  </a:cubicBezTo>
                  <a:cubicBezTo>
                    <a:pt x="4470" y="7014"/>
                    <a:pt x="4637" y="7148"/>
                    <a:pt x="4821" y="7164"/>
                  </a:cubicBezTo>
                  <a:cubicBezTo>
                    <a:pt x="4885" y="7174"/>
                    <a:pt x="4951" y="7179"/>
                    <a:pt x="5020" y="7179"/>
                  </a:cubicBezTo>
                  <a:cubicBezTo>
                    <a:pt x="5867" y="7179"/>
                    <a:pt x="7024" y="6430"/>
                    <a:pt x="7349" y="5424"/>
                  </a:cubicBezTo>
                  <a:cubicBezTo>
                    <a:pt x="7566" y="4804"/>
                    <a:pt x="7148" y="4151"/>
                    <a:pt x="6495" y="4051"/>
                  </a:cubicBezTo>
                  <a:cubicBezTo>
                    <a:pt x="5390" y="3867"/>
                    <a:pt x="3348" y="3063"/>
                    <a:pt x="24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6"/>
            <p:cNvSpPr/>
            <p:nvPr/>
          </p:nvSpPr>
          <p:spPr>
            <a:xfrm>
              <a:off x="3636950" y="1772625"/>
              <a:ext cx="145650" cy="179425"/>
            </a:xfrm>
            <a:custGeom>
              <a:avLst/>
              <a:gdLst/>
              <a:ahLst/>
              <a:cxnLst/>
              <a:rect l="l" t="t" r="r" b="b"/>
              <a:pathLst>
                <a:path w="5826" h="7177" extrusionOk="0">
                  <a:moveTo>
                    <a:pt x="2411" y="0"/>
                  </a:moveTo>
                  <a:lnTo>
                    <a:pt x="1" y="3214"/>
                  </a:lnTo>
                  <a:cubicBezTo>
                    <a:pt x="2578" y="4252"/>
                    <a:pt x="3968" y="6227"/>
                    <a:pt x="4353" y="6846"/>
                  </a:cubicBezTo>
                  <a:cubicBezTo>
                    <a:pt x="4470" y="7014"/>
                    <a:pt x="4637" y="7148"/>
                    <a:pt x="4821" y="7164"/>
                  </a:cubicBezTo>
                  <a:cubicBezTo>
                    <a:pt x="4863" y="7173"/>
                    <a:pt x="4905" y="7177"/>
                    <a:pt x="4949" y="7177"/>
                  </a:cubicBezTo>
                  <a:cubicBezTo>
                    <a:pt x="4993" y="7177"/>
                    <a:pt x="5039" y="7173"/>
                    <a:pt x="5089" y="7164"/>
                  </a:cubicBezTo>
                  <a:cubicBezTo>
                    <a:pt x="5022" y="6913"/>
                    <a:pt x="4989" y="6629"/>
                    <a:pt x="4989" y="6311"/>
                  </a:cubicBezTo>
                  <a:cubicBezTo>
                    <a:pt x="4989" y="5323"/>
                    <a:pt x="5323" y="4453"/>
                    <a:pt x="5826" y="3884"/>
                  </a:cubicBezTo>
                  <a:cubicBezTo>
                    <a:pt x="4687" y="3499"/>
                    <a:pt x="3181" y="2511"/>
                    <a:pt x="241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6"/>
            <p:cNvSpPr/>
            <p:nvPr/>
          </p:nvSpPr>
          <p:spPr>
            <a:xfrm>
              <a:off x="3419775" y="1620100"/>
              <a:ext cx="395050" cy="330150"/>
            </a:xfrm>
            <a:custGeom>
              <a:avLst/>
              <a:gdLst/>
              <a:ahLst/>
              <a:cxnLst/>
              <a:rect l="l" t="t" r="r" b="b"/>
              <a:pathLst>
                <a:path w="15802" h="13206" extrusionOk="0">
                  <a:moveTo>
                    <a:pt x="8772" y="0"/>
                  </a:moveTo>
                  <a:cubicBezTo>
                    <a:pt x="6513" y="0"/>
                    <a:pt x="4030" y="956"/>
                    <a:pt x="2377" y="4243"/>
                  </a:cubicBezTo>
                  <a:cubicBezTo>
                    <a:pt x="0" y="8964"/>
                    <a:pt x="4486" y="12914"/>
                    <a:pt x="6428" y="13182"/>
                  </a:cubicBezTo>
                  <a:cubicBezTo>
                    <a:pt x="6543" y="13197"/>
                    <a:pt x="6664" y="13205"/>
                    <a:pt x="6789" y="13205"/>
                  </a:cubicBezTo>
                  <a:cubicBezTo>
                    <a:pt x="8808" y="13205"/>
                    <a:pt x="12031" y="11197"/>
                    <a:pt x="13860" y="8076"/>
                  </a:cubicBezTo>
                  <a:cubicBezTo>
                    <a:pt x="15802" y="4779"/>
                    <a:pt x="15299" y="2402"/>
                    <a:pt x="13625" y="1364"/>
                  </a:cubicBezTo>
                  <a:cubicBezTo>
                    <a:pt x="12757" y="817"/>
                    <a:pt x="10861" y="0"/>
                    <a:pt x="87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6"/>
            <p:cNvSpPr/>
            <p:nvPr/>
          </p:nvSpPr>
          <p:spPr>
            <a:xfrm>
              <a:off x="3476675" y="1674700"/>
              <a:ext cx="328525" cy="276025"/>
            </a:xfrm>
            <a:custGeom>
              <a:avLst/>
              <a:gdLst/>
              <a:ahLst/>
              <a:cxnLst/>
              <a:rect l="l" t="t" r="r" b="b"/>
              <a:pathLst>
                <a:path w="13141" h="11041" extrusionOk="0">
                  <a:moveTo>
                    <a:pt x="12237" y="0"/>
                  </a:moveTo>
                  <a:lnTo>
                    <a:pt x="12237" y="0"/>
                  </a:lnTo>
                  <a:cubicBezTo>
                    <a:pt x="13057" y="2545"/>
                    <a:pt x="10580" y="5725"/>
                    <a:pt x="6629" y="7131"/>
                  </a:cubicBezTo>
                  <a:cubicBezTo>
                    <a:pt x="5349" y="7587"/>
                    <a:pt x="4065" y="7804"/>
                    <a:pt x="2884" y="7804"/>
                  </a:cubicBezTo>
                  <a:cubicBezTo>
                    <a:pt x="1810" y="7804"/>
                    <a:pt x="822" y="7625"/>
                    <a:pt x="1" y="7282"/>
                  </a:cubicBezTo>
                  <a:lnTo>
                    <a:pt x="1" y="7282"/>
                  </a:lnTo>
                  <a:cubicBezTo>
                    <a:pt x="972" y="9408"/>
                    <a:pt x="3014" y="10847"/>
                    <a:pt x="4152" y="11014"/>
                  </a:cubicBezTo>
                  <a:cubicBezTo>
                    <a:pt x="4273" y="11032"/>
                    <a:pt x="4399" y="11040"/>
                    <a:pt x="4531" y="11040"/>
                  </a:cubicBezTo>
                  <a:cubicBezTo>
                    <a:pt x="6551" y="11040"/>
                    <a:pt x="9761" y="9021"/>
                    <a:pt x="11584" y="5909"/>
                  </a:cubicBezTo>
                  <a:cubicBezTo>
                    <a:pt x="13107" y="3281"/>
                    <a:pt x="13141" y="1256"/>
                    <a:pt x="122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6"/>
            <p:cNvSpPr/>
            <p:nvPr/>
          </p:nvSpPr>
          <p:spPr>
            <a:xfrm>
              <a:off x="3489225" y="1627600"/>
              <a:ext cx="238975" cy="105875"/>
            </a:xfrm>
            <a:custGeom>
              <a:avLst/>
              <a:gdLst/>
              <a:ahLst/>
              <a:cxnLst/>
              <a:rect l="l" t="t" r="r" b="b"/>
              <a:pathLst>
                <a:path w="9559" h="4235" extrusionOk="0">
                  <a:moveTo>
                    <a:pt x="6053" y="0"/>
                  </a:moveTo>
                  <a:cubicBezTo>
                    <a:pt x="3925" y="0"/>
                    <a:pt x="1583" y="901"/>
                    <a:pt x="18" y="4010"/>
                  </a:cubicBezTo>
                  <a:cubicBezTo>
                    <a:pt x="18" y="4027"/>
                    <a:pt x="1" y="4060"/>
                    <a:pt x="1" y="4077"/>
                  </a:cubicBezTo>
                  <a:cubicBezTo>
                    <a:pt x="629" y="4182"/>
                    <a:pt x="1315" y="4234"/>
                    <a:pt x="2044" y="4234"/>
                  </a:cubicBezTo>
                  <a:cubicBezTo>
                    <a:pt x="2482" y="4234"/>
                    <a:pt x="2934" y="4215"/>
                    <a:pt x="3399" y="4178"/>
                  </a:cubicBezTo>
                  <a:cubicBezTo>
                    <a:pt x="6880" y="3826"/>
                    <a:pt x="9559" y="2336"/>
                    <a:pt x="9425" y="830"/>
                  </a:cubicBezTo>
                  <a:cubicBezTo>
                    <a:pt x="9425" y="796"/>
                    <a:pt x="9408" y="730"/>
                    <a:pt x="9408" y="679"/>
                  </a:cubicBezTo>
                  <a:cubicBezTo>
                    <a:pt x="8504" y="318"/>
                    <a:pt x="7316" y="0"/>
                    <a:pt x="60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16" name="Google Shape;2016;p6"/>
          <p:cNvGrpSpPr/>
          <p:nvPr/>
        </p:nvGrpSpPr>
        <p:grpSpPr>
          <a:xfrm rot="4092362">
            <a:off x="8626122" y="4560624"/>
            <a:ext cx="260746" cy="160463"/>
            <a:chOff x="5492850" y="1205450"/>
            <a:chExt cx="260725" cy="160450"/>
          </a:xfrm>
        </p:grpSpPr>
        <p:sp>
          <p:nvSpPr>
            <p:cNvPr id="2017" name="Google Shape;2017;p6"/>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6"/>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6"/>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6"/>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6"/>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6"/>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3" name="Google Shape;2023;p6"/>
          <p:cNvGrpSpPr/>
          <p:nvPr/>
        </p:nvGrpSpPr>
        <p:grpSpPr>
          <a:xfrm rot="1811724">
            <a:off x="6899902" y="324343"/>
            <a:ext cx="260751" cy="160466"/>
            <a:chOff x="5492850" y="1205450"/>
            <a:chExt cx="260725" cy="160450"/>
          </a:xfrm>
        </p:grpSpPr>
        <p:sp>
          <p:nvSpPr>
            <p:cNvPr id="2024" name="Google Shape;2024;p6"/>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6"/>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6"/>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6"/>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6"/>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6"/>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0" name="Google Shape;2030;p6"/>
          <p:cNvGrpSpPr/>
          <p:nvPr/>
        </p:nvGrpSpPr>
        <p:grpSpPr>
          <a:xfrm rot="-8873295">
            <a:off x="4" y="-47038"/>
            <a:ext cx="784617" cy="494768"/>
            <a:chOff x="4015675" y="2112550"/>
            <a:chExt cx="545275" cy="343875"/>
          </a:xfrm>
        </p:grpSpPr>
        <p:sp>
          <p:nvSpPr>
            <p:cNvPr id="2031" name="Google Shape;2031;p6"/>
            <p:cNvSpPr/>
            <p:nvPr/>
          </p:nvSpPr>
          <p:spPr>
            <a:xfrm>
              <a:off x="4015675" y="2112550"/>
              <a:ext cx="378725" cy="343875"/>
            </a:xfrm>
            <a:custGeom>
              <a:avLst/>
              <a:gdLst/>
              <a:ahLst/>
              <a:cxnLst/>
              <a:rect l="l" t="t" r="r" b="b"/>
              <a:pathLst>
                <a:path w="15149" h="13755" extrusionOk="0">
                  <a:moveTo>
                    <a:pt x="8012" y="1286"/>
                  </a:moveTo>
                  <a:cubicBezTo>
                    <a:pt x="8877" y="1286"/>
                    <a:pt x="9725" y="1673"/>
                    <a:pt x="10344" y="2372"/>
                  </a:cubicBezTo>
                  <a:cubicBezTo>
                    <a:pt x="11734" y="3962"/>
                    <a:pt x="12705" y="5519"/>
                    <a:pt x="12872" y="6205"/>
                  </a:cubicBezTo>
                  <a:cubicBezTo>
                    <a:pt x="13374" y="8381"/>
                    <a:pt x="11215" y="8967"/>
                    <a:pt x="11031" y="9687"/>
                  </a:cubicBezTo>
                  <a:cubicBezTo>
                    <a:pt x="10813" y="10390"/>
                    <a:pt x="11399" y="12917"/>
                    <a:pt x="9524" y="12967"/>
                  </a:cubicBezTo>
                  <a:lnTo>
                    <a:pt x="4536" y="13051"/>
                  </a:lnTo>
                  <a:cubicBezTo>
                    <a:pt x="4525" y="13051"/>
                    <a:pt x="4515" y="13051"/>
                    <a:pt x="4504" y="13051"/>
                  </a:cubicBezTo>
                  <a:cubicBezTo>
                    <a:pt x="3379" y="13051"/>
                    <a:pt x="2374" y="12186"/>
                    <a:pt x="2109" y="10942"/>
                  </a:cubicBezTo>
                  <a:cubicBezTo>
                    <a:pt x="1925" y="10055"/>
                    <a:pt x="1925" y="9084"/>
                    <a:pt x="2109" y="8130"/>
                  </a:cubicBezTo>
                  <a:cubicBezTo>
                    <a:pt x="2578" y="5853"/>
                    <a:pt x="4335" y="6473"/>
                    <a:pt x="4586" y="5117"/>
                  </a:cubicBezTo>
                  <a:cubicBezTo>
                    <a:pt x="4770" y="4129"/>
                    <a:pt x="5089" y="2338"/>
                    <a:pt x="6762" y="1568"/>
                  </a:cubicBezTo>
                  <a:cubicBezTo>
                    <a:pt x="7167" y="1377"/>
                    <a:pt x="7592" y="1286"/>
                    <a:pt x="8012" y="1286"/>
                  </a:cubicBezTo>
                  <a:close/>
                  <a:moveTo>
                    <a:pt x="7572" y="0"/>
                  </a:moveTo>
                  <a:cubicBezTo>
                    <a:pt x="7036" y="0"/>
                    <a:pt x="6500" y="102"/>
                    <a:pt x="5992" y="313"/>
                  </a:cubicBezTo>
                  <a:cubicBezTo>
                    <a:pt x="3833" y="1183"/>
                    <a:pt x="3515" y="3276"/>
                    <a:pt x="3314" y="4447"/>
                  </a:cubicBezTo>
                  <a:cubicBezTo>
                    <a:pt x="3046" y="6054"/>
                    <a:pt x="703" y="5284"/>
                    <a:pt x="218" y="7946"/>
                  </a:cubicBezTo>
                  <a:cubicBezTo>
                    <a:pt x="0" y="9067"/>
                    <a:pt x="67" y="10206"/>
                    <a:pt x="385" y="11243"/>
                  </a:cubicBezTo>
                  <a:cubicBezTo>
                    <a:pt x="820" y="12716"/>
                    <a:pt x="2209" y="13754"/>
                    <a:pt x="3733" y="13754"/>
                  </a:cubicBezTo>
                  <a:lnTo>
                    <a:pt x="10328" y="13754"/>
                  </a:lnTo>
                  <a:cubicBezTo>
                    <a:pt x="12805" y="13754"/>
                    <a:pt x="11750" y="10741"/>
                    <a:pt x="11968" y="9904"/>
                  </a:cubicBezTo>
                  <a:cubicBezTo>
                    <a:pt x="12202" y="9051"/>
                    <a:pt x="15148" y="8431"/>
                    <a:pt x="14362" y="5853"/>
                  </a:cubicBezTo>
                  <a:cubicBezTo>
                    <a:pt x="14111" y="5050"/>
                    <a:pt x="12721" y="3209"/>
                    <a:pt x="10780" y="1334"/>
                  </a:cubicBezTo>
                  <a:cubicBezTo>
                    <a:pt x="9898" y="475"/>
                    <a:pt x="8734" y="0"/>
                    <a:pt x="7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6"/>
            <p:cNvSpPr/>
            <p:nvPr/>
          </p:nvSpPr>
          <p:spPr>
            <a:xfrm>
              <a:off x="4083450" y="2190250"/>
              <a:ext cx="60700" cy="59850"/>
            </a:xfrm>
            <a:custGeom>
              <a:avLst/>
              <a:gdLst/>
              <a:ahLst/>
              <a:cxnLst/>
              <a:rect l="l" t="t" r="r" b="b"/>
              <a:pathLst>
                <a:path w="2428" h="2394" extrusionOk="0">
                  <a:moveTo>
                    <a:pt x="1507" y="0"/>
                  </a:moveTo>
                  <a:cubicBezTo>
                    <a:pt x="1290" y="0"/>
                    <a:pt x="1055" y="0"/>
                    <a:pt x="871" y="17"/>
                  </a:cubicBezTo>
                  <a:cubicBezTo>
                    <a:pt x="754" y="503"/>
                    <a:pt x="670" y="938"/>
                    <a:pt x="603" y="1306"/>
                  </a:cubicBezTo>
                  <a:cubicBezTo>
                    <a:pt x="536" y="1741"/>
                    <a:pt x="285" y="2009"/>
                    <a:pt x="1" y="2193"/>
                  </a:cubicBezTo>
                  <a:cubicBezTo>
                    <a:pt x="436" y="2327"/>
                    <a:pt x="955" y="2394"/>
                    <a:pt x="1507" y="2394"/>
                  </a:cubicBezTo>
                  <a:lnTo>
                    <a:pt x="1708" y="2394"/>
                  </a:lnTo>
                  <a:cubicBezTo>
                    <a:pt x="1775" y="2277"/>
                    <a:pt x="1842" y="2143"/>
                    <a:pt x="1859" y="1992"/>
                  </a:cubicBezTo>
                  <a:cubicBezTo>
                    <a:pt x="1959" y="1490"/>
                    <a:pt x="2093" y="754"/>
                    <a:pt x="2428" y="67"/>
                  </a:cubicBezTo>
                  <a:cubicBezTo>
                    <a:pt x="2126" y="17"/>
                    <a:pt x="1808" y="0"/>
                    <a:pt x="1507"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6"/>
            <p:cNvSpPr/>
            <p:nvPr/>
          </p:nvSpPr>
          <p:spPr>
            <a:xfrm>
              <a:off x="4044950" y="2112550"/>
              <a:ext cx="363675" cy="343875"/>
            </a:xfrm>
            <a:custGeom>
              <a:avLst/>
              <a:gdLst/>
              <a:ahLst/>
              <a:cxnLst/>
              <a:rect l="l" t="t" r="r" b="b"/>
              <a:pathLst>
                <a:path w="14547" h="13755" extrusionOk="0">
                  <a:moveTo>
                    <a:pt x="7946" y="1273"/>
                  </a:moveTo>
                  <a:cubicBezTo>
                    <a:pt x="8817" y="1273"/>
                    <a:pt x="9671" y="1669"/>
                    <a:pt x="10295" y="2372"/>
                  </a:cubicBezTo>
                  <a:cubicBezTo>
                    <a:pt x="11701" y="3962"/>
                    <a:pt x="12655" y="5519"/>
                    <a:pt x="12839" y="6205"/>
                  </a:cubicBezTo>
                  <a:cubicBezTo>
                    <a:pt x="13358" y="8381"/>
                    <a:pt x="10831" y="8900"/>
                    <a:pt x="10630" y="9636"/>
                  </a:cubicBezTo>
                  <a:cubicBezTo>
                    <a:pt x="10429" y="10339"/>
                    <a:pt x="11366" y="12951"/>
                    <a:pt x="9491" y="12967"/>
                  </a:cubicBezTo>
                  <a:lnTo>
                    <a:pt x="4503" y="13051"/>
                  </a:lnTo>
                  <a:cubicBezTo>
                    <a:pt x="4493" y="13051"/>
                    <a:pt x="4482" y="13051"/>
                    <a:pt x="4471" y="13051"/>
                  </a:cubicBezTo>
                  <a:cubicBezTo>
                    <a:pt x="3330" y="13051"/>
                    <a:pt x="2325" y="12169"/>
                    <a:pt x="2076" y="10925"/>
                  </a:cubicBezTo>
                  <a:cubicBezTo>
                    <a:pt x="1892" y="10055"/>
                    <a:pt x="1892" y="9084"/>
                    <a:pt x="2076" y="8130"/>
                  </a:cubicBezTo>
                  <a:cubicBezTo>
                    <a:pt x="2545" y="5853"/>
                    <a:pt x="4303" y="6473"/>
                    <a:pt x="4554" y="5117"/>
                  </a:cubicBezTo>
                  <a:cubicBezTo>
                    <a:pt x="4738" y="4129"/>
                    <a:pt x="5039" y="2338"/>
                    <a:pt x="6713" y="1552"/>
                  </a:cubicBezTo>
                  <a:cubicBezTo>
                    <a:pt x="7112" y="1363"/>
                    <a:pt x="7531" y="1273"/>
                    <a:pt x="7946" y="1273"/>
                  </a:cubicBezTo>
                  <a:close/>
                  <a:moveTo>
                    <a:pt x="7259" y="0"/>
                  </a:moveTo>
                  <a:cubicBezTo>
                    <a:pt x="6743" y="0"/>
                    <a:pt x="6228" y="102"/>
                    <a:pt x="5742" y="313"/>
                  </a:cubicBezTo>
                  <a:cubicBezTo>
                    <a:pt x="3666" y="1183"/>
                    <a:pt x="3348" y="3276"/>
                    <a:pt x="3164" y="4447"/>
                  </a:cubicBezTo>
                  <a:cubicBezTo>
                    <a:pt x="2913" y="6054"/>
                    <a:pt x="637" y="5284"/>
                    <a:pt x="202" y="7946"/>
                  </a:cubicBezTo>
                  <a:cubicBezTo>
                    <a:pt x="1" y="9067"/>
                    <a:pt x="68" y="10206"/>
                    <a:pt x="335" y="11243"/>
                  </a:cubicBezTo>
                  <a:cubicBezTo>
                    <a:pt x="754" y="12716"/>
                    <a:pt x="2076" y="13754"/>
                    <a:pt x="3566" y="13754"/>
                  </a:cubicBezTo>
                  <a:lnTo>
                    <a:pt x="9910" y="13754"/>
                  </a:lnTo>
                  <a:cubicBezTo>
                    <a:pt x="12287" y="13754"/>
                    <a:pt x="10948" y="10724"/>
                    <a:pt x="11182" y="9871"/>
                  </a:cubicBezTo>
                  <a:cubicBezTo>
                    <a:pt x="11366" y="9017"/>
                    <a:pt x="14547" y="8431"/>
                    <a:pt x="13777" y="5853"/>
                  </a:cubicBezTo>
                  <a:cubicBezTo>
                    <a:pt x="13542" y="5050"/>
                    <a:pt x="12203" y="3209"/>
                    <a:pt x="10345" y="1334"/>
                  </a:cubicBezTo>
                  <a:cubicBezTo>
                    <a:pt x="9498" y="475"/>
                    <a:pt x="8376" y="0"/>
                    <a:pt x="7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6"/>
            <p:cNvSpPr/>
            <p:nvPr/>
          </p:nvSpPr>
          <p:spPr>
            <a:xfrm>
              <a:off x="4169650" y="2136025"/>
              <a:ext cx="385025" cy="320400"/>
            </a:xfrm>
            <a:custGeom>
              <a:avLst/>
              <a:gdLst/>
              <a:ahLst/>
              <a:cxnLst/>
              <a:rect l="l" t="t" r="r" b="b"/>
              <a:pathLst>
                <a:path w="15401" h="12816" extrusionOk="0">
                  <a:moveTo>
                    <a:pt x="11120" y="1162"/>
                  </a:moveTo>
                  <a:cubicBezTo>
                    <a:pt x="11994" y="1162"/>
                    <a:pt x="12716" y="1528"/>
                    <a:pt x="13090" y="2186"/>
                  </a:cubicBezTo>
                  <a:cubicBezTo>
                    <a:pt x="13944" y="3676"/>
                    <a:pt x="14396" y="5115"/>
                    <a:pt x="14312" y="5751"/>
                  </a:cubicBezTo>
                  <a:cubicBezTo>
                    <a:pt x="14061" y="7794"/>
                    <a:pt x="11617" y="8296"/>
                    <a:pt x="11149" y="8965"/>
                  </a:cubicBezTo>
                  <a:cubicBezTo>
                    <a:pt x="10713" y="9635"/>
                    <a:pt x="10513" y="12045"/>
                    <a:pt x="8638" y="12062"/>
                  </a:cubicBezTo>
                  <a:lnTo>
                    <a:pt x="3633" y="12129"/>
                  </a:lnTo>
                  <a:cubicBezTo>
                    <a:pt x="3621" y="12129"/>
                    <a:pt x="3609" y="12129"/>
                    <a:pt x="3597" y="12129"/>
                  </a:cubicBezTo>
                  <a:cubicBezTo>
                    <a:pt x="2447" y="12129"/>
                    <a:pt x="1760" y="11330"/>
                    <a:pt x="1926" y="10170"/>
                  </a:cubicBezTo>
                  <a:cubicBezTo>
                    <a:pt x="2026" y="9350"/>
                    <a:pt x="2361" y="8446"/>
                    <a:pt x="2880" y="7542"/>
                  </a:cubicBezTo>
                  <a:cubicBezTo>
                    <a:pt x="4118" y="5433"/>
                    <a:pt x="5658" y="6003"/>
                    <a:pt x="6395" y="4747"/>
                  </a:cubicBezTo>
                  <a:cubicBezTo>
                    <a:pt x="6914" y="3826"/>
                    <a:pt x="7868" y="2153"/>
                    <a:pt x="9793" y="1416"/>
                  </a:cubicBezTo>
                  <a:cubicBezTo>
                    <a:pt x="10256" y="1244"/>
                    <a:pt x="10705" y="1162"/>
                    <a:pt x="11120" y="1162"/>
                  </a:cubicBezTo>
                  <a:close/>
                  <a:moveTo>
                    <a:pt x="10818" y="0"/>
                  </a:moveTo>
                  <a:cubicBezTo>
                    <a:pt x="10310" y="0"/>
                    <a:pt x="9771" y="90"/>
                    <a:pt x="9224" y="278"/>
                  </a:cubicBezTo>
                  <a:cubicBezTo>
                    <a:pt x="6847" y="1098"/>
                    <a:pt x="5809" y="3073"/>
                    <a:pt x="5257" y="4128"/>
                  </a:cubicBezTo>
                  <a:cubicBezTo>
                    <a:pt x="4453" y="5618"/>
                    <a:pt x="2445" y="4914"/>
                    <a:pt x="1072" y="7392"/>
                  </a:cubicBezTo>
                  <a:cubicBezTo>
                    <a:pt x="486" y="8463"/>
                    <a:pt x="151" y="9518"/>
                    <a:pt x="84" y="10472"/>
                  </a:cubicBezTo>
                  <a:cubicBezTo>
                    <a:pt x="1" y="11861"/>
                    <a:pt x="955" y="12815"/>
                    <a:pt x="2445" y="12815"/>
                  </a:cubicBezTo>
                  <a:lnTo>
                    <a:pt x="8789" y="12815"/>
                  </a:lnTo>
                  <a:cubicBezTo>
                    <a:pt x="11165" y="12815"/>
                    <a:pt x="11098" y="9986"/>
                    <a:pt x="11601" y="9200"/>
                  </a:cubicBezTo>
                  <a:cubicBezTo>
                    <a:pt x="12120" y="8413"/>
                    <a:pt x="15250" y="7860"/>
                    <a:pt x="15350" y="5450"/>
                  </a:cubicBezTo>
                  <a:cubicBezTo>
                    <a:pt x="15400" y="4730"/>
                    <a:pt x="14681" y="2990"/>
                    <a:pt x="13475" y="1249"/>
                  </a:cubicBezTo>
                  <a:cubicBezTo>
                    <a:pt x="12910" y="442"/>
                    <a:pt x="11941" y="0"/>
                    <a:pt x="108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6"/>
            <p:cNvSpPr/>
            <p:nvPr/>
          </p:nvSpPr>
          <p:spPr>
            <a:xfrm>
              <a:off x="4264650" y="2188575"/>
              <a:ext cx="74925" cy="89150"/>
            </a:xfrm>
            <a:custGeom>
              <a:avLst/>
              <a:gdLst/>
              <a:ahLst/>
              <a:cxnLst/>
              <a:rect l="l" t="t" r="r" b="b"/>
              <a:pathLst>
                <a:path w="2997" h="3566" extrusionOk="0">
                  <a:moveTo>
                    <a:pt x="2746" y="0"/>
                  </a:moveTo>
                  <a:cubicBezTo>
                    <a:pt x="2110" y="737"/>
                    <a:pt x="1725" y="1490"/>
                    <a:pt x="1423" y="2043"/>
                  </a:cubicBezTo>
                  <a:cubicBezTo>
                    <a:pt x="1122" y="2628"/>
                    <a:pt x="586" y="2879"/>
                    <a:pt x="0" y="3097"/>
                  </a:cubicBezTo>
                  <a:cubicBezTo>
                    <a:pt x="452" y="3264"/>
                    <a:pt x="921" y="3432"/>
                    <a:pt x="1423" y="3566"/>
                  </a:cubicBezTo>
                  <a:cubicBezTo>
                    <a:pt x="1892" y="3348"/>
                    <a:pt x="2310" y="3147"/>
                    <a:pt x="2578" y="2645"/>
                  </a:cubicBezTo>
                  <a:cubicBezTo>
                    <a:pt x="2712" y="2428"/>
                    <a:pt x="2829" y="2210"/>
                    <a:pt x="2997" y="1925"/>
                  </a:cubicBezTo>
                  <a:cubicBezTo>
                    <a:pt x="2879" y="1473"/>
                    <a:pt x="2762" y="787"/>
                    <a:pt x="2746"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6"/>
            <p:cNvSpPr/>
            <p:nvPr/>
          </p:nvSpPr>
          <p:spPr>
            <a:xfrm>
              <a:off x="4369275" y="2135800"/>
              <a:ext cx="79100" cy="64100"/>
            </a:xfrm>
            <a:custGeom>
              <a:avLst/>
              <a:gdLst/>
              <a:ahLst/>
              <a:cxnLst/>
              <a:rect l="l" t="t" r="r" b="b"/>
              <a:pathLst>
                <a:path w="3164" h="2564" extrusionOk="0">
                  <a:moveTo>
                    <a:pt x="2829" y="1"/>
                  </a:moveTo>
                  <a:cubicBezTo>
                    <a:pt x="2326" y="1"/>
                    <a:pt x="1782" y="99"/>
                    <a:pt x="1239" y="270"/>
                  </a:cubicBezTo>
                  <a:cubicBezTo>
                    <a:pt x="770" y="438"/>
                    <a:pt x="352" y="638"/>
                    <a:pt x="0" y="856"/>
                  </a:cubicBezTo>
                  <a:cubicBezTo>
                    <a:pt x="50" y="1174"/>
                    <a:pt x="50" y="1526"/>
                    <a:pt x="50" y="1894"/>
                  </a:cubicBezTo>
                  <a:cubicBezTo>
                    <a:pt x="50" y="2111"/>
                    <a:pt x="50" y="2329"/>
                    <a:pt x="17" y="2563"/>
                  </a:cubicBezTo>
                  <a:cubicBezTo>
                    <a:pt x="502" y="2111"/>
                    <a:pt x="1088" y="1693"/>
                    <a:pt x="1808" y="1425"/>
                  </a:cubicBezTo>
                  <a:cubicBezTo>
                    <a:pt x="2277" y="1241"/>
                    <a:pt x="2745" y="1174"/>
                    <a:pt x="3164" y="1174"/>
                  </a:cubicBezTo>
                  <a:cubicBezTo>
                    <a:pt x="3063" y="772"/>
                    <a:pt x="2980" y="387"/>
                    <a:pt x="2946" y="2"/>
                  </a:cubicBezTo>
                  <a:cubicBezTo>
                    <a:pt x="2907" y="1"/>
                    <a:pt x="2868" y="1"/>
                    <a:pt x="282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6"/>
            <p:cNvSpPr/>
            <p:nvPr/>
          </p:nvSpPr>
          <p:spPr>
            <a:xfrm>
              <a:off x="4199375" y="2154175"/>
              <a:ext cx="361575" cy="302250"/>
            </a:xfrm>
            <a:custGeom>
              <a:avLst/>
              <a:gdLst/>
              <a:ahLst/>
              <a:cxnLst/>
              <a:rect l="l" t="t" r="r" b="b"/>
              <a:pathLst>
                <a:path w="14463" h="12090" extrusionOk="0">
                  <a:moveTo>
                    <a:pt x="10496" y="955"/>
                  </a:moveTo>
                  <a:cubicBezTo>
                    <a:pt x="11383" y="955"/>
                    <a:pt x="12149" y="1322"/>
                    <a:pt x="12521" y="1996"/>
                  </a:cubicBezTo>
                  <a:cubicBezTo>
                    <a:pt x="13291" y="3419"/>
                    <a:pt x="13542" y="4808"/>
                    <a:pt x="13458" y="5427"/>
                  </a:cubicBezTo>
                  <a:cubicBezTo>
                    <a:pt x="13224" y="7369"/>
                    <a:pt x="10713" y="7804"/>
                    <a:pt x="10294" y="8440"/>
                  </a:cubicBezTo>
                  <a:cubicBezTo>
                    <a:pt x="9876" y="9059"/>
                    <a:pt x="9926" y="11369"/>
                    <a:pt x="8135" y="11386"/>
                  </a:cubicBezTo>
                  <a:lnTo>
                    <a:pt x="3348" y="11453"/>
                  </a:lnTo>
                  <a:cubicBezTo>
                    <a:pt x="3336" y="11453"/>
                    <a:pt x="3325" y="11453"/>
                    <a:pt x="3314" y="11453"/>
                  </a:cubicBezTo>
                  <a:cubicBezTo>
                    <a:pt x="2212" y="11453"/>
                    <a:pt x="1508" y="10655"/>
                    <a:pt x="1674" y="9528"/>
                  </a:cubicBezTo>
                  <a:cubicBezTo>
                    <a:pt x="1775" y="8725"/>
                    <a:pt x="2109" y="7854"/>
                    <a:pt x="2611" y="6967"/>
                  </a:cubicBezTo>
                  <a:cubicBezTo>
                    <a:pt x="3833" y="4925"/>
                    <a:pt x="5323" y="5528"/>
                    <a:pt x="6026" y="4289"/>
                  </a:cubicBezTo>
                  <a:cubicBezTo>
                    <a:pt x="6528" y="3419"/>
                    <a:pt x="7432" y="1828"/>
                    <a:pt x="9273" y="1176"/>
                  </a:cubicBezTo>
                  <a:cubicBezTo>
                    <a:pt x="9689" y="1027"/>
                    <a:pt x="10104" y="955"/>
                    <a:pt x="10496" y="955"/>
                  </a:cubicBezTo>
                  <a:close/>
                  <a:moveTo>
                    <a:pt x="10398" y="1"/>
                  </a:moveTo>
                  <a:cubicBezTo>
                    <a:pt x="9919" y="1"/>
                    <a:pt x="9399" y="86"/>
                    <a:pt x="8855" y="255"/>
                  </a:cubicBezTo>
                  <a:cubicBezTo>
                    <a:pt x="6595" y="958"/>
                    <a:pt x="5708" y="2866"/>
                    <a:pt x="5139" y="3921"/>
                  </a:cubicBezTo>
                  <a:cubicBezTo>
                    <a:pt x="4369" y="5360"/>
                    <a:pt x="2411" y="4607"/>
                    <a:pt x="1038" y="7017"/>
                  </a:cubicBezTo>
                  <a:cubicBezTo>
                    <a:pt x="469" y="8038"/>
                    <a:pt x="151" y="9059"/>
                    <a:pt x="84" y="10030"/>
                  </a:cubicBezTo>
                  <a:cubicBezTo>
                    <a:pt x="0" y="11369"/>
                    <a:pt x="737" y="12089"/>
                    <a:pt x="2176" y="12089"/>
                  </a:cubicBezTo>
                  <a:lnTo>
                    <a:pt x="8269" y="12089"/>
                  </a:lnTo>
                  <a:cubicBezTo>
                    <a:pt x="10512" y="12089"/>
                    <a:pt x="10244" y="9394"/>
                    <a:pt x="10713" y="8658"/>
                  </a:cubicBezTo>
                  <a:cubicBezTo>
                    <a:pt x="11198" y="7904"/>
                    <a:pt x="14295" y="7436"/>
                    <a:pt x="14412" y="5176"/>
                  </a:cubicBezTo>
                  <a:cubicBezTo>
                    <a:pt x="14462" y="4473"/>
                    <a:pt x="13826" y="2833"/>
                    <a:pt x="12722" y="1125"/>
                  </a:cubicBezTo>
                  <a:cubicBezTo>
                    <a:pt x="12213" y="369"/>
                    <a:pt x="11393" y="1"/>
                    <a:pt x="103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8" name="Google Shape;2038;p6"/>
          <p:cNvGrpSpPr/>
          <p:nvPr/>
        </p:nvGrpSpPr>
        <p:grpSpPr>
          <a:xfrm rot="1032270">
            <a:off x="-376893" y="2357235"/>
            <a:ext cx="662478" cy="503934"/>
            <a:chOff x="3462025" y="2044700"/>
            <a:chExt cx="540700" cy="411300"/>
          </a:xfrm>
        </p:grpSpPr>
        <p:sp>
          <p:nvSpPr>
            <p:cNvPr id="2039" name="Google Shape;2039;p6"/>
            <p:cNvSpPr/>
            <p:nvPr/>
          </p:nvSpPr>
          <p:spPr>
            <a:xfrm>
              <a:off x="3462450" y="2136825"/>
              <a:ext cx="175375" cy="63075"/>
            </a:xfrm>
            <a:custGeom>
              <a:avLst/>
              <a:gdLst/>
              <a:ahLst/>
              <a:cxnLst/>
              <a:rect l="l" t="t" r="r" b="b"/>
              <a:pathLst>
                <a:path w="7015" h="2523" extrusionOk="0">
                  <a:moveTo>
                    <a:pt x="2860" y="0"/>
                  </a:moveTo>
                  <a:cubicBezTo>
                    <a:pt x="1821" y="0"/>
                    <a:pt x="782" y="162"/>
                    <a:pt x="1" y="648"/>
                  </a:cubicBezTo>
                  <a:lnTo>
                    <a:pt x="34" y="966"/>
                  </a:lnTo>
                  <a:cubicBezTo>
                    <a:pt x="463" y="797"/>
                    <a:pt x="902" y="726"/>
                    <a:pt x="1337" y="726"/>
                  </a:cubicBezTo>
                  <a:cubicBezTo>
                    <a:pt x="3532" y="726"/>
                    <a:pt x="5608" y="2522"/>
                    <a:pt x="5608" y="2522"/>
                  </a:cubicBezTo>
                  <a:lnTo>
                    <a:pt x="6964" y="1451"/>
                  </a:lnTo>
                  <a:lnTo>
                    <a:pt x="7014" y="648"/>
                  </a:lnTo>
                  <a:cubicBezTo>
                    <a:pt x="7014" y="648"/>
                    <a:pt x="4939" y="0"/>
                    <a:pt x="28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6"/>
            <p:cNvSpPr/>
            <p:nvPr/>
          </p:nvSpPr>
          <p:spPr>
            <a:xfrm>
              <a:off x="3462025" y="2136825"/>
              <a:ext cx="174950" cy="39225"/>
            </a:xfrm>
            <a:custGeom>
              <a:avLst/>
              <a:gdLst/>
              <a:ahLst/>
              <a:cxnLst/>
              <a:rect l="l" t="t" r="r" b="b"/>
              <a:pathLst>
                <a:path w="6998" h="1569" extrusionOk="0">
                  <a:moveTo>
                    <a:pt x="2864" y="0"/>
                  </a:moveTo>
                  <a:cubicBezTo>
                    <a:pt x="1827" y="0"/>
                    <a:pt x="788" y="162"/>
                    <a:pt x="1" y="648"/>
                  </a:cubicBezTo>
                  <a:lnTo>
                    <a:pt x="18" y="832"/>
                  </a:lnTo>
                  <a:cubicBezTo>
                    <a:pt x="562" y="587"/>
                    <a:pt x="1209" y="492"/>
                    <a:pt x="1886" y="492"/>
                  </a:cubicBezTo>
                  <a:cubicBezTo>
                    <a:pt x="3853" y="492"/>
                    <a:pt x="6079" y="1294"/>
                    <a:pt x="6813" y="1568"/>
                  </a:cubicBezTo>
                  <a:lnTo>
                    <a:pt x="6964" y="1451"/>
                  </a:lnTo>
                  <a:lnTo>
                    <a:pt x="6998" y="648"/>
                  </a:lnTo>
                  <a:cubicBezTo>
                    <a:pt x="6998" y="648"/>
                    <a:pt x="4937" y="0"/>
                    <a:pt x="2864"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6"/>
            <p:cNvSpPr/>
            <p:nvPr/>
          </p:nvSpPr>
          <p:spPr>
            <a:xfrm>
              <a:off x="3499700" y="2044700"/>
              <a:ext cx="503025" cy="411300"/>
            </a:xfrm>
            <a:custGeom>
              <a:avLst/>
              <a:gdLst/>
              <a:ahLst/>
              <a:cxnLst/>
              <a:rect l="l" t="t" r="r" b="b"/>
              <a:pathLst>
                <a:path w="20121" h="16452" extrusionOk="0">
                  <a:moveTo>
                    <a:pt x="9773" y="1"/>
                  </a:moveTo>
                  <a:cubicBezTo>
                    <a:pt x="5904" y="1"/>
                    <a:pt x="5042" y="3082"/>
                    <a:pt x="4603" y="4584"/>
                  </a:cubicBezTo>
                  <a:cubicBezTo>
                    <a:pt x="4118" y="6207"/>
                    <a:pt x="2126" y="5421"/>
                    <a:pt x="1306" y="8099"/>
                  </a:cubicBezTo>
                  <a:cubicBezTo>
                    <a:pt x="0" y="12350"/>
                    <a:pt x="1959" y="16451"/>
                    <a:pt x="6729" y="16451"/>
                  </a:cubicBezTo>
                  <a:lnTo>
                    <a:pt x="15433" y="16451"/>
                  </a:lnTo>
                  <a:cubicBezTo>
                    <a:pt x="17459" y="16451"/>
                    <a:pt x="16772" y="13656"/>
                    <a:pt x="17074" y="12869"/>
                  </a:cubicBezTo>
                  <a:cubicBezTo>
                    <a:pt x="17358" y="12099"/>
                    <a:pt x="20120" y="11564"/>
                    <a:pt x="19836" y="9170"/>
                  </a:cubicBezTo>
                  <a:cubicBezTo>
                    <a:pt x="19618" y="7479"/>
                    <a:pt x="15232" y="533"/>
                    <a:pt x="10629" y="48"/>
                  </a:cubicBezTo>
                  <a:cubicBezTo>
                    <a:pt x="10329" y="16"/>
                    <a:pt x="10043" y="1"/>
                    <a:pt x="97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6"/>
            <p:cNvSpPr/>
            <p:nvPr/>
          </p:nvSpPr>
          <p:spPr>
            <a:xfrm>
              <a:off x="3508475" y="2090225"/>
              <a:ext cx="493825" cy="365775"/>
            </a:xfrm>
            <a:custGeom>
              <a:avLst/>
              <a:gdLst/>
              <a:ahLst/>
              <a:cxnLst/>
              <a:rect l="l" t="t" r="r" b="b"/>
              <a:pathLst>
                <a:path w="19753" h="14631" extrusionOk="0">
                  <a:moveTo>
                    <a:pt x="14145" y="1"/>
                  </a:moveTo>
                  <a:lnTo>
                    <a:pt x="14145" y="1"/>
                  </a:lnTo>
                  <a:cubicBezTo>
                    <a:pt x="14597" y="419"/>
                    <a:pt x="15015" y="871"/>
                    <a:pt x="15417" y="1323"/>
                  </a:cubicBezTo>
                  <a:cubicBezTo>
                    <a:pt x="17894" y="4269"/>
                    <a:pt x="17978" y="7098"/>
                    <a:pt x="15601" y="7650"/>
                  </a:cubicBezTo>
                  <a:cubicBezTo>
                    <a:pt x="15342" y="7707"/>
                    <a:pt x="15063" y="7735"/>
                    <a:pt x="14770" y="7735"/>
                  </a:cubicBezTo>
                  <a:cubicBezTo>
                    <a:pt x="13249" y="7735"/>
                    <a:pt x="11330" y="6994"/>
                    <a:pt x="9575" y="5759"/>
                  </a:cubicBezTo>
                  <a:lnTo>
                    <a:pt x="9575" y="5759"/>
                  </a:lnTo>
                  <a:cubicBezTo>
                    <a:pt x="12136" y="7918"/>
                    <a:pt x="13141" y="10429"/>
                    <a:pt x="12120" y="11751"/>
                  </a:cubicBezTo>
                  <a:cubicBezTo>
                    <a:pt x="11657" y="12344"/>
                    <a:pt x="10819" y="12637"/>
                    <a:pt x="9772" y="12637"/>
                  </a:cubicBezTo>
                  <a:cubicBezTo>
                    <a:pt x="8394" y="12637"/>
                    <a:pt x="6653" y="12130"/>
                    <a:pt x="4922" y="11132"/>
                  </a:cubicBezTo>
                  <a:cubicBezTo>
                    <a:pt x="3098" y="10094"/>
                    <a:pt x="1591" y="8671"/>
                    <a:pt x="737" y="7282"/>
                  </a:cubicBezTo>
                  <a:lnTo>
                    <a:pt x="737" y="7282"/>
                  </a:lnTo>
                  <a:cubicBezTo>
                    <a:pt x="1" y="11165"/>
                    <a:pt x="2010" y="14630"/>
                    <a:pt x="6395" y="14630"/>
                  </a:cubicBezTo>
                  <a:lnTo>
                    <a:pt x="15099" y="14630"/>
                  </a:lnTo>
                  <a:cubicBezTo>
                    <a:pt x="17141" y="14630"/>
                    <a:pt x="16421" y="11835"/>
                    <a:pt x="16723" y="11048"/>
                  </a:cubicBezTo>
                  <a:cubicBezTo>
                    <a:pt x="17007" y="10278"/>
                    <a:pt x="19752" y="9743"/>
                    <a:pt x="19451" y="7349"/>
                  </a:cubicBezTo>
                  <a:cubicBezTo>
                    <a:pt x="19317" y="6144"/>
                    <a:pt x="17057" y="2328"/>
                    <a:pt x="1414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6"/>
            <p:cNvSpPr/>
            <p:nvPr/>
          </p:nvSpPr>
          <p:spPr>
            <a:xfrm>
              <a:off x="3680900" y="2053325"/>
              <a:ext cx="146475" cy="71700"/>
            </a:xfrm>
            <a:custGeom>
              <a:avLst/>
              <a:gdLst/>
              <a:ahLst/>
              <a:cxnLst/>
              <a:rect l="l" t="t" r="r" b="b"/>
              <a:pathLst>
                <a:path w="5859" h="2868" extrusionOk="0">
                  <a:moveTo>
                    <a:pt x="2738" y="1"/>
                  </a:moveTo>
                  <a:cubicBezTo>
                    <a:pt x="1219" y="1"/>
                    <a:pt x="0" y="572"/>
                    <a:pt x="0" y="1343"/>
                  </a:cubicBezTo>
                  <a:cubicBezTo>
                    <a:pt x="0" y="2130"/>
                    <a:pt x="1306" y="2799"/>
                    <a:pt x="2929" y="2866"/>
                  </a:cubicBezTo>
                  <a:cubicBezTo>
                    <a:pt x="2974" y="2867"/>
                    <a:pt x="3018" y="2868"/>
                    <a:pt x="3062" y="2868"/>
                  </a:cubicBezTo>
                  <a:cubicBezTo>
                    <a:pt x="4623" y="2868"/>
                    <a:pt x="5859" y="2292"/>
                    <a:pt x="5859" y="1527"/>
                  </a:cubicBezTo>
                  <a:cubicBezTo>
                    <a:pt x="5859" y="724"/>
                    <a:pt x="4570" y="54"/>
                    <a:pt x="2929" y="4"/>
                  </a:cubicBezTo>
                  <a:cubicBezTo>
                    <a:pt x="2865" y="2"/>
                    <a:pt x="2801" y="1"/>
                    <a:pt x="2738"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6"/>
            <p:cNvSpPr/>
            <p:nvPr/>
          </p:nvSpPr>
          <p:spPr>
            <a:xfrm>
              <a:off x="3804350" y="2117425"/>
              <a:ext cx="63625" cy="30575"/>
            </a:xfrm>
            <a:custGeom>
              <a:avLst/>
              <a:gdLst/>
              <a:ahLst/>
              <a:cxnLst/>
              <a:rect l="l" t="t" r="r" b="b"/>
              <a:pathLst>
                <a:path w="2545" h="1223" extrusionOk="0">
                  <a:moveTo>
                    <a:pt x="1825" y="1"/>
                  </a:moveTo>
                  <a:cubicBezTo>
                    <a:pt x="1557" y="319"/>
                    <a:pt x="1055" y="620"/>
                    <a:pt x="469" y="804"/>
                  </a:cubicBezTo>
                  <a:cubicBezTo>
                    <a:pt x="301" y="838"/>
                    <a:pt x="151" y="888"/>
                    <a:pt x="0" y="905"/>
                  </a:cubicBezTo>
                  <a:cubicBezTo>
                    <a:pt x="234" y="1089"/>
                    <a:pt x="670" y="1223"/>
                    <a:pt x="1172" y="1223"/>
                  </a:cubicBezTo>
                  <a:cubicBezTo>
                    <a:pt x="1925" y="1223"/>
                    <a:pt x="2544" y="921"/>
                    <a:pt x="2544" y="570"/>
                  </a:cubicBezTo>
                  <a:cubicBezTo>
                    <a:pt x="2544" y="319"/>
                    <a:pt x="2243" y="118"/>
                    <a:pt x="1825"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6"/>
            <p:cNvSpPr/>
            <p:nvPr/>
          </p:nvSpPr>
          <p:spPr>
            <a:xfrm>
              <a:off x="3854550" y="2312025"/>
              <a:ext cx="71175" cy="84550"/>
            </a:xfrm>
            <a:custGeom>
              <a:avLst/>
              <a:gdLst/>
              <a:ahLst/>
              <a:cxnLst/>
              <a:rect l="l" t="t" r="r" b="b"/>
              <a:pathLst>
                <a:path w="2847" h="3382" extrusionOk="0">
                  <a:moveTo>
                    <a:pt x="2846" y="0"/>
                  </a:moveTo>
                  <a:lnTo>
                    <a:pt x="2846" y="0"/>
                  </a:lnTo>
                  <a:cubicBezTo>
                    <a:pt x="2399" y="448"/>
                    <a:pt x="1531" y="529"/>
                    <a:pt x="959" y="529"/>
                  </a:cubicBezTo>
                  <a:cubicBezTo>
                    <a:pt x="633" y="529"/>
                    <a:pt x="402" y="502"/>
                    <a:pt x="402" y="502"/>
                  </a:cubicBezTo>
                  <a:lnTo>
                    <a:pt x="402" y="502"/>
                  </a:lnTo>
                  <a:cubicBezTo>
                    <a:pt x="402" y="503"/>
                    <a:pt x="1038" y="2126"/>
                    <a:pt x="1" y="3381"/>
                  </a:cubicBezTo>
                  <a:cubicBezTo>
                    <a:pt x="838" y="2545"/>
                    <a:pt x="1591" y="1975"/>
                    <a:pt x="2227" y="1959"/>
                  </a:cubicBezTo>
                  <a:cubicBezTo>
                    <a:pt x="1993" y="1289"/>
                    <a:pt x="2846" y="1"/>
                    <a:pt x="2846"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6" name="Google Shape;2046;p6"/>
          <p:cNvSpPr txBox="1">
            <a:spLocks noGrp="1"/>
          </p:cNvSpPr>
          <p:nvPr>
            <p:ph type="title"/>
          </p:nvPr>
        </p:nvSpPr>
        <p:spPr>
          <a:xfrm>
            <a:off x="713225" y="539500"/>
            <a:ext cx="7717500" cy="5904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047"/>
        <p:cNvGrpSpPr/>
        <p:nvPr/>
      </p:nvGrpSpPr>
      <p:grpSpPr>
        <a:xfrm>
          <a:off x="0" y="0"/>
          <a:ext cx="0" cy="0"/>
          <a:chOff x="0" y="0"/>
          <a:chExt cx="0" cy="0"/>
        </a:xfrm>
      </p:grpSpPr>
      <p:grpSp>
        <p:nvGrpSpPr>
          <p:cNvPr id="2048" name="Google Shape;2048;p7"/>
          <p:cNvGrpSpPr/>
          <p:nvPr/>
        </p:nvGrpSpPr>
        <p:grpSpPr>
          <a:xfrm rot="1574134">
            <a:off x="3441138" y="4663966"/>
            <a:ext cx="2261716" cy="949902"/>
            <a:chOff x="1411350" y="554900"/>
            <a:chExt cx="1298300" cy="545275"/>
          </a:xfrm>
        </p:grpSpPr>
        <p:sp>
          <p:nvSpPr>
            <p:cNvPr id="2049" name="Google Shape;2049;p7"/>
            <p:cNvSpPr/>
            <p:nvPr/>
          </p:nvSpPr>
          <p:spPr>
            <a:xfrm>
              <a:off x="1411350" y="555300"/>
              <a:ext cx="1298300" cy="544875"/>
            </a:xfrm>
            <a:custGeom>
              <a:avLst/>
              <a:gdLst/>
              <a:ahLst/>
              <a:cxnLst/>
              <a:rect l="l" t="t" r="r" b="b"/>
              <a:pathLst>
                <a:path w="51932" h="21795" extrusionOk="0">
                  <a:moveTo>
                    <a:pt x="21160" y="685"/>
                  </a:moveTo>
                  <a:cubicBezTo>
                    <a:pt x="11439" y="685"/>
                    <a:pt x="0" y="6642"/>
                    <a:pt x="695" y="11818"/>
                  </a:cubicBezTo>
                  <a:cubicBezTo>
                    <a:pt x="1515" y="17928"/>
                    <a:pt x="11441" y="21794"/>
                    <a:pt x="26305" y="21794"/>
                  </a:cubicBezTo>
                  <a:cubicBezTo>
                    <a:pt x="39612" y="21794"/>
                    <a:pt x="51932" y="12588"/>
                    <a:pt x="47664" y="6295"/>
                  </a:cubicBezTo>
                  <a:cubicBezTo>
                    <a:pt x="43395" y="1"/>
                    <a:pt x="37219" y="4353"/>
                    <a:pt x="26171" y="1306"/>
                  </a:cubicBezTo>
                  <a:cubicBezTo>
                    <a:pt x="24611" y="879"/>
                    <a:pt x="22914" y="685"/>
                    <a:pt x="21160" y="68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7"/>
            <p:cNvSpPr/>
            <p:nvPr/>
          </p:nvSpPr>
          <p:spPr>
            <a:xfrm>
              <a:off x="1451675" y="627700"/>
              <a:ext cx="1206100" cy="430725"/>
            </a:xfrm>
            <a:custGeom>
              <a:avLst/>
              <a:gdLst/>
              <a:ahLst/>
              <a:cxnLst/>
              <a:rect l="l" t="t" r="r" b="b"/>
              <a:pathLst>
                <a:path w="48244" h="17229" extrusionOk="0">
                  <a:moveTo>
                    <a:pt x="20236" y="218"/>
                  </a:moveTo>
                  <a:cubicBezTo>
                    <a:pt x="10022" y="218"/>
                    <a:pt x="0" y="3725"/>
                    <a:pt x="773" y="8604"/>
                  </a:cubicBezTo>
                  <a:cubicBezTo>
                    <a:pt x="1610" y="13906"/>
                    <a:pt x="10561" y="17228"/>
                    <a:pt x="23915" y="17228"/>
                  </a:cubicBezTo>
                  <a:cubicBezTo>
                    <a:pt x="24178" y="17228"/>
                    <a:pt x="24443" y="17227"/>
                    <a:pt x="24709" y="17225"/>
                  </a:cubicBezTo>
                  <a:cubicBezTo>
                    <a:pt x="37062" y="17124"/>
                    <a:pt x="48243" y="8939"/>
                    <a:pt x="44293" y="3332"/>
                  </a:cubicBezTo>
                  <a:cubicBezTo>
                    <a:pt x="41950" y="1"/>
                    <a:pt x="34032" y="1122"/>
                    <a:pt x="23437" y="335"/>
                  </a:cubicBezTo>
                  <a:cubicBezTo>
                    <a:pt x="22376" y="256"/>
                    <a:pt x="21305" y="218"/>
                    <a:pt x="20236" y="21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7"/>
            <p:cNvSpPr/>
            <p:nvPr/>
          </p:nvSpPr>
          <p:spPr>
            <a:xfrm>
              <a:off x="1421225" y="554900"/>
              <a:ext cx="1204325" cy="288750"/>
            </a:xfrm>
            <a:custGeom>
              <a:avLst/>
              <a:gdLst/>
              <a:ahLst/>
              <a:cxnLst/>
              <a:rect l="l" t="t" r="r" b="b"/>
              <a:pathLst>
                <a:path w="48173" h="11550" extrusionOk="0">
                  <a:moveTo>
                    <a:pt x="20753" y="698"/>
                  </a:moveTo>
                  <a:cubicBezTo>
                    <a:pt x="11203" y="698"/>
                    <a:pt x="1" y="6446"/>
                    <a:pt x="284" y="11550"/>
                  </a:cubicBezTo>
                  <a:cubicBezTo>
                    <a:pt x="523" y="6533"/>
                    <a:pt x="11450" y="1054"/>
                    <a:pt x="20773" y="1054"/>
                  </a:cubicBezTo>
                  <a:cubicBezTo>
                    <a:pt x="22525" y="1054"/>
                    <a:pt x="24220" y="1248"/>
                    <a:pt x="25776" y="1674"/>
                  </a:cubicBezTo>
                  <a:cubicBezTo>
                    <a:pt x="36824" y="4720"/>
                    <a:pt x="43000" y="368"/>
                    <a:pt x="47269" y="6662"/>
                  </a:cubicBezTo>
                  <a:cubicBezTo>
                    <a:pt x="47821" y="7482"/>
                    <a:pt x="48089" y="8336"/>
                    <a:pt x="48122" y="9223"/>
                  </a:cubicBezTo>
                  <a:cubicBezTo>
                    <a:pt x="48173" y="8219"/>
                    <a:pt x="47905" y="7231"/>
                    <a:pt x="47269" y="6311"/>
                  </a:cubicBezTo>
                  <a:cubicBezTo>
                    <a:pt x="43000" y="0"/>
                    <a:pt x="36857" y="4352"/>
                    <a:pt x="25776" y="1322"/>
                  </a:cubicBezTo>
                  <a:cubicBezTo>
                    <a:pt x="24213" y="893"/>
                    <a:pt x="22511" y="698"/>
                    <a:pt x="20753" y="69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7"/>
            <p:cNvSpPr/>
            <p:nvPr/>
          </p:nvSpPr>
          <p:spPr>
            <a:xfrm>
              <a:off x="1429550" y="748225"/>
              <a:ext cx="1234450" cy="351525"/>
            </a:xfrm>
            <a:custGeom>
              <a:avLst/>
              <a:gdLst/>
              <a:ahLst/>
              <a:cxnLst/>
              <a:rect l="l" t="t" r="r" b="b"/>
              <a:pathLst>
                <a:path w="49378" h="14061" extrusionOk="0">
                  <a:moveTo>
                    <a:pt x="47605" y="0"/>
                  </a:moveTo>
                  <a:lnTo>
                    <a:pt x="47605" y="0"/>
                  </a:lnTo>
                  <a:cubicBezTo>
                    <a:pt x="48576" y="6093"/>
                    <a:pt x="37411" y="13508"/>
                    <a:pt x="25460" y="13508"/>
                  </a:cubicBezTo>
                  <a:cubicBezTo>
                    <a:pt x="11266" y="13508"/>
                    <a:pt x="1557" y="9960"/>
                    <a:pt x="1" y="4302"/>
                  </a:cubicBezTo>
                  <a:lnTo>
                    <a:pt x="1" y="4302"/>
                  </a:lnTo>
                  <a:cubicBezTo>
                    <a:pt x="1055" y="10278"/>
                    <a:pt x="10898" y="14061"/>
                    <a:pt x="25577" y="14061"/>
                  </a:cubicBezTo>
                  <a:cubicBezTo>
                    <a:pt x="25590" y="14061"/>
                    <a:pt x="25603" y="14061"/>
                    <a:pt x="25616" y="14061"/>
                  </a:cubicBezTo>
                  <a:cubicBezTo>
                    <a:pt x="37921" y="14061"/>
                    <a:pt x="49378" y="6170"/>
                    <a:pt x="476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7"/>
            <p:cNvSpPr/>
            <p:nvPr/>
          </p:nvSpPr>
          <p:spPr>
            <a:xfrm>
              <a:off x="1450650" y="624525"/>
              <a:ext cx="1121325" cy="423400"/>
            </a:xfrm>
            <a:custGeom>
              <a:avLst/>
              <a:gdLst/>
              <a:ahLst/>
              <a:cxnLst/>
              <a:rect l="l" t="t" r="r" b="b"/>
              <a:pathLst>
                <a:path w="44853" h="16936" extrusionOk="0">
                  <a:moveTo>
                    <a:pt x="17938" y="1"/>
                  </a:moveTo>
                  <a:cubicBezTo>
                    <a:pt x="10036" y="1"/>
                    <a:pt x="5951" y="1695"/>
                    <a:pt x="2990" y="6472"/>
                  </a:cubicBezTo>
                  <a:cubicBezTo>
                    <a:pt x="1" y="11312"/>
                    <a:pt x="11439" y="16936"/>
                    <a:pt x="22282" y="16936"/>
                  </a:cubicBezTo>
                  <a:cubicBezTo>
                    <a:pt x="23401" y="16936"/>
                    <a:pt x="24514" y="16876"/>
                    <a:pt x="25604" y="16749"/>
                  </a:cubicBezTo>
                  <a:cubicBezTo>
                    <a:pt x="38643" y="15243"/>
                    <a:pt x="44234" y="10840"/>
                    <a:pt x="44552" y="5986"/>
                  </a:cubicBezTo>
                  <a:cubicBezTo>
                    <a:pt x="44853" y="1132"/>
                    <a:pt x="30458" y="462"/>
                    <a:pt x="21084" y="77"/>
                  </a:cubicBezTo>
                  <a:cubicBezTo>
                    <a:pt x="19973" y="27"/>
                    <a:pt x="18926" y="1"/>
                    <a:pt x="179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7"/>
            <p:cNvSpPr/>
            <p:nvPr/>
          </p:nvSpPr>
          <p:spPr>
            <a:xfrm>
              <a:off x="1462975" y="628300"/>
              <a:ext cx="1104000" cy="405800"/>
            </a:xfrm>
            <a:custGeom>
              <a:avLst/>
              <a:gdLst/>
              <a:ahLst/>
              <a:cxnLst/>
              <a:rect l="l" t="t" r="r" b="b"/>
              <a:pathLst>
                <a:path w="44160" h="16232" extrusionOk="0">
                  <a:moveTo>
                    <a:pt x="17957" y="1"/>
                  </a:moveTo>
                  <a:cubicBezTo>
                    <a:pt x="10003" y="1"/>
                    <a:pt x="5931" y="1618"/>
                    <a:pt x="2982" y="6237"/>
                  </a:cubicBezTo>
                  <a:cubicBezTo>
                    <a:pt x="0" y="10899"/>
                    <a:pt x="11200" y="16232"/>
                    <a:pt x="21849" y="16232"/>
                  </a:cubicBezTo>
                  <a:cubicBezTo>
                    <a:pt x="22976" y="16232"/>
                    <a:pt x="24097" y="16172"/>
                    <a:pt x="25194" y="16046"/>
                  </a:cubicBezTo>
                  <a:cubicBezTo>
                    <a:pt x="38033" y="14573"/>
                    <a:pt x="43523" y="10355"/>
                    <a:pt x="43841" y="5701"/>
                  </a:cubicBezTo>
                  <a:cubicBezTo>
                    <a:pt x="44159" y="1048"/>
                    <a:pt x="29998" y="445"/>
                    <a:pt x="20792" y="60"/>
                  </a:cubicBezTo>
                  <a:cubicBezTo>
                    <a:pt x="19795" y="21"/>
                    <a:pt x="18852" y="1"/>
                    <a:pt x="179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7"/>
            <p:cNvSpPr/>
            <p:nvPr/>
          </p:nvSpPr>
          <p:spPr>
            <a:xfrm>
              <a:off x="1473400" y="636425"/>
              <a:ext cx="1075575" cy="406650"/>
            </a:xfrm>
            <a:custGeom>
              <a:avLst/>
              <a:gdLst/>
              <a:ahLst/>
              <a:cxnLst/>
              <a:rect l="l" t="t" r="r" b="b"/>
              <a:pathLst>
                <a:path w="43023" h="16266" extrusionOk="0">
                  <a:moveTo>
                    <a:pt x="17301" y="1"/>
                  </a:moveTo>
                  <a:cubicBezTo>
                    <a:pt x="9665" y="1"/>
                    <a:pt x="5750" y="1617"/>
                    <a:pt x="2900" y="6213"/>
                  </a:cubicBezTo>
                  <a:cubicBezTo>
                    <a:pt x="0" y="10874"/>
                    <a:pt x="10982" y="16265"/>
                    <a:pt x="21405" y="16265"/>
                  </a:cubicBezTo>
                  <a:cubicBezTo>
                    <a:pt x="22473" y="16265"/>
                    <a:pt x="23536" y="16209"/>
                    <a:pt x="24576" y="16089"/>
                  </a:cubicBezTo>
                  <a:cubicBezTo>
                    <a:pt x="37063" y="14633"/>
                    <a:pt x="42420" y="10431"/>
                    <a:pt x="42738" y="5761"/>
                  </a:cubicBezTo>
                  <a:cubicBezTo>
                    <a:pt x="43022" y="1125"/>
                    <a:pt x="29247" y="472"/>
                    <a:pt x="20258" y="70"/>
                  </a:cubicBezTo>
                  <a:cubicBezTo>
                    <a:pt x="19214" y="25"/>
                    <a:pt x="18230" y="1"/>
                    <a:pt x="17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7"/>
            <p:cNvSpPr/>
            <p:nvPr/>
          </p:nvSpPr>
          <p:spPr>
            <a:xfrm>
              <a:off x="1904500" y="714125"/>
              <a:ext cx="508725" cy="158650"/>
            </a:xfrm>
            <a:custGeom>
              <a:avLst/>
              <a:gdLst/>
              <a:ahLst/>
              <a:cxnLst/>
              <a:rect l="l" t="t" r="r" b="b"/>
              <a:pathLst>
                <a:path w="20349" h="6346" extrusionOk="0">
                  <a:moveTo>
                    <a:pt x="2195" y="1"/>
                  </a:moveTo>
                  <a:cubicBezTo>
                    <a:pt x="1938" y="1"/>
                    <a:pt x="1660" y="100"/>
                    <a:pt x="1323" y="360"/>
                  </a:cubicBezTo>
                  <a:cubicBezTo>
                    <a:pt x="1" y="1381"/>
                    <a:pt x="2060" y="1348"/>
                    <a:pt x="4939" y="1465"/>
                  </a:cubicBezTo>
                  <a:cubicBezTo>
                    <a:pt x="9408" y="1649"/>
                    <a:pt x="6696" y="5900"/>
                    <a:pt x="11300" y="6302"/>
                  </a:cubicBezTo>
                  <a:cubicBezTo>
                    <a:pt x="11621" y="6331"/>
                    <a:pt x="11942" y="6345"/>
                    <a:pt x="12261" y="6345"/>
                  </a:cubicBezTo>
                  <a:cubicBezTo>
                    <a:pt x="16517" y="6345"/>
                    <a:pt x="20349" y="3876"/>
                    <a:pt x="17141" y="2318"/>
                  </a:cubicBezTo>
                  <a:cubicBezTo>
                    <a:pt x="13693" y="645"/>
                    <a:pt x="6596" y="1214"/>
                    <a:pt x="4822" y="1013"/>
                  </a:cubicBezTo>
                  <a:cubicBezTo>
                    <a:pt x="3512" y="851"/>
                    <a:pt x="2946" y="1"/>
                    <a:pt x="21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7"/>
            <p:cNvSpPr/>
            <p:nvPr/>
          </p:nvSpPr>
          <p:spPr>
            <a:xfrm>
              <a:off x="1582800" y="653175"/>
              <a:ext cx="473325" cy="208975"/>
            </a:xfrm>
            <a:custGeom>
              <a:avLst/>
              <a:gdLst/>
              <a:ahLst/>
              <a:cxnLst/>
              <a:rect l="l" t="t" r="r" b="b"/>
              <a:pathLst>
                <a:path w="18933" h="8359" extrusionOk="0">
                  <a:moveTo>
                    <a:pt x="10267" y="0"/>
                  </a:moveTo>
                  <a:cubicBezTo>
                    <a:pt x="4054" y="0"/>
                    <a:pt x="1" y="4130"/>
                    <a:pt x="566" y="6765"/>
                  </a:cubicBezTo>
                  <a:cubicBezTo>
                    <a:pt x="812" y="7927"/>
                    <a:pt x="1246" y="8358"/>
                    <a:pt x="1632" y="8358"/>
                  </a:cubicBezTo>
                  <a:cubicBezTo>
                    <a:pt x="2192" y="8358"/>
                    <a:pt x="2653" y="7455"/>
                    <a:pt x="2307" y="6564"/>
                  </a:cubicBezTo>
                  <a:cubicBezTo>
                    <a:pt x="1201" y="3860"/>
                    <a:pt x="3990" y="1996"/>
                    <a:pt x="7269" y="1996"/>
                  </a:cubicBezTo>
                  <a:cubicBezTo>
                    <a:pt x="7663" y="1996"/>
                    <a:pt x="8064" y="2023"/>
                    <a:pt x="8467" y="2078"/>
                  </a:cubicBezTo>
                  <a:cubicBezTo>
                    <a:pt x="9081" y="2171"/>
                    <a:pt x="9834" y="2213"/>
                    <a:pt x="10620" y="2213"/>
                  </a:cubicBezTo>
                  <a:cubicBezTo>
                    <a:pt x="14392" y="2213"/>
                    <a:pt x="18933" y="1242"/>
                    <a:pt x="12685" y="204"/>
                  </a:cubicBezTo>
                  <a:cubicBezTo>
                    <a:pt x="11849" y="64"/>
                    <a:pt x="11041" y="0"/>
                    <a:pt x="1026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7"/>
            <p:cNvSpPr/>
            <p:nvPr/>
          </p:nvSpPr>
          <p:spPr>
            <a:xfrm>
              <a:off x="1634175" y="667600"/>
              <a:ext cx="907275" cy="341575"/>
            </a:xfrm>
            <a:custGeom>
              <a:avLst/>
              <a:gdLst/>
              <a:ahLst/>
              <a:cxnLst/>
              <a:rect l="l" t="t" r="r" b="b"/>
              <a:pathLst>
                <a:path w="36291" h="13663" extrusionOk="0">
                  <a:moveTo>
                    <a:pt x="19173" y="0"/>
                  </a:moveTo>
                  <a:cubicBezTo>
                    <a:pt x="17448" y="0"/>
                    <a:pt x="16147" y="196"/>
                    <a:pt x="15651" y="698"/>
                  </a:cubicBezTo>
                  <a:cubicBezTo>
                    <a:pt x="15024" y="1325"/>
                    <a:pt x="16741" y="1386"/>
                    <a:pt x="19202" y="1386"/>
                  </a:cubicBezTo>
                  <a:cubicBezTo>
                    <a:pt x="19801" y="1386"/>
                    <a:pt x="20443" y="1383"/>
                    <a:pt x="21107" y="1383"/>
                  </a:cubicBezTo>
                  <a:cubicBezTo>
                    <a:pt x="23905" y="1383"/>
                    <a:pt x="27076" y="1447"/>
                    <a:pt x="28892" y="2121"/>
                  </a:cubicBezTo>
                  <a:cubicBezTo>
                    <a:pt x="32892" y="3594"/>
                    <a:pt x="32641" y="11544"/>
                    <a:pt x="23100" y="12331"/>
                  </a:cubicBezTo>
                  <a:cubicBezTo>
                    <a:pt x="22050" y="12416"/>
                    <a:pt x="21014" y="12455"/>
                    <a:pt x="20003" y="12455"/>
                  </a:cubicBezTo>
                  <a:cubicBezTo>
                    <a:pt x="11829" y="12455"/>
                    <a:pt x="5342" y="9895"/>
                    <a:pt x="7115" y="8197"/>
                  </a:cubicBezTo>
                  <a:cubicBezTo>
                    <a:pt x="7806" y="7534"/>
                    <a:pt x="8580" y="7336"/>
                    <a:pt x="9426" y="7336"/>
                  </a:cubicBezTo>
                  <a:cubicBezTo>
                    <a:pt x="10691" y="7336"/>
                    <a:pt x="12117" y="7781"/>
                    <a:pt x="13666" y="7781"/>
                  </a:cubicBezTo>
                  <a:cubicBezTo>
                    <a:pt x="14063" y="7781"/>
                    <a:pt x="14468" y="7751"/>
                    <a:pt x="14881" y="7678"/>
                  </a:cubicBezTo>
                  <a:cubicBezTo>
                    <a:pt x="17439" y="7230"/>
                    <a:pt x="13747" y="4324"/>
                    <a:pt x="9007" y="4324"/>
                  </a:cubicBezTo>
                  <a:cubicBezTo>
                    <a:pt x="8256" y="4324"/>
                    <a:pt x="7479" y="4397"/>
                    <a:pt x="6696" y="4564"/>
                  </a:cubicBezTo>
                  <a:cubicBezTo>
                    <a:pt x="1" y="6004"/>
                    <a:pt x="3282" y="10105"/>
                    <a:pt x="6428" y="11578"/>
                  </a:cubicBezTo>
                  <a:cubicBezTo>
                    <a:pt x="9625" y="13081"/>
                    <a:pt x="13323" y="13662"/>
                    <a:pt x="16915" y="13662"/>
                  </a:cubicBezTo>
                  <a:cubicBezTo>
                    <a:pt x="23799" y="13662"/>
                    <a:pt x="30290" y="11529"/>
                    <a:pt x="32105" y="9670"/>
                  </a:cubicBezTo>
                  <a:cubicBezTo>
                    <a:pt x="34851" y="6841"/>
                    <a:pt x="36290" y="2288"/>
                    <a:pt x="30616" y="1300"/>
                  </a:cubicBezTo>
                  <a:cubicBezTo>
                    <a:pt x="26942" y="661"/>
                    <a:pt x="22341" y="0"/>
                    <a:pt x="1917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7"/>
            <p:cNvSpPr/>
            <p:nvPr/>
          </p:nvSpPr>
          <p:spPr>
            <a:xfrm>
              <a:off x="2119175" y="674975"/>
              <a:ext cx="163225" cy="58225"/>
            </a:xfrm>
            <a:custGeom>
              <a:avLst/>
              <a:gdLst/>
              <a:ahLst/>
              <a:cxnLst/>
              <a:rect l="l" t="t" r="r" b="b"/>
              <a:pathLst>
                <a:path w="6529" h="2329" extrusionOk="0">
                  <a:moveTo>
                    <a:pt x="3352" y="1"/>
                  </a:moveTo>
                  <a:cubicBezTo>
                    <a:pt x="3323" y="1"/>
                    <a:pt x="3294" y="1"/>
                    <a:pt x="3265" y="1"/>
                  </a:cubicBezTo>
                  <a:cubicBezTo>
                    <a:pt x="1457" y="18"/>
                    <a:pt x="1" y="570"/>
                    <a:pt x="1" y="1189"/>
                  </a:cubicBezTo>
                  <a:cubicBezTo>
                    <a:pt x="1" y="1832"/>
                    <a:pt x="1410" y="2328"/>
                    <a:pt x="3177" y="2328"/>
                  </a:cubicBezTo>
                  <a:cubicBezTo>
                    <a:pt x="3206" y="2328"/>
                    <a:pt x="3236" y="2328"/>
                    <a:pt x="3265" y="2328"/>
                  </a:cubicBezTo>
                  <a:cubicBezTo>
                    <a:pt x="5056" y="2328"/>
                    <a:pt x="6529" y="1775"/>
                    <a:pt x="6529" y="1123"/>
                  </a:cubicBezTo>
                  <a:cubicBezTo>
                    <a:pt x="6529" y="497"/>
                    <a:pt x="5103" y="1"/>
                    <a:pt x="335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7"/>
            <p:cNvSpPr/>
            <p:nvPr/>
          </p:nvSpPr>
          <p:spPr>
            <a:xfrm>
              <a:off x="2124200" y="685925"/>
              <a:ext cx="161150" cy="42225"/>
            </a:xfrm>
            <a:custGeom>
              <a:avLst/>
              <a:gdLst/>
              <a:ahLst/>
              <a:cxnLst/>
              <a:rect l="l" t="t" r="r" b="b"/>
              <a:pathLst>
                <a:path w="6446" h="1689" extrusionOk="0">
                  <a:moveTo>
                    <a:pt x="1428" y="0"/>
                  </a:moveTo>
                  <a:cubicBezTo>
                    <a:pt x="630" y="0"/>
                    <a:pt x="1" y="342"/>
                    <a:pt x="1" y="685"/>
                  </a:cubicBezTo>
                  <a:cubicBezTo>
                    <a:pt x="1" y="1254"/>
                    <a:pt x="1306" y="1689"/>
                    <a:pt x="2913" y="1689"/>
                  </a:cubicBezTo>
                  <a:cubicBezTo>
                    <a:pt x="4520" y="1655"/>
                    <a:pt x="6445" y="1070"/>
                    <a:pt x="5893" y="1003"/>
                  </a:cubicBezTo>
                  <a:cubicBezTo>
                    <a:pt x="5769" y="991"/>
                    <a:pt x="5635" y="988"/>
                    <a:pt x="5491" y="988"/>
                  </a:cubicBezTo>
                  <a:cubicBezTo>
                    <a:pt x="5372" y="988"/>
                    <a:pt x="5246" y="990"/>
                    <a:pt x="5115" y="990"/>
                  </a:cubicBezTo>
                  <a:cubicBezTo>
                    <a:pt x="4486" y="990"/>
                    <a:pt x="3737" y="949"/>
                    <a:pt x="2980" y="467"/>
                  </a:cubicBezTo>
                  <a:cubicBezTo>
                    <a:pt x="2471" y="129"/>
                    <a:pt x="1917" y="0"/>
                    <a:pt x="1428"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7"/>
            <p:cNvSpPr/>
            <p:nvPr/>
          </p:nvSpPr>
          <p:spPr>
            <a:xfrm>
              <a:off x="2210825" y="681675"/>
              <a:ext cx="31400" cy="11750"/>
            </a:xfrm>
            <a:custGeom>
              <a:avLst/>
              <a:gdLst/>
              <a:ahLst/>
              <a:cxnLst/>
              <a:rect l="l" t="t" r="r" b="b"/>
              <a:pathLst>
                <a:path w="1256" h="470" extrusionOk="0">
                  <a:moveTo>
                    <a:pt x="620" y="1"/>
                  </a:moveTo>
                  <a:cubicBezTo>
                    <a:pt x="268" y="1"/>
                    <a:pt x="1" y="101"/>
                    <a:pt x="1" y="235"/>
                  </a:cubicBezTo>
                  <a:cubicBezTo>
                    <a:pt x="1" y="352"/>
                    <a:pt x="268" y="470"/>
                    <a:pt x="620" y="470"/>
                  </a:cubicBezTo>
                  <a:cubicBezTo>
                    <a:pt x="955" y="470"/>
                    <a:pt x="1256" y="352"/>
                    <a:pt x="1256" y="235"/>
                  </a:cubicBezTo>
                  <a:cubicBezTo>
                    <a:pt x="1256" y="101"/>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7"/>
            <p:cNvSpPr/>
            <p:nvPr/>
          </p:nvSpPr>
          <p:spPr>
            <a:xfrm>
              <a:off x="2195350" y="706800"/>
              <a:ext cx="31400" cy="11725"/>
            </a:xfrm>
            <a:custGeom>
              <a:avLst/>
              <a:gdLst/>
              <a:ahLst/>
              <a:cxnLst/>
              <a:rect l="l" t="t" r="r" b="b"/>
              <a:pathLst>
                <a:path w="1256" h="469" extrusionOk="0">
                  <a:moveTo>
                    <a:pt x="636" y="0"/>
                  </a:moveTo>
                  <a:cubicBezTo>
                    <a:pt x="285" y="0"/>
                    <a:pt x="0" y="101"/>
                    <a:pt x="0" y="235"/>
                  </a:cubicBezTo>
                  <a:cubicBezTo>
                    <a:pt x="0" y="352"/>
                    <a:pt x="285" y="469"/>
                    <a:pt x="636" y="469"/>
                  </a:cubicBezTo>
                  <a:cubicBezTo>
                    <a:pt x="988" y="469"/>
                    <a:pt x="1256" y="352"/>
                    <a:pt x="1256" y="235"/>
                  </a:cubicBezTo>
                  <a:cubicBezTo>
                    <a:pt x="1256" y="101"/>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7"/>
            <p:cNvSpPr/>
            <p:nvPr/>
          </p:nvSpPr>
          <p:spPr>
            <a:xfrm>
              <a:off x="1992400" y="935275"/>
              <a:ext cx="185400" cy="58600"/>
            </a:xfrm>
            <a:custGeom>
              <a:avLst/>
              <a:gdLst/>
              <a:ahLst/>
              <a:cxnLst/>
              <a:rect l="l" t="t" r="r" b="b"/>
              <a:pathLst>
                <a:path w="7416" h="2344" extrusionOk="0">
                  <a:moveTo>
                    <a:pt x="3716" y="0"/>
                  </a:moveTo>
                  <a:cubicBezTo>
                    <a:pt x="1657" y="0"/>
                    <a:pt x="0" y="536"/>
                    <a:pt x="0" y="1172"/>
                  </a:cubicBezTo>
                  <a:cubicBezTo>
                    <a:pt x="0" y="1825"/>
                    <a:pt x="1657" y="2344"/>
                    <a:pt x="3716" y="2344"/>
                  </a:cubicBezTo>
                  <a:cubicBezTo>
                    <a:pt x="5758" y="2344"/>
                    <a:pt x="7415" y="1825"/>
                    <a:pt x="7415" y="1172"/>
                  </a:cubicBezTo>
                  <a:cubicBezTo>
                    <a:pt x="7415" y="536"/>
                    <a:pt x="5758" y="0"/>
                    <a:pt x="37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7"/>
            <p:cNvSpPr/>
            <p:nvPr/>
          </p:nvSpPr>
          <p:spPr>
            <a:xfrm>
              <a:off x="1946350" y="800100"/>
              <a:ext cx="185425" cy="58200"/>
            </a:xfrm>
            <a:custGeom>
              <a:avLst/>
              <a:gdLst/>
              <a:ahLst/>
              <a:cxnLst/>
              <a:rect l="l" t="t" r="r" b="b"/>
              <a:pathLst>
                <a:path w="7417" h="2328" extrusionOk="0">
                  <a:moveTo>
                    <a:pt x="3700" y="1"/>
                  </a:moveTo>
                  <a:cubicBezTo>
                    <a:pt x="1658" y="1"/>
                    <a:pt x="1" y="520"/>
                    <a:pt x="1" y="1173"/>
                  </a:cubicBezTo>
                  <a:cubicBezTo>
                    <a:pt x="1" y="1809"/>
                    <a:pt x="1658" y="2328"/>
                    <a:pt x="3700" y="2328"/>
                  </a:cubicBezTo>
                  <a:cubicBezTo>
                    <a:pt x="5759" y="2328"/>
                    <a:pt x="7416" y="1809"/>
                    <a:pt x="7416" y="1173"/>
                  </a:cubicBezTo>
                  <a:cubicBezTo>
                    <a:pt x="7416" y="520"/>
                    <a:pt x="5759" y="1"/>
                    <a:pt x="3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7"/>
            <p:cNvSpPr/>
            <p:nvPr/>
          </p:nvSpPr>
          <p:spPr>
            <a:xfrm>
              <a:off x="2266075" y="794650"/>
              <a:ext cx="166575" cy="64625"/>
            </a:xfrm>
            <a:custGeom>
              <a:avLst/>
              <a:gdLst/>
              <a:ahLst/>
              <a:cxnLst/>
              <a:rect l="l" t="t" r="r" b="b"/>
              <a:pathLst>
                <a:path w="6663" h="2585" extrusionOk="0">
                  <a:moveTo>
                    <a:pt x="3499" y="1"/>
                  </a:moveTo>
                  <a:cubicBezTo>
                    <a:pt x="1875" y="1"/>
                    <a:pt x="432" y="481"/>
                    <a:pt x="234" y="1140"/>
                  </a:cubicBezTo>
                  <a:cubicBezTo>
                    <a:pt x="0" y="1843"/>
                    <a:pt x="1255" y="2512"/>
                    <a:pt x="3113" y="2579"/>
                  </a:cubicBezTo>
                  <a:cubicBezTo>
                    <a:pt x="3212" y="2583"/>
                    <a:pt x="3311" y="2584"/>
                    <a:pt x="3408" y="2584"/>
                  </a:cubicBezTo>
                  <a:cubicBezTo>
                    <a:pt x="5169" y="2584"/>
                    <a:pt x="6613" y="2021"/>
                    <a:pt x="6629" y="1307"/>
                  </a:cubicBezTo>
                  <a:cubicBezTo>
                    <a:pt x="6662" y="587"/>
                    <a:pt x="5273" y="18"/>
                    <a:pt x="3582" y="1"/>
                  </a:cubicBezTo>
                  <a:cubicBezTo>
                    <a:pt x="3554" y="1"/>
                    <a:pt x="3527" y="1"/>
                    <a:pt x="3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7"/>
            <p:cNvSpPr/>
            <p:nvPr/>
          </p:nvSpPr>
          <p:spPr>
            <a:xfrm>
              <a:off x="2280700" y="737125"/>
              <a:ext cx="104650" cy="41075"/>
            </a:xfrm>
            <a:custGeom>
              <a:avLst/>
              <a:gdLst/>
              <a:ahLst/>
              <a:cxnLst/>
              <a:rect l="l" t="t" r="r" b="b"/>
              <a:pathLst>
                <a:path w="4186" h="1643" extrusionOk="0">
                  <a:moveTo>
                    <a:pt x="1900" y="0"/>
                  </a:moveTo>
                  <a:cubicBezTo>
                    <a:pt x="925" y="0"/>
                    <a:pt x="129" y="299"/>
                    <a:pt x="68" y="695"/>
                  </a:cubicBezTo>
                  <a:cubicBezTo>
                    <a:pt x="1" y="1147"/>
                    <a:pt x="855" y="1566"/>
                    <a:pt x="1993" y="1633"/>
                  </a:cubicBezTo>
                  <a:cubicBezTo>
                    <a:pt x="2098" y="1639"/>
                    <a:pt x="2201" y="1642"/>
                    <a:pt x="2303" y="1642"/>
                  </a:cubicBezTo>
                  <a:cubicBezTo>
                    <a:pt x="3288" y="1642"/>
                    <a:pt x="4088" y="1356"/>
                    <a:pt x="4119" y="946"/>
                  </a:cubicBezTo>
                  <a:cubicBezTo>
                    <a:pt x="4186" y="478"/>
                    <a:pt x="3332" y="59"/>
                    <a:pt x="2194" y="9"/>
                  </a:cubicBezTo>
                  <a:cubicBezTo>
                    <a:pt x="2095" y="3"/>
                    <a:pt x="1997" y="0"/>
                    <a:pt x="19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7"/>
            <p:cNvSpPr/>
            <p:nvPr/>
          </p:nvSpPr>
          <p:spPr>
            <a:xfrm>
              <a:off x="2193325" y="934275"/>
              <a:ext cx="68925" cy="31225"/>
            </a:xfrm>
            <a:custGeom>
              <a:avLst/>
              <a:gdLst/>
              <a:ahLst/>
              <a:cxnLst/>
              <a:rect l="l" t="t" r="r" b="b"/>
              <a:pathLst>
                <a:path w="2757" h="1249" extrusionOk="0">
                  <a:moveTo>
                    <a:pt x="1636" y="1"/>
                  </a:moveTo>
                  <a:cubicBezTo>
                    <a:pt x="1577" y="1"/>
                    <a:pt x="1516" y="3"/>
                    <a:pt x="1454" y="7"/>
                  </a:cubicBezTo>
                  <a:cubicBezTo>
                    <a:pt x="701" y="40"/>
                    <a:pt x="65" y="358"/>
                    <a:pt x="48" y="693"/>
                  </a:cubicBezTo>
                  <a:cubicBezTo>
                    <a:pt x="1" y="1008"/>
                    <a:pt x="515" y="1249"/>
                    <a:pt x="1189" y="1249"/>
                  </a:cubicBezTo>
                  <a:cubicBezTo>
                    <a:pt x="1232" y="1249"/>
                    <a:pt x="1276" y="1248"/>
                    <a:pt x="1320" y="1246"/>
                  </a:cubicBezTo>
                  <a:cubicBezTo>
                    <a:pt x="2056" y="1195"/>
                    <a:pt x="2676" y="911"/>
                    <a:pt x="2726" y="543"/>
                  </a:cubicBezTo>
                  <a:cubicBezTo>
                    <a:pt x="2757" y="237"/>
                    <a:pt x="2270"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7"/>
            <p:cNvSpPr/>
            <p:nvPr/>
          </p:nvSpPr>
          <p:spPr>
            <a:xfrm>
              <a:off x="2257325" y="908050"/>
              <a:ext cx="37625" cy="16925"/>
            </a:xfrm>
            <a:custGeom>
              <a:avLst/>
              <a:gdLst/>
              <a:ahLst/>
              <a:cxnLst/>
              <a:rect l="l" t="t" r="r" b="b"/>
              <a:pathLst>
                <a:path w="1505" h="677" extrusionOk="0">
                  <a:moveTo>
                    <a:pt x="853" y="0"/>
                  </a:moveTo>
                  <a:cubicBezTo>
                    <a:pt x="831" y="0"/>
                    <a:pt x="808" y="0"/>
                    <a:pt x="785" y="1"/>
                  </a:cubicBezTo>
                  <a:cubicBezTo>
                    <a:pt x="400" y="18"/>
                    <a:pt x="32" y="202"/>
                    <a:pt x="15" y="386"/>
                  </a:cubicBezTo>
                  <a:cubicBezTo>
                    <a:pt x="0" y="551"/>
                    <a:pt x="254" y="676"/>
                    <a:pt x="584" y="676"/>
                  </a:cubicBezTo>
                  <a:cubicBezTo>
                    <a:pt x="622" y="676"/>
                    <a:pt x="662" y="674"/>
                    <a:pt x="702" y="671"/>
                  </a:cubicBezTo>
                  <a:cubicBezTo>
                    <a:pt x="1120" y="654"/>
                    <a:pt x="1488" y="487"/>
                    <a:pt x="1488" y="303"/>
                  </a:cubicBezTo>
                  <a:cubicBezTo>
                    <a:pt x="1504" y="129"/>
                    <a:pt x="1222" y="0"/>
                    <a:pt x="8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7"/>
            <p:cNvSpPr/>
            <p:nvPr/>
          </p:nvSpPr>
          <p:spPr>
            <a:xfrm>
              <a:off x="2088675" y="875300"/>
              <a:ext cx="37600" cy="16925"/>
            </a:xfrm>
            <a:custGeom>
              <a:avLst/>
              <a:gdLst/>
              <a:ahLst/>
              <a:cxnLst/>
              <a:rect l="l" t="t" r="r" b="b"/>
              <a:pathLst>
                <a:path w="1504" h="677" extrusionOk="0">
                  <a:moveTo>
                    <a:pt x="924" y="1"/>
                  </a:moveTo>
                  <a:cubicBezTo>
                    <a:pt x="885" y="1"/>
                    <a:pt x="844" y="2"/>
                    <a:pt x="802" y="6"/>
                  </a:cubicBezTo>
                  <a:cubicBezTo>
                    <a:pt x="401" y="23"/>
                    <a:pt x="49" y="190"/>
                    <a:pt x="32" y="374"/>
                  </a:cubicBezTo>
                  <a:cubicBezTo>
                    <a:pt x="1" y="548"/>
                    <a:pt x="282" y="677"/>
                    <a:pt x="651" y="677"/>
                  </a:cubicBezTo>
                  <a:cubicBezTo>
                    <a:pt x="673" y="677"/>
                    <a:pt x="696" y="676"/>
                    <a:pt x="719" y="675"/>
                  </a:cubicBezTo>
                  <a:cubicBezTo>
                    <a:pt x="1137" y="642"/>
                    <a:pt x="1472" y="475"/>
                    <a:pt x="1489" y="290"/>
                  </a:cubicBezTo>
                  <a:cubicBezTo>
                    <a:pt x="1504" y="125"/>
                    <a:pt x="1263" y="1"/>
                    <a:pt x="9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7"/>
            <p:cNvSpPr/>
            <p:nvPr/>
          </p:nvSpPr>
          <p:spPr>
            <a:xfrm>
              <a:off x="2028375" y="714525"/>
              <a:ext cx="54000" cy="21300"/>
            </a:xfrm>
            <a:custGeom>
              <a:avLst/>
              <a:gdLst/>
              <a:ahLst/>
              <a:cxnLst/>
              <a:rect l="l" t="t" r="r" b="b"/>
              <a:pathLst>
                <a:path w="2160" h="852" extrusionOk="0">
                  <a:moveTo>
                    <a:pt x="932" y="0"/>
                  </a:moveTo>
                  <a:cubicBezTo>
                    <a:pt x="439" y="0"/>
                    <a:pt x="49" y="155"/>
                    <a:pt x="34" y="361"/>
                  </a:cubicBezTo>
                  <a:cubicBezTo>
                    <a:pt x="1" y="595"/>
                    <a:pt x="453" y="829"/>
                    <a:pt x="1038" y="846"/>
                  </a:cubicBezTo>
                  <a:cubicBezTo>
                    <a:pt x="1098" y="850"/>
                    <a:pt x="1156" y="851"/>
                    <a:pt x="1213" y="851"/>
                  </a:cubicBezTo>
                  <a:cubicBezTo>
                    <a:pt x="1718" y="851"/>
                    <a:pt x="2113" y="720"/>
                    <a:pt x="2143" y="495"/>
                  </a:cubicBezTo>
                  <a:cubicBezTo>
                    <a:pt x="2160" y="260"/>
                    <a:pt x="1725" y="26"/>
                    <a:pt x="1139" y="9"/>
                  </a:cubicBezTo>
                  <a:cubicBezTo>
                    <a:pt x="1068" y="3"/>
                    <a:pt x="999" y="0"/>
                    <a:pt x="9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7"/>
            <p:cNvSpPr/>
            <p:nvPr/>
          </p:nvSpPr>
          <p:spPr>
            <a:xfrm>
              <a:off x="1656775" y="734625"/>
              <a:ext cx="42725" cy="28200"/>
            </a:xfrm>
            <a:custGeom>
              <a:avLst/>
              <a:gdLst/>
              <a:ahLst/>
              <a:cxnLst/>
              <a:rect l="l" t="t" r="r" b="b"/>
              <a:pathLst>
                <a:path w="1709" h="1128" extrusionOk="0">
                  <a:moveTo>
                    <a:pt x="1155" y="0"/>
                  </a:moveTo>
                  <a:cubicBezTo>
                    <a:pt x="988" y="0"/>
                    <a:pt x="796" y="46"/>
                    <a:pt x="603" y="143"/>
                  </a:cubicBezTo>
                  <a:cubicBezTo>
                    <a:pt x="185" y="377"/>
                    <a:pt x="1" y="779"/>
                    <a:pt x="235" y="996"/>
                  </a:cubicBezTo>
                  <a:cubicBezTo>
                    <a:pt x="339" y="1086"/>
                    <a:pt x="479" y="1127"/>
                    <a:pt x="632" y="1127"/>
                  </a:cubicBezTo>
                  <a:cubicBezTo>
                    <a:pt x="850" y="1127"/>
                    <a:pt x="1093" y="1043"/>
                    <a:pt x="1290" y="896"/>
                  </a:cubicBezTo>
                  <a:cubicBezTo>
                    <a:pt x="1608" y="661"/>
                    <a:pt x="1708" y="360"/>
                    <a:pt x="1574" y="159"/>
                  </a:cubicBezTo>
                  <a:cubicBezTo>
                    <a:pt x="1487" y="55"/>
                    <a:pt x="1336"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7"/>
            <p:cNvSpPr/>
            <p:nvPr/>
          </p:nvSpPr>
          <p:spPr>
            <a:xfrm>
              <a:off x="1874375" y="871275"/>
              <a:ext cx="34350" cy="16750"/>
            </a:xfrm>
            <a:custGeom>
              <a:avLst/>
              <a:gdLst/>
              <a:ahLst/>
              <a:cxnLst/>
              <a:rect l="l" t="t" r="r" b="b"/>
              <a:pathLst>
                <a:path w="1374" h="670" extrusionOk="0">
                  <a:moveTo>
                    <a:pt x="715" y="1"/>
                  </a:moveTo>
                  <a:cubicBezTo>
                    <a:pt x="575" y="1"/>
                    <a:pt x="433" y="30"/>
                    <a:pt x="319" y="83"/>
                  </a:cubicBezTo>
                  <a:cubicBezTo>
                    <a:pt x="84" y="184"/>
                    <a:pt x="1" y="351"/>
                    <a:pt x="118" y="502"/>
                  </a:cubicBezTo>
                  <a:cubicBezTo>
                    <a:pt x="215" y="598"/>
                    <a:pt x="417" y="669"/>
                    <a:pt x="629" y="669"/>
                  </a:cubicBezTo>
                  <a:cubicBezTo>
                    <a:pt x="710" y="669"/>
                    <a:pt x="792" y="659"/>
                    <a:pt x="871" y="636"/>
                  </a:cubicBezTo>
                  <a:cubicBezTo>
                    <a:pt x="1239" y="552"/>
                    <a:pt x="1373" y="301"/>
                    <a:pt x="1156" y="133"/>
                  </a:cubicBezTo>
                  <a:cubicBezTo>
                    <a:pt x="1046" y="42"/>
                    <a:pt x="882" y="1"/>
                    <a:pt x="715" y="1"/>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7"/>
            <p:cNvSpPr/>
            <p:nvPr/>
          </p:nvSpPr>
          <p:spPr>
            <a:xfrm>
              <a:off x="1896975" y="793875"/>
              <a:ext cx="34350" cy="16725"/>
            </a:xfrm>
            <a:custGeom>
              <a:avLst/>
              <a:gdLst/>
              <a:ahLst/>
              <a:cxnLst/>
              <a:rect l="l" t="t" r="r" b="b"/>
              <a:pathLst>
                <a:path w="1374" h="669" extrusionOk="0">
                  <a:moveTo>
                    <a:pt x="704" y="0"/>
                  </a:moveTo>
                  <a:cubicBezTo>
                    <a:pt x="562" y="0"/>
                    <a:pt x="416" y="29"/>
                    <a:pt x="302" y="82"/>
                  </a:cubicBezTo>
                  <a:cubicBezTo>
                    <a:pt x="84" y="183"/>
                    <a:pt x="1" y="350"/>
                    <a:pt x="118" y="501"/>
                  </a:cubicBezTo>
                  <a:cubicBezTo>
                    <a:pt x="203" y="598"/>
                    <a:pt x="392" y="668"/>
                    <a:pt x="611" y="668"/>
                  </a:cubicBezTo>
                  <a:cubicBezTo>
                    <a:pt x="695" y="668"/>
                    <a:pt x="783" y="658"/>
                    <a:pt x="871" y="635"/>
                  </a:cubicBezTo>
                  <a:cubicBezTo>
                    <a:pt x="1223" y="551"/>
                    <a:pt x="1373" y="300"/>
                    <a:pt x="1139" y="133"/>
                  </a:cubicBezTo>
                  <a:cubicBezTo>
                    <a:pt x="1039" y="42"/>
                    <a:pt x="874" y="0"/>
                    <a:pt x="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7"/>
            <p:cNvSpPr/>
            <p:nvPr/>
          </p:nvSpPr>
          <p:spPr>
            <a:xfrm>
              <a:off x="2138850" y="700100"/>
              <a:ext cx="23050" cy="8400"/>
            </a:xfrm>
            <a:custGeom>
              <a:avLst/>
              <a:gdLst/>
              <a:ahLst/>
              <a:cxnLst/>
              <a:rect l="l" t="t" r="r" b="b"/>
              <a:pathLst>
                <a:path w="922" h="336" extrusionOk="0">
                  <a:moveTo>
                    <a:pt x="469" y="0"/>
                  </a:moveTo>
                  <a:cubicBezTo>
                    <a:pt x="218" y="0"/>
                    <a:pt x="1" y="84"/>
                    <a:pt x="1" y="168"/>
                  </a:cubicBezTo>
                  <a:cubicBezTo>
                    <a:pt x="1" y="251"/>
                    <a:pt x="218" y="335"/>
                    <a:pt x="469" y="335"/>
                  </a:cubicBezTo>
                  <a:cubicBezTo>
                    <a:pt x="720" y="335"/>
                    <a:pt x="921" y="251"/>
                    <a:pt x="921" y="168"/>
                  </a:cubicBezTo>
                  <a:cubicBezTo>
                    <a:pt x="921" y="84"/>
                    <a:pt x="720" y="0"/>
                    <a:pt x="4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7"/>
            <p:cNvSpPr/>
            <p:nvPr/>
          </p:nvSpPr>
          <p:spPr>
            <a:xfrm>
              <a:off x="1962850" y="803450"/>
              <a:ext cx="158875" cy="39750"/>
            </a:xfrm>
            <a:custGeom>
              <a:avLst/>
              <a:gdLst/>
              <a:ahLst/>
              <a:cxnLst/>
              <a:rect l="l" t="t" r="r" b="b"/>
              <a:pathLst>
                <a:path w="6355" h="1590" extrusionOk="0">
                  <a:moveTo>
                    <a:pt x="2889" y="1"/>
                  </a:moveTo>
                  <a:cubicBezTo>
                    <a:pt x="1316" y="1"/>
                    <a:pt x="10" y="419"/>
                    <a:pt x="10" y="955"/>
                  </a:cubicBezTo>
                  <a:cubicBezTo>
                    <a:pt x="0" y="1275"/>
                    <a:pt x="603" y="1590"/>
                    <a:pt x="1381" y="1590"/>
                  </a:cubicBezTo>
                  <a:cubicBezTo>
                    <a:pt x="1862" y="1590"/>
                    <a:pt x="2411" y="1469"/>
                    <a:pt x="2923" y="1156"/>
                  </a:cubicBezTo>
                  <a:cubicBezTo>
                    <a:pt x="3712" y="678"/>
                    <a:pt x="4475" y="652"/>
                    <a:pt x="5104" y="652"/>
                  </a:cubicBezTo>
                  <a:cubicBezTo>
                    <a:pt x="5179" y="652"/>
                    <a:pt x="5252" y="652"/>
                    <a:pt x="5324" y="652"/>
                  </a:cubicBezTo>
                  <a:cubicBezTo>
                    <a:pt x="5490" y="652"/>
                    <a:pt x="5645" y="650"/>
                    <a:pt x="5785" y="637"/>
                  </a:cubicBezTo>
                  <a:cubicBezTo>
                    <a:pt x="6354" y="587"/>
                    <a:pt x="4446" y="34"/>
                    <a:pt x="288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7"/>
            <p:cNvSpPr/>
            <p:nvPr/>
          </p:nvSpPr>
          <p:spPr>
            <a:xfrm>
              <a:off x="2025450" y="837775"/>
              <a:ext cx="31400" cy="10475"/>
            </a:xfrm>
            <a:custGeom>
              <a:avLst/>
              <a:gdLst/>
              <a:ahLst/>
              <a:cxnLst/>
              <a:rect l="l" t="t" r="r" b="b"/>
              <a:pathLst>
                <a:path w="1256" h="419" extrusionOk="0">
                  <a:moveTo>
                    <a:pt x="636" y="0"/>
                  </a:moveTo>
                  <a:cubicBezTo>
                    <a:pt x="268" y="0"/>
                    <a:pt x="0" y="84"/>
                    <a:pt x="0" y="201"/>
                  </a:cubicBezTo>
                  <a:cubicBezTo>
                    <a:pt x="0" y="318"/>
                    <a:pt x="268" y="419"/>
                    <a:pt x="636" y="419"/>
                  </a:cubicBezTo>
                  <a:cubicBezTo>
                    <a:pt x="988" y="419"/>
                    <a:pt x="1256" y="335"/>
                    <a:pt x="1256" y="201"/>
                  </a:cubicBezTo>
                  <a:cubicBezTo>
                    <a:pt x="1256" y="84"/>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7"/>
            <p:cNvSpPr/>
            <p:nvPr/>
          </p:nvSpPr>
          <p:spPr>
            <a:xfrm>
              <a:off x="2012475" y="813075"/>
              <a:ext cx="31400" cy="10500"/>
            </a:xfrm>
            <a:custGeom>
              <a:avLst/>
              <a:gdLst/>
              <a:ahLst/>
              <a:cxnLst/>
              <a:rect l="l" t="t" r="r" b="b"/>
              <a:pathLst>
                <a:path w="1256" h="420" extrusionOk="0">
                  <a:moveTo>
                    <a:pt x="620" y="1"/>
                  </a:moveTo>
                  <a:cubicBezTo>
                    <a:pt x="285" y="1"/>
                    <a:pt x="1" y="84"/>
                    <a:pt x="1" y="202"/>
                  </a:cubicBezTo>
                  <a:cubicBezTo>
                    <a:pt x="1" y="336"/>
                    <a:pt x="268" y="419"/>
                    <a:pt x="620" y="419"/>
                  </a:cubicBezTo>
                  <a:cubicBezTo>
                    <a:pt x="955" y="419"/>
                    <a:pt x="1256" y="319"/>
                    <a:pt x="1256" y="202"/>
                  </a:cubicBezTo>
                  <a:cubicBezTo>
                    <a:pt x="1256" y="84"/>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7"/>
            <p:cNvSpPr/>
            <p:nvPr/>
          </p:nvSpPr>
          <p:spPr>
            <a:xfrm>
              <a:off x="1975650" y="827725"/>
              <a:ext cx="22200" cy="7150"/>
            </a:xfrm>
            <a:custGeom>
              <a:avLst/>
              <a:gdLst/>
              <a:ahLst/>
              <a:cxnLst/>
              <a:rect l="l" t="t" r="r" b="b"/>
              <a:pathLst>
                <a:path w="888" h="286" extrusionOk="0">
                  <a:moveTo>
                    <a:pt x="452" y="1"/>
                  </a:moveTo>
                  <a:cubicBezTo>
                    <a:pt x="201" y="1"/>
                    <a:pt x="1" y="68"/>
                    <a:pt x="1" y="151"/>
                  </a:cubicBezTo>
                  <a:cubicBezTo>
                    <a:pt x="1" y="235"/>
                    <a:pt x="201" y="285"/>
                    <a:pt x="452" y="285"/>
                  </a:cubicBezTo>
                  <a:cubicBezTo>
                    <a:pt x="704" y="285"/>
                    <a:pt x="888" y="235"/>
                    <a:pt x="888" y="151"/>
                  </a:cubicBezTo>
                  <a:cubicBezTo>
                    <a:pt x="888" y="68"/>
                    <a:pt x="704"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7"/>
            <p:cNvSpPr/>
            <p:nvPr/>
          </p:nvSpPr>
          <p:spPr>
            <a:xfrm>
              <a:off x="2075250" y="818100"/>
              <a:ext cx="21775" cy="7550"/>
            </a:xfrm>
            <a:custGeom>
              <a:avLst/>
              <a:gdLst/>
              <a:ahLst/>
              <a:cxnLst/>
              <a:rect l="l" t="t" r="r" b="b"/>
              <a:pathLst>
                <a:path w="871" h="302" extrusionOk="0">
                  <a:moveTo>
                    <a:pt x="436" y="1"/>
                  </a:moveTo>
                  <a:cubicBezTo>
                    <a:pt x="184" y="1"/>
                    <a:pt x="0" y="68"/>
                    <a:pt x="0" y="151"/>
                  </a:cubicBezTo>
                  <a:cubicBezTo>
                    <a:pt x="0" y="235"/>
                    <a:pt x="184" y="302"/>
                    <a:pt x="436" y="302"/>
                  </a:cubicBezTo>
                  <a:cubicBezTo>
                    <a:pt x="687" y="302"/>
                    <a:pt x="871" y="235"/>
                    <a:pt x="871" y="151"/>
                  </a:cubicBezTo>
                  <a:cubicBezTo>
                    <a:pt x="871" y="68"/>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7"/>
            <p:cNvSpPr/>
            <p:nvPr/>
          </p:nvSpPr>
          <p:spPr>
            <a:xfrm>
              <a:off x="2295350" y="809325"/>
              <a:ext cx="22200" cy="7550"/>
            </a:xfrm>
            <a:custGeom>
              <a:avLst/>
              <a:gdLst/>
              <a:ahLst/>
              <a:cxnLst/>
              <a:rect l="l" t="t" r="r" b="b"/>
              <a:pathLst>
                <a:path w="888" h="302" extrusionOk="0">
                  <a:moveTo>
                    <a:pt x="436" y="0"/>
                  </a:moveTo>
                  <a:cubicBezTo>
                    <a:pt x="185" y="0"/>
                    <a:pt x="1" y="67"/>
                    <a:pt x="1" y="151"/>
                  </a:cubicBezTo>
                  <a:cubicBezTo>
                    <a:pt x="1" y="234"/>
                    <a:pt x="185" y="301"/>
                    <a:pt x="436" y="301"/>
                  </a:cubicBezTo>
                  <a:cubicBezTo>
                    <a:pt x="687" y="301"/>
                    <a:pt x="888" y="234"/>
                    <a:pt x="888" y="151"/>
                  </a:cubicBezTo>
                  <a:cubicBezTo>
                    <a:pt x="888" y="67"/>
                    <a:pt x="687"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7"/>
            <p:cNvSpPr/>
            <p:nvPr/>
          </p:nvSpPr>
          <p:spPr>
            <a:xfrm>
              <a:off x="1863925" y="897375"/>
              <a:ext cx="193725" cy="30425"/>
            </a:xfrm>
            <a:custGeom>
              <a:avLst/>
              <a:gdLst/>
              <a:ahLst/>
              <a:cxnLst/>
              <a:rect l="l" t="t" r="r" b="b"/>
              <a:pathLst>
                <a:path w="7749" h="1217" extrusionOk="0">
                  <a:moveTo>
                    <a:pt x="3619" y="0"/>
                  </a:moveTo>
                  <a:cubicBezTo>
                    <a:pt x="3223" y="0"/>
                    <a:pt x="2825" y="43"/>
                    <a:pt x="2444" y="144"/>
                  </a:cubicBezTo>
                  <a:cubicBezTo>
                    <a:pt x="0" y="763"/>
                    <a:pt x="3281" y="1098"/>
                    <a:pt x="6210" y="1215"/>
                  </a:cubicBezTo>
                  <a:cubicBezTo>
                    <a:pt x="6246" y="1216"/>
                    <a:pt x="6279" y="1217"/>
                    <a:pt x="6311" y="1217"/>
                  </a:cubicBezTo>
                  <a:cubicBezTo>
                    <a:pt x="7748" y="1217"/>
                    <a:pt x="5733" y="0"/>
                    <a:pt x="36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7"/>
            <p:cNvSpPr/>
            <p:nvPr/>
          </p:nvSpPr>
          <p:spPr>
            <a:xfrm>
              <a:off x="1662750" y="693975"/>
              <a:ext cx="142875" cy="53300"/>
            </a:xfrm>
            <a:custGeom>
              <a:avLst/>
              <a:gdLst/>
              <a:ahLst/>
              <a:cxnLst/>
              <a:rect l="l" t="t" r="r" b="b"/>
              <a:pathLst>
                <a:path w="5715" h="2132" extrusionOk="0">
                  <a:moveTo>
                    <a:pt x="3380" y="0"/>
                  </a:moveTo>
                  <a:cubicBezTo>
                    <a:pt x="3249" y="0"/>
                    <a:pt x="3114" y="4"/>
                    <a:pt x="2976" y="11"/>
                  </a:cubicBezTo>
                  <a:cubicBezTo>
                    <a:pt x="1436" y="95"/>
                    <a:pt x="113" y="647"/>
                    <a:pt x="46" y="1233"/>
                  </a:cubicBezTo>
                  <a:cubicBezTo>
                    <a:pt x="1" y="1765"/>
                    <a:pt x="977" y="2131"/>
                    <a:pt x="2310" y="2131"/>
                  </a:cubicBezTo>
                  <a:cubicBezTo>
                    <a:pt x="2445" y="2131"/>
                    <a:pt x="2583" y="2128"/>
                    <a:pt x="2724" y="2120"/>
                  </a:cubicBezTo>
                  <a:cubicBezTo>
                    <a:pt x="4281" y="2036"/>
                    <a:pt x="5570" y="1501"/>
                    <a:pt x="5654" y="915"/>
                  </a:cubicBezTo>
                  <a:cubicBezTo>
                    <a:pt x="5715" y="381"/>
                    <a:pt x="4733" y="0"/>
                    <a:pt x="33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7"/>
            <p:cNvSpPr/>
            <p:nvPr/>
          </p:nvSpPr>
          <p:spPr>
            <a:xfrm>
              <a:off x="1914550" y="708475"/>
              <a:ext cx="140225" cy="59450"/>
            </a:xfrm>
            <a:custGeom>
              <a:avLst/>
              <a:gdLst/>
              <a:ahLst/>
              <a:cxnLst/>
              <a:rect l="l" t="t" r="r" b="b"/>
              <a:pathLst>
                <a:path w="5609" h="2378" extrusionOk="0">
                  <a:moveTo>
                    <a:pt x="2813" y="0"/>
                  </a:moveTo>
                  <a:cubicBezTo>
                    <a:pt x="1256" y="0"/>
                    <a:pt x="1" y="536"/>
                    <a:pt x="1" y="1189"/>
                  </a:cubicBezTo>
                  <a:cubicBezTo>
                    <a:pt x="1" y="1841"/>
                    <a:pt x="1256" y="2377"/>
                    <a:pt x="2813" y="2377"/>
                  </a:cubicBezTo>
                  <a:cubicBezTo>
                    <a:pt x="4353" y="2377"/>
                    <a:pt x="5608" y="1841"/>
                    <a:pt x="5608" y="1189"/>
                  </a:cubicBezTo>
                  <a:cubicBezTo>
                    <a:pt x="5608" y="536"/>
                    <a:pt x="4353" y="0"/>
                    <a:pt x="28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7"/>
            <p:cNvSpPr/>
            <p:nvPr/>
          </p:nvSpPr>
          <p:spPr>
            <a:xfrm>
              <a:off x="1914550" y="590050"/>
              <a:ext cx="97525" cy="18850"/>
            </a:xfrm>
            <a:custGeom>
              <a:avLst/>
              <a:gdLst/>
              <a:ahLst/>
              <a:cxnLst/>
              <a:rect l="l" t="t" r="r" b="b"/>
              <a:pathLst>
                <a:path w="3901" h="754" extrusionOk="0">
                  <a:moveTo>
                    <a:pt x="1942" y="0"/>
                  </a:moveTo>
                  <a:cubicBezTo>
                    <a:pt x="871" y="0"/>
                    <a:pt x="1" y="168"/>
                    <a:pt x="1" y="385"/>
                  </a:cubicBezTo>
                  <a:cubicBezTo>
                    <a:pt x="1" y="586"/>
                    <a:pt x="871" y="753"/>
                    <a:pt x="1942" y="753"/>
                  </a:cubicBezTo>
                  <a:cubicBezTo>
                    <a:pt x="3014" y="753"/>
                    <a:pt x="3901" y="586"/>
                    <a:pt x="3901" y="385"/>
                  </a:cubicBezTo>
                  <a:cubicBezTo>
                    <a:pt x="3901" y="168"/>
                    <a:pt x="3014" y="0"/>
                    <a:pt x="19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7"/>
            <p:cNvSpPr/>
            <p:nvPr/>
          </p:nvSpPr>
          <p:spPr>
            <a:xfrm>
              <a:off x="2029625" y="601500"/>
              <a:ext cx="33500" cy="12600"/>
            </a:xfrm>
            <a:custGeom>
              <a:avLst/>
              <a:gdLst/>
              <a:ahLst/>
              <a:cxnLst/>
              <a:rect l="l" t="t" r="r" b="b"/>
              <a:pathLst>
                <a:path w="1340" h="504" extrusionOk="0">
                  <a:moveTo>
                    <a:pt x="426" y="1"/>
                  </a:moveTo>
                  <a:cubicBezTo>
                    <a:pt x="205" y="1"/>
                    <a:pt x="42" y="56"/>
                    <a:pt x="18" y="128"/>
                  </a:cubicBezTo>
                  <a:cubicBezTo>
                    <a:pt x="1" y="262"/>
                    <a:pt x="269" y="413"/>
                    <a:pt x="620" y="463"/>
                  </a:cubicBezTo>
                  <a:cubicBezTo>
                    <a:pt x="743" y="491"/>
                    <a:pt x="860" y="504"/>
                    <a:pt x="962" y="504"/>
                  </a:cubicBezTo>
                  <a:cubicBezTo>
                    <a:pt x="1167" y="504"/>
                    <a:pt x="1312" y="452"/>
                    <a:pt x="1323" y="362"/>
                  </a:cubicBezTo>
                  <a:cubicBezTo>
                    <a:pt x="1340" y="245"/>
                    <a:pt x="1072" y="95"/>
                    <a:pt x="704" y="28"/>
                  </a:cubicBezTo>
                  <a:cubicBezTo>
                    <a:pt x="606" y="9"/>
                    <a:pt x="511" y="1"/>
                    <a:pt x="4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7"/>
            <p:cNvSpPr/>
            <p:nvPr/>
          </p:nvSpPr>
          <p:spPr>
            <a:xfrm>
              <a:off x="2009125" y="947725"/>
              <a:ext cx="158200" cy="41975"/>
            </a:xfrm>
            <a:custGeom>
              <a:avLst/>
              <a:gdLst/>
              <a:ahLst/>
              <a:cxnLst/>
              <a:rect l="l" t="t" r="r" b="b"/>
              <a:pathLst>
                <a:path w="6328" h="1679" extrusionOk="0">
                  <a:moveTo>
                    <a:pt x="5183" y="0"/>
                  </a:moveTo>
                  <a:cubicBezTo>
                    <a:pt x="4964" y="0"/>
                    <a:pt x="4746" y="46"/>
                    <a:pt x="4554" y="139"/>
                  </a:cubicBezTo>
                  <a:cubicBezTo>
                    <a:pt x="3984" y="390"/>
                    <a:pt x="3014" y="574"/>
                    <a:pt x="1959" y="574"/>
                  </a:cubicBezTo>
                  <a:cubicBezTo>
                    <a:pt x="1289" y="574"/>
                    <a:pt x="653" y="507"/>
                    <a:pt x="135" y="390"/>
                  </a:cubicBezTo>
                  <a:cubicBezTo>
                    <a:pt x="51" y="473"/>
                    <a:pt x="1" y="574"/>
                    <a:pt x="1" y="674"/>
                  </a:cubicBezTo>
                  <a:cubicBezTo>
                    <a:pt x="1" y="1227"/>
                    <a:pt x="1423" y="1678"/>
                    <a:pt x="3164" y="1678"/>
                  </a:cubicBezTo>
                  <a:cubicBezTo>
                    <a:pt x="4905" y="1678"/>
                    <a:pt x="6328" y="1243"/>
                    <a:pt x="6328" y="674"/>
                  </a:cubicBezTo>
                  <a:cubicBezTo>
                    <a:pt x="6328" y="473"/>
                    <a:pt x="6144" y="289"/>
                    <a:pt x="5826" y="139"/>
                  </a:cubicBezTo>
                  <a:cubicBezTo>
                    <a:pt x="5625" y="46"/>
                    <a:pt x="5403" y="0"/>
                    <a:pt x="5183"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7"/>
            <p:cNvSpPr/>
            <p:nvPr/>
          </p:nvSpPr>
          <p:spPr>
            <a:xfrm>
              <a:off x="2291300" y="805325"/>
              <a:ext cx="132975" cy="50600"/>
            </a:xfrm>
            <a:custGeom>
              <a:avLst/>
              <a:gdLst/>
              <a:ahLst/>
              <a:cxnLst/>
              <a:rect l="l" t="t" r="r" b="b"/>
              <a:pathLst>
                <a:path w="5319" h="2024" extrusionOk="0">
                  <a:moveTo>
                    <a:pt x="4000" y="1"/>
                  </a:moveTo>
                  <a:cubicBezTo>
                    <a:pt x="3689" y="1"/>
                    <a:pt x="3375" y="89"/>
                    <a:pt x="3092" y="261"/>
                  </a:cubicBezTo>
                  <a:cubicBezTo>
                    <a:pt x="2539" y="608"/>
                    <a:pt x="1671" y="1001"/>
                    <a:pt x="716" y="1001"/>
                  </a:cubicBezTo>
                  <a:cubicBezTo>
                    <a:pt x="660" y="1001"/>
                    <a:pt x="604" y="1000"/>
                    <a:pt x="548" y="997"/>
                  </a:cubicBezTo>
                  <a:lnTo>
                    <a:pt x="514" y="997"/>
                  </a:lnTo>
                  <a:cubicBezTo>
                    <a:pt x="508" y="997"/>
                    <a:pt x="503" y="997"/>
                    <a:pt x="497" y="997"/>
                  </a:cubicBezTo>
                  <a:cubicBezTo>
                    <a:pt x="93" y="997"/>
                    <a:pt x="1" y="1568"/>
                    <a:pt x="380" y="1717"/>
                  </a:cubicBezTo>
                  <a:cubicBezTo>
                    <a:pt x="816" y="1884"/>
                    <a:pt x="1418" y="2001"/>
                    <a:pt x="2104" y="2018"/>
                  </a:cubicBezTo>
                  <a:cubicBezTo>
                    <a:pt x="2202" y="2022"/>
                    <a:pt x="2299" y="2024"/>
                    <a:pt x="2395" y="2024"/>
                  </a:cubicBezTo>
                  <a:cubicBezTo>
                    <a:pt x="3986" y="2024"/>
                    <a:pt x="5252" y="1511"/>
                    <a:pt x="5268" y="880"/>
                  </a:cubicBezTo>
                  <a:cubicBezTo>
                    <a:pt x="5318" y="646"/>
                    <a:pt x="5151" y="428"/>
                    <a:pt x="4850" y="244"/>
                  </a:cubicBezTo>
                  <a:cubicBezTo>
                    <a:pt x="4588" y="81"/>
                    <a:pt x="4296" y="1"/>
                    <a:pt x="400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7"/>
            <p:cNvSpPr/>
            <p:nvPr/>
          </p:nvSpPr>
          <p:spPr>
            <a:xfrm>
              <a:off x="2330925" y="832325"/>
              <a:ext cx="31400" cy="8825"/>
            </a:xfrm>
            <a:custGeom>
              <a:avLst/>
              <a:gdLst/>
              <a:ahLst/>
              <a:cxnLst/>
              <a:rect l="l" t="t" r="r" b="b"/>
              <a:pathLst>
                <a:path w="1256" h="353" extrusionOk="0">
                  <a:moveTo>
                    <a:pt x="637" y="1"/>
                  </a:moveTo>
                  <a:cubicBezTo>
                    <a:pt x="302" y="1"/>
                    <a:pt x="1" y="84"/>
                    <a:pt x="1" y="168"/>
                  </a:cubicBezTo>
                  <a:cubicBezTo>
                    <a:pt x="1" y="269"/>
                    <a:pt x="268" y="352"/>
                    <a:pt x="637" y="352"/>
                  </a:cubicBezTo>
                  <a:cubicBezTo>
                    <a:pt x="988" y="352"/>
                    <a:pt x="1256" y="302"/>
                    <a:pt x="1256" y="185"/>
                  </a:cubicBezTo>
                  <a:cubicBezTo>
                    <a:pt x="1256" y="84"/>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7"/>
            <p:cNvSpPr/>
            <p:nvPr/>
          </p:nvSpPr>
          <p:spPr>
            <a:xfrm>
              <a:off x="2369850" y="804725"/>
              <a:ext cx="21775" cy="7125"/>
            </a:xfrm>
            <a:custGeom>
              <a:avLst/>
              <a:gdLst/>
              <a:ahLst/>
              <a:cxnLst/>
              <a:rect l="l" t="t" r="r" b="b"/>
              <a:pathLst>
                <a:path w="871" h="285" extrusionOk="0">
                  <a:moveTo>
                    <a:pt x="435" y="0"/>
                  </a:moveTo>
                  <a:cubicBezTo>
                    <a:pt x="184" y="0"/>
                    <a:pt x="0" y="67"/>
                    <a:pt x="0" y="151"/>
                  </a:cubicBezTo>
                  <a:cubicBezTo>
                    <a:pt x="0" y="234"/>
                    <a:pt x="184" y="285"/>
                    <a:pt x="435" y="285"/>
                  </a:cubicBezTo>
                  <a:cubicBezTo>
                    <a:pt x="670" y="285"/>
                    <a:pt x="871" y="234"/>
                    <a:pt x="871" y="151"/>
                  </a:cubicBezTo>
                  <a:cubicBezTo>
                    <a:pt x="871" y="67"/>
                    <a:pt x="687"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7"/>
            <p:cNvSpPr/>
            <p:nvPr/>
          </p:nvSpPr>
          <p:spPr>
            <a:xfrm>
              <a:off x="2020425" y="951175"/>
              <a:ext cx="21775" cy="7150"/>
            </a:xfrm>
            <a:custGeom>
              <a:avLst/>
              <a:gdLst/>
              <a:ahLst/>
              <a:cxnLst/>
              <a:rect l="l" t="t" r="r" b="b"/>
              <a:pathLst>
                <a:path w="871" h="286" extrusionOk="0">
                  <a:moveTo>
                    <a:pt x="436" y="1"/>
                  </a:moveTo>
                  <a:cubicBezTo>
                    <a:pt x="185" y="1"/>
                    <a:pt x="1" y="67"/>
                    <a:pt x="1" y="151"/>
                  </a:cubicBezTo>
                  <a:cubicBezTo>
                    <a:pt x="1" y="235"/>
                    <a:pt x="185" y="285"/>
                    <a:pt x="436" y="285"/>
                  </a:cubicBezTo>
                  <a:cubicBezTo>
                    <a:pt x="670" y="285"/>
                    <a:pt x="871" y="235"/>
                    <a:pt x="871" y="151"/>
                  </a:cubicBezTo>
                  <a:cubicBezTo>
                    <a:pt x="871" y="67"/>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7"/>
            <p:cNvSpPr/>
            <p:nvPr/>
          </p:nvSpPr>
          <p:spPr>
            <a:xfrm>
              <a:off x="2058925" y="969175"/>
              <a:ext cx="31400" cy="9275"/>
            </a:xfrm>
            <a:custGeom>
              <a:avLst/>
              <a:gdLst/>
              <a:ahLst/>
              <a:cxnLst/>
              <a:rect l="l" t="t" r="r" b="b"/>
              <a:pathLst>
                <a:path w="1256" h="371" extrusionOk="0">
                  <a:moveTo>
                    <a:pt x="637" y="0"/>
                  </a:moveTo>
                  <a:cubicBezTo>
                    <a:pt x="302" y="0"/>
                    <a:pt x="1" y="84"/>
                    <a:pt x="1" y="184"/>
                  </a:cubicBezTo>
                  <a:cubicBezTo>
                    <a:pt x="1" y="285"/>
                    <a:pt x="268" y="369"/>
                    <a:pt x="637" y="369"/>
                  </a:cubicBezTo>
                  <a:cubicBezTo>
                    <a:pt x="667" y="370"/>
                    <a:pt x="697" y="371"/>
                    <a:pt x="726" y="371"/>
                  </a:cubicBezTo>
                  <a:cubicBezTo>
                    <a:pt x="1032" y="371"/>
                    <a:pt x="1256" y="293"/>
                    <a:pt x="1256" y="201"/>
                  </a:cubicBezTo>
                  <a:cubicBezTo>
                    <a:pt x="1256" y="84"/>
                    <a:pt x="988" y="0"/>
                    <a:pt x="6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7"/>
            <p:cNvSpPr/>
            <p:nvPr/>
          </p:nvSpPr>
          <p:spPr>
            <a:xfrm>
              <a:off x="2117100" y="961225"/>
              <a:ext cx="21775" cy="7125"/>
            </a:xfrm>
            <a:custGeom>
              <a:avLst/>
              <a:gdLst/>
              <a:ahLst/>
              <a:cxnLst/>
              <a:rect l="l" t="t" r="r" b="b"/>
              <a:pathLst>
                <a:path w="871" h="285" extrusionOk="0">
                  <a:moveTo>
                    <a:pt x="435" y="0"/>
                  </a:moveTo>
                  <a:cubicBezTo>
                    <a:pt x="184" y="0"/>
                    <a:pt x="0" y="50"/>
                    <a:pt x="0" y="134"/>
                  </a:cubicBezTo>
                  <a:cubicBezTo>
                    <a:pt x="0" y="218"/>
                    <a:pt x="184" y="285"/>
                    <a:pt x="435" y="285"/>
                  </a:cubicBezTo>
                  <a:cubicBezTo>
                    <a:pt x="686" y="285"/>
                    <a:pt x="871" y="218"/>
                    <a:pt x="871" y="134"/>
                  </a:cubicBezTo>
                  <a:cubicBezTo>
                    <a:pt x="871" y="50"/>
                    <a:pt x="686"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7"/>
            <p:cNvSpPr/>
            <p:nvPr/>
          </p:nvSpPr>
          <p:spPr>
            <a:xfrm>
              <a:off x="2082350" y="944475"/>
              <a:ext cx="22225" cy="7150"/>
            </a:xfrm>
            <a:custGeom>
              <a:avLst/>
              <a:gdLst/>
              <a:ahLst/>
              <a:cxnLst/>
              <a:rect l="l" t="t" r="r" b="b"/>
              <a:pathLst>
                <a:path w="889" h="286" extrusionOk="0">
                  <a:moveTo>
                    <a:pt x="453" y="1"/>
                  </a:moveTo>
                  <a:cubicBezTo>
                    <a:pt x="202" y="1"/>
                    <a:pt x="1" y="51"/>
                    <a:pt x="1" y="135"/>
                  </a:cubicBezTo>
                  <a:cubicBezTo>
                    <a:pt x="1" y="218"/>
                    <a:pt x="202" y="285"/>
                    <a:pt x="453" y="285"/>
                  </a:cubicBezTo>
                  <a:cubicBezTo>
                    <a:pt x="704" y="285"/>
                    <a:pt x="888" y="218"/>
                    <a:pt x="888" y="135"/>
                  </a:cubicBezTo>
                  <a:cubicBezTo>
                    <a:pt x="888" y="51"/>
                    <a:pt x="704"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7"/>
            <p:cNvSpPr/>
            <p:nvPr/>
          </p:nvSpPr>
          <p:spPr>
            <a:xfrm>
              <a:off x="1922925" y="715475"/>
              <a:ext cx="110925" cy="48250"/>
            </a:xfrm>
            <a:custGeom>
              <a:avLst/>
              <a:gdLst/>
              <a:ahLst/>
              <a:cxnLst/>
              <a:rect l="l" t="t" r="r" b="b"/>
              <a:pathLst>
                <a:path w="4437" h="1930" extrusionOk="0">
                  <a:moveTo>
                    <a:pt x="1190" y="1"/>
                  </a:moveTo>
                  <a:cubicBezTo>
                    <a:pt x="1173" y="1"/>
                    <a:pt x="1156" y="2"/>
                    <a:pt x="1139" y="5"/>
                  </a:cubicBezTo>
                  <a:cubicBezTo>
                    <a:pt x="436" y="206"/>
                    <a:pt x="0" y="507"/>
                    <a:pt x="0" y="892"/>
                  </a:cubicBezTo>
                  <a:cubicBezTo>
                    <a:pt x="0" y="1461"/>
                    <a:pt x="1088" y="1930"/>
                    <a:pt x="2428" y="1930"/>
                  </a:cubicBezTo>
                  <a:cubicBezTo>
                    <a:pt x="3264" y="1930"/>
                    <a:pt x="4001" y="1746"/>
                    <a:pt x="4436" y="1478"/>
                  </a:cubicBezTo>
                  <a:lnTo>
                    <a:pt x="4436" y="1478"/>
                  </a:lnTo>
                  <a:cubicBezTo>
                    <a:pt x="4269" y="1494"/>
                    <a:pt x="4101" y="1511"/>
                    <a:pt x="3934" y="1511"/>
                  </a:cubicBezTo>
                  <a:cubicBezTo>
                    <a:pt x="2595" y="1511"/>
                    <a:pt x="1507" y="1059"/>
                    <a:pt x="1507" y="473"/>
                  </a:cubicBezTo>
                  <a:lnTo>
                    <a:pt x="1507" y="390"/>
                  </a:lnTo>
                  <a:cubicBezTo>
                    <a:pt x="1553" y="174"/>
                    <a:pt x="1387" y="1"/>
                    <a:pt x="119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7"/>
            <p:cNvSpPr/>
            <p:nvPr/>
          </p:nvSpPr>
          <p:spPr>
            <a:xfrm>
              <a:off x="1934225" y="723525"/>
              <a:ext cx="31400" cy="10500"/>
            </a:xfrm>
            <a:custGeom>
              <a:avLst/>
              <a:gdLst/>
              <a:ahLst/>
              <a:cxnLst/>
              <a:rect l="l" t="t" r="r" b="b"/>
              <a:pathLst>
                <a:path w="1256" h="420" extrusionOk="0">
                  <a:moveTo>
                    <a:pt x="636" y="1"/>
                  </a:moveTo>
                  <a:cubicBezTo>
                    <a:pt x="302" y="1"/>
                    <a:pt x="0" y="84"/>
                    <a:pt x="0" y="218"/>
                  </a:cubicBezTo>
                  <a:cubicBezTo>
                    <a:pt x="0" y="335"/>
                    <a:pt x="285" y="419"/>
                    <a:pt x="636" y="419"/>
                  </a:cubicBezTo>
                  <a:cubicBezTo>
                    <a:pt x="988" y="419"/>
                    <a:pt x="1256" y="335"/>
                    <a:pt x="1256" y="218"/>
                  </a:cubicBezTo>
                  <a:cubicBezTo>
                    <a:pt x="1256" y="84"/>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7"/>
            <p:cNvSpPr/>
            <p:nvPr/>
          </p:nvSpPr>
          <p:spPr>
            <a:xfrm>
              <a:off x="1971875" y="747800"/>
              <a:ext cx="25150" cy="7150"/>
            </a:xfrm>
            <a:custGeom>
              <a:avLst/>
              <a:gdLst/>
              <a:ahLst/>
              <a:cxnLst/>
              <a:rect l="l" t="t" r="r" b="b"/>
              <a:pathLst>
                <a:path w="1006" h="286" extrusionOk="0">
                  <a:moveTo>
                    <a:pt x="503" y="1"/>
                  </a:moveTo>
                  <a:cubicBezTo>
                    <a:pt x="235" y="1"/>
                    <a:pt x="1" y="51"/>
                    <a:pt x="1" y="134"/>
                  </a:cubicBezTo>
                  <a:cubicBezTo>
                    <a:pt x="1" y="218"/>
                    <a:pt x="235" y="285"/>
                    <a:pt x="503" y="285"/>
                  </a:cubicBezTo>
                  <a:cubicBezTo>
                    <a:pt x="788" y="285"/>
                    <a:pt x="1005" y="218"/>
                    <a:pt x="1005" y="134"/>
                  </a:cubicBezTo>
                  <a:cubicBezTo>
                    <a:pt x="1005" y="51"/>
                    <a:pt x="788"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7"/>
            <p:cNvSpPr/>
            <p:nvPr/>
          </p:nvSpPr>
          <p:spPr>
            <a:xfrm>
              <a:off x="2022100" y="728125"/>
              <a:ext cx="19275" cy="7575"/>
            </a:xfrm>
            <a:custGeom>
              <a:avLst/>
              <a:gdLst/>
              <a:ahLst/>
              <a:cxnLst/>
              <a:rect l="l" t="t" r="r" b="b"/>
              <a:pathLst>
                <a:path w="771" h="303" extrusionOk="0">
                  <a:moveTo>
                    <a:pt x="386" y="1"/>
                  </a:moveTo>
                  <a:cubicBezTo>
                    <a:pt x="168" y="1"/>
                    <a:pt x="1" y="68"/>
                    <a:pt x="1" y="151"/>
                  </a:cubicBezTo>
                  <a:cubicBezTo>
                    <a:pt x="1" y="235"/>
                    <a:pt x="168" y="302"/>
                    <a:pt x="386" y="302"/>
                  </a:cubicBezTo>
                  <a:cubicBezTo>
                    <a:pt x="603" y="285"/>
                    <a:pt x="770" y="218"/>
                    <a:pt x="770" y="151"/>
                  </a:cubicBezTo>
                  <a:cubicBezTo>
                    <a:pt x="770" y="68"/>
                    <a:pt x="586" y="1"/>
                    <a:pt x="3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7"/>
            <p:cNvSpPr/>
            <p:nvPr/>
          </p:nvSpPr>
          <p:spPr>
            <a:xfrm>
              <a:off x="1990725" y="717675"/>
              <a:ext cx="19275" cy="7550"/>
            </a:xfrm>
            <a:custGeom>
              <a:avLst/>
              <a:gdLst/>
              <a:ahLst/>
              <a:cxnLst/>
              <a:rect l="l" t="t" r="r" b="b"/>
              <a:pathLst>
                <a:path w="771" h="302" extrusionOk="0">
                  <a:moveTo>
                    <a:pt x="385" y="0"/>
                  </a:moveTo>
                  <a:cubicBezTo>
                    <a:pt x="168" y="0"/>
                    <a:pt x="0" y="67"/>
                    <a:pt x="0" y="151"/>
                  </a:cubicBezTo>
                  <a:cubicBezTo>
                    <a:pt x="0" y="235"/>
                    <a:pt x="168" y="302"/>
                    <a:pt x="385" y="302"/>
                  </a:cubicBezTo>
                  <a:cubicBezTo>
                    <a:pt x="603" y="285"/>
                    <a:pt x="770" y="218"/>
                    <a:pt x="770" y="151"/>
                  </a:cubicBezTo>
                  <a:cubicBezTo>
                    <a:pt x="770" y="67"/>
                    <a:pt x="586" y="0"/>
                    <a:pt x="3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7"/>
            <p:cNvSpPr/>
            <p:nvPr/>
          </p:nvSpPr>
          <p:spPr>
            <a:xfrm>
              <a:off x="1674350" y="851500"/>
              <a:ext cx="161975" cy="66300"/>
            </a:xfrm>
            <a:custGeom>
              <a:avLst/>
              <a:gdLst/>
              <a:ahLst/>
              <a:cxnLst/>
              <a:rect l="l" t="t" r="r" b="b"/>
              <a:pathLst>
                <a:path w="6479" h="2652" extrusionOk="0">
                  <a:moveTo>
                    <a:pt x="3306" y="0"/>
                  </a:moveTo>
                  <a:cubicBezTo>
                    <a:pt x="3232" y="0"/>
                    <a:pt x="3156" y="2"/>
                    <a:pt x="3081" y="4"/>
                  </a:cubicBezTo>
                  <a:cubicBezTo>
                    <a:pt x="1340" y="71"/>
                    <a:pt x="1" y="723"/>
                    <a:pt x="84" y="1427"/>
                  </a:cubicBezTo>
                  <a:cubicBezTo>
                    <a:pt x="165" y="2131"/>
                    <a:pt x="1531" y="2652"/>
                    <a:pt x="3173" y="2652"/>
                  </a:cubicBezTo>
                  <a:cubicBezTo>
                    <a:pt x="3248" y="2652"/>
                    <a:pt x="3323" y="2651"/>
                    <a:pt x="3399" y="2648"/>
                  </a:cubicBezTo>
                  <a:cubicBezTo>
                    <a:pt x="5140" y="2581"/>
                    <a:pt x="6479" y="1962"/>
                    <a:pt x="6395" y="1226"/>
                  </a:cubicBezTo>
                  <a:cubicBezTo>
                    <a:pt x="6315" y="521"/>
                    <a:pt x="4948" y="0"/>
                    <a:pt x="33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7"/>
            <p:cNvSpPr/>
            <p:nvPr/>
          </p:nvSpPr>
          <p:spPr>
            <a:xfrm>
              <a:off x="1710775" y="855675"/>
              <a:ext cx="112150" cy="32850"/>
            </a:xfrm>
            <a:custGeom>
              <a:avLst/>
              <a:gdLst/>
              <a:ahLst/>
              <a:cxnLst/>
              <a:rect l="l" t="t" r="r" b="b"/>
              <a:pathLst>
                <a:path w="4486" h="1314" extrusionOk="0">
                  <a:moveTo>
                    <a:pt x="1661" y="1"/>
                  </a:moveTo>
                  <a:cubicBezTo>
                    <a:pt x="1588" y="1"/>
                    <a:pt x="1514" y="2"/>
                    <a:pt x="1440" y="4"/>
                  </a:cubicBezTo>
                  <a:cubicBezTo>
                    <a:pt x="1055" y="21"/>
                    <a:pt x="686" y="71"/>
                    <a:pt x="352" y="138"/>
                  </a:cubicBezTo>
                  <a:cubicBezTo>
                    <a:pt x="50" y="188"/>
                    <a:pt x="0" y="573"/>
                    <a:pt x="218" y="741"/>
                  </a:cubicBezTo>
                  <a:cubicBezTo>
                    <a:pt x="764" y="1100"/>
                    <a:pt x="1732" y="1313"/>
                    <a:pt x="2811" y="1313"/>
                  </a:cubicBezTo>
                  <a:cubicBezTo>
                    <a:pt x="2889" y="1313"/>
                    <a:pt x="2967" y="1312"/>
                    <a:pt x="3046" y="1310"/>
                  </a:cubicBezTo>
                  <a:cubicBezTo>
                    <a:pt x="3431" y="1293"/>
                    <a:pt x="3800" y="1243"/>
                    <a:pt x="4134" y="1176"/>
                  </a:cubicBezTo>
                  <a:cubicBezTo>
                    <a:pt x="4436" y="1126"/>
                    <a:pt x="4486" y="741"/>
                    <a:pt x="4268" y="573"/>
                  </a:cubicBezTo>
                  <a:cubicBezTo>
                    <a:pt x="3720" y="228"/>
                    <a:pt x="2745" y="1"/>
                    <a:pt x="1661"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7"/>
            <p:cNvSpPr/>
            <p:nvPr/>
          </p:nvSpPr>
          <p:spPr>
            <a:xfrm>
              <a:off x="1696950" y="868325"/>
              <a:ext cx="26400" cy="8400"/>
            </a:xfrm>
            <a:custGeom>
              <a:avLst/>
              <a:gdLst/>
              <a:ahLst/>
              <a:cxnLst/>
              <a:rect l="l" t="t" r="r" b="b"/>
              <a:pathLst>
                <a:path w="1056" h="336" extrusionOk="0">
                  <a:moveTo>
                    <a:pt x="520" y="0"/>
                  </a:moveTo>
                  <a:cubicBezTo>
                    <a:pt x="235" y="0"/>
                    <a:pt x="1" y="67"/>
                    <a:pt x="1" y="168"/>
                  </a:cubicBezTo>
                  <a:cubicBezTo>
                    <a:pt x="1" y="251"/>
                    <a:pt x="235" y="335"/>
                    <a:pt x="520" y="335"/>
                  </a:cubicBezTo>
                  <a:cubicBezTo>
                    <a:pt x="821" y="335"/>
                    <a:pt x="1055" y="285"/>
                    <a:pt x="1055" y="168"/>
                  </a:cubicBezTo>
                  <a:cubicBezTo>
                    <a:pt x="1055" y="84"/>
                    <a:pt x="821" y="0"/>
                    <a:pt x="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7"/>
            <p:cNvSpPr/>
            <p:nvPr/>
          </p:nvSpPr>
          <p:spPr>
            <a:xfrm>
              <a:off x="1770600" y="864125"/>
              <a:ext cx="31425" cy="10500"/>
            </a:xfrm>
            <a:custGeom>
              <a:avLst/>
              <a:gdLst/>
              <a:ahLst/>
              <a:cxnLst/>
              <a:rect l="l" t="t" r="r" b="b"/>
              <a:pathLst>
                <a:path w="1257" h="420" extrusionOk="0">
                  <a:moveTo>
                    <a:pt x="637" y="1"/>
                  </a:moveTo>
                  <a:cubicBezTo>
                    <a:pt x="285" y="1"/>
                    <a:pt x="1" y="85"/>
                    <a:pt x="1" y="218"/>
                  </a:cubicBezTo>
                  <a:cubicBezTo>
                    <a:pt x="1" y="336"/>
                    <a:pt x="285" y="419"/>
                    <a:pt x="637" y="419"/>
                  </a:cubicBezTo>
                  <a:cubicBezTo>
                    <a:pt x="988" y="419"/>
                    <a:pt x="1256" y="319"/>
                    <a:pt x="1256" y="218"/>
                  </a:cubicBezTo>
                  <a:cubicBezTo>
                    <a:pt x="1256" y="85"/>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7"/>
            <p:cNvSpPr/>
            <p:nvPr/>
          </p:nvSpPr>
          <p:spPr>
            <a:xfrm>
              <a:off x="1738375" y="900950"/>
              <a:ext cx="25150" cy="6300"/>
            </a:xfrm>
            <a:custGeom>
              <a:avLst/>
              <a:gdLst/>
              <a:ahLst/>
              <a:cxnLst/>
              <a:rect l="l" t="t" r="r" b="b"/>
              <a:pathLst>
                <a:path w="1006" h="252" extrusionOk="0">
                  <a:moveTo>
                    <a:pt x="503" y="1"/>
                  </a:moveTo>
                  <a:cubicBezTo>
                    <a:pt x="235" y="1"/>
                    <a:pt x="1" y="68"/>
                    <a:pt x="1" y="118"/>
                  </a:cubicBezTo>
                  <a:cubicBezTo>
                    <a:pt x="1" y="185"/>
                    <a:pt x="218" y="252"/>
                    <a:pt x="503" y="252"/>
                  </a:cubicBezTo>
                  <a:cubicBezTo>
                    <a:pt x="771" y="252"/>
                    <a:pt x="1005" y="202"/>
                    <a:pt x="1005" y="118"/>
                  </a:cubicBezTo>
                  <a:cubicBezTo>
                    <a:pt x="1005" y="68"/>
                    <a:pt x="771"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7"/>
            <p:cNvSpPr/>
            <p:nvPr/>
          </p:nvSpPr>
          <p:spPr>
            <a:xfrm>
              <a:off x="1671575" y="705125"/>
              <a:ext cx="121650" cy="39150"/>
            </a:xfrm>
            <a:custGeom>
              <a:avLst/>
              <a:gdLst/>
              <a:ahLst/>
              <a:cxnLst/>
              <a:rect l="l" t="t" r="r" b="b"/>
              <a:pathLst>
                <a:path w="4866" h="1566" extrusionOk="0">
                  <a:moveTo>
                    <a:pt x="1099" y="0"/>
                  </a:moveTo>
                  <a:lnTo>
                    <a:pt x="1099" y="0"/>
                  </a:lnTo>
                  <a:cubicBezTo>
                    <a:pt x="497" y="201"/>
                    <a:pt x="78" y="486"/>
                    <a:pt x="62" y="787"/>
                  </a:cubicBezTo>
                  <a:cubicBezTo>
                    <a:pt x="0" y="1246"/>
                    <a:pt x="863" y="1565"/>
                    <a:pt x="2035" y="1565"/>
                  </a:cubicBezTo>
                  <a:cubicBezTo>
                    <a:pt x="2145" y="1565"/>
                    <a:pt x="2257" y="1563"/>
                    <a:pt x="2371" y="1557"/>
                  </a:cubicBezTo>
                  <a:cubicBezTo>
                    <a:pt x="3610" y="1490"/>
                    <a:pt x="4681" y="1071"/>
                    <a:pt x="4866" y="620"/>
                  </a:cubicBezTo>
                  <a:lnTo>
                    <a:pt x="4866" y="620"/>
                  </a:lnTo>
                  <a:cubicBezTo>
                    <a:pt x="4447" y="753"/>
                    <a:pt x="3945" y="837"/>
                    <a:pt x="3409" y="887"/>
                  </a:cubicBezTo>
                  <a:cubicBezTo>
                    <a:pt x="3276" y="896"/>
                    <a:pt x="3146" y="900"/>
                    <a:pt x="3020" y="900"/>
                  </a:cubicBezTo>
                  <a:cubicBezTo>
                    <a:pt x="1875" y="900"/>
                    <a:pt x="1037" y="570"/>
                    <a:pt x="1083" y="117"/>
                  </a:cubicBezTo>
                  <a:cubicBezTo>
                    <a:pt x="1083" y="67"/>
                    <a:pt x="1099" y="50"/>
                    <a:pt x="109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7"/>
            <p:cNvSpPr/>
            <p:nvPr/>
          </p:nvSpPr>
          <p:spPr>
            <a:xfrm>
              <a:off x="1692775" y="708875"/>
              <a:ext cx="31400" cy="10500"/>
            </a:xfrm>
            <a:custGeom>
              <a:avLst/>
              <a:gdLst/>
              <a:ahLst/>
              <a:cxnLst/>
              <a:rect l="l" t="t" r="r" b="b"/>
              <a:pathLst>
                <a:path w="1256" h="420" extrusionOk="0">
                  <a:moveTo>
                    <a:pt x="636" y="1"/>
                  </a:moveTo>
                  <a:cubicBezTo>
                    <a:pt x="302" y="1"/>
                    <a:pt x="0" y="85"/>
                    <a:pt x="0" y="218"/>
                  </a:cubicBezTo>
                  <a:cubicBezTo>
                    <a:pt x="0" y="336"/>
                    <a:pt x="268" y="419"/>
                    <a:pt x="636" y="419"/>
                  </a:cubicBezTo>
                  <a:cubicBezTo>
                    <a:pt x="988" y="419"/>
                    <a:pt x="1256" y="336"/>
                    <a:pt x="1256" y="218"/>
                  </a:cubicBezTo>
                  <a:cubicBezTo>
                    <a:pt x="1256" y="85"/>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7"/>
            <p:cNvSpPr/>
            <p:nvPr/>
          </p:nvSpPr>
          <p:spPr>
            <a:xfrm>
              <a:off x="1722475" y="729400"/>
              <a:ext cx="22200" cy="7975"/>
            </a:xfrm>
            <a:custGeom>
              <a:avLst/>
              <a:gdLst/>
              <a:ahLst/>
              <a:cxnLst/>
              <a:rect l="l" t="t" r="r" b="b"/>
              <a:pathLst>
                <a:path w="888" h="319" extrusionOk="0">
                  <a:moveTo>
                    <a:pt x="453" y="0"/>
                  </a:moveTo>
                  <a:cubicBezTo>
                    <a:pt x="202" y="0"/>
                    <a:pt x="1" y="84"/>
                    <a:pt x="1" y="167"/>
                  </a:cubicBezTo>
                  <a:cubicBezTo>
                    <a:pt x="1" y="251"/>
                    <a:pt x="218" y="318"/>
                    <a:pt x="453" y="318"/>
                  </a:cubicBezTo>
                  <a:cubicBezTo>
                    <a:pt x="670" y="318"/>
                    <a:pt x="888" y="234"/>
                    <a:pt x="888" y="151"/>
                  </a:cubicBezTo>
                  <a:cubicBezTo>
                    <a:pt x="888" y="50"/>
                    <a:pt x="670" y="0"/>
                    <a:pt x="4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7"/>
            <p:cNvSpPr/>
            <p:nvPr/>
          </p:nvSpPr>
          <p:spPr>
            <a:xfrm>
              <a:off x="1757625" y="708050"/>
              <a:ext cx="22200" cy="7550"/>
            </a:xfrm>
            <a:custGeom>
              <a:avLst/>
              <a:gdLst/>
              <a:ahLst/>
              <a:cxnLst/>
              <a:rect l="l" t="t" r="r" b="b"/>
              <a:pathLst>
                <a:path w="888" h="302" extrusionOk="0">
                  <a:moveTo>
                    <a:pt x="436" y="0"/>
                  </a:moveTo>
                  <a:cubicBezTo>
                    <a:pt x="218" y="0"/>
                    <a:pt x="1" y="84"/>
                    <a:pt x="1" y="168"/>
                  </a:cubicBezTo>
                  <a:cubicBezTo>
                    <a:pt x="1" y="251"/>
                    <a:pt x="218" y="302"/>
                    <a:pt x="436" y="302"/>
                  </a:cubicBezTo>
                  <a:cubicBezTo>
                    <a:pt x="670" y="302"/>
                    <a:pt x="888" y="218"/>
                    <a:pt x="888" y="134"/>
                  </a:cubicBezTo>
                  <a:cubicBezTo>
                    <a:pt x="888" y="51"/>
                    <a:pt x="670"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7"/>
            <p:cNvSpPr/>
            <p:nvPr/>
          </p:nvSpPr>
          <p:spPr>
            <a:xfrm>
              <a:off x="1702800" y="949750"/>
              <a:ext cx="261600" cy="72175"/>
            </a:xfrm>
            <a:custGeom>
              <a:avLst/>
              <a:gdLst/>
              <a:ahLst/>
              <a:cxnLst/>
              <a:rect l="l" t="t" r="r" b="b"/>
              <a:pathLst>
                <a:path w="10464" h="2887" extrusionOk="0">
                  <a:moveTo>
                    <a:pt x="2079" y="1"/>
                  </a:moveTo>
                  <a:cubicBezTo>
                    <a:pt x="1950" y="1"/>
                    <a:pt x="1826" y="13"/>
                    <a:pt x="1708" y="41"/>
                  </a:cubicBezTo>
                  <a:cubicBezTo>
                    <a:pt x="1" y="426"/>
                    <a:pt x="3131" y="2836"/>
                    <a:pt x="7617" y="2886"/>
                  </a:cubicBezTo>
                  <a:cubicBezTo>
                    <a:pt x="7658" y="2887"/>
                    <a:pt x="7699" y="2887"/>
                    <a:pt x="7740" y="2887"/>
                  </a:cubicBezTo>
                  <a:cubicBezTo>
                    <a:pt x="10155" y="2887"/>
                    <a:pt x="10463" y="2401"/>
                    <a:pt x="8487" y="2401"/>
                  </a:cubicBezTo>
                  <a:cubicBezTo>
                    <a:pt x="6647" y="2385"/>
                    <a:pt x="3847" y="1"/>
                    <a:pt x="20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7"/>
            <p:cNvSpPr/>
            <p:nvPr/>
          </p:nvSpPr>
          <p:spPr>
            <a:xfrm>
              <a:off x="1680625" y="953275"/>
              <a:ext cx="47750" cy="26000"/>
            </a:xfrm>
            <a:custGeom>
              <a:avLst/>
              <a:gdLst/>
              <a:ahLst/>
              <a:cxnLst/>
              <a:rect l="l" t="t" r="r" b="b"/>
              <a:pathLst>
                <a:path w="1910" h="1040" extrusionOk="0">
                  <a:moveTo>
                    <a:pt x="562" y="0"/>
                  </a:moveTo>
                  <a:cubicBezTo>
                    <a:pt x="473" y="0"/>
                    <a:pt x="390" y="11"/>
                    <a:pt x="319" y="34"/>
                  </a:cubicBezTo>
                  <a:cubicBezTo>
                    <a:pt x="1" y="151"/>
                    <a:pt x="34" y="435"/>
                    <a:pt x="386" y="703"/>
                  </a:cubicBezTo>
                  <a:cubicBezTo>
                    <a:pt x="654" y="920"/>
                    <a:pt x="1039" y="1040"/>
                    <a:pt x="1340" y="1040"/>
                  </a:cubicBezTo>
                  <a:cubicBezTo>
                    <a:pt x="1434" y="1040"/>
                    <a:pt x="1520" y="1028"/>
                    <a:pt x="1591" y="1005"/>
                  </a:cubicBezTo>
                  <a:cubicBezTo>
                    <a:pt x="1909" y="904"/>
                    <a:pt x="1892" y="603"/>
                    <a:pt x="1541" y="335"/>
                  </a:cubicBezTo>
                  <a:cubicBezTo>
                    <a:pt x="1255" y="127"/>
                    <a:pt x="870" y="0"/>
                    <a:pt x="5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7"/>
            <p:cNvSpPr/>
            <p:nvPr/>
          </p:nvSpPr>
          <p:spPr>
            <a:xfrm>
              <a:off x="1791925" y="646025"/>
              <a:ext cx="319275" cy="16000"/>
            </a:xfrm>
            <a:custGeom>
              <a:avLst/>
              <a:gdLst/>
              <a:ahLst/>
              <a:cxnLst/>
              <a:rect l="l" t="t" r="r" b="b"/>
              <a:pathLst>
                <a:path w="12771" h="640" extrusionOk="0">
                  <a:moveTo>
                    <a:pt x="5084" y="0"/>
                  </a:moveTo>
                  <a:cubicBezTo>
                    <a:pt x="3940" y="0"/>
                    <a:pt x="2868" y="39"/>
                    <a:pt x="2127" y="138"/>
                  </a:cubicBezTo>
                  <a:cubicBezTo>
                    <a:pt x="1" y="410"/>
                    <a:pt x="1935" y="640"/>
                    <a:pt x="5329" y="640"/>
                  </a:cubicBezTo>
                  <a:cubicBezTo>
                    <a:pt x="6743" y="640"/>
                    <a:pt x="8412" y="600"/>
                    <a:pt x="10145" y="506"/>
                  </a:cubicBezTo>
                  <a:cubicBezTo>
                    <a:pt x="12770" y="367"/>
                    <a:pt x="8590" y="0"/>
                    <a:pt x="5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7"/>
            <p:cNvSpPr/>
            <p:nvPr/>
          </p:nvSpPr>
          <p:spPr>
            <a:xfrm>
              <a:off x="1853875" y="842375"/>
              <a:ext cx="22200" cy="7350"/>
            </a:xfrm>
            <a:custGeom>
              <a:avLst/>
              <a:gdLst/>
              <a:ahLst/>
              <a:cxnLst/>
              <a:rect l="l" t="t" r="r" b="b"/>
              <a:pathLst>
                <a:path w="888" h="294" extrusionOk="0">
                  <a:moveTo>
                    <a:pt x="436" y="0"/>
                  </a:moveTo>
                  <a:cubicBezTo>
                    <a:pt x="218" y="0"/>
                    <a:pt x="1" y="67"/>
                    <a:pt x="1" y="151"/>
                  </a:cubicBezTo>
                  <a:cubicBezTo>
                    <a:pt x="1" y="235"/>
                    <a:pt x="185" y="285"/>
                    <a:pt x="436" y="285"/>
                  </a:cubicBezTo>
                  <a:cubicBezTo>
                    <a:pt x="480" y="291"/>
                    <a:pt x="523" y="294"/>
                    <a:pt x="564" y="294"/>
                  </a:cubicBezTo>
                  <a:cubicBezTo>
                    <a:pt x="752" y="294"/>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7"/>
            <p:cNvSpPr/>
            <p:nvPr/>
          </p:nvSpPr>
          <p:spPr>
            <a:xfrm>
              <a:off x="2227975" y="757000"/>
              <a:ext cx="21800" cy="7575"/>
            </a:xfrm>
            <a:custGeom>
              <a:avLst/>
              <a:gdLst/>
              <a:ahLst/>
              <a:cxnLst/>
              <a:rect l="l" t="t" r="r" b="b"/>
              <a:pathLst>
                <a:path w="872" h="303" extrusionOk="0">
                  <a:moveTo>
                    <a:pt x="436" y="1"/>
                  </a:moveTo>
                  <a:cubicBezTo>
                    <a:pt x="202" y="1"/>
                    <a:pt x="1" y="68"/>
                    <a:pt x="1" y="151"/>
                  </a:cubicBezTo>
                  <a:cubicBezTo>
                    <a:pt x="1" y="235"/>
                    <a:pt x="185" y="302"/>
                    <a:pt x="436" y="302"/>
                  </a:cubicBezTo>
                  <a:cubicBezTo>
                    <a:pt x="687" y="302"/>
                    <a:pt x="871" y="235"/>
                    <a:pt x="871" y="151"/>
                  </a:cubicBezTo>
                  <a:cubicBezTo>
                    <a:pt x="871"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7"/>
            <p:cNvSpPr/>
            <p:nvPr/>
          </p:nvSpPr>
          <p:spPr>
            <a:xfrm>
              <a:off x="2092400" y="675000"/>
              <a:ext cx="22200" cy="7125"/>
            </a:xfrm>
            <a:custGeom>
              <a:avLst/>
              <a:gdLst/>
              <a:ahLst/>
              <a:cxnLst/>
              <a:rect l="l" t="t" r="r" b="b"/>
              <a:pathLst>
                <a:path w="888" h="285" extrusionOk="0">
                  <a:moveTo>
                    <a:pt x="436" y="0"/>
                  </a:moveTo>
                  <a:cubicBezTo>
                    <a:pt x="218" y="0"/>
                    <a:pt x="1" y="67"/>
                    <a:pt x="1" y="151"/>
                  </a:cubicBezTo>
                  <a:cubicBezTo>
                    <a:pt x="1" y="234"/>
                    <a:pt x="185" y="285"/>
                    <a:pt x="436" y="285"/>
                  </a:cubicBezTo>
                  <a:cubicBezTo>
                    <a:pt x="687" y="285"/>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7"/>
            <p:cNvSpPr/>
            <p:nvPr/>
          </p:nvSpPr>
          <p:spPr>
            <a:xfrm>
              <a:off x="1625400" y="879625"/>
              <a:ext cx="21775" cy="7125"/>
            </a:xfrm>
            <a:custGeom>
              <a:avLst/>
              <a:gdLst/>
              <a:ahLst/>
              <a:cxnLst/>
              <a:rect l="l" t="t" r="r" b="b"/>
              <a:pathLst>
                <a:path w="871" h="285" extrusionOk="0">
                  <a:moveTo>
                    <a:pt x="436" y="0"/>
                  </a:moveTo>
                  <a:cubicBezTo>
                    <a:pt x="201" y="0"/>
                    <a:pt x="0" y="50"/>
                    <a:pt x="0" y="134"/>
                  </a:cubicBezTo>
                  <a:cubicBezTo>
                    <a:pt x="0" y="218"/>
                    <a:pt x="184" y="285"/>
                    <a:pt x="436" y="285"/>
                  </a:cubicBezTo>
                  <a:cubicBezTo>
                    <a:pt x="687" y="285"/>
                    <a:pt x="871" y="218"/>
                    <a:pt x="871" y="134"/>
                  </a:cubicBezTo>
                  <a:cubicBezTo>
                    <a:pt x="871" y="50"/>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7"/>
            <p:cNvSpPr/>
            <p:nvPr/>
          </p:nvSpPr>
          <p:spPr>
            <a:xfrm>
              <a:off x="1838825" y="754075"/>
              <a:ext cx="21775" cy="7150"/>
            </a:xfrm>
            <a:custGeom>
              <a:avLst/>
              <a:gdLst/>
              <a:ahLst/>
              <a:cxnLst/>
              <a:rect l="l" t="t" r="r" b="b"/>
              <a:pathLst>
                <a:path w="871" h="286" extrusionOk="0">
                  <a:moveTo>
                    <a:pt x="435" y="1"/>
                  </a:moveTo>
                  <a:cubicBezTo>
                    <a:pt x="201" y="1"/>
                    <a:pt x="0" y="51"/>
                    <a:pt x="0" y="135"/>
                  </a:cubicBezTo>
                  <a:cubicBezTo>
                    <a:pt x="0" y="218"/>
                    <a:pt x="184" y="285"/>
                    <a:pt x="435" y="285"/>
                  </a:cubicBezTo>
                  <a:cubicBezTo>
                    <a:pt x="686" y="285"/>
                    <a:pt x="870" y="218"/>
                    <a:pt x="870" y="135"/>
                  </a:cubicBezTo>
                  <a:cubicBezTo>
                    <a:pt x="870" y="51"/>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7"/>
            <p:cNvSpPr/>
            <p:nvPr/>
          </p:nvSpPr>
          <p:spPr>
            <a:xfrm>
              <a:off x="2201625" y="872500"/>
              <a:ext cx="22200" cy="7550"/>
            </a:xfrm>
            <a:custGeom>
              <a:avLst/>
              <a:gdLst/>
              <a:ahLst/>
              <a:cxnLst/>
              <a:rect l="l" t="t" r="r" b="b"/>
              <a:pathLst>
                <a:path w="888" h="302" extrusionOk="0">
                  <a:moveTo>
                    <a:pt x="452" y="1"/>
                  </a:moveTo>
                  <a:cubicBezTo>
                    <a:pt x="218" y="1"/>
                    <a:pt x="0" y="68"/>
                    <a:pt x="0" y="151"/>
                  </a:cubicBezTo>
                  <a:cubicBezTo>
                    <a:pt x="0" y="235"/>
                    <a:pt x="201" y="302"/>
                    <a:pt x="452" y="302"/>
                  </a:cubicBezTo>
                  <a:cubicBezTo>
                    <a:pt x="703" y="302"/>
                    <a:pt x="888" y="235"/>
                    <a:pt x="888" y="151"/>
                  </a:cubicBezTo>
                  <a:cubicBezTo>
                    <a:pt x="888" y="68"/>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7"/>
            <p:cNvSpPr/>
            <p:nvPr/>
          </p:nvSpPr>
          <p:spPr>
            <a:xfrm>
              <a:off x="2398300" y="887975"/>
              <a:ext cx="22200" cy="7200"/>
            </a:xfrm>
            <a:custGeom>
              <a:avLst/>
              <a:gdLst/>
              <a:ahLst/>
              <a:cxnLst/>
              <a:rect l="l" t="t" r="r" b="b"/>
              <a:pathLst>
                <a:path w="888" h="288" extrusionOk="0">
                  <a:moveTo>
                    <a:pt x="452" y="1"/>
                  </a:moveTo>
                  <a:cubicBezTo>
                    <a:pt x="218" y="1"/>
                    <a:pt x="0" y="51"/>
                    <a:pt x="0" y="135"/>
                  </a:cubicBezTo>
                  <a:cubicBezTo>
                    <a:pt x="0" y="219"/>
                    <a:pt x="201" y="286"/>
                    <a:pt x="452" y="286"/>
                  </a:cubicBezTo>
                  <a:cubicBezTo>
                    <a:pt x="471" y="287"/>
                    <a:pt x="490" y="288"/>
                    <a:pt x="509" y="288"/>
                  </a:cubicBezTo>
                  <a:cubicBezTo>
                    <a:pt x="706" y="288"/>
                    <a:pt x="888" y="211"/>
                    <a:pt x="888" y="135"/>
                  </a:cubicBezTo>
                  <a:cubicBezTo>
                    <a:pt x="888" y="51"/>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7"/>
            <p:cNvSpPr/>
            <p:nvPr/>
          </p:nvSpPr>
          <p:spPr>
            <a:xfrm>
              <a:off x="1667650" y="779600"/>
              <a:ext cx="22225" cy="7150"/>
            </a:xfrm>
            <a:custGeom>
              <a:avLst/>
              <a:gdLst/>
              <a:ahLst/>
              <a:cxnLst/>
              <a:rect l="l" t="t" r="r" b="b"/>
              <a:pathLst>
                <a:path w="889" h="286" extrusionOk="0">
                  <a:moveTo>
                    <a:pt x="436" y="1"/>
                  </a:moveTo>
                  <a:cubicBezTo>
                    <a:pt x="219" y="1"/>
                    <a:pt x="1" y="68"/>
                    <a:pt x="1" y="151"/>
                  </a:cubicBezTo>
                  <a:cubicBezTo>
                    <a:pt x="1" y="235"/>
                    <a:pt x="185" y="285"/>
                    <a:pt x="436" y="285"/>
                  </a:cubicBezTo>
                  <a:cubicBezTo>
                    <a:pt x="687" y="285"/>
                    <a:pt x="888" y="235"/>
                    <a:pt x="888" y="151"/>
                  </a:cubicBezTo>
                  <a:cubicBezTo>
                    <a:pt x="888"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7"/>
            <p:cNvSpPr/>
            <p:nvPr/>
          </p:nvSpPr>
          <p:spPr>
            <a:xfrm>
              <a:off x="1912475" y="949500"/>
              <a:ext cx="21775" cy="7200"/>
            </a:xfrm>
            <a:custGeom>
              <a:avLst/>
              <a:gdLst/>
              <a:ahLst/>
              <a:cxnLst/>
              <a:rect l="l" t="t" r="r" b="b"/>
              <a:pathLst>
                <a:path w="871" h="288" extrusionOk="0">
                  <a:moveTo>
                    <a:pt x="435" y="1"/>
                  </a:moveTo>
                  <a:cubicBezTo>
                    <a:pt x="218" y="1"/>
                    <a:pt x="0" y="68"/>
                    <a:pt x="0" y="151"/>
                  </a:cubicBezTo>
                  <a:cubicBezTo>
                    <a:pt x="0" y="235"/>
                    <a:pt x="184" y="285"/>
                    <a:pt x="435" y="285"/>
                  </a:cubicBezTo>
                  <a:cubicBezTo>
                    <a:pt x="460" y="287"/>
                    <a:pt x="484" y="288"/>
                    <a:pt x="507" y="288"/>
                  </a:cubicBezTo>
                  <a:cubicBezTo>
                    <a:pt x="709" y="288"/>
                    <a:pt x="870" y="226"/>
                    <a:pt x="870" y="151"/>
                  </a:cubicBezTo>
                  <a:cubicBezTo>
                    <a:pt x="870" y="68"/>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0" name="Google Shape;2120;p7"/>
          <p:cNvGrpSpPr/>
          <p:nvPr/>
        </p:nvGrpSpPr>
        <p:grpSpPr>
          <a:xfrm rot="-820589">
            <a:off x="1593180" y="-106009"/>
            <a:ext cx="2098832" cy="984632"/>
            <a:chOff x="1406550" y="1260600"/>
            <a:chExt cx="1204775" cy="565200"/>
          </a:xfrm>
        </p:grpSpPr>
        <p:sp>
          <p:nvSpPr>
            <p:cNvPr id="2121" name="Google Shape;2121;p7"/>
            <p:cNvSpPr/>
            <p:nvPr/>
          </p:nvSpPr>
          <p:spPr>
            <a:xfrm>
              <a:off x="1406550" y="1264650"/>
              <a:ext cx="1204775" cy="555275"/>
            </a:xfrm>
            <a:custGeom>
              <a:avLst/>
              <a:gdLst/>
              <a:ahLst/>
              <a:cxnLst/>
              <a:rect l="l" t="t" r="r" b="b"/>
              <a:pathLst>
                <a:path w="48191" h="22211" extrusionOk="0">
                  <a:moveTo>
                    <a:pt x="25953" y="0"/>
                  </a:moveTo>
                  <a:cubicBezTo>
                    <a:pt x="24999" y="0"/>
                    <a:pt x="24004" y="17"/>
                    <a:pt x="22965" y="49"/>
                  </a:cubicBezTo>
                  <a:cubicBezTo>
                    <a:pt x="9089" y="467"/>
                    <a:pt x="0" y="3263"/>
                    <a:pt x="921" y="12586"/>
                  </a:cubicBezTo>
                  <a:cubicBezTo>
                    <a:pt x="1557" y="19097"/>
                    <a:pt x="14897" y="22211"/>
                    <a:pt x="24991" y="22211"/>
                  </a:cubicBezTo>
                  <a:cubicBezTo>
                    <a:pt x="36390" y="22211"/>
                    <a:pt x="48190" y="14461"/>
                    <a:pt x="44759" y="7263"/>
                  </a:cubicBezTo>
                  <a:cubicBezTo>
                    <a:pt x="42311" y="2152"/>
                    <a:pt x="36876" y="0"/>
                    <a:pt x="25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7"/>
            <p:cNvSpPr/>
            <p:nvPr/>
          </p:nvSpPr>
          <p:spPr>
            <a:xfrm>
              <a:off x="1450475" y="1293850"/>
              <a:ext cx="1112300" cy="487575"/>
            </a:xfrm>
            <a:custGeom>
              <a:avLst/>
              <a:gdLst/>
              <a:ahLst/>
              <a:cxnLst/>
              <a:rect l="l" t="t" r="r" b="b"/>
              <a:pathLst>
                <a:path w="44492" h="19503" extrusionOk="0">
                  <a:moveTo>
                    <a:pt x="24368" y="1"/>
                  </a:moveTo>
                  <a:cubicBezTo>
                    <a:pt x="23367" y="1"/>
                    <a:pt x="22314" y="18"/>
                    <a:pt x="21208" y="53"/>
                  </a:cubicBezTo>
                  <a:cubicBezTo>
                    <a:pt x="8370" y="454"/>
                    <a:pt x="1" y="2697"/>
                    <a:pt x="871" y="11301"/>
                  </a:cubicBezTo>
                  <a:cubicBezTo>
                    <a:pt x="1474" y="17293"/>
                    <a:pt x="13475" y="19503"/>
                    <a:pt x="22799" y="19503"/>
                  </a:cubicBezTo>
                  <a:cubicBezTo>
                    <a:pt x="33344" y="19503"/>
                    <a:pt x="44492" y="13025"/>
                    <a:pt x="41328" y="6380"/>
                  </a:cubicBezTo>
                  <a:cubicBezTo>
                    <a:pt x="39111" y="1702"/>
                    <a:pt x="34179" y="1"/>
                    <a:pt x="243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7"/>
            <p:cNvSpPr/>
            <p:nvPr/>
          </p:nvSpPr>
          <p:spPr>
            <a:xfrm>
              <a:off x="1427050" y="1514850"/>
              <a:ext cx="1112725" cy="310950"/>
            </a:xfrm>
            <a:custGeom>
              <a:avLst/>
              <a:gdLst/>
              <a:ahLst/>
              <a:cxnLst/>
              <a:rect l="l" t="t" r="r" b="b"/>
              <a:pathLst>
                <a:path w="44509" h="12438" extrusionOk="0">
                  <a:moveTo>
                    <a:pt x="101" y="0"/>
                  </a:moveTo>
                  <a:lnTo>
                    <a:pt x="101" y="0"/>
                  </a:lnTo>
                  <a:cubicBezTo>
                    <a:pt x="0" y="804"/>
                    <a:pt x="0" y="1657"/>
                    <a:pt x="84" y="2578"/>
                  </a:cubicBezTo>
                  <a:cubicBezTo>
                    <a:pt x="737" y="9089"/>
                    <a:pt x="14077" y="12437"/>
                    <a:pt x="24154" y="12437"/>
                  </a:cubicBezTo>
                  <a:cubicBezTo>
                    <a:pt x="34030" y="12437"/>
                    <a:pt x="44157" y="6428"/>
                    <a:pt x="44508" y="218"/>
                  </a:cubicBezTo>
                  <a:lnTo>
                    <a:pt x="44508" y="218"/>
                  </a:lnTo>
                  <a:cubicBezTo>
                    <a:pt x="43654" y="6194"/>
                    <a:pt x="33812" y="11684"/>
                    <a:pt x="24204" y="11684"/>
                  </a:cubicBezTo>
                  <a:cubicBezTo>
                    <a:pt x="14128" y="11684"/>
                    <a:pt x="770" y="8570"/>
                    <a:pt x="151" y="2059"/>
                  </a:cubicBezTo>
                  <a:cubicBezTo>
                    <a:pt x="84" y="1323"/>
                    <a:pt x="67" y="653"/>
                    <a:pt x="1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7"/>
            <p:cNvSpPr/>
            <p:nvPr/>
          </p:nvSpPr>
          <p:spPr>
            <a:xfrm>
              <a:off x="1423275" y="1260600"/>
              <a:ext cx="1118575" cy="293600"/>
            </a:xfrm>
            <a:custGeom>
              <a:avLst/>
              <a:gdLst/>
              <a:ahLst/>
              <a:cxnLst/>
              <a:rect l="l" t="t" r="r" b="b"/>
              <a:pathLst>
                <a:path w="44743" h="11744" extrusionOk="0">
                  <a:moveTo>
                    <a:pt x="25024" y="1"/>
                  </a:moveTo>
                  <a:cubicBezTo>
                    <a:pt x="24140" y="1"/>
                    <a:pt x="23220" y="15"/>
                    <a:pt x="22263" y="44"/>
                  </a:cubicBezTo>
                  <a:cubicBezTo>
                    <a:pt x="8889" y="462"/>
                    <a:pt x="1" y="3207"/>
                    <a:pt x="185" y="11744"/>
                  </a:cubicBezTo>
                  <a:cubicBezTo>
                    <a:pt x="369" y="3626"/>
                    <a:pt x="9190" y="964"/>
                    <a:pt x="22296" y="579"/>
                  </a:cubicBezTo>
                  <a:cubicBezTo>
                    <a:pt x="23287" y="548"/>
                    <a:pt x="24238" y="533"/>
                    <a:pt x="25151" y="533"/>
                  </a:cubicBezTo>
                  <a:cubicBezTo>
                    <a:pt x="36163" y="533"/>
                    <a:pt x="41632" y="2796"/>
                    <a:pt x="44090" y="7927"/>
                  </a:cubicBezTo>
                  <a:cubicBezTo>
                    <a:pt x="44475" y="8714"/>
                    <a:pt x="44659" y="9484"/>
                    <a:pt x="44693" y="10254"/>
                  </a:cubicBezTo>
                  <a:cubicBezTo>
                    <a:pt x="44743" y="9317"/>
                    <a:pt x="44542" y="8346"/>
                    <a:pt x="44090" y="7408"/>
                  </a:cubicBezTo>
                  <a:cubicBezTo>
                    <a:pt x="41625" y="2262"/>
                    <a:pt x="36116" y="1"/>
                    <a:pt x="25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7"/>
            <p:cNvSpPr/>
            <p:nvPr/>
          </p:nvSpPr>
          <p:spPr>
            <a:xfrm>
              <a:off x="1447450" y="1299025"/>
              <a:ext cx="1027225" cy="464700"/>
            </a:xfrm>
            <a:custGeom>
              <a:avLst/>
              <a:gdLst/>
              <a:ahLst/>
              <a:cxnLst/>
              <a:rect l="l" t="t" r="r" b="b"/>
              <a:pathLst>
                <a:path w="41089" h="18588" extrusionOk="0">
                  <a:moveTo>
                    <a:pt x="24535" y="1"/>
                  </a:moveTo>
                  <a:cubicBezTo>
                    <a:pt x="23384" y="1"/>
                    <a:pt x="22185" y="29"/>
                    <a:pt x="20944" y="80"/>
                  </a:cubicBezTo>
                  <a:cubicBezTo>
                    <a:pt x="9646" y="565"/>
                    <a:pt x="4390" y="2624"/>
                    <a:pt x="2398" y="7411"/>
                  </a:cubicBezTo>
                  <a:cubicBezTo>
                    <a:pt x="1" y="13215"/>
                    <a:pt x="9357" y="18588"/>
                    <a:pt x="18763" y="18588"/>
                  </a:cubicBezTo>
                  <a:cubicBezTo>
                    <a:pt x="19340" y="18588"/>
                    <a:pt x="19918" y="18567"/>
                    <a:pt x="20492" y="18526"/>
                  </a:cubicBezTo>
                  <a:cubicBezTo>
                    <a:pt x="29247" y="17907"/>
                    <a:pt x="40679" y="14525"/>
                    <a:pt x="40863" y="9102"/>
                  </a:cubicBezTo>
                  <a:cubicBezTo>
                    <a:pt x="41089" y="2131"/>
                    <a:pt x="34625" y="1"/>
                    <a:pt x="245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7"/>
            <p:cNvSpPr/>
            <p:nvPr/>
          </p:nvSpPr>
          <p:spPr>
            <a:xfrm>
              <a:off x="1439025" y="1308900"/>
              <a:ext cx="1025525" cy="450175"/>
            </a:xfrm>
            <a:custGeom>
              <a:avLst/>
              <a:gdLst/>
              <a:ahLst/>
              <a:cxnLst/>
              <a:rect l="l" t="t" r="r" b="b"/>
              <a:pathLst>
                <a:path w="41021" h="18007" extrusionOk="0">
                  <a:moveTo>
                    <a:pt x="24879" y="0"/>
                  </a:moveTo>
                  <a:cubicBezTo>
                    <a:pt x="23603" y="0"/>
                    <a:pt x="22282" y="66"/>
                    <a:pt x="20930" y="204"/>
                  </a:cubicBezTo>
                  <a:cubicBezTo>
                    <a:pt x="11941" y="1124"/>
                    <a:pt x="6250" y="2179"/>
                    <a:pt x="3020" y="7184"/>
                  </a:cubicBezTo>
                  <a:cubicBezTo>
                    <a:pt x="1" y="11821"/>
                    <a:pt x="10031" y="18006"/>
                    <a:pt x="19970" y="18006"/>
                  </a:cubicBezTo>
                  <a:cubicBezTo>
                    <a:pt x="20722" y="18006"/>
                    <a:pt x="21473" y="17971"/>
                    <a:pt x="22219" y="17896"/>
                  </a:cubicBezTo>
                  <a:cubicBezTo>
                    <a:pt x="34070" y="16675"/>
                    <a:pt x="40079" y="12038"/>
                    <a:pt x="40564" y="7452"/>
                  </a:cubicBezTo>
                  <a:cubicBezTo>
                    <a:pt x="41020" y="3422"/>
                    <a:pt x="34112" y="0"/>
                    <a:pt x="248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7"/>
            <p:cNvSpPr/>
            <p:nvPr/>
          </p:nvSpPr>
          <p:spPr>
            <a:xfrm>
              <a:off x="1447350" y="1315975"/>
              <a:ext cx="1011500" cy="419150"/>
            </a:xfrm>
            <a:custGeom>
              <a:avLst/>
              <a:gdLst/>
              <a:ahLst/>
              <a:cxnLst/>
              <a:rect l="l" t="t" r="r" b="b"/>
              <a:pathLst>
                <a:path w="40460" h="16766" extrusionOk="0">
                  <a:moveTo>
                    <a:pt x="24729" y="1"/>
                  </a:moveTo>
                  <a:cubicBezTo>
                    <a:pt x="23450" y="1"/>
                    <a:pt x="22124" y="66"/>
                    <a:pt x="20764" y="205"/>
                  </a:cubicBezTo>
                  <a:cubicBezTo>
                    <a:pt x="11910" y="1093"/>
                    <a:pt x="6302" y="2130"/>
                    <a:pt x="3021" y="6951"/>
                  </a:cubicBezTo>
                  <a:cubicBezTo>
                    <a:pt x="0" y="11390"/>
                    <a:pt x="10165" y="16766"/>
                    <a:pt x="19948" y="16766"/>
                  </a:cubicBezTo>
                  <a:cubicBezTo>
                    <a:pt x="20790" y="16766"/>
                    <a:pt x="21628" y="16726"/>
                    <a:pt x="22455" y="16643"/>
                  </a:cubicBezTo>
                  <a:cubicBezTo>
                    <a:pt x="34138" y="15454"/>
                    <a:pt x="39361" y="11554"/>
                    <a:pt x="39947" y="7152"/>
                  </a:cubicBezTo>
                  <a:cubicBezTo>
                    <a:pt x="40460" y="3281"/>
                    <a:pt x="33767" y="1"/>
                    <a:pt x="247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7"/>
            <p:cNvSpPr/>
            <p:nvPr/>
          </p:nvSpPr>
          <p:spPr>
            <a:xfrm>
              <a:off x="2072350" y="1350525"/>
              <a:ext cx="329350" cy="96850"/>
            </a:xfrm>
            <a:custGeom>
              <a:avLst/>
              <a:gdLst/>
              <a:ahLst/>
              <a:cxnLst/>
              <a:rect l="l" t="t" r="r" b="b"/>
              <a:pathLst>
                <a:path w="13174" h="3874" extrusionOk="0">
                  <a:moveTo>
                    <a:pt x="5782" y="1"/>
                  </a:moveTo>
                  <a:cubicBezTo>
                    <a:pt x="4496" y="1"/>
                    <a:pt x="3161" y="810"/>
                    <a:pt x="1020" y="2707"/>
                  </a:cubicBezTo>
                  <a:cubicBezTo>
                    <a:pt x="31" y="3584"/>
                    <a:pt x="0" y="3873"/>
                    <a:pt x="572" y="3873"/>
                  </a:cubicBezTo>
                  <a:cubicBezTo>
                    <a:pt x="1681" y="3873"/>
                    <a:pt x="5062" y="2782"/>
                    <a:pt x="8109" y="2782"/>
                  </a:cubicBezTo>
                  <a:cubicBezTo>
                    <a:pt x="9123" y="2782"/>
                    <a:pt x="10101" y="2903"/>
                    <a:pt x="10946" y="3226"/>
                  </a:cubicBezTo>
                  <a:cubicBezTo>
                    <a:pt x="11895" y="3593"/>
                    <a:pt x="12399" y="3747"/>
                    <a:pt x="12582" y="3747"/>
                  </a:cubicBezTo>
                  <a:cubicBezTo>
                    <a:pt x="13174" y="3747"/>
                    <a:pt x="10404" y="2138"/>
                    <a:pt x="8435" y="949"/>
                  </a:cubicBezTo>
                  <a:cubicBezTo>
                    <a:pt x="7433" y="343"/>
                    <a:pt x="6618" y="1"/>
                    <a:pt x="578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7"/>
            <p:cNvSpPr/>
            <p:nvPr/>
          </p:nvSpPr>
          <p:spPr>
            <a:xfrm>
              <a:off x="1580725" y="1367450"/>
              <a:ext cx="772400" cy="329975"/>
            </a:xfrm>
            <a:custGeom>
              <a:avLst/>
              <a:gdLst/>
              <a:ahLst/>
              <a:cxnLst/>
              <a:rect l="l" t="t" r="r" b="b"/>
              <a:pathLst>
                <a:path w="30896" h="13199" extrusionOk="0">
                  <a:moveTo>
                    <a:pt x="10486" y="1"/>
                  </a:moveTo>
                  <a:cubicBezTo>
                    <a:pt x="5302" y="1"/>
                    <a:pt x="220" y="3089"/>
                    <a:pt x="114" y="7604"/>
                  </a:cubicBezTo>
                  <a:cubicBezTo>
                    <a:pt x="1" y="11782"/>
                    <a:pt x="6792" y="13199"/>
                    <a:pt x="14214" y="13199"/>
                  </a:cubicBezTo>
                  <a:cubicBezTo>
                    <a:pt x="15592" y="13199"/>
                    <a:pt x="16993" y="13150"/>
                    <a:pt x="18375" y="13060"/>
                  </a:cubicBezTo>
                  <a:cubicBezTo>
                    <a:pt x="26711" y="12508"/>
                    <a:pt x="30896" y="6030"/>
                    <a:pt x="21656" y="5762"/>
                  </a:cubicBezTo>
                  <a:cubicBezTo>
                    <a:pt x="21406" y="5756"/>
                    <a:pt x="21169" y="5752"/>
                    <a:pt x="20945" y="5752"/>
                  </a:cubicBezTo>
                  <a:cubicBezTo>
                    <a:pt x="12914" y="5752"/>
                    <a:pt x="20364" y="10013"/>
                    <a:pt x="10090" y="11169"/>
                  </a:cubicBezTo>
                  <a:cubicBezTo>
                    <a:pt x="9229" y="11267"/>
                    <a:pt x="8460" y="11312"/>
                    <a:pt x="7773" y="11312"/>
                  </a:cubicBezTo>
                  <a:cubicBezTo>
                    <a:pt x="27" y="11312"/>
                    <a:pt x="2814" y="5552"/>
                    <a:pt x="4951" y="4875"/>
                  </a:cubicBezTo>
                  <a:cubicBezTo>
                    <a:pt x="8583" y="3720"/>
                    <a:pt x="19430" y="1042"/>
                    <a:pt x="12115" y="105"/>
                  </a:cubicBezTo>
                  <a:cubicBezTo>
                    <a:pt x="11575" y="35"/>
                    <a:pt x="11029" y="1"/>
                    <a:pt x="10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7"/>
            <p:cNvSpPr/>
            <p:nvPr/>
          </p:nvSpPr>
          <p:spPr>
            <a:xfrm>
              <a:off x="2287400" y="1486800"/>
              <a:ext cx="106750" cy="111450"/>
            </a:xfrm>
            <a:custGeom>
              <a:avLst/>
              <a:gdLst/>
              <a:ahLst/>
              <a:cxnLst/>
              <a:rect l="l" t="t" r="r" b="b"/>
              <a:pathLst>
                <a:path w="4270" h="4458" extrusionOk="0">
                  <a:moveTo>
                    <a:pt x="2302" y="1"/>
                  </a:moveTo>
                  <a:cubicBezTo>
                    <a:pt x="1248" y="1"/>
                    <a:pt x="1" y="540"/>
                    <a:pt x="1" y="1106"/>
                  </a:cubicBezTo>
                  <a:cubicBezTo>
                    <a:pt x="1" y="3019"/>
                    <a:pt x="690" y="4458"/>
                    <a:pt x="1722" y="4458"/>
                  </a:cubicBezTo>
                  <a:cubicBezTo>
                    <a:pt x="2215" y="4458"/>
                    <a:pt x="2787" y="4129"/>
                    <a:pt x="3399" y="3365"/>
                  </a:cubicBezTo>
                  <a:cubicBezTo>
                    <a:pt x="4152" y="2428"/>
                    <a:pt x="4269" y="838"/>
                    <a:pt x="3298" y="235"/>
                  </a:cubicBezTo>
                  <a:cubicBezTo>
                    <a:pt x="3036" y="71"/>
                    <a:pt x="2682" y="1"/>
                    <a:pt x="230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7"/>
            <p:cNvSpPr/>
            <p:nvPr/>
          </p:nvSpPr>
          <p:spPr>
            <a:xfrm>
              <a:off x="2228825" y="1474250"/>
              <a:ext cx="64875" cy="29350"/>
            </a:xfrm>
            <a:custGeom>
              <a:avLst/>
              <a:gdLst/>
              <a:ahLst/>
              <a:cxnLst/>
              <a:rect l="l" t="t" r="r" b="b"/>
              <a:pathLst>
                <a:path w="2595" h="1174" extrusionOk="0">
                  <a:moveTo>
                    <a:pt x="1306" y="1"/>
                  </a:moveTo>
                  <a:cubicBezTo>
                    <a:pt x="586" y="1"/>
                    <a:pt x="0" y="269"/>
                    <a:pt x="0" y="587"/>
                  </a:cubicBezTo>
                  <a:cubicBezTo>
                    <a:pt x="0" y="921"/>
                    <a:pt x="586" y="1172"/>
                    <a:pt x="1306" y="1172"/>
                  </a:cubicBezTo>
                  <a:cubicBezTo>
                    <a:pt x="1327" y="1173"/>
                    <a:pt x="1348" y="1173"/>
                    <a:pt x="1368" y="1173"/>
                  </a:cubicBezTo>
                  <a:cubicBezTo>
                    <a:pt x="2043" y="1173"/>
                    <a:pt x="2595" y="911"/>
                    <a:pt x="2595" y="587"/>
                  </a:cubicBezTo>
                  <a:cubicBezTo>
                    <a:pt x="2595" y="252"/>
                    <a:pt x="2009" y="1"/>
                    <a:pt x="130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7"/>
            <p:cNvSpPr/>
            <p:nvPr/>
          </p:nvSpPr>
          <p:spPr>
            <a:xfrm>
              <a:off x="1938825" y="1549575"/>
              <a:ext cx="31400" cy="18850"/>
            </a:xfrm>
            <a:custGeom>
              <a:avLst/>
              <a:gdLst/>
              <a:ahLst/>
              <a:cxnLst/>
              <a:rect l="l" t="t" r="r" b="b"/>
              <a:pathLst>
                <a:path w="1256" h="754" extrusionOk="0">
                  <a:moveTo>
                    <a:pt x="620" y="1"/>
                  </a:moveTo>
                  <a:cubicBezTo>
                    <a:pt x="268" y="1"/>
                    <a:pt x="1" y="168"/>
                    <a:pt x="1" y="369"/>
                  </a:cubicBezTo>
                  <a:cubicBezTo>
                    <a:pt x="1" y="586"/>
                    <a:pt x="268" y="754"/>
                    <a:pt x="620" y="754"/>
                  </a:cubicBezTo>
                  <a:cubicBezTo>
                    <a:pt x="971" y="754"/>
                    <a:pt x="1256" y="586"/>
                    <a:pt x="1256" y="369"/>
                  </a:cubicBezTo>
                  <a:cubicBezTo>
                    <a:pt x="1256" y="168"/>
                    <a:pt x="971" y="1"/>
                    <a:pt x="62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7"/>
            <p:cNvSpPr/>
            <p:nvPr/>
          </p:nvSpPr>
          <p:spPr>
            <a:xfrm>
              <a:off x="1686500" y="1573025"/>
              <a:ext cx="37675" cy="13825"/>
            </a:xfrm>
            <a:custGeom>
              <a:avLst/>
              <a:gdLst/>
              <a:ahLst/>
              <a:cxnLst/>
              <a:rect l="l" t="t" r="r" b="b"/>
              <a:pathLst>
                <a:path w="1507" h="553" extrusionOk="0">
                  <a:moveTo>
                    <a:pt x="753" y="0"/>
                  </a:moveTo>
                  <a:cubicBezTo>
                    <a:pt x="335" y="0"/>
                    <a:pt x="0" y="134"/>
                    <a:pt x="0" y="268"/>
                  </a:cubicBezTo>
                  <a:cubicBezTo>
                    <a:pt x="0" y="418"/>
                    <a:pt x="335" y="552"/>
                    <a:pt x="753" y="552"/>
                  </a:cubicBezTo>
                  <a:cubicBezTo>
                    <a:pt x="1172" y="552"/>
                    <a:pt x="1507" y="418"/>
                    <a:pt x="1507" y="268"/>
                  </a:cubicBezTo>
                  <a:cubicBezTo>
                    <a:pt x="1507" y="134"/>
                    <a:pt x="1172" y="0"/>
                    <a:pt x="7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7"/>
            <p:cNvSpPr/>
            <p:nvPr/>
          </p:nvSpPr>
          <p:spPr>
            <a:xfrm>
              <a:off x="1560950" y="1463375"/>
              <a:ext cx="29325" cy="18850"/>
            </a:xfrm>
            <a:custGeom>
              <a:avLst/>
              <a:gdLst/>
              <a:ahLst/>
              <a:cxnLst/>
              <a:rect l="l" t="t" r="r" b="b"/>
              <a:pathLst>
                <a:path w="1173" h="754" extrusionOk="0">
                  <a:moveTo>
                    <a:pt x="586" y="0"/>
                  </a:moveTo>
                  <a:cubicBezTo>
                    <a:pt x="252" y="0"/>
                    <a:pt x="1" y="168"/>
                    <a:pt x="1" y="369"/>
                  </a:cubicBezTo>
                  <a:cubicBezTo>
                    <a:pt x="1" y="586"/>
                    <a:pt x="268" y="754"/>
                    <a:pt x="586" y="754"/>
                  </a:cubicBezTo>
                  <a:cubicBezTo>
                    <a:pt x="921" y="754"/>
                    <a:pt x="1172" y="586"/>
                    <a:pt x="1172" y="369"/>
                  </a:cubicBezTo>
                  <a:cubicBezTo>
                    <a:pt x="1172" y="168"/>
                    <a:pt x="905" y="0"/>
                    <a:pt x="58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7"/>
            <p:cNvSpPr/>
            <p:nvPr/>
          </p:nvSpPr>
          <p:spPr>
            <a:xfrm>
              <a:off x="1939675" y="1348300"/>
              <a:ext cx="110075" cy="18850"/>
            </a:xfrm>
            <a:custGeom>
              <a:avLst/>
              <a:gdLst/>
              <a:ahLst/>
              <a:cxnLst/>
              <a:rect l="l" t="t" r="r" b="b"/>
              <a:pathLst>
                <a:path w="4403" h="754" extrusionOk="0">
                  <a:moveTo>
                    <a:pt x="2193" y="0"/>
                  </a:moveTo>
                  <a:cubicBezTo>
                    <a:pt x="988" y="0"/>
                    <a:pt x="0" y="168"/>
                    <a:pt x="0" y="369"/>
                  </a:cubicBezTo>
                  <a:cubicBezTo>
                    <a:pt x="0" y="586"/>
                    <a:pt x="988" y="754"/>
                    <a:pt x="2193" y="754"/>
                  </a:cubicBezTo>
                  <a:cubicBezTo>
                    <a:pt x="3415" y="754"/>
                    <a:pt x="4402" y="586"/>
                    <a:pt x="4402" y="369"/>
                  </a:cubicBezTo>
                  <a:cubicBezTo>
                    <a:pt x="4402" y="168"/>
                    <a:pt x="3415" y="0"/>
                    <a:pt x="219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7"/>
            <p:cNvSpPr/>
            <p:nvPr/>
          </p:nvSpPr>
          <p:spPr>
            <a:xfrm>
              <a:off x="1886925" y="1428325"/>
              <a:ext cx="164075" cy="32050"/>
            </a:xfrm>
            <a:custGeom>
              <a:avLst/>
              <a:gdLst/>
              <a:ahLst/>
              <a:cxnLst/>
              <a:rect l="l" t="t" r="r" b="b"/>
              <a:pathLst>
                <a:path w="6563" h="1282" extrusionOk="0">
                  <a:moveTo>
                    <a:pt x="3956" y="0"/>
                  </a:moveTo>
                  <a:cubicBezTo>
                    <a:pt x="2950" y="0"/>
                    <a:pt x="1843" y="116"/>
                    <a:pt x="1106" y="331"/>
                  </a:cubicBezTo>
                  <a:cubicBezTo>
                    <a:pt x="1" y="649"/>
                    <a:pt x="85" y="1034"/>
                    <a:pt x="1290" y="1202"/>
                  </a:cubicBezTo>
                  <a:cubicBezTo>
                    <a:pt x="1678" y="1256"/>
                    <a:pt x="2134" y="1282"/>
                    <a:pt x="2611" y="1282"/>
                  </a:cubicBezTo>
                  <a:cubicBezTo>
                    <a:pt x="3614" y="1282"/>
                    <a:pt x="4709" y="1166"/>
                    <a:pt x="5458" y="951"/>
                  </a:cubicBezTo>
                  <a:cubicBezTo>
                    <a:pt x="6562" y="649"/>
                    <a:pt x="6479" y="248"/>
                    <a:pt x="5274" y="80"/>
                  </a:cubicBezTo>
                  <a:cubicBezTo>
                    <a:pt x="4891" y="26"/>
                    <a:pt x="4435" y="0"/>
                    <a:pt x="395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7"/>
            <p:cNvSpPr/>
            <p:nvPr/>
          </p:nvSpPr>
          <p:spPr>
            <a:xfrm>
              <a:off x="2125875" y="1330725"/>
              <a:ext cx="45225" cy="13825"/>
            </a:xfrm>
            <a:custGeom>
              <a:avLst/>
              <a:gdLst/>
              <a:ahLst/>
              <a:cxnLst/>
              <a:rect l="l" t="t" r="r" b="b"/>
              <a:pathLst>
                <a:path w="1809" h="553" extrusionOk="0">
                  <a:moveTo>
                    <a:pt x="905" y="0"/>
                  </a:moveTo>
                  <a:cubicBezTo>
                    <a:pt x="419" y="0"/>
                    <a:pt x="1" y="134"/>
                    <a:pt x="1" y="285"/>
                  </a:cubicBezTo>
                  <a:cubicBezTo>
                    <a:pt x="1" y="419"/>
                    <a:pt x="402" y="553"/>
                    <a:pt x="905" y="553"/>
                  </a:cubicBezTo>
                  <a:cubicBezTo>
                    <a:pt x="1407" y="553"/>
                    <a:pt x="1808" y="419"/>
                    <a:pt x="1808" y="285"/>
                  </a:cubicBezTo>
                  <a:cubicBezTo>
                    <a:pt x="1808" y="134"/>
                    <a:pt x="1407" y="0"/>
                    <a:pt x="905" y="0"/>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7"/>
            <p:cNvSpPr/>
            <p:nvPr/>
          </p:nvSpPr>
          <p:spPr>
            <a:xfrm>
              <a:off x="2066450" y="1471750"/>
              <a:ext cx="42725" cy="25975"/>
            </a:xfrm>
            <a:custGeom>
              <a:avLst/>
              <a:gdLst/>
              <a:ahLst/>
              <a:cxnLst/>
              <a:rect l="l" t="t" r="r" b="b"/>
              <a:pathLst>
                <a:path w="1709" h="1039" extrusionOk="0">
                  <a:moveTo>
                    <a:pt x="854" y="0"/>
                  </a:moveTo>
                  <a:cubicBezTo>
                    <a:pt x="369" y="0"/>
                    <a:pt x="1" y="218"/>
                    <a:pt x="1" y="519"/>
                  </a:cubicBezTo>
                  <a:cubicBezTo>
                    <a:pt x="1" y="804"/>
                    <a:pt x="369" y="1038"/>
                    <a:pt x="854" y="1038"/>
                  </a:cubicBezTo>
                  <a:cubicBezTo>
                    <a:pt x="1323" y="1038"/>
                    <a:pt x="1708" y="804"/>
                    <a:pt x="1708" y="519"/>
                  </a:cubicBezTo>
                  <a:cubicBezTo>
                    <a:pt x="1708" y="218"/>
                    <a:pt x="1323" y="0"/>
                    <a:pt x="8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7"/>
            <p:cNvSpPr/>
            <p:nvPr/>
          </p:nvSpPr>
          <p:spPr>
            <a:xfrm>
              <a:off x="1995725" y="1467550"/>
              <a:ext cx="39800" cy="19700"/>
            </a:xfrm>
            <a:custGeom>
              <a:avLst/>
              <a:gdLst/>
              <a:ahLst/>
              <a:cxnLst/>
              <a:rect l="l" t="t" r="r" b="b"/>
              <a:pathLst>
                <a:path w="1592" h="788" extrusionOk="0">
                  <a:moveTo>
                    <a:pt x="788" y="1"/>
                  </a:moveTo>
                  <a:cubicBezTo>
                    <a:pt x="352" y="1"/>
                    <a:pt x="1" y="168"/>
                    <a:pt x="1" y="386"/>
                  </a:cubicBezTo>
                  <a:cubicBezTo>
                    <a:pt x="1" y="620"/>
                    <a:pt x="352" y="788"/>
                    <a:pt x="788" y="788"/>
                  </a:cubicBezTo>
                  <a:cubicBezTo>
                    <a:pt x="1240" y="771"/>
                    <a:pt x="1591" y="603"/>
                    <a:pt x="1591" y="386"/>
                  </a:cubicBezTo>
                  <a:cubicBezTo>
                    <a:pt x="1591" y="185"/>
                    <a:pt x="1240" y="1"/>
                    <a:pt x="788"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7"/>
            <p:cNvSpPr/>
            <p:nvPr/>
          </p:nvSpPr>
          <p:spPr>
            <a:xfrm>
              <a:off x="1891550" y="1466725"/>
              <a:ext cx="39775" cy="20100"/>
            </a:xfrm>
            <a:custGeom>
              <a:avLst/>
              <a:gdLst/>
              <a:ahLst/>
              <a:cxnLst/>
              <a:rect l="l" t="t" r="r" b="b"/>
              <a:pathLst>
                <a:path w="1591" h="804" extrusionOk="0">
                  <a:moveTo>
                    <a:pt x="787" y="0"/>
                  </a:moveTo>
                  <a:cubicBezTo>
                    <a:pt x="352" y="0"/>
                    <a:pt x="0" y="168"/>
                    <a:pt x="0" y="402"/>
                  </a:cubicBezTo>
                  <a:cubicBezTo>
                    <a:pt x="0" y="620"/>
                    <a:pt x="352" y="804"/>
                    <a:pt x="787" y="804"/>
                  </a:cubicBezTo>
                  <a:cubicBezTo>
                    <a:pt x="1239" y="804"/>
                    <a:pt x="1590" y="620"/>
                    <a:pt x="1590" y="402"/>
                  </a:cubicBezTo>
                  <a:cubicBezTo>
                    <a:pt x="1590" y="201"/>
                    <a:pt x="1239" y="0"/>
                    <a:pt x="7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7"/>
            <p:cNvSpPr/>
            <p:nvPr/>
          </p:nvSpPr>
          <p:spPr>
            <a:xfrm>
              <a:off x="1886525" y="1342850"/>
              <a:ext cx="37250" cy="14675"/>
            </a:xfrm>
            <a:custGeom>
              <a:avLst/>
              <a:gdLst/>
              <a:ahLst/>
              <a:cxnLst/>
              <a:rect l="l" t="t" r="r" b="b"/>
              <a:pathLst>
                <a:path w="1490" h="587" extrusionOk="0">
                  <a:moveTo>
                    <a:pt x="753" y="1"/>
                  </a:moveTo>
                  <a:cubicBezTo>
                    <a:pt x="335" y="1"/>
                    <a:pt x="0" y="135"/>
                    <a:pt x="0" y="302"/>
                  </a:cubicBezTo>
                  <a:cubicBezTo>
                    <a:pt x="0" y="436"/>
                    <a:pt x="335" y="587"/>
                    <a:pt x="753" y="587"/>
                  </a:cubicBezTo>
                  <a:cubicBezTo>
                    <a:pt x="1172" y="570"/>
                    <a:pt x="1490" y="436"/>
                    <a:pt x="1490" y="302"/>
                  </a:cubicBezTo>
                  <a:cubicBezTo>
                    <a:pt x="1490" y="151"/>
                    <a:pt x="1172" y="1"/>
                    <a:pt x="75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7"/>
            <p:cNvSpPr/>
            <p:nvPr/>
          </p:nvSpPr>
          <p:spPr>
            <a:xfrm>
              <a:off x="2189900" y="1549150"/>
              <a:ext cx="42725" cy="26000"/>
            </a:xfrm>
            <a:custGeom>
              <a:avLst/>
              <a:gdLst/>
              <a:ahLst/>
              <a:cxnLst/>
              <a:rect l="l" t="t" r="r" b="b"/>
              <a:pathLst>
                <a:path w="1709" h="1040" extrusionOk="0">
                  <a:moveTo>
                    <a:pt x="854" y="1"/>
                  </a:moveTo>
                  <a:cubicBezTo>
                    <a:pt x="369" y="1"/>
                    <a:pt x="1" y="219"/>
                    <a:pt x="1" y="520"/>
                  </a:cubicBezTo>
                  <a:cubicBezTo>
                    <a:pt x="1" y="804"/>
                    <a:pt x="369" y="1039"/>
                    <a:pt x="854" y="1039"/>
                  </a:cubicBezTo>
                  <a:cubicBezTo>
                    <a:pt x="870" y="1039"/>
                    <a:pt x="885" y="1039"/>
                    <a:pt x="900" y="1039"/>
                  </a:cubicBezTo>
                  <a:cubicBezTo>
                    <a:pt x="1363" y="1039"/>
                    <a:pt x="1708" y="795"/>
                    <a:pt x="1708" y="520"/>
                  </a:cubicBezTo>
                  <a:cubicBezTo>
                    <a:pt x="1708" y="219"/>
                    <a:pt x="1323" y="1"/>
                    <a:pt x="854"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7"/>
            <p:cNvSpPr/>
            <p:nvPr/>
          </p:nvSpPr>
          <p:spPr>
            <a:xfrm>
              <a:off x="1730850" y="1376325"/>
              <a:ext cx="149825" cy="70325"/>
            </a:xfrm>
            <a:custGeom>
              <a:avLst/>
              <a:gdLst/>
              <a:ahLst/>
              <a:cxnLst/>
              <a:rect l="l" t="t" r="r" b="b"/>
              <a:pathLst>
                <a:path w="5993" h="2813" extrusionOk="0">
                  <a:moveTo>
                    <a:pt x="2997" y="1"/>
                  </a:moveTo>
                  <a:cubicBezTo>
                    <a:pt x="1340" y="1"/>
                    <a:pt x="0" y="637"/>
                    <a:pt x="0" y="1407"/>
                  </a:cubicBezTo>
                  <a:cubicBezTo>
                    <a:pt x="0" y="2177"/>
                    <a:pt x="1340" y="2813"/>
                    <a:pt x="2997" y="2813"/>
                  </a:cubicBezTo>
                  <a:cubicBezTo>
                    <a:pt x="4654" y="2813"/>
                    <a:pt x="5993" y="2177"/>
                    <a:pt x="5993" y="1407"/>
                  </a:cubicBezTo>
                  <a:cubicBezTo>
                    <a:pt x="5993" y="637"/>
                    <a:pt x="4654" y="1"/>
                    <a:pt x="29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7"/>
            <p:cNvSpPr/>
            <p:nvPr/>
          </p:nvSpPr>
          <p:spPr>
            <a:xfrm>
              <a:off x="1738375" y="1401050"/>
              <a:ext cx="110925" cy="36875"/>
            </a:xfrm>
            <a:custGeom>
              <a:avLst/>
              <a:gdLst/>
              <a:ahLst/>
              <a:cxnLst/>
              <a:rect l="l" t="t" r="r" b="b"/>
              <a:pathLst>
                <a:path w="4437" h="1475" extrusionOk="0">
                  <a:moveTo>
                    <a:pt x="625" y="0"/>
                  </a:moveTo>
                  <a:cubicBezTo>
                    <a:pt x="498" y="0"/>
                    <a:pt x="396" y="39"/>
                    <a:pt x="319" y="133"/>
                  </a:cubicBezTo>
                  <a:cubicBezTo>
                    <a:pt x="1" y="518"/>
                    <a:pt x="603" y="1037"/>
                    <a:pt x="1658" y="1305"/>
                  </a:cubicBezTo>
                  <a:cubicBezTo>
                    <a:pt x="2074" y="1419"/>
                    <a:pt x="2501" y="1474"/>
                    <a:pt x="2884" y="1474"/>
                  </a:cubicBezTo>
                  <a:cubicBezTo>
                    <a:pt x="3455" y="1474"/>
                    <a:pt x="3928" y="1352"/>
                    <a:pt x="4118" y="1121"/>
                  </a:cubicBezTo>
                  <a:cubicBezTo>
                    <a:pt x="4436" y="753"/>
                    <a:pt x="3382" y="786"/>
                    <a:pt x="2344" y="518"/>
                  </a:cubicBezTo>
                  <a:cubicBezTo>
                    <a:pt x="1561" y="319"/>
                    <a:pt x="990" y="0"/>
                    <a:pt x="625"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7"/>
            <p:cNvSpPr/>
            <p:nvPr/>
          </p:nvSpPr>
          <p:spPr>
            <a:xfrm>
              <a:off x="1767675" y="1385550"/>
              <a:ext cx="106725" cy="33400"/>
            </a:xfrm>
            <a:custGeom>
              <a:avLst/>
              <a:gdLst/>
              <a:ahLst/>
              <a:cxnLst/>
              <a:rect l="l" t="t" r="r" b="b"/>
              <a:pathLst>
                <a:path w="4269" h="1336" extrusionOk="0">
                  <a:moveTo>
                    <a:pt x="1481" y="0"/>
                  </a:moveTo>
                  <a:cubicBezTo>
                    <a:pt x="1130" y="0"/>
                    <a:pt x="814" y="43"/>
                    <a:pt x="586" y="134"/>
                  </a:cubicBezTo>
                  <a:cubicBezTo>
                    <a:pt x="0" y="368"/>
                    <a:pt x="1105" y="469"/>
                    <a:pt x="1942" y="787"/>
                  </a:cubicBezTo>
                  <a:cubicBezTo>
                    <a:pt x="2622" y="1040"/>
                    <a:pt x="2941" y="1336"/>
                    <a:pt x="3339" y="1336"/>
                  </a:cubicBezTo>
                  <a:cubicBezTo>
                    <a:pt x="3440" y="1336"/>
                    <a:pt x="3547" y="1317"/>
                    <a:pt x="3666" y="1272"/>
                  </a:cubicBezTo>
                  <a:cubicBezTo>
                    <a:pt x="4269" y="1038"/>
                    <a:pt x="4051" y="603"/>
                    <a:pt x="3198" y="301"/>
                  </a:cubicBezTo>
                  <a:cubicBezTo>
                    <a:pt x="2675" y="107"/>
                    <a:pt x="2034" y="0"/>
                    <a:pt x="148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7"/>
            <p:cNvSpPr/>
            <p:nvPr/>
          </p:nvSpPr>
          <p:spPr>
            <a:xfrm>
              <a:off x="1807425" y="1423625"/>
              <a:ext cx="13225" cy="9250"/>
            </a:xfrm>
            <a:custGeom>
              <a:avLst/>
              <a:gdLst/>
              <a:ahLst/>
              <a:cxnLst/>
              <a:rect l="l" t="t" r="r" b="b"/>
              <a:pathLst>
                <a:path w="529" h="370" extrusionOk="0">
                  <a:moveTo>
                    <a:pt x="335" y="0"/>
                  </a:moveTo>
                  <a:cubicBezTo>
                    <a:pt x="151" y="201"/>
                    <a:pt x="1" y="352"/>
                    <a:pt x="268" y="369"/>
                  </a:cubicBezTo>
                  <a:cubicBezTo>
                    <a:pt x="274" y="369"/>
                    <a:pt x="280" y="369"/>
                    <a:pt x="286" y="369"/>
                  </a:cubicBezTo>
                  <a:cubicBezTo>
                    <a:pt x="529" y="369"/>
                    <a:pt x="369" y="17"/>
                    <a:pt x="369" y="17"/>
                  </a:cubicBezTo>
                  <a:lnTo>
                    <a:pt x="3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7"/>
            <p:cNvSpPr/>
            <p:nvPr/>
          </p:nvSpPr>
          <p:spPr>
            <a:xfrm>
              <a:off x="1792375" y="1421950"/>
              <a:ext cx="12200" cy="8675"/>
            </a:xfrm>
            <a:custGeom>
              <a:avLst/>
              <a:gdLst/>
              <a:ahLst/>
              <a:cxnLst/>
              <a:rect l="l" t="t" r="r" b="b"/>
              <a:pathLst>
                <a:path w="488" h="347" extrusionOk="0">
                  <a:moveTo>
                    <a:pt x="385" y="0"/>
                  </a:moveTo>
                  <a:cubicBezTo>
                    <a:pt x="167" y="151"/>
                    <a:pt x="0" y="251"/>
                    <a:pt x="251" y="335"/>
                  </a:cubicBezTo>
                  <a:cubicBezTo>
                    <a:pt x="275" y="343"/>
                    <a:pt x="296" y="347"/>
                    <a:pt x="314" y="347"/>
                  </a:cubicBezTo>
                  <a:cubicBezTo>
                    <a:pt x="487" y="347"/>
                    <a:pt x="419" y="17"/>
                    <a:pt x="419" y="17"/>
                  </a:cubicBezTo>
                  <a:lnTo>
                    <a:pt x="3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7"/>
            <p:cNvSpPr/>
            <p:nvPr/>
          </p:nvSpPr>
          <p:spPr>
            <a:xfrm>
              <a:off x="1772275" y="1417750"/>
              <a:ext cx="12200" cy="8700"/>
            </a:xfrm>
            <a:custGeom>
              <a:avLst/>
              <a:gdLst/>
              <a:ahLst/>
              <a:cxnLst/>
              <a:rect l="l" t="t" r="r" b="b"/>
              <a:pathLst>
                <a:path w="488" h="348" extrusionOk="0">
                  <a:moveTo>
                    <a:pt x="402" y="1"/>
                  </a:moveTo>
                  <a:cubicBezTo>
                    <a:pt x="168" y="152"/>
                    <a:pt x="1" y="252"/>
                    <a:pt x="252" y="336"/>
                  </a:cubicBezTo>
                  <a:cubicBezTo>
                    <a:pt x="275" y="344"/>
                    <a:pt x="296" y="347"/>
                    <a:pt x="314" y="347"/>
                  </a:cubicBezTo>
                  <a:cubicBezTo>
                    <a:pt x="488" y="347"/>
                    <a:pt x="419" y="18"/>
                    <a:pt x="419" y="18"/>
                  </a:cubicBezTo>
                  <a:lnTo>
                    <a:pt x="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7"/>
            <p:cNvSpPr/>
            <p:nvPr/>
          </p:nvSpPr>
          <p:spPr>
            <a:xfrm>
              <a:off x="1756125" y="1411475"/>
              <a:ext cx="12000" cy="6525"/>
            </a:xfrm>
            <a:custGeom>
              <a:avLst/>
              <a:gdLst/>
              <a:ahLst/>
              <a:cxnLst/>
              <a:rect l="l" t="t" r="r" b="b"/>
              <a:pathLst>
                <a:path w="480" h="261" extrusionOk="0">
                  <a:moveTo>
                    <a:pt x="352" y="1"/>
                  </a:moveTo>
                  <a:cubicBezTo>
                    <a:pt x="140" y="1"/>
                    <a:pt x="1" y="13"/>
                    <a:pt x="144" y="185"/>
                  </a:cubicBezTo>
                  <a:cubicBezTo>
                    <a:pt x="183" y="240"/>
                    <a:pt x="223" y="261"/>
                    <a:pt x="259" y="261"/>
                  </a:cubicBezTo>
                  <a:cubicBezTo>
                    <a:pt x="381" y="261"/>
                    <a:pt x="479" y="34"/>
                    <a:pt x="479" y="34"/>
                  </a:cubicBezTo>
                  <a:lnTo>
                    <a:pt x="462" y="1"/>
                  </a:lnTo>
                  <a:cubicBezTo>
                    <a:pt x="424" y="1"/>
                    <a:pt x="387" y="1"/>
                    <a:pt x="3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7"/>
            <p:cNvSpPr/>
            <p:nvPr/>
          </p:nvSpPr>
          <p:spPr>
            <a:xfrm>
              <a:off x="1842575" y="1405250"/>
              <a:ext cx="10900" cy="6675"/>
            </a:xfrm>
            <a:custGeom>
              <a:avLst/>
              <a:gdLst/>
              <a:ahLst/>
              <a:cxnLst/>
              <a:rect l="l" t="t" r="r" b="b"/>
              <a:pathLst>
                <a:path w="436" h="267" extrusionOk="0">
                  <a:moveTo>
                    <a:pt x="222" y="0"/>
                  </a:moveTo>
                  <a:cubicBezTo>
                    <a:pt x="137" y="0"/>
                    <a:pt x="79" y="123"/>
                    <a:pt x="1" y="267"/>
                  </a:cubicBezTo>
                  <a:lnTo>
                    <a:pt x="17" y="267"/>
                  </a:lnTo>
                  <a:cubicBezTo>
                    <a:pt x="17" y="267"/>
                    <a:pt x="436" y="116"/>
                    <a:pt x="302" y="32"/>
                  </a:cubicBezTo>
                  <a:cubicBezTo>
                    <a:pt x="272" y="10"/>
                    <a:pt x="246"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7"/>
            <p:cNvSpPr/>
            <p:nvPr/>
          </p:nvSpPr>
          <p:spPr>
            <a:xfrm>
              <a:off x="1832950" y="1400200"/>
              <a:ext cx="12175" cy="7125"/>
            </a:xfrm>
            <a:custGeom>
              <a:avLst/>
              <a:gdLst/>
              <a:ahLst/>
              <a:cxnLst/>
              <a:rect l="l" t="t" r="r" b="b"/>
              <a:pathLst>
                <a:path w="487" h="285" extrusionOk="0">
                  <a:moveTo>
                    <a:pt x="154" y="1"/>
                  </a:moveTo>
                  <a:cubicBezTo>
                    <a:pt x="17" y="1"/>
                    <a:pt x="15" y="131"/>
                    <a:pt x="1" y="285"/>
                  </a:cubicBezTo>
                  <a:lnTo>
                    <a:pt x="51" y="285"/>
                  </a:lnTo>
                  <a:cubicBezTo>
                    <a:pt x="51" y="285"/>
                    <a:pt x="486" y="67"/>
                    <a:pt x="252" y="17"/>
                  </a:cubicBezTo>
                  <a:cubicBezTo>
                    <a:pt x="213" y="6"/>
                    <a:pt x="181" y="1"/>
                    <a:pt x="1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7"/>
            <p:cNvSpPr/>
            <p:nvPr/>
          </p:nvSpPr>
          <p:spPr>
            <a:xfrm>
              <a:off x="1817900" y="1392525"/>
              <a:ext cx="12575" cy="8100"/>
            </a:xfrm>
            <a:custGeom>
              <a:avLst/>
              <a:gdLst/>
              <a:ahLst/>
              <a:cxnLst/>
              <a:rect l="l" t="t" r="r" b="b"/>
              <a:pathLst>
                <a:path w="503" h="324" extrusionOk="0">
                  <a:moveTo>
                    <a:pt x="139" y="0"/>
                  </a:moveTo>
                  <a:cubicBezTo>
                    <a:pt x="0" y="0"/>
                    <a:pt x="0" y="145"/>
                    <a:pt x="0" y="324"/>
                  </a:cubicBezTo>
                  <a:lnTo>
                    <a:pt x="34" y="324"/>
                  </a:lnTo>
                  <a:cubicBezTo>
                    <a:pt x="34" y="324"/>
                    <a:pt x="502" y="106"/>
                    <a:pt x="251" y="22"/>
                  </a:cubicBezTo>
                  <a:cubicBezTo>
                    <a:pt x="206" y="7"/>
                    <a:pt x="169" y="0"/>
                    <a:pt x="1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7"/>
            <p:cNvSpPr/>
            <p:nvPr/>
          </p:nvSpPr>
          <p:spPr>
            <a:xfrm>
              <a:off x="1792775" y="1389175"/>
              <a:ext cx="16375" cy="8100"/>
            </a:xfrm>
            <a:custGeom>
              <a:avLst/>
              <a:gdLst/>
              <a:ahLst/>
              <a:cxnLst/>
              <a:rect l="l" t="t" r="r" b="b"/>
              <a:pathLst>
                <a:path w="655" h="324" extrusionOk="0">
                  <a:moveTo>
                    <a:pt x="412" y="1"/>
                  </a:moveTo>
                  <a:cubicBezTo>
                    <a:pt x="394" y="1"/>
                    <a:pt x="375" y="2"/>
                    <a:pt x="352" y="6"/>
                  </a:cubicBezTo>
                  <a:cubicBezTo>
                    <a:pt x="1" y="73"/>
                    <a:pt x="185" y="173"/>
                    <a:pt x="403" y="324"/>
                  </a:cubicBezTo>
                  <a:lnTo>
                    <a:pt x="436" y="307"/>
                  </a:lnTo>
                  <a:cubicBezTo>
                    <a:pt x="436" y="307"/>
                    <a:pt x="655" y="1"/>
                    <a:pt x="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7"/>
            <p:cNvSpPr/>
            <p:nvPr/>
          </p:nvSpPr>
          <p:spPr>
            <a:xfrm>
              <a:off x="2274425" y="1444925"/>
              <a:ext cx="116775" cy="67025"/>
            </a:xfrm>
            <a:custGeom>
              <a:avLst/>
              <a:gdLst/>
              <a:ahLst/>
              <a:cxnLst/>
              <a:rect l="l" t="t" r="r" b="b"/>
              <a:pathLst>
                <a:path w="4671" h="2681" extrusionOk="0">
                  <a:moveTo>
                    <a:pt x="2256" y="1"/>
                  </a:moveTo>
                  <a:cubicBezTo>
                    <a:pt x="1015" y="1"/>
                    <a:pt x="17" y="574"/>
                    <a:pt x="1" y="1291"/>
                  </a:cubicBezTo>
                  <a:cubicBezTo>
                    <a:pt x="1" y="2027"/>
                    <a:pt x="1022" y="2647"/>
                    <a:pt x="2311" y="2680"/>
                  </a:cubicBezTo>
                  <a:cubicBezTo>
                    <a:pt x="2329" y="2680"/>
                    <a:pt x="2346" y="2681"/>
                    <a:pt x="2364" y="2681"/>
                  </a:cubicBezTo>
                  <a:cubicBezTo>
                    <a:pt x="3612" y="2681"/>
                    <a:pt x="4638" y="2101"/>
                    <a:pt x="4654" y="1375"/>
                  </a:cubicBezTo>
                  <a:cubicBezTo>
                    <a:pt x="4671" y="638"/>
                    <a:pt x="3633" y="19"/>
                    <a:pt x="2361" y="2"/>
                  </a:cubicBezTo>
                  <a:cubicBezTo>
                    <a:pt x="2326" y="1"/>
                    <a:pt x="2291" y="1"/>
                    <a:pt x="2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7"/>
            <p:cNvSpPr/>
            <p:nvPr/>
          </p:nvSpPr>
          <p:spPr>
            <a:xfrm>
              <a:off x="2280700" y="1468525"/>
              <a:ext cx="86250" cy="35325"/>
            </a:xfrm>
            <a:custGeom>
              <a:avLst/>
              <a:gdLst/>
              <a:ahLst/>
              <a:cxnLst/>
              <a:rect l="l" t="t" r="r" b="b"/>
              <a:pathLst>
                <a:path w="3450" h="1413" extrusionOk="0">
                  <a:moveTo>
                    <a:pt x="489" y="0"/>
                  </a:moveTo>
                  <a:cubicBezTo>
                    <a:pt x="383" y="0"/>
                    <a:pt x="299" y="42"/>
                    <a:pt x="235" y="146"/>
                  </a:cubicBezTo>
                  <a:cubicBezTo>
                    <a:pt x="1" y="498"/>
                    <a:pt x="486" y="1016"/>
                    <a:pt x="1323" y="1267"/>
                  </a:cubicBezTo>
                  <a:cubicBezTo>
                    <a:pt x="1643" y="1365"/>
                    <a:pt x="1969" y="1412"/>
                    <a:pt x="2260" y="1412"/>
                  </a:cubicBezTo>
                  <a:cubicBezTo>
                    <a:pt x="2715" y="1412"/>
                    <a:pt x="3089" y="1298"/>
                    <a:pt x="3231" y="1083"/>
                  </a:cubicBezTo>
                  <a:cubicBezTo>
                    <a:pt x="3449" y="732"/>
                    <a:pt x="2646" y="749"/>
                    <a:pt x="1825" y="498"/>
                  </a:cubicBezTo>
                  <a:cubicBezTo>
                    <a:pt x="1215" y="302"/>
                    <a:pt x="774" y="0"/>
                    <a:pt x="489"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7"/>
            <p:cNvSpPr/>
            <p:nvPr/>
          </p:nvSpPr>
          <p:spPr>
            <a:xfrm>
              <a:off x="2302900" y="1452850"/>
              <a:ext cx="82875" cy="32225"/>
            </a:xfrm>
            <a:custGeom>
              <a:avLst/>
              <a:gdLst/>
              <a:ahLst/>
              <a:cxnLst/>
              <a:rect l="l" t="t" r="r" b="b"/>
              <a:pathLst>
                <a:path w="3315" h="1289" extrusionOk="0">
                  <a:moveTo>
                    <a:pt x="1164" y="1"/>
                  </a:moveTo>
                  <a:cubicBezTo>
                    <a:pt x="887" y="1"/>
                    <a:pt x="637" y="41"/>
                    <a:pt x="452" y="120"/>
                  </a:cubicBezTo>
                  <a:cubicBezTo>
                    <a:pt x="0" y="338"/>
                    <a:pt x="854" y="438"/>
                    <a:pt x="1523" y="756"/>
                  </a:cubicBezTo>
                  <a:cubicBezTo>
                    <a:pt x="2056" y="996"/>
                    <a:pt x="2292" y="1289"/>
                    <a:pt x="2602" y="1289"/>
                  </a:cubicBezTo>
                  <a:cubicBezTo>
                    <a:pt x="2682" y="1289"/>
                    <a:pt x="2767" y="1269"/>
                    <a:pt x="2862" y="1225"/>
                  </a:cubicBezTo>
                  <a:cubicBezTo>
                    <a:pt x="3314" y="1024"/>
                    <a:pt x="3130" y="606"/>
                    <a:pt x="2477" y="288"/>
                  </a:cubicBezTo>
                  <a:cubicBezTo>
                    <a:pt x="2072" y="95"/>
                    <a:pt x="1587" y="1"/>
                    <a:pt x="116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7"/>
            <p:cNvSpPr/>
            <p:nvPr/>
          </p:nvSpPr>
          <p:spPr>
            <a:xfrm>
              <a:off x="2334700" y="1489750"/>
              <a:ext cx="10300" cy="9225"/>
            </a:xfrm>
            <a:custGeom>
              <a:avLst/>
              <a:gdLst/>
              <a:ahLst/>
              <a:cxnLst/>
              <a:rect l="l" t="t" r="r" b="b"/>
              <a:pathLst>
                <a:path w="412" h="369" extrusionOk="0">
                  <a:moveTo>
                    <a:pt x="251" y="0"/>
                  </a:moveTo>
                  <a:cubicBezTo>
                    <a:pt x="117" y="201"/>
                    <a:pt x="0" y="335"/>
                    <a:pt x="201" y="368"/>
                  </a:cubicBezTo>
                  <a:cubicBezTo>
                    <a:pt x="206" y="369"/>
                    <a:pt x="211" y="369"/>
                    <a:pt x="216" y="369"/>
                  </a:cubicBezTo>
                  <a:cubicBezTo>
                    <a:pt x="412" y="369"/>
                    <a:pt x="268" y="34"/>
                    <a:pt x="268" y="34"/>
                  </a:cubicBez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7"/>
            <p:cNvSpPr/>
            <p:nvPr/>
          </p:nvSpPr>
          <p:spPr>
            <a:xfrm>
              <a:off x="2322150" y="1488475"/>
              <a:ext cx="10225" cy="8525"/>
            </a:xfrm>
            <a:custGeom>
              <a:avLst/>
              <a:gdLst/>
              <a:ahLst/>
              <a:cxnLst/>
              <a:rect l="l" t="t" r="r" b="b"/>
              <a:pathLst>
                <a:path w="409" h="341" extrusionOk="0">
                  <a:moveTo>
                    <a:pt x="318" y="1"/>
                  </a:moveTo>
                  <a:cubicBezTo>
                    <a:pt x="151" y="135"/>
                    <a:pt x="0" y="252"/>
                    <a:pt x="201" y="336"/>
                  </a:cubicBezTo>
                  <a:cubicBezTo>
                    <a:pt x="215" y="339"/>
                    <a:pt x="227" y="340"/>
                    <a:pt x="239" y="340"/>
                  </a:cubicBezTo>
                  <a:cubicBezTo>
                    <a:pt x="408" y="340"/>
                    <a:pt x="335" y="18"/>
                    <a:pt x="335" y="18"/>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7"/>
            <p:cNvSpPr/>
            <p:nvPr/>
          </p:nvSpPr>
          <p:spPr>
            <a:xfrm>
              <a:off x="2307075" y="1484300"/>
              <a:ext cx="9425" cy="8675"/>
            </a:xfrm>
            <a:custGeom>
              <a:avLst/>
              <a:gdLst/>
              <a:ahLst/>
              <a:cxnLst/>
              <a:rect l="l" t="t" r="r" b="b"/>
              <a:pathLst>
                <a:path w="377" h="347" extrusionOk="0">
                  <a:moveTo>
                    <a:pt x="302" y="0"/>
                  </a:moveTo>
                  <a:cubicBezTo>
                    <a:pt x="134" y="134"/>
                    <a:pt x="0" y="252"/>
                    <a:pt x="201" y="335"/>
                  </a:cubicBezTo>
                  <a:cubicBezTo>
                    <a:pt x="219" y="343"/>
                    <a:pt x="234" y="347"/>
                    <a:pt x="247" y="347"/>
                  </a:cubicBezTo>
                  <a:cubicBezTo>
                    <a:pt x="376" y="347"/>
                    <a:pt x="335" y="17"/>
                    <a:pt x="335" y="17"/>
                  </a:cubicBezTo>
                  <a:lnTo>
                    <a:pt x="3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7"/>
            <p:cNvSpPr/>
            <p:nvPr/>
          </p:nvSpPr>
          <p:spPr>
            <a:xfrm>
              <a:off x="2293800" y="1478425"/>
              <a:ext cx="9525" cy="6350"/>
            </a:xfrm>
            <a:custGeom>
              <a:avLst/>
              <a:gdLst/>
              <a:ahLst/>
              <a:cxnLst/>
              <a:rect l="l" t="t" r="r" b="b"/>
              <a:pathLst>
                <a:path w="381" h="254" extrusionOk="0">
                  <a:moveTo>
                    <a:pt x="275" y="1"/>
                  </a:moveTo>
                  <a:cubicBezTo>
                    <a:pt x="105" y="1"/>
                    <a:pt x="1" y="13"/>
                    <a:pt x="130" y="185"/>
                  </a:cubicBezTo>
                  <a:cubicBezTo>
                    <a:pt x="164" y="235"/>
                    <a:pt x="196" y="254"/>
                    <a:pt x="224" y="254"/>
                  </a:cubicBezTo>
                  <a:cubicBezTo>
                    <a:pt x="321" y="254"/>
                    <a:pt x="381" y="35"/>
                    <a:pt x="381" y="35"/>
                  </a:cubicBezTo>
                  <a:lnTo>
                    <a:pt x="364" y="1"/>
                  </a:lnTo>
                  <a:cubicBezTo>
                    <a:pt x="333" y="1"/>
                    <a:pt x="303" y="1"/>
                    <a:pt x="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7"/>
            <p:cNvSpPr/>
            <p:nvPr/>
          </p:nvSpPr>
          <p:spPr>
            <a:xfrm>
              <a:off x="2360650" y="1472200"/>
              <a:ext cx="9225" cy="6275"/>
            </a:xfrm>
            <a:custGeom>
              <a:avLst/>
              <a:gdLst/>
              <a:ahLst/>
              <a:cxnLst/>
              <a:rect l="l" t="t" r="r" b="b"/>
              <a:pathLst>
                <a:path w="369" h="251" extrusionOk="0">
                  <a:moveTo>
                    <a:pt x="172" y="0"/>
                  </a:moveTo>
                  <a:cubicBezTo>
                    <a:pt x="104" y="0"/>
                    <a:pt x="52" y="120"/>
                    <a:pt x="0" y="250"/>
                  </a:cubicBezTo>
                  <a:lnTo>
                    <a:pt x="33" y="250"/>
                  </a:lnTo>
                  <a:cubicBezTo>
                    <a:pt x="33" y="250"/>
                    <a:pt x="368" y="150"/>
                    <a:pt x="234" y="32"/>
                  </a:cubicBezTo>
                  <a:cubicBezTo>
                    <a:pt x="212" y="10"/>
                    <a:pt x="19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7"/>
            <p:cNvSpPr/>
            <p:nvPr/>
          </p:nvSpPr>
          <p:spPr>
            <a:xfrm>
              <a:off x="2353950" y="1467375"/>
              <a:ext cx="8800" cy="6900"/>
            </a:xfrm>
            <a:custGeom>
              <a:avLst/>
              <a:gdLst/>
              <a:ahLst/>
              <a:cxnLst/>
              <a:rect l="l" t="t" r="r" b="b"/>
              <a:pathLst>
                <a:path w="352" h="276" extrusionOk="0">
                  <a:moveTo>
                    <a:pt x="104" y="1"/>
                  </a:moveTo>
                  <a:cubicBezTo>
                    <a:pt x="16" y="1"/>
                    <a:pt x="14" y="127"/>
                    <a:pt x="0" y="276"/>
                  </a:cubicBezTo>
                  <a:lnTo>
                    <a:pt x="17" y="276"/>
                  </a:lnTo>
                  <a:cubicBezTo>
                    <a:pt x="17" y="276"/>
                    <a:pt x="352" y="92"/>
                    <a:pt x="184" y="25"/>
                  </a:cubicBezTo>
                  <a:cubicBezTo>
                    <a:pt x="152" y="8"/>
                    <a:pt x="125" y="1"/>
                    <a:pt x="1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7"/>
            <p:cNvSpPr/>
            <p:nvPr/>
          </p:nvSpPr>
          <p:spPr>
            <a:xfrm>
              <a:off x="2341100" y="1459900"/>
              <a:ext cx="9950" cy="8100"/>
            </a:xfrm>
            <a:custGeom>
              <a:avLst/>
              <a:gdLst/>
              <a:ahLst/>
              <a:cxnLst/>
              <a:rect l="l" t="t" r="r" b="b"/>
              <a:pathLst>
                <a:path w="398" h="324" extrusionOk="0">
                  <a:moveTo>
                    <a:pt x="108" y="0"/>
                  </a:moveTo>
                  <a:cubicBezTo>
                    <a:pt x="1" y="0"/>
                    <a:pt x="12" y="145"/>
                    <a:pt x="12" y="324"/>
                  </a:cubicBezTo>
                  <a:lnTo>
                    <a:pt x="62" y="324"/>
                  </a:lnTo>
                  <a:cubicBezTo>
                    <a:pt x="62" y="324"/>
                    <a:pt x="397" y="106"/>
                    <a:pt x="196" y="22"/>
                  </a:cubicBezTo>
                  <a:cubicBezTo>
                    <a:pt x="160" y="7"/>
                    <a:pt x="131" y="0"/>
                    <a:pt x="1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7"/>
            <p:cNvSpPr/>
            <p:nvPr/>
          </p:nvSpPr>
          <p:spPr>
            <a:xfrm>
              <a:off x="2321725" y="1457300"/>
              <a:ext cx="12275" cy="7350"/>
            </a:xfrm>
            <a:custGeom>
              <a:avLst/>
              <a:gdLst/>
              <a:ahLst/>
              <a:cxnLst/>
              <a:rect l="l" t="t" r="r" b="b"/>
              <a:pathLst>
                <a:path w="491" h="294" extrusionOk="0">
                  <a:moveTo>
                    <a:pt x="327" y="0"/>
                  </a:moveTo>
                  <a:cubicBezTo>
                    <a:pt x="310" y="0"/>
                    <a:pt x="291" y="3"/>
                    <a:pt x="268" y="9"/>
                  </a:cubicBezTo>
                  <a:cubicBezTo>
                    <a:pt x="0" y="76"/>
                    <a:pt x="134" y="177"/>
                    <a:pt x="302" y="294"/>
                  </a:cubicBezTo>
                  <a:lnTo>
                    <a:pt x="352" y="277"/>
                  </a:lnTo>
                  <a:cubicBezTo>
                    <a:pt x="352" y="277"/>
                    <a:pt x="490" y="0"/>
                    <a:pt x="3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7"/>
            <p:cNvSpPr/>
            <p:nvPr/>
          </p:nvSpPr>
          <p:spPr>
            <a:xfrm>
              <a:off x="1904500" y="1452925"/>
              <a:ext cx="118050" cy="66975"/>
            </a:xfrm>
            <a:custGeom>
              <a:avLst/>
              <a:gdLst/>
              <a:ahLst/>
              <a:cxnLst/>
              <a:rect l="l" t="t" r="r" b="b"/>
              <a:pathLst>
                <a:path w="4722" h="2679" extrusionOk="0">
                  <a:moveTo>
                    <a:pt x="2311" y="0"/>
                  </a:moveTo>
                  <a:cubicBezTo>
                    <a:pt x="1039" y="0"/>
                    <a:pt x="1" y="603"/>
                    <a:pt x="51" y="1339"/>
                  </a:cubicBezTo>
                  <a:cubicBezTo>
                    <a:pt x="68" y="2059"/>
                    <a:pt x="1139" y="2678"/>
                    <a:pt x="2411" y="2678"/>
                  </a:cubicBezTo>
                  <a:cubicBezTo>
                    <a:pt x="3683" y="2678"/>
                    <a:pt x="4721" y="2059"/>
                    <a:pt x="4671" y="1339"/>
                  </a:cubicBezTo>
                  <a:cubicBezTo>
                    <a:pt x="4654" y="603"/>
                    <a:pt x="3600" y="0"/>
                    <a:pt x="23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7"/>
            <p:cNvSpPr/>
            <p:nvPr/>
          </p:nvSpPr>
          <p:spPr>
            <a:xfrm>
              <a:off x="1905350" y="1447900"/>
              <a:ext cx="117600" cy="66975"/>
            </a:xfrm>
            <a:custGeom>
              <a:avLst/>
              <a:gdLst/>
              <a:ahLst/>
              <a:cxnLst/>
              <a:rect l="l" t="t" r="r" b="b"/>
              <a:pathLst>
                <a:path w="4704" h="2679" extrusionOk="0">
                  <a:moveTo>
                    <a:pt x="2294" y="0"/>
                  </a:moveTo>
                  <a:cubicBezTo>
                    <a:pt x="1022" y="0"/>
                    <a:pt x="0" y="619"/>
                    <a:pt x="34" y="1339"/>
                  </a:cubicBezTo>
                  <a:cubicBezTo>
                    <a:pt x="51" y="2076"/>
                    <a:pt x="1122" y="2678"/>
                    <a:pt x="2394" y="2678"/>
                  </a:cubicBezTo>
                  <a:cubicBezTo>
                    <a:pt x="3666" y="2678"/>
                    <a:pt x="4704" y="2092"/>
                    <a:pt x="4654" y="1339"/>
                  </a:cubicBezTo>
                  <a:cubicBezTo>
                    <a:pt x="4637" y="619"/>
                    <a:pt x="3566" y="0"/>
                    <a:pt x="22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7"/>
            <p:cNvSpPr/>
            <p:nvPr/>
          </p:nvSpPr>
          <p:spPr>
            <a:xfrm>
              <a:off x="1912050" y="1471625"/>
              <a:ext cx="86225" cy="35575"/>
            </a:xfrm>
            <a:custGeom>
              <a:avLst/>
              <a:gdLst/>
              <a:ahLst/>
              <a:cxnLst/>
              <a:rect l="l" t="t" r="r" b="b"/>
              <a:pathLst>
                <a:path w="3449" h="1423" extrusionOk="0">
                  <a:moveTo>
                    <a:pt x="477" y="1"/>
                  </a:moveTo>
                  <a:cubicBezTo>
                    <a:pt x="374" y="1"/>
                    <a:pt x="293" y="41"/>
                    <a:pt x="235" y="139"/>
                  </a:cubicBezTo>
                  <a:cubicBezTo>
                    <a:pt x="0" y="507"/>
                    <a:pt x="486" y="1026"/>
                    <a:pt x="1323" y="1277"/>
                  </a:cubicBezTo>
                  <a:cubicBezTo>
                    <a:pt x="1636" y="1375"/>
                    <a:pt x="1957" y="1422"/>
                    <a:pt x="2246" y="1422"/>
                  </a:cubicBezTo>
                  <a:cubicBezTo>
                    <a:pt x="2698" y="1422"/>
                    <a:pt x="3071" y="1308"/>
                    <a:pt x="3214" y="1093"/>
                  </a:cubicBezTo>
                  <a:cubicBezTo>
                    <a:pt x="3448" y="725"/>
                    <a:pt x="2628" y="759"/>
                    <a:pt x="1825" y="507"/>
                  </a:cubicBezTo>
                  <a:cubicBezTo>
                    <a:pt x="1212" y="299"/>
                    <a:pt x="760" y="1"/>
                    <a:pt x="47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7"/>
            <p:cNvSpPr/>
            <p:nvPr/>
          </p:nvSpPr>
          <p:spPr>
            <a:xfrm>
              <a:off x="1933800" y="1455925"/>
              <a:ext cx="83300" cy="32350"/>
            </a:xfrm>
            <a:custGeom>
              <a:avLst/>
              <a:gdLst/>
              <a:ahLst/>
              <a:cxnLst/>
              <a:rect l="l" t="t" r="r" b="b"/>
              <a:pathLst>
                <a:path w="3332" h="1294" extrusionOk="0">
                  <a:moveTo>
                    <a:pt x="1142" y="0"/>
                  </a:moveTo>
                  <a:cubicBezTo>
                    <a:pt x="877" y="0"/>
                    <a:pt x="641" y="38"/>
                    <a:pt x="469" y="114"/>
                  </a:cubicBezTo>
                  <a:cubicBezTo>
                    <a:pt x="1" y="332"/>
                    <a:pt x="871" y="432"/>
                    <a:pt x="1541" y="750"/>
                  </a:cubicBezTo>
                  <a:cubicBezTo>
                    <a:pt x="2078" y="1006"/>
                    <a:pt x="2313" y="1293"/>
                    <a:pt x="2627" y="1293"/>
                  </a:cubicBezTo>
                  <a:cubicBezTo>
                    <a:pt x="2705" y="1293"/>
                    <a:pt x="2787" y="1276"/>
                    <a:pt x="2880" y="1236"/>
                  </a:cubicBezTo>
                  <a:cubicBezTo>
                    <a:pt x="3332" y="1018"/>
                    <a:pt x="3148" y="600"/>
                    <a:pt x="2495" y="298"/>
                  </a:cubicBezTo>
                  <a:cubicBezTo>
                    <a:pt x="2079" y="101"/>
                    <a:pt x="1574" y="0"/>
                    <a:pt x="114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7"/>
            <p:cNvSpPr/>
            <p:nvPr/>
          </p:nvSpPr>
          <p:spPr>
            <a:xfrm>
              <a:off x="1966025" y="1493075"/>
              <a:ext cx="10725" cy="8850"/>
            </a:xfrm>
            <a:custGeom>
              <a:avLst/>
              <a:gdLst/>
              <a:ahLst/>
              <a:cxnLst/>
              <a:rect l="l" t="t" r="r" b="b"/>
              <a:pathLst>
                <a:path w="429" h="354" extrusionOk="0">
                  <a:moveTo>
                    <a:pt x="252" y="1"/>
                  </a:moveTo>
                  <a:cubicBezTo>
                    <a:pt x="118" y="185"/>
                    <a:pt x="1" y="336"/>
                    <a:pt x="201" y="352"/>
                  </a:cubicBezTo>
                  <a:cubicBezTo>
                    <a:pt x="207" y="353"/>
                    <a:pt x="212" y="353"/>
                    <a:pt x="217" y="353"/>
                  </a:cubicBezTo>
                  <a:cubicBezTo>
                    <a:pt x="428" y="353"/>
                    <a:pt x="268" y="18"/>
                    <a:pt x="268" y="18"/>
                  </a:cubicBezTo>
                  <a:lnTo>
                    <a:pt x="2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7"/>
            <p:cNvSpPr/>
            <p:nvPr/>
          </p:nvSpPr>
          <p:spPr>
            <a:xfrm>
              <a:off x="1953475" y="1491400"/>
              <a:ext cx="10150" cy="8600"/>
            </a:xfrm>
            <a:custGeom>
              <a:avLst/>
              <a:gdLst/>
              <a:ahLst/>
              <a:cxnLst/>
              <a:rect l="l" t="t" r="r" b="b"/>
              <a:pathLst>
                <a:path w="406" h="344" extrusionOk="0">
                  <a:moveTo>
                    <a:pt x="302" y="1"/>
                  </a:moveTo>
                  <a:cubicBezTo>
                    <a:pt x="134" y="152"/>
                    <a:pt x="0" y="252"/>
                    <a:pt x="201" y="336"/>
                  </a:cubicBezTo>
                  <a:cubicBezTo>
                    <a:pt x="219" y="341"/>
                    <a:pt x="234" y="344"/>
                    <a:pt x="248" y="344"/>
                  </a:cubicBezTo>
                  <a:cubicBezTo>
                    <a:pt x="406" y="344"/>
                    <a:pt x="335" y="18"/>
                    <a:pt x="335" y="18"/>
                  </a:cubicBezTo>
                  <a:lnTo>
                    <a:pt x="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7"/>
            <p:cNvSpPr/>
            <p:nvPr/>
          </p:nvSpPr>
          <p:spPr>
            <a:xfrm>
              <a:off x="1938000" y="1487225"/>
              <a:ext cx="9750" cy="8675"/>
            </a:xfrm>
            <a:custGeom>
              <a:avLst/>
              <a:gdLst/>
              <a:ahLst/>
              <a:cxnLst/>
              <a:rect l="l" t="t" r="r" b="b"/>
              <a:pathLst>
                <a:path w="390" h="347" extrusionOk="0">
                  <a:moveTo>
                    <a:pt x="318" y="1"/>
                  </a:moveTo>
                  <a:cubicBezTo>
                    <a:pt x="151" y="151"/>
                    <a:pt x="0" y="252"/>
                    <a:pt x="218" y="335"/>
                  </a:cubicBezTo>
                  <a:cubicBezTo>
                    <a:pt x="235" y="343"/>
                    <a:pt x="250" y="347"/>
                    <a:pt x="263" y="347"/>
                  </a:cubicBezTo>
                  <a:cubicBezTo>
                    <a:pt x="390" y="347"/>
                    <a:pt x="335" y="17"/>
                    <a:pt x="335" y="17"/>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7"/>
            <p:cNvSpPr/>
            <p:nvPr/>
          </p:nvSpPr>
          <p:spPr>
            <a:xfrm>
              <a:off x="1925125" y="1480950"/>
              <a:ext cx="9125" cy="6575"/>
            </a:xfrm>
            <a:custGeom>
              <a:avLst/>
              <a:gdLst/>
              <a:ahLst/>
              <a:cxnLst/>
              <a:rect l="l" t="t" r="r" b="b"/>
              <a:pathLst>
                <a:path w="365" h="263" extrusionOk="0">
                  <a:moveTo>
                    <a:pt x="264" y="0"/>
                  </a:moveTo>
                  <a:cubicBezTo>
                    <a:pt x="105" y="0"/>
                    <a:pt x="1" y="12"/>
                    <a:pt x="130" y="185"/>
                  </a:cubicBezTo>
                  <a:cubicBezTo>
                    <a:pt x="162" y="241"/>
                    <a:pt x="193" y="263"/>
                    <a:pt x="220" y="263"/>
                  </a:cubicBezTo>
                  <a:cubicBezTo>
                    <a:pt x="307" y="263"/>
                    <a:pt x="364" y="51"/>
                    <a:pt x="364" y="51"/>
                  </a:cubicBezTo>
                  <a:lnTo>
                    <a:pt x="348" y="1"/>
                  </a:lnTo>
                  <a:cubicBezTo>
                    <a:pt x="319" y="1"/>
                    <a:pt x="291" y="0"/>
                    <a:pt x="2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7"/>
            <p:cNvSpPr/>
            <p:nvPr/>
          </p:nvSpPr>
          <p:spPr>
            <a:xfrm>
              <a:off x="1991975" y="1475475"/>
              <a:ext cx="8800" cy="5925"/>
            </a:xfrm>
            <a:custGeom>
              <a:avLst/>
              <a:gdLst/>
              <a:ahLst/>
              <a:cxnLst/>
              <a:rect l="l" t="t" r="r" b="b"/>
              <a:pathLst>
                <a:path w="352" h="237" extrusionOk="0">
                  <a:moveTo>
                    <a:pt x="168" y="1"/>
                  </a:moveTo>
                  <a:cubicBezTo>
                    <a:pt x="102" y="1"/>
                    <a:pt x="51" y="109"/>
                    <a:pt x="0" y="236"/>
                  </a:cubicBezTo>
                  <a:lnTo>
                    <a:pt x="17" y="236"/>
                  </a:lnTo>
                  <a:cubicBezTo>
                    <a:pt x="17" y="236"/>
                    <a:pt x="352" y="119"/>
                    <a:pt x="235" y="35"/>
                  </a:cubicBezTo>
                  <a:cubicBezTo>
                    <a:pt x="211" y="11"/>
                    <a:pt x="189" y="1"/>
                    <a:pt x="1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7"/>
            <p:cNvSpPr/>
            <p:nvPr/>
          </p:nvSpPr>
          <p:spPr>
            <a:xfrm>
              <a:off x="1985275" y="1470325"/>
              <a:ext cx="8825" cy="6875"/>
            </a:xfrm>
            <a:custGeom>
              <a:avLst/>
              <a:gdLst/>
              <a:ahLst/>
              <a:cxnLst/>
              <a:rect l="l" t="t" r="r" b="b"/>
              <a:pathLst>
                <a:path w="353" h="275" extrusionOk="0">
                  <a:moveTo>
                    <a:pt x="105" y="0"/>
                  </a:moveTo>
                  <a:cubicBezTo>
                    <a:pt x="17" y="0"/>
                    <a:pt x="14" y="127"/>
                    <a:pt x="1" y="275"/>
                  </a:cubicBezTo>
                  <a:lnTo>
                    <a:pt x="17" y="275"/>
                  </a:lnTo>
                  <a:cubicBezTo>
                    <a:pt x="17" y="275"/>
                    <a:pt x="352" y="91"/>
                    <a:pt x="185" y="24"/>
                  </a:cubicBezTo>
                  <a:cubicBezTo>
                    <a:pt x="152" y="7"/>
                    <a:pt x="126" y="0"/>
                    <a:pt x="1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7"/>
            <p:cNvSpPr/>
            <p:nvPr/>
          </p:nvSpPr>
          <p:spPr>
            <a:xfrm>
              <a:off x="1972450" y="1463250"/>
              <a:ext cx="9500" cy="7675"/>
            </a:xfrm>
            <a:custGeom>
              <a:avLst/>
              <a:gdLst/>
              <a:ahLst/>
              <a:cxnLst/>
              <a:rect l="l" t="t" r="r" b="b"/>
              <a:pathLst>
                <a:path w="380" h="307" extrusionOk="0">
                  <a:moveTo>
                    <a:pt x="106" y="0"/>
                  </a:moveTo>
                  <a:cubicBezTo>
                    <a:pt x="0" y="0"/>
                    <a:pt x="11" y="142"/>
                    <a:pt x="11" y="307"/>
                  </a:cubicBezTo>
                  <a:lnTo>
                    <a:pt x="45" y="307"/>
                  </a:lnTo>
                  <a:cubicBezTo>
                    <a:pt x="45" y="307"/>
                    <a:pt x="380" y="106"/>
                    <a:pt x="195" y="22"/>
                  </a:cubicBezTo>
                  <a:cubicBezTo>
                    <a:pt x="159" y="7"/>
                    <a:pt x="130"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7"/>
            <p:cNvSpPr/>
            <p:nvPr/>
          </p:nvSpPr>
          <p:spPr>
            <a:xfrm>
              <a:off x="1952625" y="1460325"/>
              <a:ext cx="13225" cy="7675"/>
            </a:xfrm>
            <a:custGeom>
              <a:avLst/>
              <a:gdLst/>
              <a:ahLst/>
              <a:cxnLst/>
              <a:rect l="l" t="t" r="r" b="b"/>
              <a:pathLst>
                <a:path w="529" h="307" extrusionOk="0">
                  <a:moveTo>
                    <a:pt x="335" y="0"/>
                  </a:moveTo>
                  <a:cubicBezTo>
                    <a:pt x="321" y="0"/>
                    <a:pt x="304" y="2"/>
                    <a:pt x="285" y="5"/>
                  </a:cubicBezTo>
                  <a:cubicBezTo>
                    <a:pt x="1" y="72"/>
                    <a:pt x="152" y="173"/>
                    <a:pt x="319" y="307"/>
                  </a:cubicBezTo>
                  <a:lnTo>
                    <a:pt x="369" y="290"/>
                  </a:lnTo>
                  <a:cubicBezTo>
                    <a:pt x="369" y="290"/>
                    <a:pt x="528"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7"/>
            <p:cNvSpPr/>
            <p:nvPr/>
          </p:nvSpPr>
          <p:spPr>
            <a:xfrm>
              <a:off x="2060175" y="1350225"/>
              <a:ext cx="121375" cy="61700"/>
            </a:xfrm>
            <a:custGeom>
              <a:avLst/>
              <a:gdLst/>
              <a:ahLst/>
              <a:cxnLst/>
              <a:rect l="l" t="t" r="r" b="b"/>
              <a:pathLst>
                <a:path w="4855" h="2468" extrusionOk="0">
                  <a:moveTo>
                    <a:pt x="1927" y="1"/>
                  </a:moveTo>
                  <a:cubicBezTo>
                    <a:pt x="1854" y="1"/>
                    <a:pt x="1781" y="3"/>
                    <a:pt x="1708" y="7"/>
                  </a:cubicBezTo>
                  <a:cubicBezTo>
                    <a:pt x="637" y="57"/>
                    <a:pt x="1" y="593"/>
                    <a:pt x="185" y="1212"/>
                  </a:cubicBezTo>
                  <a:cubicBezTo>
                    <a:pt x="386" y="1882"/>
                    <a:pt x="1541" y="2468"/>
                    <a:pt x="2779" y="2468"/>
                  </a:cubicBezTo>
                  <a:cubicBezTo>
                    <a:pt x="4102" y="2468"/>
                    <a:pt x="4855" y="1815"/>
                    <a:pt x="4436" y="1095"/>
                  </a:cubicBezTo>
                  <a:cubicBezTo>
                    <a:pt x="4077" y="438"/>
                    <a:pt x="2972" y="1"/>
                    <a:pt x="19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7"/>
            <p:cNvSpPr/>
            <p:nvPr/>
          </p:nvSpPr>
          <p:spPr>
            <a:xfrm>
              <a:off x="2061025" y="1344800"/>
              <a:ext cx="121800" cy="61700"/>
            </a:xfrm>
            <a:custGeom>
              <a:avLst/>
              <a:gdLst/>
              <a:ahLst/>
              <a:cxnLst/>
              <a:rect l="l" t="t" r="r" b="b"/>
              <a:pathLst>
                <a:path w="4872" h="2468" extrusionOk="0">
                  <a:moveTo>
                    <a:pt x="1954" y="0"/>
                  </a:moveTo>
                  <a:cubicBezTo>
                    <a:pt x="1882" y="0"/>
                    <a:pt x="1811" y="2"/>
                    <a:pt x="1741" y="6"/>
                  </a:cubicBezTo>
                  <a:cubicBezTo>
                    <a:pt x="670" y="73"/>
                    <a:pt x="0" y="592"/>
                    <a:pt x="218" y="1228"/>
                  </a:cubicBezTo>
                  <a:cubicBezTo>
                    <a:pt x="416" y="1889"/>
                    <a:pt x="1525" y="2467"/>
                    <a:pt x="2760" y="2467"/>
                  </a:cubicBezTo>
                  <a:cubicBezTo>
                    <a:pt x="2777" y="2467"/>
                    <a:pt x="2795" y="2467"/>
                    <a:pt x="2812" y="2467"/>
                  </a:cubicBezTo>
                  <a:cubicBezTo>
                    <a:pt x="4101" y="2467"/>
                    <a:pt x="4871" y="1831"/>
                    <a:pt x="4453" y="1094"/>
                  </a:cubicBezTo>
                  <a:cubicBezTo>
                    <a:pt x="4108" y="452"/>
                    <a:pt x="3000" y="0"/>
                    <a:pt x="19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7"/>
            <p:cNvSpPr/>
            <p:nvPr/>
          </p:nvSpPr>
          <p:spPr>
            <a:xfrm>
              <a:off x="2089900" y="1363150"/>
              <a:ext cx="78275" cy="35475"/>
            </a:xfrm>
            <a:custGeom>
              <a:avLst/>
              <a:gdLst/>
              <a:ahLst/>
              <a:cxnLst/>
              <a:rect l="l" t="t" r="r" b="b"/>
              <a:pathLst>
                <a:path w="3131" h="1419" extrusionOk="0">
                  <a:moveTo>
                    <a:pt x="2426" y="0"/>
                  </a:moveTo>
                  <a:cubicBezTo>
                    <a:pt x="2140" y="0"/>
                    <a:pt x="1867" y="308"/>
                    <a:pt x="1373" y="511"/>
                  </a:cubicBezTo>
                  <a:cubicBezTo>
                    <a:pt x="737" y="779"/>
                    <a:pt x="0" y="762"/>
                    <a:pt x="335" y="1097"/>
                  </a:cubicBezTo>
                  <a:cubicBezTo>
                    <a:pt x="543" y="1305"/>
                    <a:pt x="926" y="1419"/>
                    <a:pt x="1353" y="1419"/>
                  </a:cubicBezTo>
                  <a:cubicBezTo>
                    <a:pt x="1648" y="1419"/>
                    <a:pt x="1965" y="1364"/>
                    <a:pt x="2260" y="1248"/>
                  </a:cubicBezTo>
                  <a:cubicBezTo>
                    <a:pt x="2946" y="946"/>
                    <a:pt x="3130" y="444"/>
                    <a:pt x="2712" y="109"/>
                  </a:cubicBezTo>
                  <a:cubicBezTo>
                    <a:pt x="2610" y="32"/>
                    <a:pt x="2517" y="0"/>
                    <a:pt x="2426"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7"/>
            <p:cNvSpPr/>
            <p:nvPr/>
          </p:nvSpPr>
          <p:spPr>
            <a:xfrm>
              <a:off x="2070650" y="1351300"/>
              <a:ext cx="66975" cy="29650"/>
            </a:xfrm>
            <a:custGeom>
              <a:avLst/>
              <a:gdLst/>
              <a:ahLst/>
              <a:cxnLst/>
              <a:rect l="l" t="t" r="r" b="b"/>
              <a:pathLst>
                <a:path w="2679" h="1186" extrusionOk="0">
                  <a:moveTo>
                    <a:pt x="1607" y="0"/>
                  </a:moveTo>
                  <a:cubicBezTo>
                    <a:pt x="1209" y="0"/>
                    <a:pt x="766" y="108"/>
                    <a:pt x="452" y="299"/>
                  </a:cubicBezTo>
                  <a:cubicBezTo>
                    <a:pt x="0" y="583"/>
                    <a:pt x="0" y="968"/>
                    <a:pt x="452" y="1136"/>
                  </a:cubicBezTo>
                  <a:cubicBezTo>
                    <a:pt x="543" y="1170"/>
                    <a:pt x="618" y="1185"/>
                    <a:pt x="683" y="1185"/>
                  </a:cubicBezTo>
                  <a:cubicBezTo>
                    <a:pt x="966" y="1185"/>
                    <a:pt x="1062" y="899"/>
                    <a:pt x="1456" y="667"/>
                  </a:cubicBezTo>
                  <a:cubicBezTo>
                    <a:pt x="1942" y="383"/>
                    <a:pt x="2678" y="249"/>
                    <a:pt x="2143" y="81"/>
                  </a:cubicBezTo>
                  <a:cubicBezTo>
                    <a:pt x="1988" y="26"/>
                    <a:pt x="1803" y="0"/>
                    <a:pt x="160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7"/>
            <p:cNvSpPr/>
            <p:nvPr/>
          </p:nvSpPr>
          <p:spPr>
            <a:xfrm>
              <a:off x="2113750" y="1385125"/>
              <a:ext cx="10050" cy="8450"/>
            </a:xfrm>
            <a:custGeom>
              <a:avLst/>
              <a:gdLst/>
              <a:ahLst/>
              <a:cxnLst/>
              <a:rect l="l" t="t" r="r" b="b"/>
              <a:pathLst>
                <a:path w="402" h="338" extrusionOk="0">
                  <a:moveTo>
                    <a:pt x="0" y="0"/>
                  </a:moveTo>
                  <a:cubicBezTo>
                    <a:pt x="0" y="0"/>
                    <a:pt x="0" y="337"/>
                    <a:pt x="191" y="337"/>
                  </a:cubicBezTo>
                  <a:cubicBezTo>
                    <a:pt x="199" y="337"/>
                    <a:pt x="208" y="337"/>
                    <a:pt x="218" y="335"/>
                  </a:cubicBezTo>
                  <a:cubicBezTo>
                    <a:pt x="402" y="318"/>
                    <a:pt x="235" y="168"/>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7"/>
            <p:cNvSpPr/>
            <p:nvPr/>
          </p:nvSpPr>
          <p:spPr>
            <a:xfrm>
              <a:off x="2123375" y="1382600"/>
              <a:ext cx="10900" cy="8275"/>
            </a:xfrm>
            <a:custGeom>
              <a:avLst/>
              <a:gdLst/>
              <a:ahLst/>
              <a:cxnLst/>
              <a:rect l="l" t="t" r="r" b="b"/>
              <a:pathLst>
                <a:path w="436" h="331" extrusionOk="0">
                  <a:moveTo>
                    <a:pt x="17" y="1"/>
                  </a:moveTo>
                  <a:lnTo>
                    <a:pt x="0" y="18"/>
                  </a:lnTo>
                  <a:cubicBezTo>
                    <a:pt x="0" y="18"/>
                    <a:pt x="82" y="331"/>
                    <a:pt x="221" y="331"/>
                  </a:cubicBezTo>
                  <a:cubicBezTo>
                    <a:pt x="236" y="331"/>
                    <a:pt x="252" y="327"/>
                    <a:pt x="268" y="319"/>
                  </a:cubicBezTo>
                  <a:cubicBezTo>
                    <a:pt x="435" y="235"/>
                    <a:pt x="251" y="152"/>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7"/>
            <p:cNvSpPr/>
            <p:nvPr/>
          </p:nvSpPr>
          <p:spPr>
            <a:xfrm>
              <a:off x="2136350" y="1378425"/>
              <a:ext cx="10900" cy="8375"/>
            </a:xfrm>
            <a:custGeom>
              <a:avLst/>
              <a:gdLst/>
              <a:ahLst/>
              <a:cxnLst/>
              <a:rect l="l" t="t" r="r" b="b"/>
              <a:pathLst>
                <a:path w="436" h="335" extrusionOk="0">
                  <a:moveTo>
                    <a:pt x="17" y="1"/>
                  </a:moveTo>
                  <a:lnTo>
                    <a:pt x="0" y="17"/>
                  </a:lnTo>
                  <a:cubicBezTo>
                    <a:pt x="0" y="17"/>
                    <a:pt x="79" y="335"/>
                    <a:pt x="238" y="335"/>
                  </a:cubicBezTo>
                  <a:cubicBezTo>
                    <a:pt x="258" y="335"/>
                    <a:pt x="279" y="330"/>
                    <a:pt x="301" y="319"/>
                  </a:cubicBezTo>
                  <a:cubicBezTo>
                    <a:pt x="435" y="235"/>
                    <a:pt x="251" y="134"/>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7"/>
            <p:cNvSpPr/>
            <p:nvPr/>
          </p:nvSpPr>
          <p:spPr>
            <a:xfrm>
              <a:off x="2144700" y="1372325"/>
              <a:ext cx="8700" cy="6300"/>
            </a:xfrm>
            <a:custGeom>
              <a:avLst/>
              <a:gdLst/>
              <a:ahLst/>
              <a:cxnLst/>
              <a:rect l="l" t="t" r="r" b="b"/>
              <a:pathLst>
                <a:path w="348" h="252" extrusionOk="0">
                  <a:moveTo>
                    <a:pt x="161" y="1"/>
                  </a:moveTo>
                  <a:cubicBezTo>
                    <a:pt x="115" y="1"/>
                    <a:pt x="61" y="6"/>
                    <a:pt x="1" y="10"/>
                  </a:cubicBezTo>
                  <a:lnTo>
                    <a:pt x="1" y="60"/>
                  </a:lnTo>
                  <a:cubicBezTo>
                    <a:pt x="1" y="60"/>
                    <a:pt x="173" y="251"/>
                    <a:pt x="271" y="251"/>
                  </a:cubicBezTo>
                  <a:cubicBezTo>
                    <a:pt x="303" y="251"/>
                    <a:pt x="327" y="231"/>
                    <a:pt x="336" y="178"/>
                  </a:cubicBezTo>
                  <a:cubicBezTo>
                    <a:pt x="348" y="32"/>
                    <a:pt x="281" y="1"/>
                    <a:pt x="1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7"/>
            <p:cNvSpPr/>
            <p:nvPr/>
          </p:nvSpPr>
          <p:spPr>
            <a:xfrm>
              <a:off x="2083200" y="1369125"/>
              <a:ext cx="8400" cy="5550"/>
            </a:xfrm>
            <a:custGeom>
              <a:avLst/>
              <a:gdLst/>
              <a:ahLst/>
              <a:cxnLst/>
              <a:rect l="l" t="t" r="r" b="b"/>
              <a:pathLst>
                <a:path w="336" h="222" extrusionOk="0">
                  <a:moveTo>
                    <a:pt x="108" y="1"/>
                  </a:moveTo>
                  <a:cubicBezTo>
                    <a:pt x="87" y="1"/>
                    <a:pt x="68" y="12"/>
                    <a:pt x="51" y="38"/>
                  </a:cubicBezTo>
                  <a:cubicBezTo>
                    <a:pt x="0" y="121"/>
                    <a:pt x="335" y="222"/>
                    <a:pt x="335" y="222"/>
                  </a:cubicBezTo>
                  <a:cubicBezTo>
                    <a:pt x="248" y="97"/>
                    <a:pt x="170" y="1"/>
                    <a:pt x="1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7"/>
            <p:cNvSpPr/>
            <p:nvPr/>
          </p:nvSpPr>
          <p:spPr>
            <a:xfrm>
              <a:off x="2086550" y="1364750"/>
              <a:ext cx="9650" cy="5750"/>
            </a:xfrm>
            <a:custGeom>
              <a:avLst/>
              <a:gdLst/>
              <a:ahLst/>
              <a:cxnLst/>
              <a:rect l="l" t="t" r="r" b="b"/>
              <a:pathLst>
                <a:path w="386" h="230" extrusionOk="0">
                  <a:moveTo>
                    <a:pt x="205" y="1"/>
                  </a:moveTo>
                  <a:cubicBezTo>
                    <a:pt x="184" y="1"/>
                    <a:pt x="161" y="10"/>
                    <a:pt x="134" y="29"/>
                  </a:cubicBezTo>
                  <a:cubicBezTo>
                    <a:pt x="0" y="62"/>
                    <a:pt x="369" y="230"/>
                    <a:pt x="369" y="230"/>
                  </a:cubicBezTo>
                  <a:lnTo>
                    <a:pt x="385" y="230"/>
                  </a:lnTo>
                  <a:cubicBezTo>
                    <a:pt x="321" y="100"/>
                    <a:pt x="276" y="1"/>
                    <a:pt x="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7"/>
            <p:cNvSpPr/>
            <p:nvPr/>
          </p:nvSpPr>
          <p:spPr>
            <a:xfrm>
              <a:off x="2094075" y="1358125"/>
              <a:ext cx="10075" cy="6100"/>
            </a:xfrm>
            <a:custGeom>
              <a:avLst/>
              <a:gdLst/>
              <a:ahLst/>
              <a:cxnLst/>
              <a:rect l="l" t="t" r="r" b="b"/>
              <a:pathLst>
                <a:path w="403" h="244" extrusionOk="0">
                  <a:moveTo>
                    <a:pt x="201" y="0"/>
                  </a:moveTo>
                  <a:cubicBezTo>
                    <a:pt x="177" y="0"/>
                    <a:pt x="150" y="8"/>
                    <a:pt x="118" y="26"/>
                  </a:cubicBezTo>
                  <a:cubicBezTo>
                    <a:pt x="1" y="76"/>
                    <a:pt x="369" y="243"/>
                    <a:pt x="369" y="243"/>
                  </a:cubicBezTo>
                  <a:lnTo>
                    <a:pt x="402" y="243"/>
                  </a:lnTo>
                  <a:cubicBezTo>
                    <a:pt x="336" y="111"/>
                    <a:pt x="291"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7"/>
            <p:cNvSpPr/>
            <p:nvPr/>
          </p:nvSpPr>
          <p:spPr>
            <a:xfrm>
              <a:off x="2106800" y="1355175"/>
              <a:ext cx="12000" cy="6550"/>
            </a:xfrm>
            <a:custGeom>
              <a:avLst/>
              <a:gdLst/>
              <a:ahLst/>
              <a:cxnLst/>
              <a:rect l="l" t="t" r="r" b="b"/>
              <a:pathLst>
                <a:path w="480" h="262" extrusionOk="0">
                  <a:moveTo>
                    <a:pt x="135" y="0"/>
                  </a:moveTo>
                  <a:cubicBezTo>
                    <a:pt x="1" y="0"/>
                    <a:pt x="245" y="244"/>
                    <a:pt x="245" y="244"/>
                  </a:cubicBezTo>
                  <a:lnTo>
                    <a:pt x="278" y="261"/>
                  </a:lnTo>
                  <a:cubicBezTo>
                    <a:pt x="395" y="144"/>
                    <a:pt x="479" y="60"/>
                    <a:pt x="195" y="10"/>
                  </a:cubicBezTo>
                  <a:cubicBezTo>
                    <a:pt x="169" y="3"/>
                    <a:pt x="150" y="0"/>
                    <a:pt x="1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7"/>
            <p:cNvSpPr/>
            <p:nvPr/>
          </p:nvSpPr>
          <p:spPr>
            <a:xfrm>
              <a:off x="2035900" y="1578750"/>
              <a:ext cx="136025" cy="85500"/>
            </a:xfrm>
            <a:custGeom>
              <a:avLst/>
              <a:gdLst/>
              <a:ahLst/>
              <a:cxnLst/>
              <a:rect l="l" t="t" r="r" b="b"/>
              <a:pathLst>
                <a:path w="5441" h="3420" extrusionOk="0">
                  <a:moveTo>
                    <a:pt x="2813" y="0"/>
                  </a:moveTo>
                  <a:cubicBezTo>
                    <a:pt x="1602" y="0"/>
                    <a:pt x="507" y="569"/>
                    <a:pt x="269" y="1378"/>
                  </a:cubicBezTo>
                  <a:cubicBezTo>
                    <a:pt x="1" y="2299"/>
                    <a:pt x="855" y="3219"/>
                    <a:pt x="2328" y="3387"/>
                  </a:cubicBezTo>
                  <a:cubicBezTo>
                    <a:pt x="2496" y="3409"/>
                    <a:pt x="2663" y="3419"/>
                    <a:pt x="2827" y="3419"/>
                  </a:cubicBezTo>
                  <a:cubicBezTo>
                    <a:pt x="4159" y="3419"/>
                    <a:pt x="5283" y="2721"/>
                    <a:pt x="5357" y="1796"/>
                  </a:cubicBezTo>
                  <a:cubicBezTo>
                    <a:pt x="5441" y="842"/>
                    <a:pt x="4370" y="72"/>
                    <a:pt x="3014" y="5"/>
                  </a:cubicBezTo>
                  <a:cubicBezTo>
                    <a:pt x="2947" y="2"/>
                    <a:pt x="2880" y="0"/>
                    <a:pt x="28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7"/>
            <p:cNvSpPr/>
            <p:nvPr/>
          </p:nvSpPr>
          <p:spPr>
            <a:xfrm>
              <a:off x="2033825" y="1571275"/>
              <a:ext cx="136025" cy="85625"/>
            </a:xfrm>
            <a:custGeom>
              <a:avLst/>
              <a:gdLst/>
              <a:ahLst/>
              <a:cxnLst/>
              <a:rect l="l" t="t" r="r" b="b"/>
              <a:pathLst>
                <a:path w="5441" h="3425" extrusionOk="0">
                  <a:moveTo>
                    <a:pt x="2865" y="0"/>
                  </a:moveTo>
                  <a:cubicBezTo>
                    <a:pt x="1650" y="0"/>
                    <a:pt x="541" y="588"/>
                    <a:pt x="268" y="1392"/>
                  </a:cubicBezTo>
                  <a:cubicBezTo>
                    <a:pt x="0" y="2313"/>
                    <a:pt x="887" y="3234"/>
                    <a:pt x="2327" y="3401"/>
                  </a:cubicBezTo>
                  <a:cubicBezTo>
                    <a:pt x="2473" y="3417"/>
                    <a:pt x="2617" y="3425"/>
                    <a:pt x="2760" y="3425"/>
                  </a:cubicBezTo>
                  <a:cubicBezTo>
                    <a:pt x="4107" y="3425"/>
                    <a:pt x="5266" y="2734"/>
                    <a:pt x="5357" y="1811"/>
                  </a:cubicBezTo>
                  <a:cubicBezTo>
                    <a:pt x="5440" y="840"/>
                    <a:pt x="4369" y="70"/>
                    <a:pt x="3013" y="3"/>
                  </a:cubicBezTo>
                  <a:cubicBezTo>
                    <a:pt x="2964" y="1"/>
                    <a:pt x="2914" y="0"/>
                    <a:pt x="28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7"/>
            <p:cNvSpPr/>
            <p:nvPr/>
          </p:nvSpPr>
          <p:spPr>
            <a:xfrm>
              <a:off x="2062700" y="1602075"/>
              <a:ext cx="98350" cy="42700"/>
            </a:xfrm>
            <a:custGeom>
              <a:avLst/>
              <a:gdLst/>
              <a:ahLst/>
              <a:cxnLst/>
              <a:rect l="l" t="t" r="r" b="b"/>
              <a:pathLst>
                <a:path w="3934" h="1708" extrusionOk="0">
                  <a:moveTo>
                    <a:pt x="3414" y="1"/>
                  </a:moveTo>
                  <a:cubicBezTo>
                    <a:pt x="3088" y="1"/>
                    <a:pt x="2546" y="333"/>
                    <a:pt x="1841" y="512"/>
                  </a:cubicBezTo>
                  <a:cubicBezTo>
                    <a:pt x="854" y="780"/>
                    <a:pt x="0" y="663"/>
                    <a:pt x="151" y="1148"/>
                  </a:cubicBezTo>
                  <a:cubicBezTo>
                    <a:pt x="246" y="1503"/>
                    <a:pt x="752" y="1708"/>
                    <a:pt x="1401" y="1708"/>
                  </a:cubicBezTo>
                  <a:cubicBezTo>
                    <a:pt x="1669" y="1708"/>
                    <a:pt x="1962" y="1673"/>
                    <a:pt x="2260" y="1600"/>
                  </a:cubicBezTo>
                  <a:cubicBezTo>
                    <a:pt x="3281" y="1332"/>
                    <a:pt x="3934" y="696"/>
                    <a:pt x="3699" y="194"/>
                  </a:cubicBezTo>
                  <a:cubicBezTo>
                    <a:pt x="3642" y="54"/>
                    <a:pt x="3545" y="1"/>
                    <a:pt x="341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7"/>
            <p:cNvSpPr/>
            <p:nvPr/>
          </p:nvSpPr>
          <p:spPr>
            <a:xfrm>
              <a:off x="2045950" y="1580850"/>
              <a:ext cx="92100" cy="35675"/>
            </a:xfrm>
            <a:custGeom>
              <a:avLst/>
              <a:gdLst/>
              <a:ahLst/>
              <a:cxnLst/>
              <a:rect l="l" t="t" r="r" b="b"/>
              <a:pathLst>
                <a:path w="3684" h="1427" extrusionOk="0">
                  <a:moveTo>
                    <a:pt x="2330" y="0"/>
                  </a:moveTo>
                  <a:cubicBezTo>
                    <a:pt x="1926" y="0"/>
                    <a:pt x="1471" y="80"/>
                    <a:pt x="1072" y="239"/>
                  </a:cubicBezTo>
                  <a:cubicBezTo>
                    <a:pt x="285" y="541"/>
                    <a:pt x="1" y="1026"/>
                    <a:pt x="402" y="1327"/>
                  </a:cubicBezTo>
                  <a:cubicBezTo>
                    <a:pt x="499" y="1397"/>
                    <a:pt x="592" y="1427"/>
                    <a:pt x="686" y="1427"/>
                  </a:cubicBezTo>
                  <a:cubicBezTo>
                    <a:pt x="1000" y="1427"/>
                    <a:pt x="1338" y="1103"/>
                    <a:pt x="1942" y="859"/>
                  </a:cubicBezTo>
                  <a:cubicBezTo>
                    <a:pt x="2712" y="541"/>
                    <a:pt x="3683" y="490"/>
                    <a:pt x="3214" y="189"/>
                  </a:cubicBezTo>
                  <a:cubicBezTo>
                    <a:pt x="3010" y="63"/>
                    <a:pt x="2690" y="0"/>
                    <a:pt x="233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7"/>
            <p:cNvSpPr/>
            <p:nvPr/>
          </p:nvSpPr>
          <p:spPr>
            <a:xfrm>
              <a:off x="2082350" y="1624900"/>
              <a:ext cx="12175" cy="11750"/>
            </a:xfrm>
            <a:custGeom>
              <a:avLst/>
              <a:gdLst/>
              <a:ahLst/>
              <a:cxnLst/>
              <a:rect l="l" t="t" r="r" b="b"/>
              <a:pathLst>
                <a:path w="487" h="470" extrusionOk="0">
                  <a:moveTo>
                    <a:pt x="302" y="1"/>
                  </a:moveTo>
                  <a:lnTo>
                    <a:pt x="252" y="17"/>
                  </a:lnTo>
                  <a:cubicBezTo>
                    <a:pt x="252" y="17"/>
                    <a:pt x="1" y="469"/>
                    <a:pt x="252" y="469"/>
                  </a:cubicBezTo>
                  <a:cubicBezTo>
                    <a:pt x="486" y="469"/>
                    <a:pt x="403" y="268"/>
                    <a:pt x="3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7"/>
            <p:cNvSpPr/>
            <p:nvPr/>
          </p:nvSpPr>
          <p:spPr>
            <a:xfrm>
              <a:off x="2097525" y="1623650"/>
              <a:ext cx="12050" cy="11475"/>
            </a:xfrm>
            <a:custGeom>
              <a:avLst/>
              <a:gdLst/>
              <a:ahLst/>
              <a:cxnLst/>
              <a:rect l="l" t="t" r="r" b="b"/>
              <a:pathLst>
                <a:path w="482" h="459" extrusionOk="0">
                  <a:moveTo>
                    <a:pt x="197" y="0"/>
                  </a:moveTo>
                  <a:lnTo>
                    <a:pt x="147" y="34"/>
                  </a:lnTo>
                  <a:cubicBezTo>
                    <a:pt x="147" y="34"/>
                    <a:pt x="1" y="459"/>
                    <a:pt x="187" y="459"/>
                  </a:cubicBezTo>
                  <a:cubicBezTo>
                    <a:pt x="200" y="459"/>
                    <a:pt x="215" y="457"/>
                    <a:pt x="231" y="452"/>
                  </a:cubicBezTo>
                  <a:cubicBezTo>
                    <a:pt x="482" y="352"/>
                    <a:pt x="365" y="218"/>
                    <a:pt x="1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7"/>
            <p:cNvSpPr/>
            <p:nvPr/>
          </p:nvSpPr>
          <p:spPr>
            <a:xfrm>
              <a:off x="2116550" y="1620300"/>
              <a:ext cx="12275" cy="11225"/>
            </a:xfrm>
            <a:custGeom>
              <a:avLst/>
              <a:gdLst/>
              <a:ahLst/>
              <a:cxnLst/>
              <a:rect l="l" t="t" r="r" b="b"/>
              <a:pathLst>
                <a:path w="491" h="449" extrusionOk="0">
                  <a:moveTo>
                    <a:pt x="190" y="0"/>
                  </a:moveTo>
                  <a:lnTo>
                    <a:pt x="139" y="17"/>
                  </a:lnTo>
                  <a:cubicBezTo>
                    <a:pt x="139" y="17"/>
                    <a:pt x="0" y="449"/>
                    <a:pt x="191" y="449"/>
                  </a:cubicBezTo>
                  <a:cubicBezTo>
                    <a:pt x="210" y="449"/>
                    <a:pt x="231" y="445"/>
                    <a:pt x="257" y="436"/>
                  </a:cubicBezTo>
                  <a:cubicBezTo>
                    <a:pt x="491" y="352"/>
                    <a:pt x="357" y="201"/>
                    <a:pt x="1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7"/>
            <p:cNvSpPr/>
            <p:nvPr/>
          </p:nvSpPr>
          <p:spPr>
            <a:xfrm>
              <a:off x="2134250" y="1614025"/>
              <a:ext cx="11750" cy="8525"/>
            </a:xfrm>
            <a:custGeom>
              <a:avLst/>
              <a:gdLst/>
              <a:ahLst/>
              <a:cxnLst/>
              <a:rect l="l" t="t" r="r" b="b"/>
              <a:pathLst>
                <a:path w="470" h="341" extrusionOk="0">
                  <a:moveTo>
                    <a:pt x="17" y="0"/>
                  </a:moveTo>
                  <a:lnTo>
                    <a:pt x="0" y="34"/>
                  </a:lnTo>
                  <a:cubicBezTo>
                    <a:pt x="0" y="34"/>
                    <a:pt x="53" y="340"/>
                    <a:pt x="167" y="340"/>
                  </a:cubicBezTo>
                  <a:cubicBezTo>
                    <a:pt x="197" y="340"/>
                    <a:pt x="230" y="320"/>
                    <a:pt x="268" y="268"/>
                  </a:cubicBezTo>
                  <a:cubicBezTo>
                    <a:pt x="469" y="0"/>
                    <a:pt x="268" y="0"/>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7"/>
            <p:cNvSpPr/>
            <p:nvPr/>
          </p:nvSpPr>
          <p:spPr>
            <a:xfrm>
              <a:off x="2063100" y="1600800"/>
              <a:ext cx="7975" cy="7800"/>
            </a:xfrm>
            <a:custGeom>
              <a:avLst/>
              <a:gdLst/>
              <a:ahLst/>
              <a:cxnLst/>
              <a:rect l="l" t="t" r="r" b="b"/>
              <a:pathLst>
                <a:path w="319" h="312" extrusionOk="0">
                  <a:moveTo>
                    <a:pt x="203" y="1"/>
                  </a:moveTo>
                  <a:cubicBezTo>
                    <a:pt x="180" y="1"/>
                    <a:pt x="152" y="14"/>
                    <a:pt x="118" y="44"/>
                  </a:cubicBezTo>
                  <a:cubicBezTo>
                    <a:pt x="1" y="144"/>
                    <a:pt x="302" y="312"/>
                    <a:pt x="302" y="312"/>
                  </a:cubicBezTo>
                  <a:lnTo>
                    <a:pt x="319" y="312"/>
                  </a:lnTo>
                  <a:cubicBezTo>
                    <a:pt x="306" y="156"/>
                    <a:pt x="283" y="1"/>
                    <a:pt x="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7"/>
            <p:cNvSpPr/>
            <p:nvPr/>
          </p:nvSpPr>
          <p:spPr>
            <a:xfrm>
              <a:off x="2071900" y="1595525"/>
              <a:ext cx="9475" cy="8475"/>
            </a:xfrm>
            <a:custGeom>
              <a:avLst/>
              <a:gdLst/>
              <a:ahLst/>
              <a:cxnLst/>
              <a:rect l="l" t="t" r="r" b="b"/>
              <a:pathLst>
                <a:path w="379" h="339" extrusionOk="0">
                  <a:moveTo>
                    <a:pt x="278" y="0"/>
                  </a:moveTo>
                  <a:cubicBezTo>
                    <a:pt x="258" y="0"/>
                    <a:pt x="232" y="7"/>
                    <a:pt x="201" y="21"/>
                  </a:cubicBezTo>
                  <a:cubicBezTo>
                    <a:pt x="0" y="88"/>
                    <a:pt x="302" y="339"/>
                    <a:pt x="302" y="339"/>
                  </a:cubicBezTo>
                  <a:lnTo>
                    <a:pt x="318" y="339"/>
                  </a:lnTo>
                  <a:cubicBezTo>
                    <a:pt x="360" y="158"/>
                    <a:pt x="379" y="0"/>
                    <a:pt x="2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7"/>
            <p:cNvSpPr/>
            <p:nvPr/>
          </p:nvSpPr>
          <p:spPr>
            <a:xfrm>
              <a:off x="2085700" y="1587875"/>
              <a:ext cx="10975" cy="9425"/>
            </a:xfrm>
            <a:custGeom>
              <a:avLst/>
              <a:gdLst/>
              <a:ahLst/>
              <a:cxnLst/>
              <a:rect l="l" t="t" r="r" b="b"/>
              <a:pathLst>
                <a:path w="439" h="377" extrusionOk="0">
                  <a:moveTo>
                    <a:pt x="298" y="0"/>
                  </a:moveTo>
                  <a:cubicBezTo>
                    <a:pt x="280" y="0"/>
                    <a:pt x="260" y="3"/>
                    <a:pt x="235" y="9"/>
                  </a:cubicBezTo>
                  <a:cubicBezTo>
                    <a:pt x="1" y="92"/>
                    <a:pt x="319" y="377"/>
                    <a:pt x="319" y="377"/>
                  </a:cubicBezTo>
                  <a:lnTo>
                    <a:pt x="352" y="377"/>
                  </a:lnTo>
                  <a:cubicBezTo>
                    <a:pt x="382" y="169"/>
                    <a:pt x="438"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7"/>
            <p:cNvSpPr/>
            <p:nvPr/>
          </p:nvSpPr>
          <p:spPr>
            <a:xfrm>
              <a:off x="2104650" y="1585700"/>
              <a:ext cx="12875" cy="8675"/>
            </a:xfrm>
            <a:custGeom>
              <a:avLst/>
              <a:gdLst/>
              <a:ahLst/>
              <a:cxnLst/>
              <a:rect l="l" t="t" r="r" b="b"/>
              <a:pathLst>
                <a:path w="515" h="347" extrusionOk="0">
                  <a:moveTo>
                    <a:pt x="181" y="0"/>
                  </a:moveTo>
                  <a:cubicBezTo>
                    <a:pt x="0" y="0"/>
                    <a:pt x="96" y="330"/>
                    <a:pt x="96" y="330"/>
                  </a:cubicBezTo>
                  <a:lnTo>
                    <a:pt x="130" y="347"/>
                  </a:lnTo>
                  <a:cubicBezTo>
                    <a:pt x="348" y="213"/>
                    <a:pt x="515" y="96"/>
                    <a:pt x="247" y="12"/>
                  </a:cubicBezTo>
                  <a:cubicBezTo>
                    <a:pt x="222" y="4"/>
                    <a:pt x="200" y="0"/>
                    <a:pt x="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7"/>
            <p:cNvSpPr/>
            <p:nvPr/>
          </p:nvSpPr>
          <p:spPr>
            <a:xfrm>
              <a:off x="1689000" y="1570900"/>
              <a:ext cx="129750" cy="71950"/>
            </a:xfrm>
            <a:custGeom>
              <a:avLst/>
              <a:gdLst/>
              <a:ahLst/>
              <a:cxnLst/>
              <a:rect l="l" t="t" r="r" b="b"/>
              <a:pathLst>
                <a:path w="5190" h="2878" extrusionOk="0">
                  <a:moveTo>
                    <a:pt x="2722" y="1"/>
                  </a:moveTo>
                  <a:cubicBezTo>
                    <a:pt x="2702" y="1"/>
                    <a:pt x="2682" y="1"/>
                    <a:pt x="2662" y="1"/>
                  </a:cubicBezTo>
                  <a:cubicBezTo>
                    <a:pt x="1256" y="18"/>
                    <a:pt x="1" y="755"/>
                    <a:pt x="118" y="1658"/>
                  </a:cubicBezTo>
                  <a:cubicBezTo>
                    <a:pt x="211" y="2415"/>
                    <a:pt x="1209" y="2877"/>
                    <a:pt x="2353" y="2877"/>
                  </a:cubicBezTo>
                  <a:cubicBezTo>
                    <a:pt x="2652" y="2877"/>
                    <a:pt x="2960" y="2846"/>
                    <a:pt x="3265" y="2780"/>
                  </a:cubicBezTo>
                  <a:cubicBezTo>
                    <a:pt x="4503" y="2512"/>
                    <a:pt x="5190" y="1759"/>
                    <a:pt x="5005" y="1089"/>
                  </a:cubicBezTo>
                  <a:cubicBezTo>
                    <a:pt x="4824" y="480"/>
                    <a:pt x="3883" y="1"/>
                    <a:pt x="27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7"/>
            <p:cNvSpPr/>
            <p:nvPr/>
          </p:nvSpPr>
          <p:spPr>
            <a:xfrm>
              <a:off x="1726250" y="1590400"/>
              <a:ext cx="84125" cy="42675"/>
            </a:xfrm>
            <a:custGeom>
              <a:avLst/>
              <a:gdLst/>
              <a:ahLst/>
              <a:cxnLst/>
              <a:rect l="l" t="t" r="r" b="b"/>
              <a:pathLst>
                <a:path w="3365" h="1707" extrusionOk="0">
                  <a:moveTo>
                    <a:pt x="2883" y="1"/>
                  </a:moveTo>
                  <a:cubicBezTo>
                    <a:pt x="2638" y="1"/>
                    <a:pt x="2323" y="330"/>
                    <a:pt x="1775" y="611"/>
                  </a:cubicBezTo>
                  <a:cubicBezTo>
                    <a:pt x="971" y="996"/>
                    <a:pt x="0" y="1113"/>
                    <a:pt x="385" y="1481"/>
                  </a:cubicBezTo>
                  <a:cubicBezTo>
                    <a:pt x="539" y="1635"/>
                    <a:pt x="801" y="1707"/>
                    <a:pt x="1108" y="1707"/>
                  </a:cubicBezTo>
                  <a:cubicBezTo>
                    <a:pt x="1535" y="1707"/>
                    <a:pt x="2049" y="1567"/>
                    <a:pt x="2478" y="1314"/>
                  </a:cubicBezTo>
                  <a:cubicBezTo>
                    <a:pt x="3147" y="912"/>
                    <a:pt x="3365" y="393"/>
                    <a:pt x="3097" y="108"/>
                  </a:cubicBezTo>
                  <a:cubicBezTo>
                    <a:pt x="3029" y="33"/>
                    <a:pt x="2960" y="1"/>
                    <a:pt x="288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7"/>
            <p:cNvSpPr/>
            <p:nvPr/>
          </p:nvSpPr>
          <p:spPr>
            <a:xfrm>
              <a:off x="1699050" y="1578800"/>
              <a:ext cx="87900" cy="37950"/>
            </a:xfrm>
            <a:custGeom>
              <a:avLst/>
              <a:gdLst/>
              <a:ahLst/>
              <a:cxnLst/>
              <a:rect l="l" t="t" r="r" b="b"/>
              <a:pathLst>
                <a:path w="3516" h="1518" extrusionOk="0">
                  <a:moveTo>
                    <a:pt x="2492" y="1"/>
                  </a:moveTo>
                  <a:cubicBezTo>
                    <a:pt x="2015" y="1"/>
                    <a:pt x="1430" y="131"/>
                    <a:pt x="938" y="372"/>
                  </a:cubicBezTo>
                  <a:cubicBezTo>
                    <a:pt x="151" y="790"/>
                    <a:pt x="0" y="1326"/>
                    <a:pt x="670" y="1476"/>
                  </a:cubicBezTo>
                  <a:cubicBezTo>
                    <a:pt x="768" y="1505"/>
                    <a:pt x="855" y="1518"/>
                    <a:pt x="935" y="1518"/>
                  </a:cubicBezTo>
                  <a:cubicBezTo>
                    <a:pt x="1374" y="1518"/>
                    <a:pt x="1593" y="1127"/>
                    <a:pt x="2160" y="773"/>
                  </a:cubicBezTo>
                  <a:cubicBezTo>
                    <a:pt x="2762" y="422"/>
                    <a:pt x="3515" y="254"/>
                    <a:pt x="3064" y="87"/>
                  </a:cubicBezTo>
                  <a:cubicBezTo>
                    <a:pt x="2910" y="29"/>
                    <a:pt x="2712" y="1"/>
                    <a:pt x="2492"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7"/>
            <p:cNvSpPr/>
            <p:nvPr/>
          </p:nvSpPr>
          <p:spPr>
            <a:xfrm>
              <a:off x="1755350" y="1617375"/>
              <a:ext cx="10675" cy="9825"/>
            </a:xfrm>
            <a:custGeom>
              <a:avLst/>
              <a:gdLst/>
              <a:ahLst/>
              <a:cxnLst/>
              <a:rect l="l" t="t" r="r" b="b"/>
              <a:pathLst>
                <a:path w="427" h="393" extrusionOk="0">
                  <a:moveTo>
                    <a:pt x="75" y="0"/>
                  </a:moveTo>
                  <a:lnTo>
                    <a:pt x="58" y="34"/>
                  </a:lnTo>
                  <a:cubicBezTo>
                    <a:pt x="58" y="34"/>
                    <a:pt x="1" y="393"/>
                    <a:pt x="152" y="393"/>
                  </a:cubicBezTo>
                  <a:cubicBezTo>
                    <a:pt x="164" y="393"/>
                    <a:pt x="177" y="390"/>
                    <a:pt x="192" y="385"/>
                  </a:cubicBezTo>
                  <a:cubicBezTo>
                    <a:pt x="427" y="318"/>
                    <a:pt x="259" y="184"/>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7"/>
            <p:cNvSpPr/>
            <p:nvPr/>
          </p:nvSpPr>
          <p:spPr>
            <a:xfrm>
              <a:off x="1768100" y="1614025"/>
              <a:ext cx="10050" cy="8775"/>
            </a:xfrm>
            <a:custGeom>
              <a:avLst/>
              <a:gdLst/>
              <a:ahLst/>
              <a:cxnLst/>
              <a:rect l="l" t="t" r="r" b="b"/>
              <a:pathLst>
                <a:path w="402" h="351" extrusionOk="0">
                  <a:moveTo>
                    <a:pt x="17" y="0"/>
                  </a:moveTo>
                  <a:lnTo>
                    <a:pt x="0" y="17"/>
                  </a:lnTo>
                  <a:cubicBezTo>
                    <a:pt x="0" y="17"/>
                    <a:pt x="14" y="351"/>
                    <a:pt x="159" y="351"/>
                  </a:cubicBezTo>
                  <a:cubicBezTo>
                    <a:pt x="177" y="351"/>
                    <a:pt x="196" y="346"/>
                    <a:pt x="218" y="335"/>
                  </a:cubicBezTo>
                  <a:cubicBezTo>
                    <a:pt x="402" y="201"/>
                    <a:pt x="235" y="118"/>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7"/>
            <p:cNvSpPr/>
            <p:nvPr/>
          </p:nvSpPr>
          <p:spPr>
            <a:xfrm>
              <a:off x="1782325" y="1608175"/>
              <a:ext cx="9225" cy="8075"/>
            </a:xfrm>
            <a:custGeom>
              <a:avLst/>
              <a:gdLst/>
              <a:ahLst/>
              <a:cxnLst/>
              <a:rect l="l" t="t" r="r" b="b"/>
              <a:pathLst>
                <a:path w="369" h="323" extrusionOk="0">
                  <a:moveTo>
                    <a:pt x="17" y="0"/>
                  </a:moveTo>
                  <a:lnTo>
                    <a:pt x="0" y="17"/>
                  </a:lnTo>
                  <a:cubicBezTo>
                    <a:pt x="0" y="17"/>
                    <a:pt x="13" y="323"/>
                    <a:pt x="139" y="323"/>
                  </a:cubicBezTo>
                  <a:cubicBezTo>
                    <a:pt x="157" y="323"/>
                    <a:pt x="178" y="316"/>
                    <a:pt x="201" y="301"/>
                  </a:cubicBezTo>
                  <a:cubicBezTo>
                    <a:pt x="369" y="201"/>
                    <a:pt x="201" y="117"/>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7"/>
            <p:cNvSpPr/>
            <p:nvPr/>
          </p:nvSpPr>
          <p:spPr>
            <a:xfrm>
              <a:off x="1791100" y="1600300"/>
              <a:ext cx="7425" cy="6025"/>
            </a:xfrm>
            <a:custGeom>
              <a:avLst/>
              <a:gdLst/>
              <a:ahLst/>
              <a:cxnLst/>
              <a:rect l="l" t="t" r="r" b="b"/>
              <a:pathLst>
                <a:path w="297" h="241" extrusionOk="0">
                  <a:moveTo>
                    <a:pt x="163" y="1"/>
                  </a:moveTo>
                  <a:cubicBezTo>
                    <a:pt x="118" y="1"/>
                    <a:pt x="62" y="8"/>
                    <a:pt x="1" y="14"/>
                  </a:cubicBezTo>
                  <a:lnTo>
                    <a:pt x="1" y="64"/>
                  </a:lnTo>
                  <a:cubicBezTo>
                    <a:pt x="1" y="64"/>
                    <a:pt x="122" y="241"/>
                    <a:pt x="197" y="241"/>
                  </a:cubicBezTo>
                  <a:cubicBezTo>
                    <a:pt x="223" y="241"/>
                    <a:pt x="243" y="220"/>
                    <a:pt x="252" y="164"/>
                  </a:cubicBezTo>
                  <a:cubicBezTo>
                    <a:pt x="297" y="30"/>
                    <a:pt x="252" y="1"/>
                    <a:pt x="1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7"/>
            <p:cNvSpPr/>
            <p:nvPr/>
          </p:nvSpPr>
          <p:spPr>
            <a:xfrm>
              <a:off x="1720400" y="1601700"/>
              <a:ext cx="11300" cy="6500"/>
            </a:xfrm>
            <a:custGeom>
              <a:avLst/>
              <a:gdLst/>
              <a:ahLst/>
              <a:cxnLst/>
              <a:rect l="l" t="t" r="r" b="b"/>
              <a:pathLst>
                <a:path w="452" h="260" extrusionOk="0">
                  <a:moveTo>
                    <a:pt x="192" y="0"/>
                  </a:moveTo>
                  <a:cubicBezTo>
                    <a:pt x="166" y="0"/>
                    <a:pt x="142" y="13"/>
                    <a:pt x="117" y="41"/>
                  </a:cubicBezTo>
                  <a:cubicBezTo>
                    <a:pt x="0" y="142"/>
                    <a:pt x="418" y="259"/>
                    <a:pt x="418" y="259"/>
                  </a:cubicBezTo>
                  <a:lnTo>
                    <a:pt x="452" y="259"/>
                  </a:lnTo>
                  <a:cubicBezTo>
                    <a:pt x="351" y="120"/>
                    <a:pt x="269" y="0"/>
                    <a:pt x="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7"/>
            <p:cNvSpPr/>
            <p:nvPr/>
          </p:nvSpPr>
          <p:spPr>
            <a:xfrm>
              <a:off x="1727500" y="1595275"/>
              <a:ext cx="11750" cy="7050"/>
            </a:xfrm>
            <a:custGeom>
              <a:avLst/>
              <a:gdLst/>
              <a:ahLst/>
              <a:cxnLst/>
              <a:rect l="l" t="t" r="r" b="b"/>
              <a:pathLst>
                <a:path w="470" h="282" extrusionOk="0">
                  <a:moveTo>
                    <a:pt x="298" y="0"/>
                  </a:moveTo>
                  <a:cubicBezTo>
                    <a:pt x="271" y="0"/>
                    <a:pt x="240" y="10"/>
                    <a:pt x="201" y="31"/>
                  </a:cubicBezTo>
                  <a:cubicBezTo>
                    <a:pt x="1" y="98"/>
                    <a:pt x="436" y="282"/>
                    <a:pt x="436" y="282"/>
                  </a:cubicBezTo>
                  <a:lnTo>
                    <a:pt x="469" y="282"/>
                  </a:lnTo>
                  <a:cubicBezTo>
                    <a:pt x="429" y="136"/>
                    <a:pt x="400"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7"/>
            <p:cNvSpPr/>
            <p:nvPr/>
          </p:nvSpPr>
          <p:spPr>
            <a:xfrm>
              <a:off x="1739225" y="1586900"/>
              <a:ext cx="12150" cy="7475"/>
            </a:xfrm>
            <a:custGeom>
              <a:avLst/>
              <a:gdLst/>
              <a:ahLst/>
              <a:cxnLst/>
              <a:rect l="l" t="t" r="r" b="b"/>
              <a:pathLst>
                <a:path w="486" h="299" extrusionOk="0">
                  <a:moveTo>
                    <a:pt x="322" y="1"/>
                  </a:moveTo>
                  <a:cubicBezTo>
                    <a:pt x="294" y="1"/>
                    <a:pt x="259" y="10"/>
                    <a:pt x="218" y="31"/>
                  </a:cubicBezTo>
                  <a:cubicBezTo>
                    <a:pt x="0" y="115"/>
                    <a:pt x="452" y="299"/>
                    <a:pt x="452" y="299"/>
                  </a:cubicBezTo>
                  <a:lnTo>
                    <a:pt x="486" y="299"/>
                  </a:lnTo>
                  <a:cubicBezTo>
                    <a:pt x="459" y="139"/>
                    <a:pt x="433" y="1"/>
                    <a:pt x="3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7"/>
            <p:cNvSpPr/>
            <p:nvPr/>
          </p:nvSpPr>
          <p:spPr>
            <a:xfrm>
              <a:off x="1756275" y="1582825"/>
              <a:ext cx="13100" cy="7375"/>
            </a:xfrm>
            <a:custGeom>
              <a:avLst/>
              <a:gdLst/>
              <a:ahLst/>
              <a:cxnLst/>
              <a:rect l="l" t="t" r="r" b="b"/>
              <a:pathLst>
                <a:path w="524" h="295" extrusionOk="0">
                  <a:moveTo>
                    <a:pt x="174" y="1"/>
                  </a:moveTo>
                  <a:cubicBezTo>
                    <a:pt x="1" y="1"/>
                    <a:pt x="222" y="278"/>
                    <a:pt x="222" y="278"/>
                  </a:cubicBezTo>
                  <a:lnTo>
                    <a:pt x="272" y="294"/>
                  </a:lnTo>
                  <a:cubicBezTo>
                    <a:pt x="390" y="160"/>
                    <a:pt x="523" y="43"/>
                    <a:pt x="239" y="10"/>
                  </a:cubicBezTo>
                  <a:cubicBezTo>
                    <a:pt x="213" y="4"/>
                    <a:pt x="192"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7"/>
            <p:cNvSpPr/>
            <p:nvPr/>
          </p:nvSpPr>
          <p:spPr>
            <a:xfrm>
              <a:off x="1682725" y="1459600"/>
              <a:ext cx="41875" cy="61975"/>
            </a:xfrm>
            <a:custGeom>
              <a:avLst/>
              <a:gdLst/>
              <a:ahLst/>
              <a:cxnLst/>
              <a:rect l="l" t="t" r="r" b="b"/>
              <a:pathLst>
                <a:path w="1675" h="2479" extrusionOk="0">
                  <a:moveTo>
                    <a:pt x="536" y="1"/>
                  </a:moveTo>
                  <a:lnTo>
                    <a:pt x="151" y="34"/>
                  </a:lnTo>
                  <a:cubicBezTo>
                    <a:pt x="1" y="2026"/>
                    <a:pt x="888" y="2478"/>
                    <a:pt x="888" y="2478"/>
                  </a:cubicBezTo>
                  <a:lnTo>
                    <a:pt x="1674" y="2009"/>
                  </a:lnTo>
                  <a:cubicBezTo>
                    <a:pt x="1674" y="1993"/>
                    <a:pt x="536" y="1156"/>
                    <a:pt x="5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7"/>
            <p:cNvSpPr/>
            <p:nvPr/>
          </p:nvSpPr>
          <p:spPr>
            <a:xfrm>
              <a:off x="2134250" y="1484075"/>
              <a:ext cx="64050" cy="18250"/>
            </a:xfrm>
            <a:custGeom>
              <a:avLst/>
              <a:gdLst/>
              <a:ahLst/>
              <a:cxnLst/>
              <a:rect l="l" t="t" r="r" b="b"/>
              <a:pathLst>
                <a:path w="2562" h="730" extrusionOk="0">
                  <a:moveTo>
                    <a:pt x="828" y="0"/>
                  </a:moveTo>
                  <a:cubicBezTo>
                    <a:pt x="393" y="0"/>
                    <a:pt x="185" y="93"/>
                    <a:pt x="185" y="93"/>
                  </a:cubicBezTo>
                  <a:lnTo>
                    <a:pt x="0" y="729"/>
                  </a:lnTo>
                  <a:cubicBezTo>
                    <a:pt x="0" y="729"/>
                    <a:pt x="673" y="494"/>
                    <a:pt x="1459" y="494"/>
                  </a:cubicBezTo>
                  <a:cubicBezTo>
                    <a:pt x="1781" y="494"/>
                    <a:pt x="2123" y="533"/>
                    <a:pt x="2444" y="645"/>
                  </a:cubicBezTo>
                  <a:lnTo>
                    <a:pt x="2561" y="361"/>
                  </a:lnTo>
                  <a:cubicBezTo>
                    <a:pt x="1792" y="75"/>
                    <a:pt x="1219" y="0"/>
                    <a:pt x="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7"/>
            <p:cNvSpPr/>
            <p:nvPr/>
          </p:nvSpPr>
          <p:spPr>
            <a:xfrm>
              <a:off x="1988200" y="1342075"/>
              <a:ext cx="37700" cy="10850"/>
            </a:xfrm>
            <a:custGeom>
              <a:avLst/>
              <a:gdLst/>
              <a:ahLst/>
              <a:cxnLst/>
              <a:rect l="l" t="t" r="r" b="b"/>
              <a:pathLst>
                <a:path w="1508" h="434" extrusionOk="0">
                  <a:moveTo>
                    <a:pt x="471" y="0"/>
                  </a:moveTo>
                  <a:cubicBezTo>
                    <a:pt x="232" y="0"/>
                    <a:pt x="118" y="49"/>
                    <a:pt x="118" y="49"/>
                  </a:cubicBezTo>
                  <a:lnTo>
                    <a:pt x="1" y="434"/>
                  </a:lnTo>
                  <a:cubicBezTo>
                    <a:pt x="1" y="434"/>
                    <a:pt x="384" y="283"/>
                    <a:pt x="851" y="283"/>
                  </a:cubicBezTo>
                  <a:cubicBezTo>
                    <a:pt x="1046" y="283"/>
                    <a:pt x="1255" y="309"/>
                    <a:pt x="1457" y="383"/>
                  </a:cubicBezTo>
                  <a:lnTo>
                    <a:pt x="1507" y="216"/>
                  </a:lnTo>
                  <a:cubicBezTo>
                    <a:pt x="1041" y="44"/>
                    <a:pt x="699" y="0"/>
                    <a:pt x="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7"/>
            <p:cNvSpPr/>
            <p:nvPr/>
          </p:nvSpPr>
          <p:spPr>
            <a:xfrm>
              <a:off x="2180700" y="1351225"/>
              <a:ext cx="27225" cy="20525"/>
            </a:xfrm>
            <a:custGeom>
              <a:avLst/>
              <a:gdLst/>
              <a:ahLst/>
              <a:cxnLst/>
              <a:rect l="l" t="t" r="r" b="b"/>
              <a:pathLst>
                <a:path w="1089" h="821" extrusionOk="0">
                  <a:moveTo>
                    <a:pt x="335" y="1"/>
                  </a:moveTo>
                  <a:lnTo>
                    <a:pt x="0" y="17"/>
                  </a:lnTo>
                  <a:cubicBezTo>
                    <a:pt x="34" y="17"/>
                    <a:pt x="670" y="402"/>
                    <a:pt x="787" y="821"/>
                  </a:cubicBezTo>
                  <a:lnTo>
                    <a:pt x="1088" y="804"/>
                  </a:lnTo>
                  <a:cubicBezTo>
                    <a:pt x="971" y="168"/>
                    <a:pt x="335" y="1"/>
                    <a:pt x="3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7"/>
            <p:cNvSpPr/>
            <p:nvPr/>
          </p:nvSpPr>
          <p:spPr>
            <a:xfrm>
              <a:off x="2362300" y="1540800"/>
              <a:ext cx="32675" cy="20950"/>
            </a:xfrm>
            <a:custGeom>
              <a:avLst/>
              <a:gdLst/>
              <a:ahLst/>
              <a:cxnLst/>
              <a:rect l="l" t="t" r="r" b="b"/>
              <a:pathLst>
                <a:path w="1307" h="838" extrusionOk="0">
                  <a:moveTo>
                    <a:pt x="905" y="0"/>
                  </a:moveTo>
                  <a:cubicBezTo>
                    <a:pt x="905" y="0"/>
                    <a:pt x="152" y="184"/>
                    <a:pt x="1" y="804"/>
                  </a:cubicBezTo>
                  <a:lnTo>
                    <a:pt x="386" y="837"/>
                  </a:lnTo>
                  <a:cubicBezTo>
                    <a:pt x="486" y="419"/>
                    <a:pt x="1307" y="34"/>
                    <a:pt x="1307" y="17"/>
                  </a:cubicBezTo>
                  <a:lnTo>
                    <a:pt x="905" y="0"/>
                  </a:lnTo>
                  <a:close/>
                </a:path>
              </a:pathLst>
            </a:custGeom>
            <a:solidFill>
              <a:srgbClr val="B2AA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7"/>
            <p:cNvSpPr/>
            <p:nvPr/>
          </p:nvSpPr>
          <p:spPr>
            <a:xfrm>
              <a:off x="1834200" y="1671775"/>
              <a:ext cx="63225" cy="31450"/>
            </a:xfrm>
            <a:custGeom>
              <a:avLst/>
              <a:gdLst/>
              <a:ahLst/>
              <a:cxnLst/>
              <a:rect l="l" t="t" r="r" b="b"/>
              <a:pathLst>
                <a:path w="2529" h="1258" extrusionOk="0">
                  <a:moveTo>
                    <a:pt x="202" y="0"/>
                  </a:moveTo>
                  <a:lnTo>
                    <a:pt x="1" y="251"/>
                  </a:lnTo>
                  <a:cubicBezTo>
                    <a:pt x="1161" y="1194"/>
                    <a:pt x="1920" y="1257"/>
                    <a:pt x="2101" y="1257"/>
                  </a:cubicBezTo>
                  <a:cubicBezTo>
                    <a:pt x="2129" y="1257"/>
                    <a:pt x="2143" y="1256"/>
                    <a:pt x="2143" y="1256"/>
                  </a:cubicBezTo>
                  <a:lnTo>
                    <a:pt x="2528" y="703"/>
                  </a:lnTo>
                  <a:cubicBezTo>
                    <a:pt x="2528" y="687"/>
                    <a:pt x="1122" y="737"/>
                    <a:pt x="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7"/>
            <p:cNvSpPr/>
            <p:nvPr/>
          </p:nvSpPr>
          <p:spPr>
            <a:xfrm>
              <a:off x="2230500" y="1402750"/>
              <a:ext cx="46475" cy="29125"/>
            </a:xfrm>
            <a:custGeom>
              <a:avLst/>
              <a:gdLst/>
              <a:ahLst/>
              <a:cxnLst/>
              <a:rect l="l" t="t" r="r" b="b"/>
              <a:pathLst>
                <a:path w="1859" h="1165" extrusionOk="0">
                  <a:moveTo>
                    <a:pt x="1040" y="191"/>
                  </a:moveTo>
                  <a:cubicBezTo>
                    <a:pt x="1211" y="191"/>
                    <a:pt x="1375" y="257"/>
                    <a:pt x="1473" y="367"/>
                  </a:cubicBezTo>
                  <a:cubicBezTo>
                    <a:pt x="1590" y="534"/>
                    <a:pt x="1507" y="768"/>
                    <a:pt x="1272" y="869"/>
                  </a:cubicBezTo>
                  <a:cubicBezTo>
                    <a:pt x="1185" y="904"/>
                    <a:pt x="1094" y="920"/>
                    <a:pt x="1006" y="920"/>
                  </a:cubicBezTo>
                  <a:cubicBezTo>
                    <a:pt x="840" y="920"/>
                    <a:pt x="685" y="861"/>
                    <a:pt x="586" y="752"/>
                  </a:cubicBezTo>
                  <a:cubicBezTo>
                    <a:pt x="436" y="584"/>
                    <a:pt x="519" y="350"/>
                    <a:pt x="770" y="249"/>
                  </a:cubicBezTo>
                  <a:cubicBezTo>
                    <a:pt x="857" y="209"/>
                    <a:pt x="950" y="191"/>
                    <a:pt x="1040" y="191"/>
                  </a:cubicBezTo>
                  <a:close/>
                  <a:moveTo>
                    <a:pt x="940" y="0"/>
                  </a:moveTo>
                  <a:cubicBezTo>
                    <a:pt x="798" y="0"/>
                    <a:pt x="653" y="26"/>
                    <a:pt x="519" y="82"/>
                  </a:cubicBezTo>
                  <a:cubicBezTo>
                    <a:pt x="134" y="249"/>
                    <a:pt x="0" y="601"/>
                    <a:pt x="235" y="869"/>
                  </a:cubicBezTo>
                  <a:cubicBezTo>
                    <a:pt x="395" y="1051"/>
                    <a:pt x="663" y="1164"/>
                    <a:pt x="946" y="1164"/>
                  </a:cubicBezTo>
                  <a:cubicBezTo>
                    <a:pt x="1077" y="1164"/>
                    <a:pt x="1212" y="1140"/>
                    <a:pt x="1339" y="1086"/>
                  </a:cubicBezTo>
                  <a:cubicBezTo>
                    <a:pt x="1741" y="919"/>
                    <a:pt x="1858" y="551"/>
                    <a:pt x="1641" y="283"/>
                  </a:cubicBezTo>
                  <a:cubicBezTo>
                    <a:pt x="1496" y="104"/>
                    <a:pt x="1224" y="0"/>
                    <a:pt x="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7"/>
            <p:cNvSpPr/>
            <p:nvPr/>
          </p:nvSpPr>
          <p:spPr>
            <a:xfrm>
              <a:off x="2255600" y="1583300"/>
              <a:ext cx="46475" cy="29000"/>
            </a:xfrm>
            <a:custGeom>
              <a:avLst/>
              <a:gdLst/>
              <a:ahLst/>
              <a:cxnLst/>
              <a:rect l="l" t="t" r="r" b="b"/>
              <a:pathLst>
                <a:path w="1859" h="1160" extrusionOk="0">
                  <a:moveTo>
                    <a:pt x="1024" y="190"/>
                  </a:moveTo>
                  <a:cubicBezTo>
                    <a:pt x="1194" y="190"/>
                    <a:pt x="1353" y="250"/>
                    <a:pt x="1440" y="359"/>
                  </a:cubicBezTo>
                  <a:cubicBezTo>
                    <a:pt x="1591" y="526"/>
                    <a:pt x="1507" y="761"/>
                    <a:pt x="1256" y="861"/>
                  </a:cubicBezTo>
                  <a:cubicBezTo>
                    <a:pt x="1169" y="902"/>
                    <a:pt x="1079" y="920"/>
                    <a:pt x="991" y="920"/>
                  </a:cubicBezTo>
                  <a:cubicBezTo>
                    <a:pt x="824" y="920"/>
                    <a:pt x="668" y="854"/>
                    <a:pt x="570" y="744"/>
                  </a:cubicBezTo>
                  <a:cubicBezTo>
                    <a:pt x="419" y="577"/>
                    <a:pt x="503" y="342"/>
                    <a:pt x="754" y="242"/>
                  </a:cubicBezTo>
                  <a:cubicBezTo>
                    <a:pt x="841" y="207"/>
                    <a:pt x="934" y="190"/>
                    <a:pt x="1024" y="190"/>
                  </a:cubicBezTo>
                  <a:close/>
                  <a:moveTo>
                    <a:pt x="929" y="0"/>
                  </a:moveTo>
                  <a:cubicBezTo>
                    <a:pt x="789" y="0"/>
                    <a:pt x="648" y="24"/>
                    <a:pt x="520" y="74"/>
                  </a:cubicBezTo>
                  <a:cubicBezTo>
                    <a:pt x="135" y="242"/>
                    <a:pt x="1" y="593"/>
                    <a:pt x="235" y="861"/>
                  </a:cubicBezTo>
                  <a:cubicBezTo>
                    <a:pt x="392" y="1052"/>
                    <a:pt x="655" y="1160"/>
                    <a:pt x="932" y="1160"/>
                  </a:cubicBezTo>
                  <a:cubicBezTo>
                    <a:pt x="1068" y="1160"/>
                    <a:pt x="1207" y="1134"/>
                    <a:pt x="1340" y="1079"/>
                  </a:cubicBezTo>
                  <a:cubicBezTo>
                    <a:pt x="1741" y="911"/>
                    <a:pt x="1859" y="560"/>
                    <a:pt x="1641" y="275"/>
                  </a:cubicBezTo>
                  <a:cubicBezTo>
                    <a:pt x="1485" y="97"/>
                    <a:pt x="1210"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7"/>
            <p:cNvSpPr/>
            <p:nvPr/>
          </p:nvSpPr>
          <p:spPr>
            <a:xfrm>
              <a:off x="1904100" y="1625425"/>
              <a:ext cx="46050" cy="28350"/>
            </a:xfrm>
            <a:custGeom>
              <a:avLst/>
              <a:gdLst/>
              <a:ahLst/>
              <a:cxnLst/>
              <a:rect l="l" t="t" r="r" b="b"/>
              <a:pathLst>
                <a:path w="1842" h="1134" extrusionOk="0">
                  <a:moveTo>
                    <a:pt x="1116" y="167"/>
                  </a:moveTo>
                  <a:cubicBezTo>
                    <a:pt x="1257" y="167"/>
                    <a:pt x="1388" y="210"/>
                    <a:pt x="1456" y="298"/>
                  </a:cubicBezTo>
                  <a:cubicBezTo>
                    <a:pt x="1590" y="432"/>
                    <a:pt x="1523" y="649"/>
                    <a:pt x="1306" y="766"/>
                  </a:cubicBezTo>
                  <a:cubicBezTo>
                    <a:pt x="1203" y="825"/>
                    <a:pt x="1081" y="852"/>
                    <a:pt x="965" y="852"/>
                  </a:cubicBezTo>
                  <a:cubicBezTo>
                    <a:pt x="817" y="852"/>
                    <a:pt x="678" y="808"/>
                    <a:pt x="603" y="733"/>
                  </a:cubicBezTo>
                  <a:cubicBezTo>
                    <a:pt x="486" y="565"/>
                    <a:pt x="569" y="348"/>
                    <a:pt x="820" y="231"/>
                  </a:cubicBezTo>
                  <a:cubicBezTo>
                    <a:pt x="911" y="189"/>
                    <a:pt x="1016" y="167"/>
                    <a:pt x="1116" y="167"/>
                  </a:cubicBezTo>
                  <a:close/>
                  <a:moveTo>
                    <a:pt x="1035" y="1"/>
                  </a:moveTo>
                  <a:cubicBezTo>
                    <a:pt x="883" y="1"/>
                    <a:pt x="725" y="30"/>
                    <a:pt x="586" y="97"/>
                  </a:cubicBezTo>
                  <a:cubicBezTo>
                    <a:pt x="184" y="281"/>
                    <a:pt x="0" y="649"/>
                    <a:pt x="235" y="917"/>
                  </a:cubicBezTo>
                  <a:cubicBezTo>
                    <a:pt x="362" y="1062"/>
                    <a:pt x="573" y="1134"/>
                    <a:pt x="804" y="1134"/>
                  </a:cubicBezTo>
                  <a:cubicBezTo>
                    <a:pt x="998" y="1134"/>
                    <a:pt x="1206" y="1083"/>
                    <a:pt x="1390" y="984"/>
                  </a:cubicBezTo>
                  <a:cubicBezTo>
                    <a:pt x="1741" y="766"/>
                    <a:pt x="1841" y="415"/>
                    <a:pt x="1607" y="180"/>
                  </a:cubicBezTo>
                  <a:cubicBezTo>
                    <a:pt x="1486" y="69"/>
                    <a:pt x="1267" y="1"/>
                    <a:pt x="10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7"/>
            <p:cNvSpPr/>
            <p:nvPr/>
          </p:nvSpPr>
          <p:spPr>
            <a:xfrm>
              <a:off x="1715775" y="1454800"/>
              <a:ext cx="36850" cy="26625"/>
            </a:xfrm>
            <a:custGeom>
              <a:avLst/>
              <a:gdLst/>
              <a:ahLst/>
              <a:cxnLst/>
              <a:rect l="l" t="t" r="r" b="b"/>
              <a:pathLst>
                <a:path w="1474" h="1065" extrusionOk="0">
                  <a:moveTo>
                    <a:pt x="622" y="100"/>
                  </a:moveTo>
                  <a:cubicBezTo>
                    <a:pt x="769" y="100"/>
                    <a:pt x="919" y="166"/>
                    <a:pt x="1005" y="277"/>
                  </a:cubicBezTo>
                  <a:cubicBezTo>
                    <a:pt x="1139" y="444"/>
                    <a:pt x="1089" y="628"/>
                    <a:pt x="905" y="712"/>
                  </a:cubicBezTo>
                  <a:cubicBezTo>
                    <a:pt x="855" y="734"/>
                    <a:pt x="801" y="745"/>
                    <a:pt x="746" y="745"/>
                  </a:cubicBezTo>
                  <a:cubicBezTo>
                    <a:pt x="595" y="745"/>
                    <a:pt x="434" y="667"/>
                    <a:pt x="336" y="544"/>
                  </a:cubicBezTo>
                  <a:cubicBezTo>
                    <a:pt x="235" y="394"/>
                    <a:pt x="302" y="210"/>
                    <a:pt x="470" y="126"/>
                  </a:cubicBezTo>
                  <a:cubicBezTo>
                    <a:pt x="518" y="108"/>
                    <a:pt x="570" y="100"/>
                    <a:pt x="622" y="100"/>
                  </a:cubicBezTo>
                  <a:close/>
                  <a:moveTo>
                    <a:pt x="652" y="1"/>
                  </a:moveTo>
                  <a:cubicBezTo>
                    <a:pt x="566" y="1"/>
                    <a:pt x="481" y="14"/>
                    <a:pt x="403" y="42"/>
                  </a:cubicBezTo>
                  <a:cubicBezTo>
                    <a:pt x="101" y="143"/>
                    <a:pt x="1" y="444"/>
                    <a:pt x="168" y="712"/>
                  </a:cubicBezTo>
                  <a:cubicBezTo>
                    <a:pt x="304" y="934"/>
                    <a:pt x="567" y="1065"/>
                    <a:pt x="830" y="1065"/>
                  </a:cubicBezTo>
                  <a:cubicBezTo>
                    <a:pt x="924" y="1065"/>
                    <a:pt x="1018" y="1048"/>
                    <a:pt x="1106" y="1013"/>
                  </a:cubicBezTo>
                  <a:cubicBezTo>
                    <a:pt x="1424" y="862"/>
                    <a:pt x="1474" y="528"/>
                    <a:pt x="1256" y="277"/>
                  </a:cubicBezTo>
                  <a:cubicBezTo>
                    <a:pt x="1111" y="95"/>
                    <a:pt x="878"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7"/>
            <p:cNvSpPr/>
            <p:nvPr/>
          </p:nvSpPr>
          <p:spPr>
            <a:xfrm>
              <a:off x="1952225" y="1364175"/>
              <a:ext cx="44375" cy="25450"/>
            </a:xfrm>
            <a:custGeom>
              <a:avLst/>
              <a:gdLst/>
              <a:ahLst/>
              <a:cxnLst/>
              <a:rect l="l" t="t" r="r" b="b"/>
              <a:pathLst>
                <a:path w="1775" h="1018" extrusionOk="0">
                  <a:moveTo>
                    <a:pt x="726" y="113"/>
                  </a:moveTo>
                  <a:cubicBezTo>
                    <a:pt x="921" y="113"/>
                    <a:pt x="1169" y="222"/>
                    <a:pt x="1272" y="370"/>
                  </a:cubicBezTo>
                  <a:cubicBezTo>
                    <a:pt x="1406" y="554"/>
                    <a:pt x="1339" y="721"/>
                    <a:pt x="1088" y="738"/>
                  </a:cubicBezTo>
                  <a:cubicBezTo>
                    <a:pt x="1052" y="745"/>
                    <a:pt x="1015" y="749"/>
                    <a:pt x="977" y="749"/>
                  </a:cubicBezTo>
                  <a:cubicBezTo>
                    <a:pt x="754" y="749"/>
                    <a:pt x="519" y="628"/>
                    <a:pt x="419" y="470"/>
                  </a:cubicBezTo>
                  <a:cubicBezTo>
                    <a:pt x="301" y="303"/>
                    <a:pt x="402" y="152"/>
                    <a:pt x="653" y="119"/>
                  </a:cubicBezTo>
                  <a:cubicBezTo>
                    <a:pt x="676" y="115"/>
                    <a:pt x="701" y="113"/>
                    <a:pt x="726" y="113"/>
                  </a:cubicBezTo>
                  <a:close/>
                  <a:moveTo>
                    <a:pt x="573" y="0"/>
                  </a:moveTo>
                  <a:cubicBezTo>
                    <a:pt x="555" y="0"/>
                    <a:pt x="537" y="1"/>
                    <a:pt x="519" y="1"/>
                  </a:cubicBezTo>
                  <a:cubicBezTo>
                    <a:pt x="168" y="52"/>
                    <a:pt x="0" y="286"/>
                    <a:pt x="168" y="554"/>
                  </a:cubicBezTo>
                  <a:cubicBezTo>
                    <a:pt x="330" y="805"/>
                    <a:pt x="741" y="1017"/>
                    <a:pt x="1123" y="1017"/>
                  </a:cubicBezTo>
                  <a:cubicBezTo>
                    <a:pt x="1173" y="1017"/>
                    <a:pt x="1223" y="1014"/>
                    <a:pt x="1272" y="1006"/>
                  </a:cubicBezTo>
                  <a:cubicBezTo>
                    <a:pt x="1674" y="972"/>
                    <a:pt x="1774" y="671"/>
                    <a:pt x="1557" y="403"/>
                  </a:cubicBezTo>
                  <a:cubicBezTo>
                    <a:pt x="1349" y="164"/>
                    <a:pt x="944" y="0"/>
                    <a:pt x="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7"/>
            <p:cNvSpPr/>
            <p:nvPr/>
          </p:nvSpPr>
          <p:spPr>
            <a:xfrm>
              <a:off x="1782325" y="1477100"/>
              <a:ext cx="98775" cy="60375"/>
            </a:xfrm>
            <a:custGeom>
              <a:avLst/>
              <a:gdLst/>
              <a:ahLst/>
              <a:cxnLst/>
              <a:rect l="l" t="t" r="r" b="b"/>
              <a:pathLst>
                <a:path w="3951" h="2415" extrusionOk="0">
                  <a:moveTo>
                    <a:pt x="1951" y="152"/>
                  </a:moveTo>
                  <a:cubicBezTo>
                    <a:pt x="1993" y="152"/>
                    <a:pt x="2034" y="153"/>
                    <a:pt x="2076" y="155"/>
                  </a:cubicBezTo>
                  <a:cubicBezTo>
                    <a:pt x="2294" y="171"/>
                    <a:pt x="2528" y="221"/>
                    <a:pt x="2712" y="288"/>
                  </a:cubicBezTo>
                  <a:cubicBezTo>
                    <a:pt x="2494" y="221"/>
                    <a:pt x="2243" y="205"/>
                    <a:pt x="1959" y="205"/>
                  </a:cubicBezTo>
                  <a:cubicBezTo>
                    <a:pt x="1524" y="205"/>
                    <a:pt x="1122" y="288"/>
                    <a:pt x="821" y="406"/>
                  </a:cubicBezTo>
                  <a:cubicBezTo>
                    <a:pt x="1097" y="237"/>
                    <a:pt x="1499" y="152"/>
                    <a:pt x="1951" y="152"/>
                  </a:cubicBezTo>
                  <a:close/>
                  <a:moveTo>
                    <a:pt x="2016" y="338"/>
                  </a:moveTo>
                  <a:cubicBezTo>
                    <a:pt x="2828" y="338"/>
                    <a:pt x="3501" y="684"/>
                    <a:pt x="3599" y="1142"/>
                  </a:cubicBezTo>
                  <a:lnTo>
                    <a:pt x="3599" y="1176"/>
                  </a:lnTo>
                  <a:cubicBezTo>
                    <a:pt x="3536" y="1677"/>
                    <a:pt x="2857" y="2017"/>
                    <a:pt x="2029" y="2017"/>
                  </a:cubicBezTo>
                  <a:cubicBezTo>
                    <a:pt x="1973" y="2017"/>
                    <a:pt x="1916" y="2016"/>
                    <a:pt x="1858" y="2012"/>
                  </a:cubicBezTo>
                  <a:cubicBezTo>
                    <a:pt x="1072" y="1979"/>
                    <a:pt x="436" y="1628"/>
                    <a:pt x="335" y="1176"/>
                  </a:cubicBezTo>
                  <a:cubicBezTo>
                    <a:pt x="419" y="707"/>
                    <a:pt x="1105" y="339"/>
                    <a:pt x="1959" y="339"/>
                  </a:cubicBezTo>
                  <a:cubicBezTo>
                    <a:pt x="1978" y="338"/>
                    <a:pt x="1997" y="338"/>
                    <a:pt x="2016" y="338"/>
                  </a:cubicBezTo>
                  <a:close/>
                  <a:moveTo>
                    <a:pt x="1911" y="0"/>
                  </a:moveTo>
                  <a:cubicBezTo>
                    <a:pt x="896" y="0"/>
                    <a:pt x="64" y="436"/>
                    <a:pt x="0" y="1008"/>
                  </a:cubicBezTo>
                  <a:cubicBezTo>
                    <a:pt x="0" y="1075"/>
                    <a:pt x="0" y="1159"/>
                    <a:pt x="17" y="1226"/>
                  </a:cubicBezTo>
                  <a:lnTo>
                    <a:pt x="17" y="1309"/>
                  </a:lnTo>
                  <a:cubicBezTo>
                    <a:pt x="17" y="1912"/>
                    <a:pt x="904" y="2414"/>
                    <a:pt x="1992" y="2414"/>
                  </a:cubicBezTo>
                  <a:cubicBezTo>
                    <a:pt x="3080" y="2414"/>
                    <a:pt x="3951" y="1912"/>
                    <a:pt x="3951" y="1309"/>
                  </a:cubicBezTo>
                  <a:cubicBezTo>
                    <a:pt x="3934" y="1243"/>
                    <a:pt x="3917" y="1176"/>
                    <a:pt x="3917" y="1142"/>
                  </a:cubicBezTo>
                  <a:cubicBezTo>
                    <a:pt x="3884" y="556"/>
                    <a:pt x="3097" y="71"/>
                    <a:pt x="2076" y="4"/>
                  </a:cubicBezTo>
                  <a:cubicBezTo>
                    <a:pt x="2021" y="1"/>
                    <a:pt x="1966" y="0"/>
                    <a:pt x="19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7"/>
            <p:cNvSpPr/>
            <p:nvPr/>
          </p:nvSpPr>
          <p:spPr>
            <a:xfrm>
              <a:off x="1781900" y="1477175"/>
              <a:ext cx="98375" cy="55700"/>
            </a:xfrm>
            <a:custGeom>
              <a:avLst/>
              <a:gdLst/>
              <a:ahLst/>
              <a:cxnLst/>
              <a:rect l="l" t="t" r="r" b="b"/>
              <a:pathLst>
                <a:path w="3935" h="2228" extrusionOk="0">
                  <a:moveTo>
                    <a:pt x="1959" y="135"/>
                  </a:moveTo>
                  <a:cubicBezTo>
                    <a:pt x="2863" y="135"/>
                    <a:pt x="3616" y="553"/>
                    <a:pt x="3616" y="1072"/>
                  </a:cubicBezTo>
                  <a:cubicBezTo>
                    <a:pt x="3616" y="1591"/>
                    <a:pt x="2880" y="2009"/>
                    <a:pt x="1959" y="2009"/>
                  </a:cubicBezTo>
                  <a:cubicBezTo>
                    <a:pt x="1055" y="2009"/>
                    <a:pt x="302" y="1591"/>
                    <a:pt x="302" y="1072"/>
                  </a:cubicBezTo>
                  <a:cubicBezTo>
                    <a:pt x="302" y="553"/>
                    <a:pt x="1038" y="135"/>
                    <a:pt x="1959" y="135"/>
                  </a:cubicBezTo>
                  <a:close/>
                  <a:moveTo>
                    <a:pt x="1959" y="1"/>
                  </a:moveTo>
                  <a:cubicBezTo>
                    <a:pt x="871" y="1"/>
                    <a:pt x="1" y="503"/>
                    <a:pt x="1" y="1122"/>
                  </a:cubicBezTo>
                  <a:cubicBezTo>
                    <a:pt x="1" y="1725"/>
                    <a:pt x="871" y="2227"/>
                    <a:pt x="1959" y="2227"/>
                  </a:cubicBezTo>
                  <a:cubicBezTo>
                    <a:pt x="3047" y="2227"/>
                    <a:pt x="3934" y="1725"/>
                    <a:pt x="3934" y="1122"/>
                  </a:cubicBezTo>
                  <a:cubicBezTo>
                    <a:pt x="3901" y="486"/>
                    <a:pt x="3030" y="1"/>
                    <a:pt x="1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7"/>
            <p:cNvSpPr/>
            <p:nvPr/>
          </p:nvSpPr>
          <p:spPr>
            <a:xfrm>
              <a:off x="1779800" y="1472425"/>
              <a:ext cx="100875" cy="55925"/>
            </a:xfrm>
            <a:custGeom>
              <a:avLst/>
              <a:gdLst/>
              <a:ahLst/>
              <a:cxnLst/>
              <a:rect l="l" t="t" r="r" b="b"/>
              <a:pathLst>
                <a:path w="4035" h="2237" extrusionOk="0">
                  <a:moveTo>
                    <a:pt x="1962" y="153"/>
                  </a:moveTo>
                  <a:cubicBezTo>
                    <a:pt x="2017" y="153"/>
                    <a:pt x="2071" y="154"/>
                    <a:pt x="2127" y="157"/>
                  </a:cubicBezTo>
                  <a:cubicBezTo>
                    <a:pt x="3031" y="191"/>
                    <a:pt x="3717" y="660"/>
                    <a:pt x="3667" y="1178"/>
                  </a:cubicBezTo>
                  <a:cubicBezTo>
                    <a:pt x="3635" y="1651"/>
                    <a:pt x="2951" y="2020"/>
                    <a:pt x="2104" y="2020"/>
                  </a:cubicBezTo>
                  <a:cubicBezTo>
                    <a:pt x="2051" y="2020"/>
                    <a:pt x="1997" y="2018"/>
                    <a:pt x="1943" y="2015"/>
                  </a:cubicBezTo>
                  <a:cubicBezTo>
                    <a:pt x="1039" y="1982"/>
                    <a:pt x="352" y="1513"/>
                    <a:pt x="386" y="994"/>
                  </a:cubicBezTo>
                  <a:cubicBezTo>
                    <a:pt x="449" y="507"/>
                    <a:pt x="1131" y="153"/>
                    <a:pt x="1962" y="153"/>
                  </a:cubicBezTo>
                  <a:close/>
                  <a:moveTo>
                    <a:pt x="1920" y="0"/>
                  </a:moveTo>
                  <a:cubicBezTo>
                    <a:pt x="924" y="0"/>
                    <a:pt x="114" y="447"/>
                    <a:pt x="51" y="1011"/>
                  </a:cubicBezTo>
                  <a:cubicBezTo>
                    <a:pt x="1" y="1614"/>
                    <a:pt x="804" y="2166"/>
                    <a:pt x="1892" y="2233"/>
                  </a:cubicBezTo>
                  <a:cubicBezTo>
                    <a:pt x="1948" y="2236"/>
                    <a:pt x="2003" y="2237"/>
                    <a:pt x="2057" y="2237"/>
                  </a:cubicBezTo>
                  <a:cubicBezTo>
                    <a:pt x="3072" y="2237"/>
                    <a:pt x="3904" y="1801"/>
                    <a:pt x="3968" y="1229"/>
                  </a:cubicBezTo>
                  <a:cubicBezTo>
                    <a:pt x="4035" y="609"/>
                    <a:pt x="3215" y="74"/>
                    <a:pt x="2127" y="7"/>
                  </a:cubicBezTo>
                  <a:cubicBezTo>
                    <a:pt x="2057" y="2"/>
                    <a:pt x="1988" y="0"/>
                    <a:pt x="1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7"/>
            <p:cNvSpPr/>
            <p:nvPr/>
          </p:nvSpPr>
          <p:spPr>
            <a:xfrm>
              <a:off x="1927100" y="1545725"/>
              <a:ext cx="103825" cy="63475"/>
            </a:xfrm>
            <a:custGeom>
              <a:avLst/>
              <a:gdLst/>
              <a:ahLst/>
              <a:cxnLst/>
              <a:rect l="l" t="t" r="r" b="b"/>
              <a:pathLst>
                <a:path w="4153" h="2539" extrusionOk="0">
                  <a:moveTo>
                    <a:pt x="2381" y="149"/>
                  </a:moveTo>
                  <a:cubicBezTo>
                    <a:pt x="2432" y="149"/>
                    <a:pt x="2481" y="151"/>
                    <a:pt x="2528" y="155"/>
                  </a:cubicBezTo>
                  <a:cubicBezTo>
                    <a:pt x="2294" y="171"/>
                    <a:pt x="2026" y="222"/>
                    <a:pt x="1775" y="272"/>
                  </a:cubicBezTo>
                  <a:cubicBezTo>
                    <a:pt x="1357" y="406"/>
                    <a:pt x="1005" y="590"/>
                    <a:pt x="737" y="807"/>
                  </a:cubicBezTo>
                  <a:cubicBezTo>
                    <a:pt x="988" y="556"/>
                    <a:pt x="1407" y="322"/>
                    <a:pt x="1859" y="222"/>
                  </a:cubicBezTo>
                  <a:cubicBezTo>
                    <a:pt x="2038" y="170"/>
                    <a:pt x="2217" y="149"/>
                    <a:pt x="2381" y="149"/>
                  </a:cubicBezTo>
                  <a:close/>
                  <a:moveTo>
                    <a:pt x="2593" y="295"/>
                  </a:moveTo>
                  <a:cubicBezTo>
                    <a:pt x="3076" y="295"/>
                    <a:pt x="3469" y="452"/>
                    <a:pt x="3616" y="724"/>
                  </a:cubicBezTo>
                  <a:cubicBezTo>
                    <a:pt x="3616" y="740"/>
                    <a:pt x="3616" y="740"/>
                    <a:pt x="3633" y="757"/>
                  </a:cubicBezTo>
                  <a:cubicBezTo>
                    <a:pt x="3734" y="1259"/>
                    <a:pt x="3097" y="1845"/>
                    <a:pt x="2210" y="2063"/>
                  </a:cubicBezTo>
                  <a:cubicBezTo>
                    <a:pt x="1999" y="2113"/>
                    <a:pt x="1793" y="2137"/>
                    <a:pt x="1600" y="2137"/>
                  </a:cubicBezTo>
                  <a:cubicBezTo>
                    <a:pt x="1091" y="2137"/>
                    <a:pt x="678" y="1969"/>
                    <a:pt x="520" y="1678"/>
                  </a:cubicBezTo>
                  <a:cubicBezTo>
                    <a:pt x="453" y="1192"/>
                    <a:pt x="1039" y="657"/>
                    <a:pt x="1859" y="406"/>
                  </a:cubicBezTo>
                  <a:cubicBezTo>
                    <a:pt x="2113" y="330"/>
                    <a:pt x="2363" y="295"/>
                    <a:pt x="2593" y="295"/>
                  </a:cubicBezTo>
                  <a:close/>
                  <a:moveTo>
                    <a:pt x="2562" y="0"/>
                  </a:moveTo>
                  <a:cubicBezTo>
                    <a:pt x="2329" y="0"/>
                    <a:pt x="2080" y="28"/>
                    <a:pt x="1825" y="88"/>
                  </a:cubicBezTo>
                  <a:cubicBezTo>
                    <a:pt x="771" y="339"/>
                    <a:pt x="1" y="1025"/>
                    <a:pt x="101" y="1611"/>
                  </a:cubicBezTo>
                  <a:lnTo>
                    <a:pt x="168" y="1812"/>
                  </a:lnTo>
                  <a:cubicBezTo>
                    <a:pt x="168" y="1828"/>
                    <a:pt x="168" y="1845"/>
                    <a:pt x="185" y="1895"/>
                  </a:cubicBezTo>
                  <a:cubicBezTo>
                    <a:pt x="303" y="2309"/>
                    <a:pt x="829" y="2539"/>
                    <a:pt x="1498" y="2539"/>
                  </a:cubicBezTo>
                  <a:cubicBezTo>
                    <a:pt x="1778" y="2539"/>
                    <a:pt x="2083" y="2498"/>
                    <a:pt x="2394" y="2414"/>
                  </a:cubicBezTo>
                  <a:cubicBezTo>
                    <a:pt x="3449" y="2113"/>
                    <a:pt x="4152" y="1393"/>
                    <a:pt x="3985" y="807"/>
                  </a:cubicBezTo>
                  <a:cubicBezTo>
                    <a:pt x="3951" y="757"/>
                    <a:pt x="3934" y="690"/>
                    <a:pt x="3918" y="657"/>
                  </a:cubicBezTo>
                  <a:cubicBezTo>
                    <a:pt x="3793" y="244"/>
                    <a:pt x="3248" y="0"/>
                    <a:pt x="25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7"/>
            <p:cNvSpPr/>
            <p:nvPr/>
          </p:nvSpPr>
          <p:spPr>
            <a:xfrm>
              <a:off x="1924600" y="1545300"/>
              <a:ext cx="102550" cy="59725"/>
            </a:xfrm>
            <a:custGeom>
              <a:avLst/>
              <a:gdLst/>
              <a:ahLst/>
              <a:cxnLst/>
              <a:rect l="l" t="t" r="r" b="b"/>
              <a:pathLst>
                <a:path w="4102" h="2389" extrusionOk="0">
                  <a:moveTo>
                    <a:pt x="2537" y="144"/>
                  </a:moveTo>
                  <a:cubicBezTo>
                    <a:pt x="3086" y="144"/>
                    <a:pt x="3511" y="339"/>
                    <a:pt x="3616" y="691"/>
                  </a:cubicBezTo>
                  <a:cubicBezTo>
                    <a:pt x="3767" y="1193"/>
                    <a:pt x="3181" y="1795"/>
                    <a:pt x="2294" y="2046"/>
                  </a:cubicBezTo>
                  <a:cubicBezTo>
                    <a:pt x="2032" y="2122"/>
                    <a:pt x="1775" y="2158"/>
                    <a:pt x="1539" y="2158"/>
                  </a:cubicBezTo>
                  <a:cubicBezTo>
                    <a:pt x="991" y="2158"/>
                    <a:pt x="558" y="1962"/>
                    <a:pt x="452" y="1611"/>
                  </a:cubicBezTo>
                  <a:cubicBezTo>
                    <a:pt x="318" y="1109"/>
                    <a:pt x="904" y="506"/>
                    <a:pt x="1775" y="255"/>
                  </a:cubicBezTo>
                  <a:cubicBezTo>
                    <a:pt x="2041" y="180"/>
                    <a:pt x="2301" y="144"/>
                    <a:pt x="2537" y="144"/>
                  </a:cubicBezTo>
                  <a:close/>
                  <a:moveTo>
                    <a:pt x="2592" y="1"/>
                  </a:moveTo>
                  <a:cubicBezTo>
                    <a:pt x="2324" y="1"/>
                    <a:pt x="2035" y="40"/>
                    <a:pt x="1741" y="121"/>
                  </a:cubicBezTo>
                  <a:cubicBezTo>
                    <a:pt x="687" y="423"/>
                    <a:pt x="0" y="1159"/>
                    <a:pt x="168" y="1745"/>
                  </a:cubicBezTo>
                  <a:cubicBezTo>
                    <a:pt x="286" y="2158"/>
                    <a:pt x="812" y="2388"/>
                    <a:pt x="1475" y="2388"/>
                  </a:cubicBezTo>
                  <a:cubicBezTo>
                    <a:pt x="1753" y="2388"/>
                    <a:pt x="2054" y="2348"/>
                    <a:pt x="2361" y="2264"/>
                  </a:cubicBezTo>
                  <a:cubicBezTo>
                    <a:pt x="3415" y="1963"/>
                    <a:pt x="4101" y="1243"/>
                    <a:pt x="3934" y="657"/>
                  </a:cubicBezTo>
                  <a:cubicBezTo>
                    <a:pt x="3791" y="240"/>
                    <a:pt x="3257" y="1"/>
                    <a:pt x="25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7"/>
            <p:cNvSpPr/>
            <p:nvPr/>
          </p:nvSpPr>
          <p:spPr>
            <a:xfrm>
              <a:off x="1923350" y="1541550"/>
              <a:ext cx="101275" cy="58825"/>
            </a:xfrm>
            <a:custGeom>
              <a:avLst/>
              <a:gdLst/>
              <a:ahLst/>
              <a:cxnLst/>
              <a:rect l="l" t="t" r="r" b="b"/>
              <a:pathLst>
                <a:path w="4051" h="2353" extrusionOk="0">
                  <a:moveTo>
                    <a:pt x="2496" y="142"/>
                  </a:moveTo>
                  <a:cubicBezTo>
                    <a:pt x="3097" y="142"/>
                    <a:pt x="3569" y="378"/>
                    <a:pt x="3632" y="757"/>
                  </a:cubicBezTo>
                  <a:cubicBezTo>
                    <a:pt x="3733" y="1276"/>
                    <a:pt x="3080" y="1862"/>
                    <a:pt x="2210" y="2062"/>
                  </a:cubicBezTo>
                  <a:cubicBezTo>
                    <a:pt x="2002" y="2110"/>
                    <a:pt x="1799" y="2132"/>
                    <a:pt x="1610" y="2132"/>
                  </a:cubicBezTo>
                  <a:cubicBezTo>
                    <a:pt x="991" y="2132"/>
                    <a:pt x="512" y="1895"/>
                    <a:pt x="435" y="1510"/>
                  </a:cubicBezTo>
                  <a:cubicBezTo>
                    <a:pt x="352" y="1008"/>
                    <a:pt x="988" y="422"/>
                    <a:pt x="1875" y="221"/>
                  </a:cubicBezTo>
                  <a:cubicBezTo>
                    <a:pt x="2089" y="168"/>
                    <a:pt x="2299" y="142"/>
                    <a:pt x="2496" y="142"/>
                  </a:cubicBezTo>
                  <a:close/>
                  <a:moveTo>
                    <a:pt x="2542" y="1"/>
                  </a:moveTo>
                  <a:cubicBezTo>
                    <a:pt x="2315" y="1"/>
                    <a:pt x="2073" y="28"/>
                    <a:pt x="1825" y="87"/>
                  </a:cubicBezTo>
                  <a:cubicBezTo>
                    <a:pt x="787" y="338"/>
                    <a:pt x="0" y="1025"/>
                    <a:pt x="117" y="1611"/>
                  </a:cubicBezTo>
                  <a:cubicBezTo>
                    <a:pt x="194" y="2068"/>
                    <a:pt x="753" y="2352"/>
                    <a:pt x="1487" y="2352"/>
                  </a:cubicBezTo>
                  <a:cubicBezTo>
                    <a:pt x="1719" y="2352"/>
                    <a:pt x="1969" y="2324"/>
                    <a:pt x="2226" y="2263"/>
                  </a:cubicBezTo>
                  <a:cubicBezTo>
                    <a:pt x="3264" y="2012"/>
                    <a:pt x="4051" y="1326"/>
                    <a:pt x="3934" y="740"/>
                  </a:cubicBezTo>
                  <a:cubicBezTo>
                    <a:pt x="3857" y="292"/>
                    <a:pt x="3281" y="1"/>
                    <a:pt x="2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7"/>
            <p:cNvSpPr/>
            <p:nvPr/>
          </p:nvSpPr>
          <p:spPr>
            <a:xfrm>
              <a:off x="2166975" y="1523200"/>
              <a:ext cx="86975" cy="61200"/>
            </a:xfrm>
            <a:custGeom>
              <a:avLst/>
              <a:gdLst/>
              <a:ahLst/>
              <a:cxnLst/>
              <a:rect l="l" t="t" r="r" b="b"/>
              <a:pathLst>
                <a:path w="3479" h="2448" extrusionOk="0">
                  <a:moveTo>
                    <a:pt x="1939" y="152"/>
                  </a:moveTo>
                  <a:cubicBezTo>
                    <a:pt x="2123" y="152"/>
                    <a:pt x="2340" y="168"/>
                    <a:pt x="2508" y="219"/>
                  </a:cubicBezTo>
                  <a:cubicBezTo>
                    <a:pt x="2388" y="191"/>
                    <a:pt x="2273" y="179"/>
                    <a:pt x="2153" y="179"/>
                  </a:cubicBezTo>
                  <a:cubicBezTo>
                    <a:pt x="2054" y="179"/>
                    <a:pt x="1951" y="187"/>
                    <a:pt x="1838" y="202"/>
                  </a:cubicBezTo>
                  <a:cubicBezTo>
                    <a:pt x="1453" y="235"/>
                    <a:pt x="1102" y="336"/>
                    <a:pt x="801" y="503"/>
                  </a:cubicBezTo>
                  <a:cubicBezTo>
                    <a:pt x="1102" y="302"/>
                    <a:pt x="1504" y="168"/>
                    <a:pt x="1939" y="152"/>
                  </a:cubicBezTo>
                  <a:close/>
                  <a:moveTo>
                    <a:pt x="2075" y="322"/>
                  </a:moveTo>
                  <a:cubicBezTo>
                    <a:pt x="2680" y="322"/>
                    <a:pt x="3137" y="604"/>
                    <a:pt x="3211" y="1005"/>
                  </a:cubicBezTo>
                  <a:lnTo>
                    <a:pt x="3211" y="1056"/>
                  </a:lnTo>
                  <a:cubicBezTo>
                    <a:pt x="3127" y="1575"/>
                    <a:pt x="2424" y="2010"/>
                    <a:pt x="1637" y="2060"/>
                  </a:cubicBezTo>
                  <a:cubicBezTo>
                    <a:pt x="1618" y="2060"/>
                    <a:pt x="1599" y="2061"/>
                    <a:pt x="1580" y="2061"/>
                  </a:cubicBezTo>
                  <a:cubicBezTo>
                    <a:pt x="923" y="2061"/>
                    <a:pt x="430" y="1780"/>
                    <a:pt x="365" y="1340"/>
                  </a:cubicBezTo>
                  <a:cubicBezTo>
                    <a:pt x="449" y="872"/>
                    <a:pt x="1102" y="420"/>
                    <a:pt x="1838" y="336"/>
                  </a:cubicBezTo>
                  <a:cubicBezTo>
                    <a:pt x="1919" y="326"/>
                    <a:pt x="1998" y="322"/>
                    <a:pt x="2075" y="322"/>
                  </a:cubicBezTo>
                  <a:close/>
                  <a:moveTo>
                    <a:pt x="1989" y="1"/>
                  </a:moveTo>
                  <a:cubicBezTo>
                    <a:pt x="1972" y="1"/>
                    <a:pt x="1956" y="1"/>
                    <a:pt x="1939" y="1"/>
                  </a:cubicBezTo>
                  <a:cubicBezTo>
                    <a:pt x="985" y="51"/>
                    <a:pt x="148" y="570"/>
                    <a:pt x="47" y="1206"/>
                  </a:cubicBezTo>
                  <a:cubicBezTo>
                    <a:pt x="31" y="1257"/>
                    <a:pt x="31" y="1340"/>
                    <a:pt x="47" y="1407"/>
                  </a:cubicBezTo>
                  <a:cubicBezTo>
                    <a:pt x="47" y="1424"/>
                    <a:pt x="47" y="1474"/>
                    <a:pt x="31" y="1491"/>
                  </a:cubicBezTo>
                  <a:cubicBezTo>
                    <a:pt x="1" y="2055"/>
                    <a:pt x="564" y="2448"/>
                    <a:pt x="1368" y="2448"/>
                  </a:cubicBezTo>
                  <a:cubicBezTo>
                    <a:pt x="1471" y="2448"/>
                    <a:pt x="1578" y="2441"/>
                    <a:pt x="1688" y="2428"/>
                  </a:cubicBezTo>
                  <a:cubicBezTo>
                    <a:pt x="2625" y="2328"/>
                    <a:pt x="3445" y="1759"/>
                    <a:pt x="3479" y="1139"/>
                  </a:cubicBezTo>
                  <a:cubicBezTo>
                    <a:pt x="3479" y="1089"/>
                    <a:pt x="3479" y="1039"/>
                    <a:pt x="3462" y="989"/>
                  </a:cubicBezTo>
                  <a:cubicBezTo>
                    <a:pt x="3478" y="414"/>
                    <a:pt x="2835" y="1"/>
                    <a:pt x="19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7"/>
            <p:cNvSpPr/>
            <p:nvPr/>
          </p:nvSpPr>
          <p:spPr>
            <a:xfrm>
              <a:off x="2168275" y="1524100"/>
              <a:ext cx="87725" cy="56850"/>
            </a:xfrm>
            <a:custGeom>
              <a:avLst/>
              <a:gdLst/>
              <a:ahLst/>
              <a:cxnLst/>
              <a:rect l="l" t="t" r="r" b="b"/>
              <a:pathLst>
                <a:path w="3509" h="2274" extrusionOk="0">
                  <a:moveTo>
                    <a:pt x="2070" y="154"/>
                  </a:moveTo>
                  <a:cubicBezTo>
                    <a:pt x="2756" y="154"/>
                    <a:pt x="3256" y="485"/>
                    <a:pt x="3226" y="953"/>
                  </a:cubicBezTo>
                  <a:cubicBezTo>
                    <a:pt x="3176" y="1472"/>
                    <a:pt x="2506" y="1957"/>
                    <a:pt x="1719" y="2041"/>
                  </a:cubicBezTo>
                  <a:cubicBezTo>
                    <a:pt x="1640" y="2049"/>
                    <a:pt x="1562" y="2053"/>
                    <a:pt x="1486" y="2053"/>
                  </a:cubicBezTo>
                  <a:cubicBezTo>
                    <a:pt x="799" y="2053"/>
                    <a:pt x="300" y="1721"/>
                    <a:pt x="330" y="1254"/>
                  </a:cubicBezTo>
                  <a:cubicBezTo>
                    <a:pt x="380" y="718"/>
                    <a:pt x="1050" y="233"/>
                    <a:pt x="1837" y="166"/>
                  </a:cubicBezTo>
                  <a:cubicBezTo>
                    <a:pt x="1916" y="158"/>
                    <a:pt x="1994" y="154"/>
                    <a:pt x="2070" y="154"/>
                  </a:cubicBezTo>
                  <a:close/>
                  <a:moveTo>
                    <a:pt x="2115" y="0"/>
                  </a:moveTo>
                  <a:cubicBezTo>
                    <a:pt x="2025" y="0"/>
                    <a:pt x="1932" y="5"/>
                    <a:pt x="1837" y="15"/>
                  </a:cubicBezTo>
                  <a:cubicBezTo>
                    <a:pt x="899" y="116"/>
                    <a:pt x="79" y="685"/>
                    <a:pt x="45" y="1304"/>
                  </a:cubicBezTo>
                  <a:cubicBezTo>
                    <a:pt x="0" y="1877"/>
                    <a:pt x="593" y="2273"/>
                    <a:pt x="1420" y="2273"/>
                  </a:cubicBezTo>
                  <a:cubicBezTo>
                    <a:pt x="1511" y="2273"/>
                    <a:pt x="1606" y="2268"/>
                    <a:pt x="1703" y="2258"/>
                  </a:cubicBezTo>
                  <a:cubicBezTo>
                    <a:pt x="2640" y="2141"/>
                    <a:pt x="3460" y="1589"/>
                    <a:pt x="3494" y="953"/>
                  </a:cubicBezTo>
                  <a:cubicBezTo>
                    <a:pt x="3509" y="395"/>
                    <a:pt x="2927" y="0"/>
                    <a:pt x="2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7"/>
            <p:cNvSpPr/>
            <p:nvPr/>
          </p:nvSpPr>
          <p:spPr>
            <a:xfrm>
              <a:off x="2166975" y="1519775"/>
              <a:ext cx="90200" cy="56650"/>
            </a:xfrm>
            <a:custGeom>
              <a:avLst/>
              <a:gdLst/>
              <a:ahLst/>
              <a:cxnLst/>
              <a:rect l="l" t="t" r="r" b="b"/>
              <a:pathLst>
                <a:path w="3608" h="2266" extrusionOk="0">
                  <a:moveTo>
                    <a:pt x="2022" y="121"/>
                  </a:moveTo>
                  <a:cubicBezTo>
                    <a:pt x="2799" y="121"/>
                    <a:pt x="3343" y="501"/>
                    <a:pt x="3261" y="1025"/>
                  </a:cubicBezTo>
                  <a:cubicBezTo>
                    <a:pt x="3177" y="1544"/>
                    <a:pt x="2474" y="2013"/>
                    <a:pt x="1688" y="2030"/>
                  </a:cubicBezTo>
                  <a:cubicBezTo>
                    <a:pt x="1671" y="2030"/>
                    <a:pt x="1655" y="2030"/>
                    <a:pt x="1639" y="2030"/>
                  </a:cubicBezTo>
                  <a:cubicBezTo>
                    <a:pt x="862" y="2030"/>
                    <a:pt x="334" y="1634"/>
                    <a:pt x="416" y="1126"/>
                  </a:cubicBezTo>
                  <a:cubicBezTo>
                    <a:pt x="499" y="607"/>
                    <a:pt x="1202" y="172"/>
                    <a:pt x="1972" y="121"/>
                  </a:cubicBezTo>
                  <a:cubicBezTo>
                    <a:pt x="1989" y="121"/>
                    <a:pt x="2006" y="121"/>
                    <a:pt x="2022" y="121"/>
                  </a:cubicBezTo>
                  <a:close/>
                  <a:moveTo>
                    <a:pt x="2107" y="1"/>
                  </a:moveTo>
                  <a:cubicBezTo>
                    <a:pt x="2063" y="1"/>
                    <a:pt x="2018" y="2"/>
                    <a:pt x="1972" y="4"/>
                  </a:cubicBezTo>
                  <a:cubicBezTo>
                    <a:pt x="1035" y="38"/>
                    <a:pt x="198" y="557"/>
                    <a:pt x="97" y="1193"/>
                  </a:cubicBezTo>
                  <a:cubicBezTo>
                    <a:pt x="0" y="1792"/>
                    <a:pt x="639" y="2266"/>
                    <a:pt x="1530" y="2266"/>
                  </a:cubicBezTo>
                  <a:cubicBezTo>
                    <a:pt x="1560" y="2266"/>
                    <a:pt x="1590" y="2265"/>
                    <a:pt x="1621" y="2264"/>
                  </a:cubicBezTo>
                  <a:cubicBezTo>
                    <a:pt x="2558" y="2214"/>
                    <a:pt x="3395" y="1695"/>
                    <a:pt x="3512" y="1059"/>
                  </a:cubicBezTo>
                  <a:cubicBezTo>
                    <a:pt x="3608" y="469"/>
                    <a:pt x="2990" y="1"/>
                    <a:pt x="2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7"/>
            <p:cNvSpPr/>
            <p:nvPr/>
          </p:nvSpPr>
          <p:spPr>
            <a:xfrm>
              <a:off x="1565550" y="1534925"/>
              <a:ext cx="41050" cy="15625"/>
            </a:xfrm>
            <a:custGeom>
              <a:avLst/>
              <a:gdLst/>
              <a:ahLst/>
              <a:cxnLst/>
              <a:rect l="l" t="t" r="r" b="b"/>
              <a:pathLst>
                <a:path w="1642" h="625" extrusionOk="0">
                  <a:moveTo>
                    <a:pt x="821" y="1"/>
                  </a:moveTo>
                  <a:cubicBezTo>
                    <a:pt x="386" y="1"/>
                    <a:pt x="1" y="151"/>
                    <a:pt x="1" y="319"/>
                  </a:cubicBezTo>
                  <a:cubicBezTo>
                    <a:pt x="1" y="503"/>
                    <a:pt x="352" y="620"/>
                    <a:pt x="821" y="620"/>
                  </a:cubicBezTo>
                  <a:cubicBezTo>
                    <a:pt x="865" y="623"/>
                    <a:pt x="909" y="625"/>
                    <a:pt x="951" y="625"/>
                  </a:cubicBezTo>
                  <a:cubicBezTo>
                    <a:pt x="1353" y="625"/>
                    <a:pt x="1641" y="486"/>
                    <a:pt x="1641" y="319"/>
                  </a:cubicBezTo>
                  <a:cubicBezTo>
                    <a:pt x="1641" y="118"/>
                    <a:pt x="1290" y="1"/>
                    <a:pt x="8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7"/>
            <p:cNvSpPr/>
            <p:nvPr/>
          </p:nvSpPr>
          <p:spPr>
            <a:xfrm>
              <a:off x="1574200" y="1376675"/>
              <a:ext cx="120550" cy="78925"/>
            </a:xfrm>
            <a:custGeom>
              <a:avLst/>
              <a:gdLst/>
              <a:ahLst/>
              <a:cxnLst/>
              <a:rect l="l" t="t" r="r" b="b"/>
              <a:pathLst>
                <a:path w="4822" h="3157" extrusionOk="0">
                  <a:moveTo>
                    <a:pt x="4687" y="0"/>
                  </a:moveTo>
                  <a:cubicBezTo>
                    <a:pt x="4252" y="0"/>
                    <a:pt x="2747" y="543"/>
                    <a:pt x="1128" y="1761"/>
                  </a:cubicBezTo>
                  <a:cubicBezTo>
                    <a:pt x="0" y="2611"/>
                    <a:pt x="323" y="3156"/>
                    <a:pt x="1001" y="3156"/>
                  </a:cubicBezTo>
                  <a:cubicBezTo>
                    <a:pt x="1511" y="3156"/>
                    <a:pt x="2222" y="2848"/>
                    <a:pt x="2668" y="2129"/>
                  </a:cubicBezTo>
                  <a:cubicBezTo>
                    <a:pt x="3588" y="673"/>
                    <a:pt x="4793" y="322"/>
                    <a:pt x="4810" y="71"/>
                  </a:cubicBezTo>
                  <a:cubicBezTo>
                    <a:pt x="4822" y="24"/>
                    <a:pt x="4778" y="0"/>
                    <a:pt x="46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7"/>
            <p:cNvSpPr/>
            <p:nvPr/>
          </p:nvSpPr>
          <p:spPr>
            <a:xfrm>
              <a:off x="1708675" y="1364525"/>
              <a:ext cx="34750" cy="8575"/>
            </a:xfrm>
            <a:custGeom>
              <a:avLst/>
              <a:gdLst/>
              <a:ahLst/>
              <a:cxnLst/>
              <a:rect l="l" t="t" r="r" b="b"/>
              <a:pathLst>
                <a:path w="1390" h="343" extrusionOk="0">
                  <a:moveTo>
                    <a:pt x="977" y="1"/>
                  </a:moveTo>
                  <a:cubicBezTo>
                    <a:pt x="887" y="1"/>
                    <a:pt x="788" y="7"/>
                    <a:pt x="687" y="21"/>
                  </a:cubicBezTo>
                  <a:cubicBezTo>
                    <a:pt x="302" y="54"/>
                    <a:pt x="0" y="155"/>
                    <a:pt x="17" y="239"/>
                  </a:cubicBezTo>
                  <a:cubicBezTo>
                    <a:pt x="17" y="299"/>
                    <a:pt x="193" y="342"/>
                    <a:pt x="430" y="342"/>
                  </a:cubicBezTo>
                  <a:cubicBezTo>
                    <a:pt x="520" y="342"/>
                    <a:pt x="619" y="336"/>
                    <a:pt x="720" y="322"/>
                  </a:cubicBezTo>
                  <a:cubicBezTo>
                    <a:pt x="1105" y="289"/>
                    <a:pt x="1390" y="188"/>
                    <a:pt x="1390" y="105"/>
                  </a:cubicBezTo>
                  <a:cubicBezTo>
                    <a:pt x="1390" y="44"/>
                    <a:pt x="1214" y="1"/>
                    <a:pt x="9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7"/>
            <p:cNvSpPr/>
            <p:nvPr/>
          </p:nvSpPr>
          <p:spPr>
            <a:xfrm>
              <a:off x="1914375" y="1683475"/>
              <a:ext cx="214875" cy="41050"/>
            </a:xfrm>
            <a:custGeom>
              <a:avLst/>
              <a:gdLst/>
              <a:ahLst/>
              <a:cxnLst/>
              <a:rect l="l" t="t" r="r" b="b"/>
              <a:pathLst>
                <a:path w="8595" h="1642" extrusionOk="0">
                  <a:moveTo>
                    <a:pt x="3437" y="1"/>
                  </a:moveTo>
                  <a:cubicBezTo>
                    <a:pt x="2593" y="1"/>
                    <a:pt x="2013" y="271"/>
                    <a:pt x="1045" y="838"/>
                  </a:cubicBezTo>
                  <a:cubicBezTo>
                    <a:pt x="0" y="1467"/>
                    <a:pt x="280" y="1641"/>
                    <a:pt x="1566" y="1641"/>
                  </a:cubicBezTo>
                  <a:cubicBezTo>
                    <a:pt x="2297" y="1641"/>
                    <a:pt x="3354" y="1585"/>
                    <a:pt x="4678" y="1524"/>
                  </a:cubicBezTo>
                  <a:cubicBezTo>
                    <a:pt x="5866" y="1474"/>
                    <a:pt x="8595" y="1039"/>
                    <a:pt x="5883" y="403"/>
                  </a:cubicBezTo>
                  <a:cubicBezTo>
                    <a:pt x="4776" y="138"/>
                    <a:pt x="4039" y="1"/>
                    <a:pt x="34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7"/>
            <p:cNvSpPr/>
            <p:nvPr/>
          </p:nvSpPr>
          <p:spPr>
            <a:xfrm>
              <a:off x="2110825" y="1696050"/>
              <a:ext cx="36425" cy="11325"/>
            </a:xfrm>
            <a:custGeom>
              <a:avLst/>
              <a:gdLst/>
              <a:ahLst/>
              <a:cxnLst/>
              <a:rect l="l" t="t" r="r" b="b"/>
              <a:pathLst>
                <a:path w="1457" h="453" extrusionOk="0">
                  <a:moveTo>
                    <a:pt x="737" y="0"/>
                  </a:moveTo>
                  <a:cubicBezTo>
                    <a:pt x="335" y="0"/>
                    <a:pt x="0" y="101"/>
                    <a:pt x="0" y="234"/>
                  </a:cubicBezTo>
                  <a:cubicBezTo>
                    <a:pt x="0" y="352"/>
                    <a:pt x="335" y="452"/>
                    <a:pt x="737" y="452"/>
                  </a:cubicBezTo>
                  <a:cubicBezTo>
                    <a:pt x="1122" y="452"/>
                    <a:pt x="1456" y="352"/>
                    <a:pt x="1456" y="234"/>
                  </a:cubicBezTo>
                  <a:cubicBezTo>
                    <a:pt x="1456" y="101"/>
                    <a:pt x="1122" y="0"/>
                    <a:pt x="7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7"/>
            <p:cNvSpPr/>
            <p:nvPr/>
          </p:nvSpPr>
          <p:spPr>
            <a:xfrm>
              <a:off x="2319625" y="1385100"/>
              <a:ext cx="100450" cy="49700"/>
            </a:xfrm>
            <a:custGeom>
              <a:avLst/>
              <a:gdLst/>
              <a:ahLst/>
              <a:cxnLst/>
              <a:rect l="l" t="t" r="r" b="b"/>
              <a:pathLst>
                <a:path w="4018" h="1988" extrusionOk="0">
                  <a:moveTo>
                    <a:pt x="922" y="0"/>
                  </a:moveTo>
                  <a:cubicBezTo>
                    <a:pt x="612" y="0"/>
                    <a:pt x="373" y="47"/>
                    <a:pt x="268" y="119"/>
                  </a:cubicBezTo>
                  <a:cubicBezTo>
                    <a:pt x="1" y="252"/>
                    <a:pt x="704" y="487"/>
                    <a:pt x="1641" y="989"/>
                  </a:cubicBezTo>
                  <a:cubicBezTo>
                    <a:pt x="2519" y="1435"/>
                    <a:pt x="3277" y="1987"/>
                    <a:pt x="3623" y="1987"/>
                  </a:cubicBezTo>
                  <a:cubicBezTo>
                    <a:pt x="3667" y="1987"/>
                    <a:pt x="3703" y="1978"/>
                    <a:pt x="3733" y="1960"/>
                  </a:cubicBezTo>
                  <a:cubicBezTo>
                    <a:pt x="4018" y="1809"/>
                    <a:pt x="3616" y="922"/>
                    <a:pt x="2645" y="420"/>
                  </a:cubicBezTo>
                  <a:cubicBezTo>
                    <a:pt x="2063" y="114"/>
                    <a:pt x="1407" y="0"/>
                    <a:pt x="9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7"/>
            <p:cNvSpPr/>
            <p:nvPr/>
          </p:nvSpPr>
          <p:spPr>
            <a:xfrm>
              <a:off x="2416400" y="1433175"/>
              <a:ext cx="20900" cy="25050"/>
            </a:xfrm>
            <a:custGeom>
              <a:avLst/>
              <a:gdLst/>
              <a:ahLst/>
              <a:cxnLst/>
              <a:rect l="l" t="t" r="r" b="b"/>
              <a:pathLst>
                <a:path w="836" h="1002" extrusionOk="0">
                  <a:moveTo>
                    <a:pt x="238" y="1"/>
                  </a:moveTo>
                  <a:cubicBezTo>
                    <a:pt x="72" y="1"/>
                    <a:pt x="0" y="299"/>
                    <a:pt x="80" y="505"/>
                  </a:cubicBezTo>
                  <a:cubicBezTo>
                    <a:pt x="164" y="723"/>
                    <a:pt x="398" y="957"/>
                    <a:pt x="565" y="991"/>
                  </a:cubicBezTo>
                  <a:cubicBezTo>
                    <a:pt x="594" y="998"/>
                    <a:pt x="620" y="1001"/>
                    <a:pt x="644" y="1001"/>
                  </a:cubicBezTo>
                  <a:cubicBezTo>
                    <a:pt x="786" y="1001"/>
                    <a:pt x="836" y="879"/>
                    <a:pt x="749" y="706"/>
                  </a:cubicBezTo>
                  <a:cubicBezTo>
                    <a:pt x="666" y="489"/>
                    <a:pt x="448" y="70"/>
                    <a:pt x="264" y="3"/>
                  </a:cubicBezTo>
                  <a:cubicBezTo>
                    <a:pt x="255" y="2"/>
                    <a:pt x="246" y="1"/>
                    <a:pt x="2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9" name="Google Shape;2239;p7"/>
          <p:cNvGrpSpPr/>
          <p:nvPr/>
        </p:nvGrpSpPr>
        <p:grpSpPr>
          <a:xfrm>
            <a:off x="7524733" y="539490"/>
            <a:ext cx="2095529" cy="1058761"/>
            <a:chOff x="1423500" y="1965000"/>
            <a:chExt cx="1202875" cy="607750"/>
          </a:xfrm>
        </p:grpSpPr>
        <p:sp>
          <p:nvSpPr>
            <p:cNvPr id="2240" name="Google Shape;2240;p7"/>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7"/>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7"/>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7"/>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7"/>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7"/>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7"/>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7"/>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7"/>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7"/>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7"/>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7"/>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7"/>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7"/>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7"/>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7"/>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7"/>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7"/>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7"/>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7"/>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7"/>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7"/>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7"/>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7"/>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7"/>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7"/>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7"/>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7"/>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7"/>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7"/>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7"/>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7"/>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7"/>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7"/>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7"/>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7"/>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7"/>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7"/>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7"/>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7"/>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7"/>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7"/>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7"/>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7"/>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7"/>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7"/>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7"/>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7"/>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7"/>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7"/>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7"/>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7"/>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7"/>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7"/>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7"/>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7"/>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7"/>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7"/>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7"/>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7"/>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7"/>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7"/>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7"/>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7"/>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7"/>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7"/>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7"/>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7"/>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7"/>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7"/>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7"/>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7"/>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7"/>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7"/>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7"/>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7"/>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7"/>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7"/>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7"/>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7"/>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7"/>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7"/>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7"/>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7"/>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7"/>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7"/>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7"/>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7"/>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7"/>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7"/>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7"/>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7"/>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7"/>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7"/>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7"/>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7"/>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7"/>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7"/>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7"/>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7"/>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7"/>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7"/>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7"/>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7"/>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7"/>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7"/>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7"/>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7"/>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7"/>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7"/>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7"/>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7"/>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7"/>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7"/>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7"/>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7"/>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7"/>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7"/>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7"/>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7"/>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7"/>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7"/>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7"/>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7"/>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7"/>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7"/>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7"/>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7"/>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7"/>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7"/>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7"/>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7"/>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2" name="Google Shape;2372;p7"/>
          <p:cNvGrpSpPr/>
          <p:nvPr/>
        </p:nvGrpSpPr>
        <p:grpSpPr>
          <a:xfrm rot="1865203">
            <a:off x="-704803" y="4069992"/>
            <a:ext cx="2095512" cy="1058753"/>
            <a:chOff x="1423500" y="1965000"/>
            <a:chExt cx="1202875" cy="607750"/>
          </a:xfrm>
        </p:grpSpPr>
        <p:sp>
          <p:nvSpPr>
            <p:cNvPr id="2373" name="Google Shape;2373;p7"/>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7"/>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7"/>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7"/>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7"/>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7"/>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7"/>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7"/>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7"/>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7"/>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7"/>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7"/>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7"/>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7"/>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7"/>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7"/>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7"/>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7"/>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7"/>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7"/>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7"/>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7"/>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7"/>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7"/>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7"/>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7"/>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7"/>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7"/>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7"/>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7"/>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7"/>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7"/>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7"/>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7"/>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7"/>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7"/>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7"/>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7"/>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7"/>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7"/>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7"/>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7"/>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7"/>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7"/>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7"/>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7"/>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7"/>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7"/>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7"/>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7"/>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7"/>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7"/>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7"/>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7"/>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7"/>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7"/>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7"/>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7"/>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7"/>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7"/>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7"/>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7"/>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7"/>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7"/>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7"/>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7"/>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7"/>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7"/>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7"/>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7"/>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7"/>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7"/>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7"/>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7"/>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7"/>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7"/>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7"/>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7"/>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7"/>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7"/>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7"/>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7"/>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7"/>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7"/>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7"/>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7"/>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7"/>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7"/>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7"/>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7"/>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7"/>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7"/>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7"/>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7"/>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7"/>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7"/>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7"/>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7"/>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7"/>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7"/>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7"/>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7"/>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7"/>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7"/>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7"/>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7"/>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7"/>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7"/>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7"/>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7"/>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7"/>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7"/>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7"/>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7"/>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7"/>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7"/>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7"/>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7"/>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7"/>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7"/>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7"/>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7"/>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7"/>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7"/>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7"/>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7"/>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7"/>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7"/>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7"/>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7"/>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7"/>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7"/>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05" name="Google Shape;2505;p7"/>
          <p:cNvGrpSpPr/>
          <p:nvPr/>
        </p:nvGrpSpPr>
        <p:grpSpPr>
          <a:xfrm rot="-2700000">
            <a:off x="5563618" y="139103"/>
            <a:ext cx="608448" cy="494433"/>
            <a:chOff x="3883850" y="1662875"/>
            <a:chExt cx="361150" cy="293475"/>
          </a:xfrm>
        </p:grpSpPr>
        <p:sp>
          <p:nvSpPr>
            <p:cNvPr id="2506" name="Google Shape;2506;p7"/>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7"/>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7"/>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7"/>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7"/>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7"/>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7"/>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7"/>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7"/>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7"/>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7"/>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7"/>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7"/>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7"/>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7"/>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7"/>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7"/>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7"/>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7"/>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7"/>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7"/>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7"/>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7"/>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7"/>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7"/>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7"/>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2" name="Google Shape;2532;p7"/>
          <p:cNvGrpSpPr/>
          <p:nvPr/>
        </p:nvGrpSpPr>
        <p:grpSpPr>
          <a:xfrm rot="1811724">
            <a:off x="6273202" y="302655"/>
            <a:ext cx="260751" cy="160466"/>
            <a:chOff x="5492850" y="1205450"/>
            <a:chExt cx="260725" cy="160450"/>
          </a:xfrm>
        </p:grpSpPr>
        <p:sp>
          <p:nvSpPr>
            <p:cNvPr id="2533" name="Google Shape;2533;p7"/>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7"/>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7"/>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7"/>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7"/>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7"/>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9" name="Google Shape;2539;p7"/>
          <p:cNvGrpSpPr/>
          <p:nvPr/>
        </p:nvGrpSpPr>
        <p:grpSpPr>
          <a:xfrm rot="-1811716" flipH="1">
            <a:off x="6122689" y="496568"/>
            <a:ext cx="193361" cy="118994"/>
            <a:chOff x="5492850" y="1205450"/>
            <a:chExt cx="260725" cy="160450"/>
          </a:xfrm>
        </p:grpSpPr>
        <p:sp>
          <p:nvSpPr>
            <p:cNvPr id="2540" name="Google Shape;2540;p7"/>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7"/>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7"/>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7"/>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7"/>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7"/>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6" name="Google Shape;2546;p7"/>
          <p:cNvGrpSpPr/>
          <p:nvPr/>
        </p:nvGrpSpPr>
        <p:grpSpPr>
          <a:xfrm rot="1926705">
            <a:off x="8038467" y="4445312"/>
            <a:ext cx="784617" cy="494768"/>
            <a:chOff x="4015675" y="2112550"/>
            <a:chExt cx="545275" cy="343875"/>
          </a:xfrm>
        </p:grpSpPr>
        <p:sp>
          <p:nvSpPr>
            <p:cNvPr id="2547" name="Google Shape;2547;p7"/>
            <p:cNvSpPr/>
            <p:nvPr/>
          </p:nvSpPr>
          <p:spPr>
            <a:xfrm>
              <a:off x="4015675" y="2112550"/>
              <a:ext cx="378725" cy="343875"/>
            </a:xfrm>
            <a:custGeom>
              <a:avLst/>
              <a:gdLst/>
              <a:ahLst/>
              <a:cxnLst/>
              <a:rect l="l" t="t" r="r" b="b"/>
              <a:pathLst>
                <a:path w="15149" h="13755" extrusionOk="0">
                  <a:moveTo>
                    <a:pt x="8012" y="1286"/>
                  </a:moveTo>
                  <a:cubicBezTo>
                    <a:pt x="8877" y="1286"/>
                    <a:pt x="9725" y="1673"/>
                    <a:pt x="10344" y="2372"/>
                  </a:cubicBezTo>
                  <a:cubicBezTo>
                    <a:pt x="11734" y="3962"/>
                    <a:pt x="12705" y="5519"/>
                    <a:pt x="12872" y="6205"/>
                  </a:cubicBezTo>
                  <a:cubicBezTo>
                    <a:pt x="13374" y="8381"/>
                    <a:pt x="11215" y="8967"/>
                    <a:pt x="11031" y="9687"/>
                  </a:cubicBezTo>
                  <a:cubicBezTo>
                    <a:pt x="10813" y="10390"/>
                    <a:pt x="11399" y="12917"/>
                    <a:pt x="9524" y="12967"/>
                  </a:cubicBezTo>
                  <a:lnTo>
                    <a:pt x="4536" y="13051"/>
                  </a:lnTo>
                  <a:cubicBezTo>
                    <a:pt x="4525" y="13051"/>
                    <a:pt x="4515" y="13051"/>
                    <a:pt x="4504" y="13051"/>
                  </a:cubicBezTo>
                  <a:cubicBezTo>
                    <a:pt x="3379" y="13051"/>
                    <a:pt x="2374" y="12186"/>
                    <a:pt x="2109" y="10942"/>
                  </a:cubicBezTo>
                  <a:cubicBezTo>
                    <a:pt x="1925" y="10055"/>
                    <a:pt x="1925" y="9084"/>
                    <a:pt x="2109" y="8130"/>
                  </a:cubicBezTo>
                  <a:cubicBezTo>
                    <a:pt x="2578" y="5853"/>
                    <a:pt x="4335" y="6473"/>
                    <a:pt x="4586" y="5117"/>
                  </a:cubicBezTo>
                  <a:cubicBezTo>
                    <a:pt x="4770" y="4129"/>
                    <a:pt x="5089" y="2338"/>
                    <a:pt x="6762" y="1568"/>
                  </a:cubicBezTo>
                  <a:cubicBezTo>
                    <a:pt x="7167" y="1377"/>
                    <a:pt x="7592" y="1286"/>
                    <a:pt x="8012" y="1286"/>
                  </a:cubicBezTo>
                  <a:close/>
                  <a:moveTo>
                    <a:pt x="7572" y="0"/>
                  </a:moveTo>
                  <a:cubicBezTo>
                    <a:pt x="7036" y="0"/>
                    <a:pt x="6500" y="102"/>
                    <a:pt x="5992" y="313"/>
                  </a:cubicBezTo>
                  <a:cubicBezTo>
                    <a:pt x="3833" y="1183"/>
                    <a:pt x="3515" y="3276"/>
                    <a:pt x="3314" y="4447"/>
                  </a:cubicBezTo>
                  <a:cubicBezTo>
                    <a:pt x="3046" y="6054"/>
                    <a:pt x="703" y="5284"/>
                    <a:pt x="218" y="7946"/>
                  </a:cubicBezTo>
                  <a:cubicBezTo>
                    <a:pt x="0" y="9067"/>
                    <a:pt x="67" y="10206"/>
                    <a:pt x="385" y="11243"/>
                  </a:cubicBezTo>
                  <a:cubicBezTo>
                    <a:pt x="820" y="12716"/>
                    <a:pt x="2209" y="13754"/>
                    <a:pt x="3733" y="13754"/>
                  </a:cubicBezTo>
                  <a:lnTo>
                    <a:pt x="10328" y="13754"/>
                  </a:lnTo>
                  <a:cubicBezTo>
                    <a:pt x="12805" y="13754"/>
                    <a:pt x="11750" y="10741"/>
                    <a:pt x="11968" y="9904"/>
                  </a:cubicBezTo>
                  <a:cubicBezTo>
                    <a:pt x="12202" y="9051"/>
                    <a:pt x="15148" y="8431"/>
                    <a:pt x="14362" y="5853"/>
                  </a:cubicBezTo>
                  <a:cubicBezTo>
                    <a:pt x="14111" y="5050"/>
                    <a:pt x="12721" y="3209"/>
                    <a:pt x="10780" y="1334"/>
                  </a:cubicBezTo>
                  <a:cubicBezTo>
                    <a:pt x="9898" y="475"/>
                    <a:pt x="8734" y="0"/>
                    <a:pt x="7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7"/>
            <p:cNvSpPr/>
            <p:nvPr/>
          </p:nvSpPr>
          <p:spPr>
            <a:xfrm>
              <a:off x="4083450" y="2190250"/>
              <a:ext cx="60700" cy="59850"/>
            </a:xfrm>
            <a:custGeom>
              <a:avLst/>
              <a:gdLst/>
              <a:ahLst/>
              <a:cxnLst/>
              <a:rect l="l" t="t" r="r" b="b"/>
              <a:pathLst>
                <a:path w="2428" h="2394" extrusionOk="0">
                  <a:moveTo>
                    <a:pt x="1507" y="0"/>
                  </a:moveTo>
                  <a:cubicBezTo>
                    <a:pt x="1290" y="0"/>
                    <a:pt x="1055" y="0"/>
                    <a:pt x="871" y="17"/>
                  </a:cubicBezTo>
                  <a:cubicBezTo>
                    <a:pt x="754" y="503"/>
                    <a:pt x="670" y="938"/>
                    <a:pt x="603" y="1306"/>
                  </a:cubicBezTo>
                  <a:cubicBezTo>
                    <a:pt x="536" y="1741"/>
                    <a:pt x="285" y="2009"/>
                    <a:pt x="1" y="2193"/>
                  </a:cubicBezTo>
                  <a:cubicBezTo>
                    <a:pt x="436" y="2327"/>
                    <a:pt x="955" y="2394"/>
                    <a:pt x="1507" y="2394"/>
                  </a:cubicBezTo>
                  <a:lnTo>
                    <a:pt x="1708" y="2394"/>
                  </a:lnTo>
                  <a:cubicBezTo>
                    <a:pt x="1775" y="2277"/>
                    <a:pt x="1842" y="2143"/>
                    <a:pt x="1859" y="1992"/>
                  </a:cubicBezTo>
                  <a:cubicBezTo>
                    <a:pt x="1959" y="1490"/>
                    <a:pt x="2093" y="754"/>
                    <a:pt x="2428" y="67"/>
                  </a:cubicBezTo>
                  <a:cubicBezTo>
                    <a:pt x="2126" y="17"/>
                    <a:pt x="1808" y="0"/>
                    <a:pt x="1507"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7"/>
            <p:cNvSpPr/>
            <p:nvPr/>
          </p:nvSpPr>
          <p:spPr>
            <a:xfrm>
              <a:off x="4044950" y="2112550"/>
              <a:ext cx="363675" cy="343875"/>
            </a:xfrm>
            <a:custGeom>
              <a:avLst/>
              <a:gdLst/>
              <a:ahLst/>
              <a:cxnLst/>
              <a:rect l="l" t="t" r="r" b="b"/>
              <a:pathLst>
                <a:path w="14547" h="13755" extrusionOk="0">
                  <a:moveTo>
                    <a:pt x="7946" y="1273"/>
                  </a:moveTo>
                  <a:cubicBezTo>
                    <a:pt x="8817" y="1273"/>
                    <a:pt x="9671" y="1669"/>
                    <a:pt x="10295" y="2372"/>
                  </a:cubicBezTo>
                  <a:cubicBezTo>
                    <a:pt x="11701" y="3962"/>
                    <a:pt x="12655" y="5519"/>
                    <a:pt x="12839" y="6205"/>
                  </a:cubicBezTo>
                  <a:cubicBezTo>
                    <a:pt x="13358" y="8381"/>
                    <a:pt x="10831" y="8900"/>
                    <a:pt x="10630" y="9636"/>
                  </a:cubicBezTo>
                  <a:cubicBezTo>
                    <a:pt x="10429" y="10339"/>
                    <a:pt x="11366" y="12951"/>
                    <a:pt x="9491" y="12967"/>
                  </a:cubicBezTo>
                  <a:lnTo>
                    <a:pt x="4503" y="13051"/>
                  </a:lnTo>
                  <a:cubicBezTo>
                    <a:pt x="4493" y="13051"/>
                    <a:pt x="4482" y="13051"/>
                    <a:pt x="4471" y="13051"/>
                  </a:cubicBezTo>
                  <a:cubicBezTo>
                    <a:pt x="3330" y="13051"/>
                    <a:pt x="2325" y="12169"/>
                    <a:pt x="2076" y="10925"/>
                  </a:cubicBezTo>
                  <a:cubicBezTo>
                    <a:pt x="1892" y="10055"/>
                    <a:pt x="1892" y="9084"/>
                    <a:pt x="2076" y="8130"/>
                  </a:cubicBezTo>
                  <a:cubicBezTo>
                    <a:pt x="2545" y="5853"/>
                    <a:pt x="4303" y="6473"/>
                    <a:pt x="4554" y="5117"/>
                  </a:cubicBezTo>
                  <a:cubicBezTo>
                    <a:pt x="4738" y="4129"/>
                    <a:pt x="5039" y="2338"/>
                    <a:pt x="6713" y="1552"/>
                  </a:cubicBezTo>
                  <a:cubicBezTo>
                    <a:pt x="7112" y="1363"/>
                    <a:pt x="7531" y="1273"/>
                    <a:pt x="7946" y="1273"/>
                  </a:cubicBezTo>
                  <a:close/>
                  <a:moveTo>
                    <a:pt x="7259" y="0"/>
                  </a:moveTo>
                  <a:cubicBezTo>
                    <a:pt x="6743" y="0"/>
                    <a:pt x="6228" y="102"/>
                    <a:pt x="5742" y="313"/>
                  </a:cubicBezTo>
                  <a:cubicBezTo>
                    <a:pt x="3666" y="1183"/>
                    <a:pt x="3348" y="3276"/>
                    <a:pt x="3164" y="4447"/>
                  </a:cubicBezTo>
                  <a:cubicBezTo>
                    <a:pt x="2913" y="6054"/>
                    <a:pt x="637" y="5284"/>
                    <a:pt x="202" y="7946"/>
                  </a:cubicBezTo>
                  <a:cubicBezTo>
                    <a:pt x="1" y="9067"/>
                    <a:pt x="68" y="10206"/>
                    <a:pt x="335" y="11243"/>
                  </a:cubicBezTo>
                  <a:cubicBezTo>
                    <a:pt x="754" y="12716"/>
                    <a:pt x="2076" y="13754"/>
                    <a:pt x="3566" y="13754"/>
                  </a:cubicBezTo>
                  <a:lnTo>
                    <a:pt x="9910" y="13754"/>
                  </a:lnTo>
                  <a:cubicBezTo>
                    <a:pt x="12287" y="13754"/>
                    <a:pt x="10948" y="10724"/>
                    <a:pt x="11182" y="9871"/>
                  </a:cubicBezTo>
                  <a:cubicBezTo>
                    <a:pt x="11366" y="9017"/>
                    <a:pt x="14547" y="8431"/>
                    <a:pt x="13777" y="5853"/>
                  </a:cubicBezTo>
                  <a:cubicBezTo>
                    <a:pt x="13542" y="5050"/>
                    <a:pt x="12203" y="3209"/>
                    <a:pt x="10345" y="1334"/>
                  </a:cubicBezTo>
                  <a:cubicBezTo>
                    <a:pt x="9498" y="475"/>
                    <a:pt x="8376" y="0"/>
                    <a:pt x="7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7"/>
            <p:cNvSpPr/>
            <p:nvPr/>
          </p:nvSpPr>
          <p:spPr>
            <a:xfrm>
              <a:off x="4169650" y="2136025"/>
              <a:ext cx="385025" cy="320400"/>
            </a:xfrm>
            <a:custGeom>
              <a:avLst/>
              <a:gdLst/>
              <a:ahLst/>
              <a:cxnLst/>
              <a:rect l="l" t="t" r="r" b="b"/>
              <a:pathLst>
                <a:path w="15401" h="12816" extrusionOk="0">
                  <a:moveTo>
                    <a:pt x="11120" y="1162"/>
                  </a:moveTo>
                  <a:cubicBezTo>
                    <a:pt x="11994" y="1162"/>
                    <a:pt x="12716" y="1528"/>
                    <a:pt x="13090" y="2186"/>
                  </a:cubicBezTo>
                  <a:cubicBezTo>
                    <a:pt x="13944" y="3676"/>
                    <a:pt x="14396" y="5115"/>
                    <a:pt x="14312" y="5751"/>
                  </a:cubicBezTo>
                  <a:cubicBezTo>
                    <a:pt x="14061" y="7794"/>
                    <a:pt x="11617" y="8296"/>
                    <a:pt x="11149" y="8965"/>
                  </a:cubicBezTo>
                  <a:cubicBezTo>
                    <a:pt x="10713" y="9635"/>
                    <a:pt x="10513" y="12045"/>
                    <a:pt x="8638" y="12062"/>
                  </a:cubicBezTo>
                  <a:lnTo>
                    <a:pt x="3633" y="12129"/>
                  </a:lnTo>
                  <a:cubicBezTo>
                    <a:pt x="3621" y="12129"/>
                    <a:pt x="3609" y="12129"/>
                    <a:pt x="3597" y="12129"/>
                  </a:cubicBezTo>
                  <a:cubicBezTo>
                    <a:pt x="2447" y="12129"/>
                    <a:pt x="1760" y="11330"/>
                    <a:pt x="1926" y="10170"/>
                  </a:cubicBezTo>
                  <a:cubicBezTo>
                    <a:pt x="2026" y="9350"/>
                    <a:pt x="2361" y="8446"/>
                    <a:pt x="2880" y="7542"/>
                  </a:cubicBezTo>
                  <a:cubicBezTo>
                    <a:pt x="4118" y="5433"/>
                    <a:pt x="5658" y="6003"/>
                    <a:pt x="6395" y="4747"/>
                  </a:cubicBezTo>
                  <a:cubicBezTo>
                    <a:pt x="6914" y="3826"/>
                    <a:pt x="7868" y="2153"/>
                    <a:pt x="9793" y="1416"/>
                  </a:cubicBezTo>
                  <a:cubicBezTo>
                    <a:pt x="10256" y="1244"/>
                    <a:pt x="10705" y="1162"/>
                    <a:pt x="11120" y="1162"/>
                  </a:cubicBezTo>
                  <a:close/>
                  <a:moveTo>
                    <a:pt x="10818" y="0"/>
                  </a:moveTo>
                  <a:cubicBezTo>
                    <a:pt x="10310" y="0"/>
                    <a:pt x="9771" y="90"/>
                    <a:pt x="9224" y="278"/>
                  </a:cubicBezTo>
                  <a:cubicBezTo>
                    <a:pt x="6847" y="1098"/>
                    <a:pt x="5809" y="3073"/>
                    <a:pt x="5257" y="4128"/>
                  </a:cubicBezTo>
                  <a:cubicBezTo>
                    <a:pt x="4453" y="5618"/>
                    <a:pt x="2445" y="4914"/>
                    <a:pt x="1072" y="7392"/>
                  </a:cubicBezTo>
                  <a:cubicBezTo>
                    <a:pt x="486" y="8463"/>
                    <a:pt x="151" y="9518"/>
                    <a:pt x="84" y="10472"/>
                  </a:cubicBezTo>
                  <a:cubicBezTo>
                    <a:pt x="1" y="11861"/>
                    <a:pt x="955" y="12815"/>
                    <a:pt x="2445" y="12815"/>
                  </a:cubicBezTo>
                  <a:lnTo>
                    <a:pt x="8789" y="12815"/>
                  </a:lnTo>
                  <a:cubicBezTo>
                    <a:pt x="11165" y="12815"/>
                    <a:pt x="11098" y="9986"/>
                    <a:pt x="11601" y="9200"/>
                  </a:cubicBezTo>
                  <a:cubicBezTo>
                    <a:pt x="12120" y="8413"/>
                    <a:pt x="15250" y="7860"/>
                    <a:pt x="15350" y="5450"/>
                  </a:cubicBezTo>
                  <a:cubicBezTo>
                    <a:pt x="15400" y="4730"/>
                    <a:pt x="14681" y="2990"/>
                    <a:pt x="13475" y="1249"/>
                  </a:cubicBezTo>
                  <a:cubicBezTo>
                    <a:pt x="12910" y="442"/>
                    <a:pt x="11941" y="0"/>
                    <a:pt x="108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7"/>
            <p:cNvSpPr/>
            <p:nvPr/>
          </p:nvSpPr>
          <p:spPr>
            <a:xfrm>
              <a:off x="4264650" y="2188575"/>
              <a:ext cx="74925" cy="89150"/>
            </a:xfrm>
            <a:custGeom>
              <a:avLst/>
              <a:gdLst/>
              <a:ahLst/>
              <a:cxnLst/>
              <a:rect l="l" t="t" r="r" b="b"/>
              <a:pathLst>
                <a:path w="2997" h="3566" extrusionOk="0">
                  <a:moveTo>
                    <a:pt x="2746" y="0"/>
                  </a:moveTo>
                  <a:cubicBezTo>
                    <a:pt x="2110" y="737"/>
                    <a:pt x="1725" y="1490"/>
                    <a:pt x="1423" y="2043"/>
                  </a:cubicBezTo>
                  <a:cubicBezTo>
                    <a:pt x="1122" y="2628"/>
                    <a:pt x="586" y="2879"/>
                    <a:pt x="0" y="3097"/>
                  </a:cubicBezTo>
                  <a:cubicBezTo>
                    <a:pt x="452" y="3264"/>
                    <a:pt x="921" y="3432"/>
                    <a:pt x="1423" y="3566"/>
                  </a:cubicBezTo>
                  <a:cubicBezTo>
                    <a:pt x="1892" y="3348"/>
                    <a:pt x="2310" y="3147"/>
                    <a:pt x="2578" y="2645"/>
                  </a:cubicBezTo>
                  <a:cubicBezTo>
                    <a:pt x="2712" y="2428"/>
                    <a:pt x="2829" y="2210"/>
                    <a:pt x="2997" y="1925"/>
                  </a:cubicBezTo>
                  <a:cubicBezTo>
                    <a:pt x="2879" y="1473"/>
                    <a:pt x="2762" y="787"/>
                    <a:pt x="2746"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7"/>
            <p:cNvSpPr/>
            <p:nvPr/>
          </p:nvSpPr>
          <p:spPr>
            <a:xfrm>
              <a:off x="4369275" y="2135800"/>
              <a:ext cx="79100" cy="64100"/>
            </a:xfrm>
            <a:custGeom>
              <a:avLst/>
              <a:gdLst/>
              <a:ahLst/>
              <a:cxnLst/>
              <a:rect l="l" t="t" r="r" b="b"/>
              <a:pathLst>
                <a:path w="3164" h="2564" extrusionOk="0">
                  <a:moveTo>
                    <a:pt x="2829" y="1"/>
                  </a:moveTo>
                  <a:cubicBezTo>
                    <a:pt x="2326" y="1"/>
                    <a:pt x="1782" y="99"/>
                    <a:pt x="1239" y="270"/>
                  </a:cubicBezTo>
                  <a:cubicBezTo>
                    <a:pt x="770" y="438"/>
                    <a:pt x="352" y="638"/>
                    <a:pt x="0" y="856"/>
                  </a:cubicBezTo>
                  <a:cubicBezTo>
                    <a:pt x="50" y="1174"/>
                    <a:pt x="50" y="1526"/>
                    <a:pt x="50" y="1894"/>
                  </a:cubicBezTo>
                  <a:cubicBezTo>
                    <a:pt x="50" y="2111"/>
                    <a:pt x="50" y="2329"/>
                    <a:pt x="17" y="2563"/>
                  </a:cubicBezTo>
                  <a:cubicBezTo>
                    <a:pt x="502" y="2111"/>
                    <a:pt x="1088" y="1693"/>
                    <a:pt x="1808" y="1425"/>
                  </a:cubicBezTo>
                  <a:cubicBezTo>
                    <a:pt x="2277" y="1241"/>
                    <a:pt x="2745" y="1174"/>
                    <a:pt x="3164" y="1174"/>
                  </a:cubicBezTo>
                  <a:cubicBezTo>
                    <a:pt x="3063" y="772"/>
                    <a:pt x="2980" y="387"/>
                    <a:pt x="2946" y="2"/>
                  </a:cubicBezTo>
                  <a:cubicBezTo>
                    <a:pt x="2907" y="1"/>
                    <a:pt x="2868" y="1"/>
                    <a:pt x="282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7"/>
            <p:cNvSpPr/>
            <p:nvPr/>
          </p:nvSpPr>
          <p:spPr>
            <a:xfrm>
              <a:off x="4199375" y="2154175"/>
              <a:ext cx="361575" cy="302250"/>
            </a:xfrm>
            <a:custGeom>
              <a:avLst/>
              <a:gdLst/>
              <a:ahLst/>
              <a:cxnLst/>
              <a:rect l="l" t="t" r="r" b="b"/>
              <a:pathLst>
                <a:path w="14463" h="12090" extrusionOk="0">
                  <a:moveTo>
                    <a:pt x="10496" y="955"/>
                  </a:moveTo>
                  <a:cubicBezTo>
                    <a:pt x="11383" y="955"/>
                    <a:pt x="12149" y="1322"/>
                    <a:pt x="12521" y="1996"/>
                  </a:cubicBezTo>
                  <a:cubicBezTo>
                    <a:pt x="13291" y="3419"/>
                    <a:pt x="13542" y="4808"/>
                    <a:pt x="13458" y="5427"/>
                  </a:cubicBezTo>
                  <a:cubicBezTo>
                    <a:pt x="13224" y="7369"/>
                    <a:pt x="10713" y="7804"/>
                    <a:pt x="10294" y="8440"/>
                  </a:cubicBezTo>
                  <a:cubicBezTo>
                    <a:pt x="9876" y="9059"/>
                    <a:pt x="9926" y="11369"/>
                    <a:pt x="8135" y="11386"/>
                  </a:cubicBezTo>
                  <a:lnTo>
                    <a:pt x="3348" y="11453"/>
                  </a:lnTo>
                  <a:cubicBezTo>
                    <a:pt x="3336" y="11453"/>
                    <a:pt x="3325" y="11453"/>
                    <a:pt x="3314" y="11453"/>
                  </a:cubicBezTo>
                  <a:cubicBezTo>
                    <a:pt x="2212" y="11453"/>
                    <a:pt x="1508" y="10655"/>
                    <a:pt x="1674" y="9528"/>
                  </a:cubicBezTo>
                  <a:cubicBezTo>
                    <a:pt x="1775" y="8725"/>
                    <a:pt x="2109" y="7854"/>
                    <a:pt x="2611" y="6967"/>
                  </a:cubicBezTo>
                  <a:cubicBezTo>
                    <a:pt x="3833" y="4925"/>
                    <a:pt x="5323" y="5528"/>
                    <a:pt x="6026" y="4289"/>
                  </a:cubicBezTo>
                  <a:cubicBezTo>
                    <a:pt x="6528" y="3419"/>
                    <a:pt x="7432" y="1828"/>
                    <a:pt x="9273" y="1176"/>
                  </a:cubicBezTo>
                  <a:cubicBezTo>
                    <a:pt x="9689" y="1027"/>
                    <a:pt x="10104" y="955"/>
                    <a:pt x="10496" y="955"/>
                  </a:cubicBezTo>
                  <a:close/>
                  <a:moveTo>
                    <a:pt x="10398" y="1"/>
                  </a:moveTo>
                  <a:cubicBezTo>
                    <a:pt x="9919" y="1"/>
                    <a:pt x="9399" y="86"/>
                    <a:pt x="8855" y="255"/>
                  </a:cubicBezTo>
                  <a:cubicBezTo>
                    <a:pt x="6595" y="958"/>
                    <a:pt x="5708" y="2866"/>
                    <a:pt x="5139" y="3921"/>
                  </a:cubicBezTo>
                  <a:cubicBezTo>
                    <a:pt x="4369" y="5360"/>
                    <a:pt x="2411" y="4607"/>
                    <a:pt x="1038" y="7017"/>
                  </a:cubicBezTo>
                  <a:cubicBezTo>
                    <a:pt x="469" y="8038"/>
                    <a:pt x="151" y="9059"/>
                    <a:pt x="84" y="10030"/>
                  </a:cubicBezTo>
                  <a:cubicBezTo>
                    <a:pt x="0" y="11369"/>
                    <a:pt x="737" y="12089"/>
                    <a:pt x="2176" y="12089"/>
                  </a:cubicBezTo>
                  <a:lnTo>
                    <a:pt x="8269" y="12089"/>
                  </a:lnTo>
                  <a:cubicBezTo>
                    <a:pt x="10512" y="12089"/>
                    <a:pt x="10244" y="9394"/>
                    <a:pt x="10713" y="8658"/>
                  </a:cubicBezTo>
                  <a:cubicBezTo>
                    <a:pt x="11198" y="7904"/>
                    <a:pt x="14295" y="7436"/>
                    <a:pt x="14412" y="5176"/>
                  </a:cubicBezTo>
                  <a:cubicBezTo>
                    <a:pt x="14462" y="4473"/>
                    <a:pt x="13826" y="2833"/>
                    <a:pt x="12722" y="1125"/>
                  </a:cubicBezTo>
                  <a:cubicBezTo>
                    <a:pt x="12213" y="369"/>
                    <a:pt x="11393" y="1"/>
                    <a:pt x="103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54" name="Google Shape;2554;p7"/>
          <p:cNvGrpSpPr/>
          <p:nvPr/>
        </p:nvGrpSpPr>
        <p:grpSpPr>
          <a:xfrm rot="2952480">
            <a:off x="318087" y="622301"/>
            <a:ext cx="348372" cy="283092"/>
            <a:chOff x="3883850" y="1662875"/>
            <a:chExt cx="361150" cy="293475"/>
          </a:xfrm>
        </p:grpSpPr>
        <p:sp>
          <p:nvSpPr>
            <p:cNvPr id="2555" name="Google Shape;2555;p7"/>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7"/>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7"/>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7"/>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7"/>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7"/>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7"/>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7"/>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7"/>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7"/>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7"/>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7"/>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7"/>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7"/>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7"/>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7"/>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7"/>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7"/>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7"/>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7"/>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7"/>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7"/>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7"/>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7"/>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7"/>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7"/>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1" name="Google Shape;2581;p7"/>
          <p:cNvGrpSpPr/>
          <p:nvPr/>
        </p:nvGrpSpPr>
        <p:grpSpPr>
          <a:xfrm rot="-1811716" flipH="1">
            <a:off x="8610927" y="4421831"/>
            <a:ext cx="193361" cy="118994"/>
            <a:chOff x="5492850" y="1205450"/>
            <a:chExt cx="260725" cy="160450"/>
          </a:xfrm>
        </p:grpSpPr>
        <p:sp>
          <p:nvSpPr>
            <p:cNvPr id="2582" name="Google Shape;2582;p7"/>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rgbClr val="8E8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7"/>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B5A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7"/>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7"/>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7"/>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rgbClr val="5952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7"/>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rgbClr val="443E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88" name="Google Shape;2588;p7"/>
          <p:cNvSpPr txBox="1">
            <a:spLocks noGrp="1"/>
          </p:cNvSpPr>
          <p:nvPr>
            <p:ph type="body" idx="1"/>
          </p:nvPr>
        </p:nvSpPr>
        <p:spPr>
          <a:xfrm>
            <a:off x="884675" y="1672955"/>
            <a:ext cx="4049400" cy="22302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434343"/>
              </a:buClr>
              <a:buSzPts val="1400"/>
              <a:buChar char="●"/>
              <a:defRPr sz="1400">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sp>
        <p:nvSpPr>
          <p:cNvPr id="2589" name="Google Shape;2589;p7"/>
          <p:cNvSpPr txBox="1">
            <a:spLocks noGrp="1"/>
          </p:cNvSpPr>
          <p:nvPr>
            <p:ph type="title"/>
          </p:nvPr>
        </p:nvSpPr>
        <p:spPr>
          <a:xfrm>
            <a:off x="884675" y="1240345"/>
            <a:ext cx="4049400" cy="3564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90"/>
        <p:cNvGrpSpPr/>
        <p:nvPr/>
      </p:nvGrpSpPr>
      <p:grpSpPr>
        <a:xfrm>
          <a:off x="0" y="0"/>
          <a:ext cx="0" cy="0"/>
          <a:chOff x="0" y="0"/>
          <a:chExt cx="0" cy="0"/>
        </a:xfrm>
      </p:grpSpPr>
      <p:grpSp>
        <p:nvGrpSpPr>
          <p:cNvPr id="2591" name="Google Shape;2591;p8"/>
          <p:cNvGrpSpPr/>
          <p:nvPr/>
        </p:nvGrpSpPr>
        <p:grpSpPr>
          <a:xfrm rot="1574134">
            <a:off x="7299913" y="3145541"/>
            <a:ext cx="2261716" cy="949902"/>
            <a:chOff x="1411350" y="554900"/>
            <a:chExt cx="1298300" cy="545275"/>
          </a:xfrm>
        </p:grpSpPr>
        <p:sp>
          <p:nvSpPr>
            <p:cNvPr id="2592" name="Google Shape;2592;p8"/>
            <p:cNvSpPr/>
            <p:nvPr/>
          </p:nvSpPr>
          <p:spPr>
            <a:xfrm>
              <a:off x="1411350" y="555300"/>
              <a:ext cx="1298300" cy="544875"/>
            </a:xfrm>
            <a:custGeom>
              <a:avLst/>
              <a:gdLst/>
              <a:ahLst/>
              <a:cxnLst/>
              <a:rect l="l" t="t" r="r" b="b"/>
              <a:pathLst>
                <a:path w="51932" h="21795" extrusionOk="0">
                  <a:moveTo>
                    <a:pt x="21160" y="685"/>
                  </a:moveTo>
                  <a:cubicBezTo>
                    <a:pt x="11439" y="685"/>
                    <a:pt x="0" y="6642"/>
                    <a:pt x="695" y="11818"/>
                  </a:cubicBezTo>
                  <a:cubicBezTo>
                    <a:pt x="1515" y="17928"/>
                    <a:pt x="11441" y="21794"/>
                    <a:pt x="26305" y="21794"/>
                  </a:cubicBezTo>
                  <a:cubicBezTo>
                    <a:pt x="39612" y="21794"/>
                    <a:pt x="51932" y="12588"/>
                    <a:pt x="47664" y="6295"/>
                  </a:cubicBezTo>
                  <a:cubicBezTo>
                    <a:pt x="43395" y="1"/>
                    <a:pt x="37219" y="4353"/>
                    <a:pt x="26171" y="1306"/>
                  </a:cubicBezTo>
                  <a:cubicBezTo>
                    <a:pt x="24611" y="879"/>
                    <a:pt x="22914" y="685"/>
                    <a:pt x="21160" y="68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8"/>
            <p:cNvSpPr/>
            <p:nvPr/>
          </p:nvSpPr>
          <p:spPr>
            <a:xfrm>
              <a:off x="1451675" y="627700"/>
              <a:ext cx="1206100" cy="430725"/>
            </a:xfrm>
            <a:custGeom>
              <a:avLst/>
              <a:gdLst/>
              <a:ahLst/>
              <a:cxnLst/>
              <a:rect l="l" t="t" r="r" b="b"/>
              <a:pathLst>
                <a:path w="48244" h="17229" extrusionOk="0">
                  <a:moveTo>
                    <a:pt x="20236" y="218"/>
                  </a:moveTo>
                  <a:cubicBezTo>
                    <a:pt x="10022" y="218"/>
                    <a:pt x="0" y="3725"/>
                    <a:pt x="773" y="8604"/>
                  </a:cubicBezTo>
                  <a:cubicBezTo>
                    <a:pt x="1610" y="13906"/>
                    <a:pt x="10561" y="17228"/>
                    <a:pt x="23915" y="17228"/>
                  </a:cubicBezTo>
                  <a:cubicBezTo>
                    <a:pt x="24178" y="17228"/>
                    <a:pt x="24443" y="17227"/>
                    <a:pt x="24709" y="17225"/>
                  </a:cubicBezTo>
                  <a:cubicBezTo>
                    <a:pt x="37062" y="17124"/>
                    <a:pt x="48243" y="8939"/>
                    <a:pt x="44293" y="3332"/>
                  </a:cubicBezTo>
                  <a:cubicBezTo>
                    <a:pt x="41950" y="1"/>
                    <a:pt x="34032" y="1122"/>
                    <a:pt x="23437" y="335"/>
                  </a:cubicBezTo>
                  <a:cubicBezTo>
                    <a:pt x="22376" y="256"/>
                    <a:pt x="21305" y="218"/>
                    <a:pt x="20236" y="21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8"/>
            <p:cNvSpPr/>
            <p:nvPr/>
          </p:nvSpPr>
          <p:spPr>
            <a:xfrm>
              <a:off x="1421225" y="554900"/>
              <a:ext cx="1204325" cy="288750"/>
            </a:xfrm>
            <a:custGeom>
              <a:avLst/>
              <a:gdLst/>
              <a:ahLst/>
              <a:cxnLst/>
              <a:rect l="l" t="t" r="r" b="b"/>
              <a:pathLst>
                <a:path w="48173" h="11550" extrusionOk="0">
                  <a:moveTo>
                    <a:pt x="20753" y="698"/>
                  </a:moveTo>
                  <a:cubicBezTo>
                    <a:pt x="11203" y="698"/>
                    <a:pt x="1" y="6446"/>
                    <a:pt x="284" y="11550"/>
                  </a:cubicBezTo>
                  <a:cubicBezTo>
                    <a:pt x="523" y="6533"/>
                    <a:pt x="11450" y="1054"/>
                    <a:pt x="20773" y="1054"/>
                  </a:cubicBezTo>
                  <a:cubicBezTo>
                    <a:pt x="22525" y="1054"/>
                    <a:pt x="24220" y="1248"/>
                    <a:pt x="25776" y="1674"/>
                  </a:cubicBezTo>
                  <a:cubicBezTo>
                    <a:pt x="36824" y="4720"/>
                    <a:pt x="43000" y="368"/>
                    <a:pt x="47269" y="6662"/>
                  </a:cubicBezTo>
                  <a:cubicBezTo>
                    <a:pt x="47821" y="7482"/>
                    <a:pt x="48089" y="8336"/>
                    <a:pt x="48122" y="9223"/>
                  </a:cubicBezTo>
                  <a:cubicBezTo>
                    <a:pt x="48173" y="8219"/>
                    <a:pt x="47905" y="7231"/>
                    <a:pt x="47269" y="6311"/>
                  </a:cubicBezTo>
                  <a:cubicBezTo>
                    <a:pt x="43000" y="0"/>
                    <a:pt x="36857" y="4352"/>
                    <a:pt x="25776" y="1322"/>
                  </a:cubicBezTo>
                  <a:cubicBezTo>
                    <a:pt x="24213" y="893"/>
                    <a:pt x="22511" y="698"/>
                    <a:pt x="20753" y="69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8"/>
            <p:cNvSpPr/>
            <p:nvPr/>
          </p:nvSpPr>
          <p:spPr>
            <a:xfrm>
              <a:off x="1429550" y="748225"/>
              <a:ext cx="1234450" cy="351525"/>
            </a:xfrm>
            <a:custGeom>
              <a:avLst/>
              <a:gdLst/>
              <a:ahLst/>
              <a:cxnLst/>
              <a:rect l="l" t="t" r="r" b="b"/>
              <a:pathLst>
                <a:path w="49378" h="14061" extrusionOk="0">
                  <a:moveTo>
                    <a:pt x="47605" y="0"/>
                  </a:moveTo>
                  <a:lnTo>
                    <a:pt x="47605" y="0"/>
                  </a:lnTo>
                  <a:cubicBezTo>
                    <a:pt x="48576" y="6093"/>
                    <a:pt x="37411" y="13508"/>
                    <a:pt x="25460" y="13508"/>
                  </a:cubicBezTo>
                  <a:cubicBezTo>
                    <a:pt x="11266" y="13508"/>
                    <a:pt x="1557" y="9960"/>
                    <a:pt x="1" y="4302"/>
                  </a:cubicBezTo>
                  <a:lnTo>
                    <a:pt x="1" y="4302"/>
                  </a:lnTo>
                  <a:cubicBezTo>
                    <a:pt x="1055" y="10278"/>
                    <a:pt x="10898" y="14061"/>
                    <a:pt x="25577" y="14061"/>
                  </a:cubicBezTo>
                  <a:cubicBezTo>
                    <a:pt x="25590" y="14061"/>
                    <a:pt x="25603" y="14061"/>
                    <a:pt x="25616" y="14061"/>
                  </a:cubicBezTo>
                  <a:cubicBezTo>
                    <a:pt x="37921" y="14061"/>
                    <a:pt x="49378" y="6170"/>
                    <a:pt x="476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8"/>
            <p:cNvSpPr/>
            <p:nvPr/>
          </p:nvSpPr>
          <p:spPr>
            <a:xfrm>
              <a:off x="1450650" y="624525"/>
              <a:ext cx="1121325" cy="423400"/>
            </a:xfrm>
            <a:custGeom>
              <a:avLst/>
              <a:gdLst/>
              <a:ahLst/>
              <a:cxnLst/>
              <a:rect l="l" t="t" r="r" b="b"/>
              <a:pathLst>
                <a:path w="44853" h="16936" extrusionOk="0">
                  <a:moveTo>
                    <a:pt x="17938" y="1"/>
                  </a:moveTo>
                  <a:cubicBezTo>
                    <a:pt x="10036" y="1"/>
                    <a:pt x="5951" y="1695"/>
                    <a:pt x="2990" y="6472"/>
                  </a:cubicBezTo>
                  <a:cubicBezTo>
                    <a:pt x="1" y="11312"/>
                    <a:pt x="11439" y="16936"/>
                    <a:pt x="22282" y="16936"/>
                  </a:cubicBezTo>
                  <a:cubicBezTo>
                    <a:pt x="23401" y="16936"/>
                    <a:pt x="24514" y="16876"/>
                    <a:pt x="25604" y="16749"/>
                  </a:cubicBezTo>
                  <a:cubicBezTo>
                    <a:pt x="38643" y="15243"/>
                    <a:pt x="44234" y="10840"/>
                    <a:pt x="44552" y="5986"/>
                  </a:cubicBezTo>
                  <a:cubicBezTo>
                    <a:pt x="44853" y="1132"/>
                    <a:pt x="30458" y="462"/>
                    <a:pt x="21084" y="77"/>
                  </a:cubicBezTo>
                  <a:cubicBezTo>
                    <a:pt x="19973" y="27"/>
                    <a:pt x="18926" y="1"/>
                    <a:pt x="179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8"/>
            <p:cNvSpPr/>
            <p:nvPr/>
          </p:nvSpPr>
          <p:spPr>
            <a:xfrm>
              <a:off x="1462975" y="628300"/>
              <a:ext cx="1104000" cy="405800"/>
            </a:xfrm>
            <a:custGeom>
              <a:avLst/>
              <a:gdLst/>
              <a:ahLst/>
              <a:cxnLst/>
              <a:rect l="l" t="t" r="r" b="b"/>
              <a:pathLst>
                <a:path w="44160" h="16232" extrusionOk="0">
                  <a:moveTo>
                    <a:pt x="17957" y="1"/>
                  </a:moveTo>
                  <a:cubicBezTo>
                    <a:pt x="10003" y="1"/>
                    <a:pt x="5931" y="1618"/>
                    <a:pt x="2982" y="6237"/>
                  </a:cubicBezTo>
                  <a:cubicBezTo>
                    <a:pt x="0" y="10899"/>
                    <a:pt x="11200" y="16232"/>
                    <a:pt x="21849" y="16232"/>
                  </a:cubicBezTo>
                  <a:cubicBezTo>
                    <a:pt x="22976" y="16232"/>
                    <a:pt x="24097" y="16172"/>
                    <a:pt x="25194" y="16046"/>
                  </a:cubicBezTo>
                  <a:cubicBezTo>
                    <a:pt x="38033" y="14573"/>
                    <a:pt x="43523" y="10355"/>
                    <a:pt x="43841" y="5701"/>
                  </a:cubicBezTo>
                  <a:cubicBezTo>
                    <a:pt x="44159" y="1048"/>
                    <a:pt x="29998" y="445"/>
                    <a:pt x="20792" y="60"/>
                  </a:cubicBezTo>
                  <a:cubicBezTo>
                    <a:pt x="19795" y="21"/>
                    <a:pt x="18852" y="1"/>
                    <a:pt x="179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8"/>
            <p:cNvSpPr/>
            <p:nvPr/>
          </p:nvSpPr>
          <p:spPr>
            <a:xfrm>
              <a:off x="1473400" y="636425"/>
              <a:ext cx="1075575" cy="406650"/>
            </a:xfrm>
            <a:custGeom>
              <a:avLst/>
              <a:gdLst/>
              <a:ahLst/>
              <a:cxnLst/>
              <a:rect l="l" t="t" r="r" b="b"/>
              <a:pathLst>
                <a:path w="43023" h="16266" extrusionOk="0">
                  <a:moveTo>
                    <a:pt x="17301" y="1"/>
                  </a:moveTo>
                  <a:cubicBezTo>
                    <a:pt x="9665" y="1"/>
                    <a:pt x="5750" y="1617"/>
                    <a:pt x="2900" y="6213"/>
                  </a:cubicBezTo>
                  <a:cubicBezTo>
                    <a:pt x="0" y="10874"/>
                    <a:pt x="10982" y="16265"/>
                    <a:pt x="21405" y="16265"/>
                  </a:cubicBezTo>
                  <a:cubicBezTo>
                    <a:pt x="22473" y="16265"/>
                    <a:pt x="23536" y="16209"/>
                    <a:pt x="24576" y="16089"/>
                  </a:cubicBezTo>
                  <a:cubicBezTo>
                    <a:pt x="37063" y="14633"/>
                    <a:pt x="42420" y="10431"/>
                    <a:pt x="42738" y="5761"/>
                  </a:cubicBezTo>
                  <a:cubicBezTo>
                    <a:pt x="43022" y="1125"/>
                    <a:pt x="29247" y="472"/>
                    <a:pt x="20258" y="70"/>
                  </a:cubicBezTo>
                  <a:cubicBezTo>
                    <a:pt x="19214" y="25"/>
                    <a:pt x="18230" y="1"/>
                    <a:pt x="17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8"/>
            <p:cNvSpPr/>
            <p:nvPr/>
          </p:nvSpPr>
          <p:spPr>
            <a:xfrm>
              <a:off x="1904500" y="714125"/>
              <a:ext cx="508725" cy="158650"/>
            </a:xfrm>
            <a:custGeom>
              <a:avLst/>
              <a:gdLst/>
              <a:ahLst/>
              <a:cxnLst/>
              <a:rect l="l" t="t" r="r" b="b"/>
              <a:pathLst>
                <a:path w="20349" h="6346" extrusionOk="0">
                  <a:moveTo>
                    <a:pt x="2195" y="1"/>
                  </a:moveTo>
                  <a:cubicBezTo>
                    <a:pt x="1938" y="1"/>
                    <a:pt x="1660" y="100"/>
                    <a:pt x="1323" y="360"/>
                  </a:cubicBezTo>
                  <a:cubicBezTo>
                    <a:pt x="1" y="1381"/>
                    <a:pt x="2060" y="1348"/>
                    <a:pt x="4939" y="1465"/>
                  </a:cubicBezTo>
                  <a:cubicBezTo>
                    <a:pt x="9408" y="1649"/>
                    <a:pt x="6696" y="5900"/>
                    <a:pt x="11300" y="6302"/>
                  </a:cubicBezTo>
                  <a:cubicBezTo>
                    <a:pt x="11621" y="6331"/>
                    <a:pt x="11942" y="6345"/>
                    <a:pt x="12261" y="6345"/>
                  </a:cubicBezTo>
                  <a:cubicBezTo>
                    <a:pt x="16517" y="6345"/>
                    <a:pt x="20349" y="3876"/>
                    <a:pt x="17141" y="2318"/>
                  </a:cubicBezTo>
                  <a:cubicBezTo>
                    <a:pt x="13693" y="645"/>
                    <a:pt x="6596" y="1214"/>
                    <a:pt x="4822" y="1013"/>
                  </a:cubicBezTo>
                  <a:cubicBezTo>
                    <a:pt x="3512" y="851"/>
                    <a:pt x="2946" y="1"/>
                    <a:pt x="21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8"/>
            <p:cNvSpPr/>
            <p:nvPr/>
          </p:nvSpPr>
          <p:spPr>
            <a:xfrm>
              <a:off x="1582800" y="653175"/>
              <a:ext cx="473325" cy="208975"/>
            </a:xfrm>
            <a:custGeom>
              <a:avLst/>
              <a:gdLst/>
              <a:ahLst/>
              <a:cxnLst/>
              <a:rect l="l" t="t" r="r" b="b"/>
              <a:pathLst>
                <a:path w="18933" h="8359" extrusionOk="0">
                  <a:moveTo>
                    <a:pt x="10267" y="0"/>
                  </a:moveTo>
                  <a:cubicBezTo>
                    <a:pt x="4054" y="0"/>
                    <a:pt x="1" y="4130"/>
                    <a:pt x="566" y="6765"/>
                  </a:cubicBezTo>
                  <a:cubicBezTo>
                    <a:pt x="812" y="7927"/>
                    <a:pt x="1246" y="8358"/>
                    <a:pt x="1632" y="8358"/>
                  </a:cubicBezTo>
                  <a:cubicBezTo>
                    <a:pt x="2192" y="8358"/>
                    <a:pt x="2653" y="7455"/>
                    <a:pt x="2307" y="6564"/>
                  </a:cubicBezTo>
                  <a:cubicBezTo>
                    <a:pt x="1201" y="3860"/>
                    <a:pt x="3990" y="1996"/>
                    <a:pt x="7269" y="1996"/>
                  </a:cubicBezTo>
                  <a:cubicBezTo>
                    <a:pt x="7663" y="1996"/>
                    <a:pt x="8064" y="2023"/>
                    <a:pt x="8467" y="2078"/>
                  </a:cubicBezTo>
                  <a:cubicBezTo>
                    <a:pt x="9081" y="2171"/>
                    <a:pt x="9834" y="2213"/>
                    <a:pt x="10620" y="2213"/>
                  </a:cubicBezTo>
                  <a:cubicBezTo>
                    <a:pt x="14392" y="2213"/>
                    <a:pt x="18933" y="1242"/>
                    <a:pt x="12685" y="204"/>
                  </a:cubicBezTo>
                  <a:cubicBezTo>
                    <a:pt x="11849" y="64"/>
                    <a:pt x="11041" y="0"/>
                    <a:pt x="1026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8"/>
            <p:cNvSpPr/>
            <p:nvPr/>
          </p:nvSpPr>
          <p:spPr>
            <a:xfrm>
              <a:off x="1634175" y="667600"/>
              <a:ext cx="907275" cy="341575"/>
            </a:xfrm>
            <a:custGeom>
              <a:avLst/>
              <a:gdLst/>
              <a:ahLst/>
              <a:cxnLst/>
              <a:rect l="l" t="t" r="r" b="b"/>
              <a:pathLst>
                <a:path w="36291" h="13663" extrusionOk="0">
                  <a:moveTo>
                    <a:pt x="19173" y="0"/>
                  </a:moveTo>
                  <a:cubicBezTo>
                    <a:pt x="17448" y="0"/>
                    <a:pt x="16147" y="196"/>
                    <a:pt x="15651" y="698"/>
                  </a:cubicBezTo>
                  <a:cubicBezTo>
                    <a:pt x="15024" y="1325"/>
                    <a:pt x="16741" y="1386"/>
                    <a:pt x="19202" y="1386"/>
                  </a:cubicBezTo>
                  <a:cubicBezTo>
                    <a:pt x="19801" y="1386"/>
                    <a:pt x="20443" y="1383"/>
                    <a:pt x="21107" y="1383"/>
                  </a:cubicBezTo>
                  <a:cubicBezTo>
                    <a:pt x="23905" y="1383"/>
                    <a:pt x="27076" y="1447"/>
                    <a:pt x="28892" y="2121"/>
                  </a:cubicBezTo>
                  <a:cubicBezTo>
                    <a:pt x="32892" y="3594"/>
                    <a:pt x="32641" y="11544"/>
                    <a:pt x="23100" y="12331"/>
                  </a:cubicBezTo>
                  <a:cubicBezTo>
                    <a:pt x="22050" y="12416"/>
                    <a:pt x="21014" y="12455"/>
                    <a:pt x="20003" y="12455"/>
                  </a:cubicBezTo>
                  <a:cubicBezTo>
                    <a:pt x="11829" y="12455"/>
                    <a:pt x="5342" y="9895"/>
                    <a:pt x="7115" y="8197"/>
                  </a:cubicBezTo>
                  <a:cubicBezTo>
                    <a:pt x="7806" y="7534"/>
                    <a:pt x="8580" y="7336"/>
                    <a:pt x="9426" y="7336"/>
                  </a:cubicBezTo>
                  <a:cubicBezTo>
                    <a:pt x="10691" y="7336"/>
                    <a:pt x="12117" y="7781"/>
                    <a:pt x="13666" y="7781"/>
                  </a:cubicBezTo>
                  <a:cubicBezTo>
                    <a:pt x="14063" y="7781"/>
                    <a:pt x="14468" y="7751"/>
                    <a:pt x="14881" y="7678"/>
                  </a:cubicBezTo>
                  <a:cubicBezTo>
                    <a:pt x="17439" y="7230"/>
                    <a:pt x="13747" y="4324"/>
                    <a:pt x="9007" y="4324"/>
                  </a:cubicBezTo>
                  <a:cubicBezTo>
                    <a:pt x="8256" y="4324"/>
                    <a:pt x="7479" y="4397"/>
                    <a:pt x="6696" y="4564"/>
                  </a:cubicBezTo>
                  <a:cubicBezTo>
                    <a:pt x="1" y="6004"/>
                    <a:pt x="3282" y="10105"/>
                    <a:pt x="6428" y="11578"/>
                  </a:cubicBezTo>
                  <a:cubicBezTo>
                    <a:pt x="9625" y="13081"/>
                    <a:pt x="13323" y="13662"/>
                    <a:pt x="16915" y="13662"/>
                  </a:cubicBezTo>
                  <a:cubicBezTo>
                    <a:pt x="23799" y="13662"/>
                    <a:pt x="30290" y="11529"/>
                    <a:pt x="32105" y="9670"/>
                  </a:cubicBezTo>
                  <a:cubicBezTo>
                    <a:pt x="34851" y="6841"/>
                    <a:pt x="36290" y="2288"/>
                    <a:pt x="30616" y="1300"/>
                  </a:cubicBezTo>
                  <a:cubicBezTo>
                    <a:pt x="26942" y="661"/>
                    <a:pt x="22341" y="0"/>
                    <a:pt x="1917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8"/>
            <p:cNvSpPr/>
            <p:nvPr/>
          </p:nvSpPr>
          <p:spPr>
            <a:xfrm>
              <a:off x="2119175" y="674975"/>
              <a:ext cx="163225" cy="58225"/>
            </a:xfrm>
            <a:custGeom>
              <a:avLst/>
              <a:gdLst/>
              <a:ahLst/>
              <a:cxnLst/>
              <a:rect l="l" t="t" r="r" b="b"/>
              <a:pathLst>
                <a:path w="6529" h="2329" extrusionOk="0">
                  <a:moveTo>
                    <a:pt x="3352" y="1"/>
                  </a:moveTo>
                  <a:cubicBezTo>
                    <a:pt x="3323" y="1"/>
                    <a:pt x="3294" y="1"/>
                    <a:pt x="3265" y="1"/>
                  </a:cubicBezTo>
                  <a:cubicBezTo>
                    <a:pt x="1457" y="18"/>
                    <a:pt x="1" y="570"/>
                    <a:pt x="1" y="1189"/>
                  </a:cubicBezTo>
                  <a:cubicBezTo>
                    <a:pt x="1" y="1832"/>
                    <a:pt x="1410" y="2328"/>
                    <a:pt x="3177" y="2328"/>
                  </a:cubicBezTo>
                  <a:cubicBezTo>
                    <a:pt x="3206" y="2328"/>
                    <a:pt x="3236" y="2328"/>
                    <a:pt x="3265" y="2328"/>
                  </a:cubicBezTo>
                  <a:cubicBezTo>
                    <a:pt x="5056" y="2328"/>
                    <a:pt x="6529" y="1775"/>
                    <a:pt x="6529" y="1123"/>
                  </a:cubicBezTo>
                  <a:cubicBezTo>
                    <a:pt x="6529" y="497"/>
                    <a:pt x="5103" y="1"/>
                    <a:pt x="335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8"/>
            <p:cNvSpPr/>
            <p:nvPr/>
          </p:nvSpPr>
          <p:spPr>
            <a:xfrm>
              <a:off x="2124200" y="685925"/>
              <a:ext cx="161150" cy="42225"/>
            </a:xfrm>
            <a:custGeom>
              <a:avLst/>
              <a:gdLst/>
              <a:ahLst/>
              <a:cxnLst/>
              <a:rect l="l" t="t" r="r" b="b"/>
              <a:pathLst>
                <a:path w="6446" h="1689" extrusionOk="0">
                  <a:moveTo>
                    <a:pt x="1428" y="0"/>
                  </a:moveTo>
                  <a:cubicBezTo>
                    <a:pt x="630" y="0"/>
                    <a:pt x="1" y="342"/>
                    <a:pt x="1" y="685"/>
                  </a:cubicBezTo>
                  <a:cubicBezTo>
                    <a:pt x="1" y="1254"/>
                    <a:pt x="1306" y="1689"/>
                    <a:pt x="2913" y="1689"/>
                  </a:cubicBezTo>
                  <a:cubicBezTo>
                    <a:pt x="4520" y="1655"/>
                    <a:pt x="6445" y="1070"/>
                    <a:pt x="5893" y="1003"/>
                  </a:cubicBezTo>
                  <a:cubicBezTo>
                    <a:pt x="5769" y="991"/>
                    <a:pt x="5635" y="988"/>
                    <a:pt x="5491" y="988"/>
                  </a:cubicBezTo>
                  <a:cubicBezTo>
                    <a:pt x="5372" y="988"/>
                    <a:pt x="5246" y="990"/>
                    <a:pt x="5115" y="990"/>
                  </a:cubicBezTo>
                  <a:cubicBezTo>
                    <a:pt x="4486" y="990"/>
                    <a:pt x="3737" y="949"/>
                    <a:pt x="2980" y="467"/>
                  </a:cubicBezTo>
                  <a:cubicBezTo>
                    <a:pt x="2471" y="129"/>
                    <a:pt x="1917" y="0"/>
                    <a:pt x="1428"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8"/>
            <p:cNvSpPr/>
            <p:nvPr/>
          </p:nvSpPr>
          <p:spPr>
            <a:xfrm>
              <a:off x="2210825" y="681675"/>
              <a:ext cx="31400" cy="11750"/>
            </a:xfrm>
            <a:custGeom>
              <a:avLst/>
              <a:gdLst/>
              <a:ahLst/>
              <a:cxnLst/>
              <a:rect l="l" t="t" r="r" b="b"/>
              <a:pathLst>
                <a:path w="1256" h="470" extrusionOk="0">
                  <a:moveTo>
                    <a:pt x="620" y="1"/>
                  </a:moveTo>
                  <a:cubicBezTo>
                    <a:pt x="268" y="1"/>
                    <a:pt x="1" y="101"/>
                    <a:pt x="1" y="235"/>
                  </a:cubicBezTo>
                  <a:cubicBezTo>
                    <a:pt x="1" y="352"/>
                    <a:pt x="268" y="470"/>
                    <a:pt x="620" y="470"/>
                  </a:cubicBezTo>
                  <a:cubicBezTo>
                    <a:pt x="955" y="470"/>
                    <a:pt x="1256" y="352"/>
                    <a:pt x="1256" y="235"/>
                  </a:cubicBezTo>
                  <a:cubicBezTo>
                    <a:pt x="1256" y="101"/>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8"/>
            <p:cNvSpPr/>
            <p:nvPr/>
          </p:nvSpPr>
          <p:spPr>
            <a:xfrm>
              <a:off x="2195350" y="706800"/>
              <a:ext cx="31400" cy="11725"/>
            </a:xfrm>
            <a:custGeom>
              <a:avLst/>
              <a:gdLst/>
              <a:ahLst/>
              <a:cxnLst/>
              <a:rect l="l" t="t" r="r" b="b"/>
              <a:pathLst>
                <a:path w="1256" h="469" extrusionOk="0">
                  <a:moveTo>
                    <a:pt x="636" y="0"/>
                  </a:moveTo>
                  <a:cubicBezTo>
                    <a:pt x="285" y="0"/>
                    <a:pt x="0" y="101"/>
                    <a:pt x="0" y="235"/>
                  </a:cubicBezTo>
                  <a:cubicBezTo>
                    <a:pt x="0" y="352"/>
                    <a:pt x="285" y="469"/>
                    <a:pt x="636" y="469"/>
                  </a:cubicBezTo>
                  <a:cubicBezTo>
                    <a:pt x="988" y="469"/>
                    <a:pt x="1256" y="352"/>
                    <a:pt x="1256" y="235"/>
                  </a:cubicBezTo>
                  <a:cubicBezTo>
                    <a:pt x="1256" y="101"/>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8"/>
            <p:cNvSpPr/>
            <p:nvPr/>
          </p:nvSpPr>
          <p:spPr>
            <a:xfrm>
              <a:off x="1992400" y="935275"/>
              <a:ext cx="185400" cy="58600"/>
            </a:xfrm>
            <a:custGeom>
              <a:avLst/>
              <a:gdLst/>
              <a:ahLst/>
              <a:cxnLst/>
              <a:rect l="l" t="t" r="r" b="b"/>
              <a:pathLst>
                <a:path w="7416" h="2344" extrusionOk="0">
                  <a:moveTo>
                    <a:pt x="3716" y="0"/>
                  </a:moveTo>
                  <a:cubicBezTo>
                    <a:pt x="1657" y="0"/>
                    <a:pt x="0" y="536"/>
                    <a:pt x="0" y="1172"/>
                  </a:cubicBezTo>
                  <a:cubicBezTo>
                    <a:pt x="0" y="1825"/>
                    <a:pt x="1657" y="2344"/>
                    <a:pt x="3716" y="2344"/>
                  </a:cubicBezTo>
                  <a:cubicBezTo>
                    <a:pt x="5758" y="2344"/>
                    <a:pt x="7415" y="1825"/>
                    <a:pt x="7415" y="1172"/>
                  </a:cubicBezTo>
                  <a:cubicBezTo>
                    <a:pt x="7415" y="536"/>
                    <a:pt x="5758" y="0"/>
                    <a:pt x="37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8"/>
            <p:cNvSpPr/>
            <p:nvPr/>
          </p:nvSpPr>
          <p:spPr>
            <a:xfrm>
              <a:off x="1946350" y="800100"/>
              <a:ext cx="185425" cy="58200"/>
            </a:xfrm>
            <a:custGeom>
              <a:avLst/>
              <a:gdLst/>
              <a:ahLst/>
              <a:cxnLst/>
              <a:rect l="l" t="t" r="r" b="b"/>
              <a:pathLst>
                <a:path w="7417" h="2328" extrusionOk="0">
                  <a:moveTo>
                    <a:pt x="3700" y="1"/>
                  </a:moveTo>
                  <a:cubicBezTo>
                    <a:pt x="1658" y="1"/>
                    <a:pt x="1" y="520"/>
                    <a:pt x="1" y="1173"/>
                  </a:cubicBezTo>
                  <a:cubicBezTo>
                    <a:pt x="1" y="1809"/>
                    <a:pt x="1658" y="2328"/>
                    <a:pt x="3700" y="2328"/>
                  </a:cubicBezTo>
                  <a:cubicBezTo>
                    <a:pt x="5759" y="2328"/>
                    <a:pt x="7416" y="1809"/>
                    <a:pt x="7416" y="1173"/>
                  </a:cubicBezTo>
                  <a:cubicBezTo>
                    <a:pt x="7416" y="520"/>
                    <a:pt x="5759" y="1"/>
                    <a:pt x="3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8"/>
            <p:cNvSpPr/>
            <p:nvPr/>
          </p:nvSpPr>
          <p:spPr>
            <a:xfrm>
              <a:off x="2266075" y="794650"/>
              <a:ext cx="166575" cy="64625"/>
            </a:xfrm>
            <a:custGeom>
              <a:avLst/>
              <a:gdLst/>
              <a:ahLst/>
              <a:cxnLst/>
              <a:rect l="l" t="t" r="r" b="b"/>
              <a:pathLst>
                <a:path w="6663" h="2585" extrusionOk="0">
                  <a:moveTo>
                    <a:pt x="3499" y="1"/>
                  </a:moveTo>
                  <a:cubicBezTo>
                    <a:pt x="1875" y="1"/>
                    <a:pt x="432" y="481"/>
                    <a:pt x="234" y="1140"/>
                  </a:cubicBezTo>
                  <a:cubicBezTo>
                    <a:pt x="0" y="1843"/>
                    <a:pt x="1255" y="2512"/>
                    <a:pt x="3113" y="2579"/>
                  </a:cubicBezTo>
                  <a:cubicBezTo>
                    <a:pt x="3212" y="2583"/>
                    <a:pt x="3311" y="2584"/>
                    <a:pt x="3408" y="2584"/>
                  </a:cubicBezTo>
                  <a:cubicBezTo>
                    <a:pt x="5169" y="2584"/>
                    <a:pt x="6613" y="2021"/>
                    <a:pt x="6629" y="1307"/>
                  </a:cubicBezTo>
                  <a:cubicBezTo>
                    <a:pt x="6662" y="587"/>
                    <a:pt x="5273" y="18"/>
                    <a:pt x="3582" y="1"/>
                  </a:cubicBezTo>
                  <a:cubicBezTo>
                    <a:pt x="3554" y="1"/>
                    <a:pt x="3527" y="1"/>
                    <a:pt x="3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8"/>
            <p:cNvSpPr/>
            <p:nvPr/>
          </p:nvSpPr>
          <p:spPr>
            <a:xfrm>
              <a:off x="2280700" y="737125"/>
              <a:ext cx="104650" cy="41075"/>
            </a:xfrm>
            <a:custGeom>
              <a:avLst/>
              <a:gdLst/>
              <a:ahLst/>
              <a:cxnLst/>
              <a:rect l="l" t="t" r="r" b="b"/>
              <a:pathLst>
                <a:path w="4186" h="1643" extrusionOk="0">
                  <a:moveTo>
                    <a:pt x="1900" y="0"/>
                  </a:moveTo>
                  <a:cubicBezTo>
                    <a:pt x="925" y="0"/>
                    <a:pt x="129" y="299"/>
                    <a:pt x="68" y="695"/>
                  </a:cubicBezTo>
                  <a:cubicBezTo>
                    <a:pt x="1" y="1147"/>
                    <a:pt x="855" y="1566"/>
                    <a:pt x="1993" y="1633"/>
                  </a:cubicBezTo>
                  <a:cubicBezTo>
                    <a:pt x="2098" y="1639"/>
                    <a:pt x="2201" y="1642"/>
                    <a:pt x="2303" y="1642"/>
                  </a:cubicBezTo>
                  <a:cubicBezTo>
                    <a:pt x="3288" y="1642"/>
                    <a:pt x="4088" y="1356"/>
                    <a:pt x="4119" y="946"/>
                  </a:cubicBezTo>
                  <a:cubicBezTo>
                    <a:pt x="4186" y="478"/>
                    <a:pt x="3332" y="59"/>
                    <a:pt x="2194" y="9"/>
                  </a:cubicBezTo>
                  <a:cubicBezTo>
                    <a:pt x="2095" y="3"/>
                    <a:pt x="1997" y="0"/>
                    <a:pt x="19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8"/>
            <p:cNvSpPr/>
            <p:nvPr/>
          </p:nvSpPr>
          <p:spPr>
            <a:xfrm>
              <a:off x="2193325" y="934275"/>
              <a:ext cx="68925" cy="31225"/>
            </a:xfrm>
            <a:custGeom>
              <a:avLst/>
              <a:gdLst/>
              <a:ahLst/>
              <a:cxnLst/>
              <a:rect l="l" t="t" r="r" b="b"/>
              <a:pathLst>
                <a:path w="2757" h="1249" extrusionOk="0">
                  <a:moveTo>
                    <a:pt x="1636" y="1"/>
                  </a:moveTo>
                  <a:cubicBezTo>
                    <a:pt x="1577" y="1"/>
                    <a:pt x="1516" y="3"/>
                    <a:pt x="1454" y="7"/>
                  </a:cubicBezTo>
                  <a:cubicBezTo>
                    <a:pt x="701" y="40"/>
                    <a:pt x="65" y="358"/>
                    <a:pt x="48" y="693"/>
                  </a:cubicBezTo>
                  <a:cubicBezTo>
                    <a:pt x="1" y="1008"/>
                    <a:pt x="515" y="1249"/>
                    <a:pt x="1189" y="1249"/>
                  </a:cubicBezTo>
                  <a:cubicBezTo>
                    <a:pt x="1232" y="1249"/>
                    <a:pt x="1276" y="1248"/>
                    <a:pt x="1320" y="1246"/>
                  </a:cubicBezTo>
                  <a:cubicBezTo>
                    <a:pt x="2056" y="1195"/>
                    <a:pt x="2676" y="911"/>
                    <a:pt x="2726" y="543"/>
                  </a:cubicBezTo>
                  <a:cubicBezTo>
                    <a:pt x="2757" y="237"/>
                    <a:pt x="2270"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8"/>
            <p:cNvSpPr/>
            <p:nvPr/>
          </p:nvSpPr>
          <p:spPr>
            <a:xfrm>
              <a:off x="2257325" y="908050"/>
              <a:ext cx="37625" cy="16925"/>
            </a:xfrm>
            <a:custGeom>
              <a:avLst/>
              <a:gdLst/>
              <a:ahLst/>
              <a:cxnLst/>
              <a:rect l="l" t="t" r="r" b="b"/>
              <a:pathLst>
                <a:path w="1505" h="677" extrusionOk="0">
                  <a:moveTo>
                    <a:pt x="853" y="0"/>
                  </a:moveTo>
                  <a:cubicBezTo>
                    <a:pt x="831" y="0"/>
                    <a:pt x="808" y="0"/>
                    <a:pt x="785" y="1"/>
                  </a:cubicBezTo>
                  <a:cubicBezTo>
                    <a:pt x="400" y="18"/>
                    <a:pt x="32" y="202"/>
                    <a:pt x="15" y="386"/>
                  </a:cubicBezTo>
                  <a:cubicBezTo>
                    <a:pt x="0" y="551"/>
                    <a:pt x="254" y="676"/>
                    <a:pt x="584" y="676"/>
                  </a:cubicBezTo>
                  <a:cubicBezTo>
                    <a:pt x="622" y="676"/>
                    <a:pt x="662" y="674"/>
                    <a:pt x="702" y="671"/>
                  </a:cubicBezTo>
                  <a:cubicBezTo>
                    <a:pt x="1120" y="654"/>
                    <a:pt x="1488" y="487"/>
                    <a:pt x="1488" y="303"/>
                  </a:cubicBezTo>
                  <a:cubicBezTo>
                    <a:pt x="1504" y="129"/>
                    <a:pt x="1222" y="0"/>
                    <a:pt x="8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8"/>
            <p:cNvSpPr/>
            <p:nvPr/>
          </p:nvSpPr>
          <p:spPr>
            <a:xfrm>
              <a:off x="2088675" y="875300"/>
              <a:ext cx="37600" cy="16925"/>
            </a:xfrm>
            <a:custGeom>
              <a:avLst/>
              <a:gdLst/>
              <a:ahLst/>
              <a:cxnLst/>
              <a:rect l="l" t="t" r="r" b="b"/>
              <a:pathLst>
                <a:path w="1504" h="677" extrusionOk="0">
                  <a:moveTo>
                    <a:pt x="924" y="1"/>
                  </a:moveTo>
                  <a:cubicBezTo>
                    <a:pt x="885" y="1"/>
                    <a:pt x="844" y="2"/>
                    <a:pt x="802" y="6"/>
                  </a:cubicBezTo>
                  <a:cubicBezTo>
                    <a:pt x="401" y="23"/>
                    <a:pt x="49" y="190"/>
                    <a:pt x="32" y="374"/>
                  </a:cubicBezTo>
                  <a:cubicBezTo>
                    <a:pt x="1" y="548"/>
                    <a:pt x="282" y="677"/>
                    <a:pt x="651" y="677"/>
                  </a:cubicBezTo>
                  <a:cubicBezTo>
                    <a:pt x="673" y="677"/>
                    <a:pt x="696" y="676"/>
                    <a:pt x="719" y="675"/>
                  </a:cubicBezTo>
                  <a:cubicBezTo>
                    <a:pt x="1137" y="642"/>
                    <a:pt x="1472" y="475"/>
                    <a:pt x="1489" y="290"/>
                  </a:cubicBezTo>
                  <a:cubicBezTo>
                    <a:pt x="1504" y="125"/>
                    <a:pt x="1263" y="1"/>
                    <a:pt x="9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8"/>
            <p:cNvSpPr/>
            <p:nvPr/>
          </p:nvSpPr>
          <p:spPr>
            <a:xfrm>
              <a:off x="2028375" y="714525"/>
              <a:ext cx="54000" cy="21300"/>
            </a:xfrm>
            <a:custGeom>
              <a:avLst/>
              <a:gdLst/>
              <a:ahLst/>
              <a:cxnLst/>
              <a:rect l="l" t="t" r="r" b="b"/>
              <a:pathLst>
                <a:path w="2160" h="852" extrusionOk="0">
                  <a:moveTo>
                    <a:pt x="932" y="0"/>
                  </a:moveTo>
                  <a:cubicBezTo>
                    <a:pt x="439" y="0"/>
                    <a:pt x="49" y="155"/>
                    <a:pt x="34" y="361"/>
                  </a:cubicBezTo>
                  <a:cubicBezTo>
                    <a:pt x="1" y="595"/>
                    <a:pt x="453" y="829"/>
                    <a:pt x="1038" y="846"/>
                  </a:cubicBezTo>
                  <a:cubicBezTo>
                    <a:pt x="1098" y="850"/>
                    <a:pt x="1156" y="851"/>
                    <a:pt x="1213" y="851"/>
                  </a:cubicBezTo>
                  <a:cubicBezTo>
                    <a:pt x="1718" y="851"/>
                    <a:pt x="2113" y="720"/>
                    <a:pt x="2143" y="495"/>
                  </a:cubicBezTo>
                  <a:cubicBezTo>
                    <a:pt x="2160" y="260"/>
                    <a:pt x="1725" y="26"/>
                    <a:pt x="1139" y="9"/>
                  </a:cubicBezTo>
                  <a:cubicBezTo>
                    <a:pt x="1068" y="3"/>
                    <a:pt x="999" y="0"/>
                    <a:pt x="9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8"/>
            <p:cNvSpPr/>
            <p:nvPr/>
          </p:nvSpPr>
          <p:spPr>
            <a:xfrm>
              <a:off x="1656775" y="734625"/>
              <a:ext cx="42725" cy="28200"/>
            </a:xfrm>
            <a:custGeom>
              <a:avLst/>
              <a:gdLst/>
              <a:ahLst/>
              <a:cxnLst/>
              <a:rect l="l" t="t" r="r" b="b"/>
              <a:pathLst>
                <a:path w="1709" h="1128" extrusionOk="0">
                  <a:moveTo>
                    <a:pt x="1155" y="0"/>
                  </a:moveTo>
                  <a:cubicBezTo>
                    <a:pt x="988" y="0"/>
                    <a:pt x="796" y="46"/>
                    <a:pt x="603" y="143"/>
                  </a:cubicBezTo>
                  <a:cubicBezTo>
                    <a:pt x="185" y="377"/>
                    <a:pt x="1" y="779"/>
                    <a:pt x="235" y="996"/>
                  </a:cubicBezTo>
                  <a:cubicBezTo>
                    <a:pt x="339" y="1086"/>
                    <a:pt x="479" y="1127"/>
                    <a:pt x="632" y="1127"/>
                  </a:cubicBezTo>
                  <a:cubicBezTo>
                    <a:pt x="850" y="1127"/>
                    <a:pt x="1093" y="1043"/>
                    <a:pt x="1290" y="896"/>
                  </a:cubicBezTo>
                  <a:cubicBezTo>
                    <a:pt x="1608" y="661"/>
                    <a:pt x="1708" y="360"/>
                    <a:pt x="1574" y="159"/>
                  </a:cubicBezTo>
                  <a:cubicBezTo>
                    <a:pt x="1487" y="55"/>
                    <a:pt x="1336"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8"/>
            <p:cNvSpPr/>
            <p:nvPr/>
          </p:nvSpPr>
          <p:spPr>
            <a:xfrm>
              <a:off x="1874375" y="871275"/>
              <a:ext cx="34350" cy="16750"/>
            </a:xfrm>
            <a:custGeom>
              <a:avLst/>
              <a:gdLst/>
              <a:ahLst/>
              <a:cxnLst/>
              <a:rect l="l" t="t" r="r" b="b"/>
              <a:pathLst>
                <a:path w="1374" h="670" extrusionOk="0">
                  <a:moveTo>
                    <a:pt x="715" y="1"/>
                  </a:moveTo>
                  <a:cubicBezTo>
                    <a:pt x="575" y="1"/>
                    <a:pt x="433" y="30"/>
                    <a:pt x="319" y="83"/>
                  </a:cubicBezTo>
                  <a:cubicBezTo>
                    <a:pt x="84" y="184"/>
                    <a:pt x="1" y="351"/>
                    <a:pt x="118" y="502"/>
                  </a:cubicBezTo>
                  <a:cubicBezTo>
                    <a:pt x="215" y="598"/>
                    <a:pt x="417" y="669"/>
                    <a:pt x="629" y="669"/>
                  </a:cubicBezTo>
                  <a:cubicBezTo>
                    <a:pt x="710" y="669"/>
                    <a:pt x="792" y="659"/>
                    <a:pt x="871" y="636"/>
                  </a:cubicBezTo>
                  <a:cubicBezTo>
                    <a:pt x="1239" y="552"/>
                    <a:pt x="1373" y="301"/>
                    <a:pt x="1156" y="133"/>
                  </a:cubicBezTo>
                  <a:cubicBezTo>
                    <a:pt x="1046" y="42"/>
                    <a:pt x="882" y="1"/>
                    <a:pt x="715" y="1"/>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8"/>
            <p:cNvSpPr/>
            <p:nvPr/>
          </p:nvSpPr>
          <p:spPr>
            <a:xfrm>
              <a:off x="1896975" y="793875"/>
              <a:ext cx="34350" cy="16725"/>
            </a:xfrm>
            <a:custGeom>
              <a:avLst/>
              <a:gdLst/>
              <a:ahLst/>
              <a:cxnLst/>
              <a:rect l="l" t="t" r="r" b="b"/>
              <a:pathLst>
                <a:path w="1374" h="669" extrusionOk="0">
                  <a:moveTo>
                    <a:pt x="704" y="0"/>
                  </a:moveTo>
                  <a:cubicBezTo>
                    <a:pt x="562" y="0"/>
                    <a:pt x="416" y="29"/>
                    <a:pt x="302" y="82"/>
                  </a:cubicBezTo>
                  <a:cubicBezTo>
                    <a:pt x="84" y="183"/>
                    <a:pt x="1" y="350"/>
                    <a:pt x="118" y="501"/>
                  </a:cubicBezTo>
                  <a:cubicBezTo>
                    <a:pt x="203" y="598"/>
                    <a:pt x="392" y="668"/>
                    <a:pt x="611" y="668"/>
                  </a:cubicBezTo>
                  <a:cubicBezTo>
                    <a:pt x="695" y="668"/>
                    <a:pt x="783" y="658"/>
                    <a:pt x="871" y="635"/>
                  </a:cubicBezTo>
                  <a:cubicBezTo>
                    <a:pt x="1223" y="551"/>
                    <a:pt x="1373" y="300"/>
                    <a:pt x="1139" y="133"/>
                  </a:cubicBezTo>
                  <a:cubicBezTo>
                    <a:pt x="1039" y="42"/>
                    <a:pt x="874" y="0"/>
                    <a:pt x="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8"/>
            <p:cNvSpPr/>
            <p:nvPr/>
          </p:nvSpPr>
          <p:spPr>
            <a:xfrm>
              <a:off x="2138850" y="700100"/>
              <a:ext cx="23050" cy="8400"/>
            </a:xfrm>
            <a:custGeom>
              <a:avLst/>
              <a:gdLst/>
              <a:ahLst/>
              <a:cxnLst/>
              <a:rect l="l" t="t" r="r" b="b"/>
              <a:pathLst>
                <a:path w="922" h="336" extrusionOk="0">
                  <a:moveTo>
                    <a:pt x="469" y="0"/>
                  </a:moveTo>
                  <a:cubicBezTo>
                    <a:pt x="218" y="0"/>
                    <a:pt x="1" y="84"/>
                    <a:pt x="1" y="168"/>
                  </a:cubicBezTo>
                  <a:cubicBezTo>
                    <a:pt x="1" y="251"/>
                    <a:pt x="218" y="335"/>
                    <a:pt x="469" y="335"/>
                  </a:cubicBezTo>
                  <a:cubicBezTo>
                    <a:pt x="720" y="335"/>
                    <a:pt x="921" y="251"/>
                    <a:pt x="921" y="168"/>
                  </a:cubicBezTo>
                  <a:cubicBezTo>
                    <a:pt x="921" y="84"/>
                    <a:pt x="720" y="0"/>
                    <a:pt x="4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8"/>
            <p:cNvSpPr/>
            <p:nvPr/>
          </p:nvSpPr>
          <p:spPr>
            <a:xfrm>
              <a:off x="1962850" y="803450"/>
              <a:ext cx="158875" cy="39750"/>
            </a:xfrm>
            <a:custGeom>
              <a:avLst/>
              <a:gdLst/>
              <a:ahLst/>
              <a:cxnLst/>
              <a:rect l="l" t="t" r="r" b="b"/>
              <a:pathLst>
                <a:path w="6355" h="1590" extrusionOk="0">
                  <a:moveTo>
                    <a:pt x="2889" y="1"/>
                  </a:moveTo>
                  <a:cubicBezTo>
                    <a:pt x="1316" y="1"/>
                    <a:pt x="10" y="419"/>
                    <a:pt x="10" y="955"/>
                  </a:cubicBezTo>
                  <a:cubicBezTo>
                    <a:pt x="0" y="1275"/>
                    <a:pt x="603" y="1590"/>
                    <a:pt x="1381" y="1590"/>
                  </a:cubicBezTo>
                  <a:cubicBezTo>
                    <a:pt x="1862" y="1590"/>
                    <a:pt x="2411" y="1469"/>
                    <a:pt x="2923" y="1156"/>
                  </a:cubicBezTo>
                  <a:cubicBezTo>
                    <a:pt x="3712" y="678"/>
                    <a:pt x="4475" y="652"/>
                    <a:pt x="5104" y="652"/>
                  </a:cubicBezTo>
                  <a:cubicBezTo>
                    <a:pt x="5179" y="652"/>
                    <a:pt x="5252" y="652"/>
                    <a:pt x="5324" y="652"/>
                  </a:cubicBezTo>
                  <a:cubicBezTo>
                    <a:pt x="5490" y="652"/>
                    <a:pt x="5645" y="650"/>
                    <a:pt x="5785" y="637"/>
                  </a:cubicBezTo>
                  <a:cubicBezTo>
                    <a:pt x="6354" y="587"/>
                    <a:pt x="4446" y="34"/>
                    <a:pt x="288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8"/>
            <p:cNvSpPr/>
            <p:nvPr/>
          </p:nvSpPr>
          <p:spPr>
            <a:xfrm>
              <a:off x="2025450" y="837775"/>
              <a:ext cx="31400" cy="10475"/>
            </a:xfrm>
            <a:custGeom>
              <a:avLst/>
              <a:gdLst/>
              <a:ahLst/>
              <a:cxnLst/>
              <a:rect l="l" t="t" r="r" b="b"/>
              <a:pathLst>
                <a:path w="1256" h="419" extrusionOk="0">
                  <a:moveTo>
                    <a:pt x="636" y="0"/>
                  </a:moveTo>
                  <a:cubicBezTo>
                    <a:pt x="268" y="0"/>
                    <a:pt x="0" y="84"/>
                    <a:pt x="0" y="201"/>
                  </a:cubicBezTo>
                  <a:cubicBezTo>
                    <a:pt x="0" y="318"/>
                    <a:pt x="268" y="419"/>
                    <a:pt x="636" y="419"/>
                  </a:cubicBezTo>
                  <a:cubicBezTo>
                    <a:pt x="988" y="419"/>
                    <a:pt x="1256" y="335"/>
                    <a:pt x="1256" y="201"/>
                  </a:cubicBezTo>
                  <a:cubicBezTo>
                    <a:pt x="1256" y="84"/>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8"/>
            <p:cNvSpPr/>
            <p:nvPr/>
          </p:nvSpPr>
          <p:spPr>
            <a:xfrm>
              <a:off x="2012475" y="813075"/>
              <a:ext cx="31400" cy="10500"/>
            </a:xfrm>
            <a:custGeom>
              <a:avLst/>
              <a:gdLst/>
              <a:ahLst/>
              <a:cxnLst/>
              <a:rect l="l" t="t" r="r" b="b"/>
              <a:pathLst>
                <a:path w="1256" h="420" extrusionOk="0">
                  <a:moveTo>
                    <a:pt x="620" y="1"/>
                  </a:moveTo>
                  <a:cubicBezTo>
                    <a:pt x="285" y="1"/>
                    <a:pt x="1" y="84"/>
                    <a:pt x="1" y="202"/>
                  </a:cubicBezTo>
                  <a:cubicBezTo>
                    <a:pt x="1" y="336"/>
                    <a:pt x="268" y="419"/>
                    <a:pt x="620" y="419"/>
                  </a:cubicBezTo>
                  <a:cubicBezTo>
                    <a:pt x="955" y="419"/>
                    <a:pt x="1256" y="319"/>
                    <a:pt x="1256" y="202"/>
                  </a:cubicBezTo>
                  <a:cubicBezTo>
                    <a:pt x="1256" y="84"/>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8"/>
            <p:cNvSpPr/>
            <p:nvPr/>
          </p:nvSpPr>
          <p:spPr>
            <a:xfrm>
              <a:off x="1975650" y="827725"/>
              <a:ext cx="22200" cy="7150"/>
            </a:xfrm>
            <a:custGeom>
              <a:avLst/>
              <a:gdLst/>
              <a:ahLst/>
              <a:cxnLst/>
              <a:rect l="l" t="t" r="r" b="b"/>
              <a:pathLst>
                <a:path w="888" h="286" extrusionOk="0">
                  <a:moveTo>
                    <a:pt x="452" y="1"/>
                  </a:moveTo>
                  <a:cubicBezTo>
                    <a:pt x="201" y="1"/>
                    <a:pt x="1" y="68"/>
                    <a:pt x="1" y="151"/>
                  </a:cubicBezTo>
                  <a:cubicBezTo>
                    <a:pt x="1" y="235"/>
                    <a:pt x="201" y="285"/>
                    <a:pt x="452" y="285"/>
                  </a:cubicBezTo>
                  <a:cubicBezTo>
                    <a:pt x="704" y="285"/>
                    <a:pt x="888" y="235"/>
                    <a:pt x="888" y="151"/>
                  </a:cubicBezTo>
                  <a:cubicBezTo>
                    <a:pt x="888" y="68"/>
                    <a:pt x="704"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8"/>
            <p:cNvSpPr/>
            <p:nvPr/>
          </p:nvSpPr>
          <p:spPr>
            <a:xfrm>
              <a:off x="2075250" y="818100"/>
              <a:ext cx="21775" cy="7550"/>
            </a:xfrm>
            <a:custGeom>
              <a:avLst/>
              <a:gdLst/>
              <a:ahLst/>
              <a:cxnLst/>
              <a:rect l="l" t="t" r="r" b="b"/>
              <a:pathLst>
                <a:path w="871" h="302" extrusionOk="0">
                  <a:moveTo>
                    <a:pt x="436" y="1"/>
                  </a:moveTo>
                  <a:cubicBezTo>
                    <a:pt x="184" y="1"/>
                    <a:pt x="0" y="68"/>
                    <a:pt x="0" y="151"/>
                  </a:cubicBezTo>
                  <a:cubicBezTo>
                    <a:pt x="0" y="235"/>
                    <a:pt x="184" y="302"/>
                    <a:pt x="436" y="302"/>
                  </a:cubicBezTo>
                  <a:cubicBezTo>
                    <a:pt x="687" y="302"/>
                    <a:pt x="871" y="235"/>
                    <a:pt x="871" y="151"/>
                  </a:cubicBezTo>
                  <a:cubicBezTo>
                    <a:pt x="871" y="68"/>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8"/>
            <p:cNvSpPr/>
            <p:nvPr/>
          </p:nvSpPr>
          <p:spPr>
            <a:xfrm>
              <a:off x="2295350" y="809325"/>
              <a:ext cx="22200" cy="7550"/>
            </a:xfrm>
            <a:custGeom>
              <a:avLst/>
              <a:gdLst/>
              <a:ahLst/>
              <a:cxnLst/>
              <a:rect l="l" t="t" r="r" b="b"/>
              <a:pathLst>
                <a:path w="888" h="302" extrusionOk="0">
                  <a:moveTo>
                    <a:pt x="436" y="0"/>
                  </a:moveTo>
                  <a:cubicBezTo>
                    <a:pt x="185" y="0"/>
                    <a:pt x="1" y="67"/>
                    <a:pt x="1" y="151"/>
                  </a:cubicBezTo>
                  <a:cubicBezTo>
                    <a:pt x="1" y="234"/>
                    <a:pt x="185" y="301"/>
                    <a:pt x="436" y="301"/>
                  </a:cubicBezTo>
                  <a:cubicBezTo>
                    <a:pt x="687" y="301"/>
                    <a:pt x="888" y="234"/>
                    <a:pt x="888" y="151"/>
                  </a:cubicBezTo>
                  <a:cubicBezTo>
                    <a:pt x="888" y="67"/>
                    <a:pt x="687"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8"/>
            <p:cNvSpPr/>
            <p:nvPr/>
          </p:nvSpPr>
          <p:spPr>
            <a:xfrm>
              <a:off x="1863925" y="897375"/>
              <a:ext cx="193725" cy="30425"/>
            </a:xfrm>
            <a:custGeom>
              <a:avLst/>
              <a:gdLst/>
              <a:ahLst/>
              <a:cxnLst/>
              <a:rect l="l" t="t" r="r" b="b"/>
              <a:pathLst>
                <a:path w="7749" h="1217" extrusionOk="0">
                  <a:moveTo>
                    <a:pt x="3619" y="0"/>
                  </a:moveTo>
                  <a:cubicBezTo>
                    <a:pt x="3223" y="0"/>
                    <a:pt x="2825" y="43"/>
                    <a:pt x="2444" y="144"/>
                  </a:cubicBezTo>
                  <a:cubicBezTo>
                    <a:pt x="0" y="763"/>
                    <a:pt x="3281" y="1098"/>
                    <a:pt x="6210" y="1215"/>
                  </a:cubicBezTo>
                  <a:cubicBezTo>
                    <a:pt x="6246" y="1216"/>
                    <a:pt x="6279" y="1217"/>
                    <a:pt x="6311" y="1217"/>
                  </a:cubicBezTo>
                  <a:cubicBezTo>
                    <a:pt x="7748" y="1217"/>
                    <a:pt x="5733" y="0"/>
                    <a:pt x="36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8"/>
            <p:cNvSpPr/>
            <p:nvPr/>
          </p:nvSpPr>
          <p:spPr>
            <a:xfrm>
              <a:off x="1662750" y="693975"/>
              <a:ext cx="142875" cy="53300"/>
            </a:xfrm>
            <a:custGeom>
              <a:avLst/>
              <a:gdLst/>
              <a:ahLst/>
              <a:cxnLst/>
              <a:rect l="l" t="t" r="r" b="b"/>
              <a:pathLst>
                <a:path w="5715" h="2132" extrusionOk="0">
                  <a:moveTo>
                    <a:pt x="3380" y="0"/>
                  </a:moveTo>
                  <a:cubicBezTo>
                    <a:pt x="3249" y="0"/>
                    <a:pt x="3114" y="4"/>
                    <a:pt x="2976" y="11"/>
                  </a:cubicBezTo>
                  <a:cubicBezTo>
                    <a:pt x="1436" y="95"/>
                    <a:pt x="113" y="647"/>
                    <a:pt x="46" y="1233"/>
                  </a:cubicBezTo>
                  <a:cubicBezTo>
                    <a:pt x="1" y="1765"/>
                    <a:pt x="977" y="2131"/>
                    <a:pt x="2310" y="2131"/>
                  </a:cubicBezTo>
                  <a:cubicBezTo>
                    <a:pt x="2445" y="2131"/>
                    <a:pt x="2583" y="2128"/>
                    <a:pt x="2724" y="2120"/>
                  </a:cubicBezTo>
                  <a:cubicBezTo>
                    <a:pt x="4281" y="2036"/>
                    <a:pt x="5570" y="1501"/>
                    <a:pt x="5654" y="915"/>
                  </a:cubicBezTo>
                  <a:cubicBezTo>
                    <a:pt x="5715" y="381"/>
                    <a:pt x="4733" y="0"/>
                    <a:pt x="33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8"/>
            <p:cNvSpPr/>
            <p:nvPr/>
          </p:nvSpPr>
          <p:spPr>
            <a:xfrm>
              <a:off x="1914550" y="708475"/>
              <a:ext cx="140225" cy="59450"/>
            </a:xfrm>
            <a:custGeom>
              <a:avLst/>
              <a:gdLst/>
              <a:ahLst/>
              <a:cxnLst/>
              <a:rect l="l" t="t" r="r" b="b"/>
              <a:pathLst>
                <a:path w="5609" h="2378" extrusionOk="0">
                  <a:moveTo>
                    <a:pt x="2813" y="0"/>
                  </a:moveTo>
                  <a:cubicBezTo>
                    <a:pt x="1256" y="0"/>
                    <a:pt x="1" y="536"/>
                    <a:pt x="1" y="1189"/>
                  </a:cubicBezTo>
                  <a:cubicBezTo>
                    <a:pt x="1" y="1841"/>
                    <a:pt x="1256" y="2377"/>
                    <a:pt x="2813" y="2377"/>
                  </a:cubicBezTo>
                  <a:cubicBezTo>
                    <a:pt x="4353" y="2377"/>
                    <a:pt x="5608" y="1841"/>
                    <a:pt x="5608" y="1189"/>
                  </a:cubicBezTo>
                  <a:cubicBezTo>
                    <a:pt x="5608" y="536"/>
                    <a:pt x="4353" y="0"/>
                    <a:pt x="28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8"/>
            <p:cNvSpPr/>
            <p:nvPr/>
          </p:nvSpPr>
          <p:spPr>
            <a:xfrm>
              <a:off x="1914550" y="590050"/>
              <a:ext cx="97525" cy="18850"/>
            </a:xfrm>
            <a:custGeom>
              <a:avLst/>
              <a:gdLst/>
              <a:ahLst/>
              <a:cxnLst/>
              <a:rect l="l" t="t" r="r" b="b"/>
              <a:pathLst>
                <a:path w="3901" h="754" extrusionOk="0">
                  <a:moveTo>
                    <a:pt x="1942" y="0"/>
                  </a:moveTo>
                  <a:cubicBezTo>
                    <a:pt x="871" y="0"/>
                    <a:pt x="1" y="168"/>
                    <a:pt x="1" y="385"/>
                  </a:cubicBezTo>
                  <a:cubicBezTo>
                    <a:pt x="1" y="586"/>
                    <a:pt x="871" y="753"/>
                    <a:pt x="1942" y="753"/>
                  </a:cubicBezTo>
                  <a:cubicBezTo>
                    <a:pt x="3014" y="753"/>
                    <a:pt x="3901" y="586"/>
                    <a:pt x="3901" y="385"/>
                  </a:cubicBezTo>
                  <a:cubicBezTo>
                    <a:pt x="3901" y="168"/>
                    <a:pt x="3014" y="0"/>
                    <a:pt x="19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8"/>
            <p:cNvSpPr/>
            <p:nvPr/>
          </p:nvSpPr>
          <p:spPr>
            <a:xfrm>
              <a:off x="2029625" y="601500"/>
              <a:ext cx="33500" cy="12600"/>
            </a:xfrm>
            <a:custGeom>
              <a:avLst/>
              <a:gdLst/>
              <a:ahLst/>
              <a:cxnLst/>
              <a:rect l="l" t="t" r="r" b="b"/>
              <a:pathLst>
                <a:path w="1340" h="504" extrusionOk="0">
                  <a:moveTo>
                    <a:pt x="426" y="1"/>
                  </a:moveTo>
                  <a:cubicBezTo>
                    <a:pt x="205" y="1"/>
                    <a:pt x="42" y="56"/>
                    <a:pt x="18" y="128"/>
                  </a:cubicBezTo>
                  <a:cubicBezTo>
                    <a:pt x="1" y="262"/>
                    <a:pt x="269" y="413"/>
                    <a:pt x="620" y="463"/>
                  </a:cubicBezTo>
                  <a:cubicBezTo>
                    <a:pt x="743" y="491"/>
                    <a:pt x="860" y="504"/>
                    <a:pt x="962" y="504"/>
                  </a:cubicBezTo>
                  <a:cubicBezTo>
                    <a:pt x="1167" y="504"/>
                    <a:pt x="1312" y="452"/>
                    <a:pt x="1323" y="362"/>
                  </a:cubicBezTo>
                  <a:cubicBezTo>
                    <a:pt x="1340" y="245"/>
                    <a:pt x="1072" y="95"/>
                    <a:pt x="704" y="28"/>
                  </a:cubicBezTo>
                  <a:cubicBezTo>
                    <a:pt x="606" y="9"/>
                    <a:pt x="511" y="1"/>
                    <a:pt x="4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8"/>
            <p:cNvSpPr/>
            <p:nvPr/>
          </p:nvSpPr>
          <p:spPr>
            <a:xfrm>
              <a:off x="2009125" y="947725"/>
              <a:ext cx="158200" cy="41975"/>
            </a:xfrm>
            <a:custGeom>
              <a:avLst/>
              <a:gdLst/>
              <a:ahLst/>
              <a:cxnLst/>
              <a:rect l="l" t="t" r="r" b="b"/>
              <a:pathLst>
                <a:path w="6328" h="1679" extrusionOk="0">
                  <a:moveTo>
                    <a:pt x="5183" y="0"/>
                  </a:moveTo>
                  <a:cubicBezTo>
                    <a:pt x="4964" y="0"/>
                    <a:pt x="4746" y="46"/>
                    <a:pt x="4554" y="139"/>
                  </a:cubicBezTo>
                  <a:cubicBezTo>
                    <a:pt x="3984" y="390"/>
                    <a:pt x="3014" y="574"/>
                    <a:pt x="1959" y="574"/>
                  </a:cubicBezTo>
                  <a:cubicBezTo>
                    <a:pt x="1289" y="574"/>
                    <a:pt x="653" y="507"/>
                    <a:pt x="135" y="390"/>
                  </a:cubicBezTo>
                  <a:cubicBezTo>
                    <a:pt x="51" y="473"/>
                    <a:pt x="1" y="574"/>
                    <a:pt x="1" y="674"/>
                  </a:cubicBezTo>
                  <a:cubicBezTo>
                    <a:pt x="1" y="1227"/>
                    <a:pt x="1423" y="1678"/>
                    <a:pt x="3164" y="1678"/>
                  </a:cubicBezTo>
                  <a:cubicBezTo>
                    <a:pt x="4905" y="1678"/>
                    <a:pt x="6328" y="1243"/>
                    <a:pt x="6328" y="674"/>
                  </a:cubicBezTo>
                  <a:cubicBezTo>
                    <a:pt x="6328" y="473"/>
                    <a:pt x="6144" y="289"/>
                    <a:pt x="5826" y="139"/>
                  </a:cubicBezTo>
                  <a:cubicBezTo>
                    <a:pt x="5625" y="46"/>
                    <a:pt x="5403" y="0"/>
                    <a:pt x="5183"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8"/>
            <p:cNvSpPr/>
            <p:nvPr/>
          </p:nvSpPr>
          <p:spPr>
            <a:xfrm>
              <a:off x="2291300" y="805325"/>
              <a:ext cx="132975" cy="50600"/>
            </a:xfrm>
            <a:custGeom>
              <a:avLst/>
              <a:gdLst/>
              <a:ahLst/>
              <a:cxnLst/>
              <a:rect l="l" t="t" r="r" b="b"/>
              <a:pathLst>
                <a:path w="5319" h="2024" extrusionOk="0">
                  <a:moveTo>
                    <a:pt x="4000" y="1"/>
                  </a:moveTo>
                  <a:cubicBezTo>
                    <a:pt x="3689" y="1"/>
                    <a:pt x="3375" y="89"/>
                    <a:pt x="3092" y="261"/>
                  </a:cubicBezTo>
                  <a:cubicBezTo>
                    <a:pt x="2539" y="608"/>
                    <a:pt x="1671" y="1001"/>
                    <a:pt x="716" y="1001"/>
                  </a:cubicBezTo>
                  <a:cubicBezTo>
                    <a:pt x="660" y="1001"/>
                    <a:pt x="604" y="1000"/>
                    <a:pt x="548" y="997"/>
                  </a:cubicBezTo>
                  <a:lnTo>
                    <a:pt x="514" y="997"/>
                  </a:lnTo>
                  <a:cubicBezTo>
                    <a:pt x="508" y="997"/>
                    <a:pt x="503" y="997"/>
                    <a:pt x="497" y="997"/>
                  </a:cubicBezTo>
                  <a:cubicBezTo>
                    <a:pt x="93" y="997"/>
                    <a:pt x="1" y="1568"/>
                    <a:pt x="380" y="1717"/>
                  </a:cubicBezTo>
                  <a:cubicBezTo>
                    <a:pt x="816" y="1884"/>
                    <a:pt x="1418" y="2001"/>
                    <a:pt x="2104" y="2018"/>
                  </a:cubicBezTo>
                  <a:cubicBezTo>
                    <a:pt x="2202" y="2022"/>
                    <a:pt x="2299" y="2024"/>
                    <a:pt x="2395" y="2024"/>
                  </a:cubicBezTo>
                  <a:cubicBezTo>
                    <a:pt x="3986" y="2024"/>
                    <a:pt x="5252" y="1511"/>
                    <a:pt x="5268" y="880"/>
                  </a:cubicBezTo>
                  <a:cubicBezTo>
                    <a:pt x="5318" y="646"/>
                    <a:pt x="5151" y="428"/>
                    <a:pt x="4850" y="244"/>
                  </a:cubicBezTo>
                  <a:cubicBezTo>
                    <a:pt x="4588" y="81"/>
                    <a:pt x="4296" y="1"/>
                    <a:pt x="400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8"/>
            <p:cNvSpPr/>
            <p:nvPr/>
          </p:nvSpPr>
          <p:spPr>
            <a:xfrm>
              <a:off x="2330925" y="832325"/>
              <a:ext cx="31400" cy="8825"/>
            </a:xfrm>
            <a:custGeom>
              <a:avLst/>
              <a:gdLst/>
              <a:ahLst/>
              <a:cxnLst/>
              <a:rect l="l" t="t" r="r" b="b"/>
              <a:pathLst>
                <a:path w="1256" h="353" extrusionOk="0">
                  <a:moveTo>
                    <a:pt x="637" y="1"/>
                  </a:moveTo>
                  <a:cubicBezTo>
                    <a:pt x="302" y="1"/>
                    <a:pt x="1" y="84"/>
                    <a:pt x="1" y="168"/>
                  </a:cubicBezTo>
                  <a:cubicBezTo>
                    <a:pt x="1" y="269"/>
                    <a:pt x="268" y="352"/>
                    <a:pt x="637" y="352"/>
                  </a:cubicBezTo>
                  <a:cubicBezTo>
                    <a:pt x="988" y="352"/>
                    <a:pt x="1256" y="302"/>
                    <a:pt x="1256" y="185"/>
                  </a:cubicBezTo>
                  <a:cubicBezTo>
                    <a:pt x="1256" y="84"/>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8"/>
            <p:cNvSpPr/>
            <p:nvPr/>
          </p:nvSpPr>
          <p:spPr>
            <a:xfrm>
              <a:off x="2369850" y="804725"/>
              <a:ext cx="21775" cy="7125"/>
            </a:xfrm>
            <a:custGeom>
              <a:avLst/>
              <a:gdLst/>
              <a:ahLst/>
              <a:cxnLst/>
              <a:rect l="l" t="t" r="r" b="b"/>
              <a:pathLst>
                <a:path w="871" h="285" extrusionOk="0">
                  <a:moveTo>
                    <a:pt x="435" y="0"/>
                  </a:moveTo>
                  <a:cubicBezTo>
                    <a:pt x="184" y="0"/>
                    <a:pt x="0" y="67"/>
                    <a:pt x="0" y="151"/>
                  </a:cubicBezTo>
                  <a:cubicBezTo>
                    <a:pt x="0" y="234"/>
                    <a:pt x="184" y="285"/>
                    <a:pt x="435" y="285"/>
                  </a:cubicBezTo>
                  <a:cubicBezTo>
                    <a:pt x="670" y="285"/>
                    <a:pt x="871" y="234"/>
                    <a:pt x="871" y="151"/>
                  </a:cubicBezTo>
                  <a:cubicBezTo>
                    <a:pt x="871" y="67"/>
                    <a:pt x="687"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8"/>
            <p:cNvSpPr/>
            <p:nvPr/>
          </p:nvSpPr>
          <p:spPr>
            <a:xfrm>
              <a:off x="2020425" y="951175"/>
              <a:ext cx="21775" cy="7150"/>
            </a:xfrm>
            <a:custGeom>
              <a:avLst/>
              <a:gdLst/>
              <a:ahLst/>
              <a:cxnLst/>
              <a:rect l="l" t="t" r="r" b="b"/>
              <a:pathLst>
                <a:path w="871" h="286" extrusionOk="0">
                  <a:moveTo>
                    <a:pt x="436" y="1"/>
                  </a:moveTo>
                  <a:cubicBezTo>
                    <a:pt x="185" y="1"/>
                    <a:pt x="1" y="67"/>
                    <a:pt x="1" y="151"/>
                  </a:cubicBezTo>
                  <a:cubicBezTo>
                    <a:pt x="1" y="235"/>
                    <a:pt x="185" y="285"/>
                    <a:pt x="436" y="285"/>
                  </a:cubicBezTo>
                  <a:cubicBezTo>
                    <a:pt x="670" y="285"/>
                    <a:pt x="871" y="235"/>
                    <a:pt x="871" y="151"/>
                  </a:cubicBezTo>
                  <a:cubicBezTo>
                    <a:pt x="871" y="67"/>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8"/>
            <p:cNvSpPr/>
            <p:nvPr/>
          </p:nvSpPr>
          <p:spPr>
            <a:xfrm>
              <a:off x="2058925" y="969175"/>
              <a:ext cx="31400" cy="9275"/>
            </a:xfrm>
            <a:custGeom>
              <a:avLst/>
              <a:gdLst/>
              <a:ahLst/>
              <a:cxnLst/>
              <a:rect l="l" t="t" r="r" b="b"/>
              <a:pathLst>
                <a:path w="1256" h="371" extrusionOk="0">
                  <a:moveTo>
                    <a:pt x="637" y="0"/>
                  </a:moveTo>
                  <a:cubicBezTo>
                    <a:pt x="302" y="0"/>
                    <a:pt x="1" y="84"/>
                    <a:pt x="1" y="184"/>
                  </a:cubicBezTo>
                  <a:cubicBezTo>
                    <a:pt x="1" y="285"/>
                    <a:pt x="268" y="369"/>
                    <a:pt x="637" y="369"/>
                  </a:cubicBezTo>
                  <a:cubicBezTo>
                    <a:pt x="667" y="370"/>
                    <a:pt x="697" y="371"/>
                    <a:pt x="726" y="371"/>
                  </a:cubicBezTo>
                  <a:cubicBezTo>
                    <a:pt x="1032" y="371"/>
                    <a:pt x="1256" y="293"/>
                    <a:pt x="1256" y="201"/>
                  </a:cubicBezTo>
                  <a:cubicBezTo>
                    <a:pt x="1256" y="84"/>
                    <a:pt x="988" y="0"/>
                    <a:pt x="6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8"/>
            <p:cNvSpPr/>
            <p:nvPr/>
          </p:nvSpPr>
          <p:spPr>
            <a:xfrm>
              <a:off x="2117100" y="961225"/>
              <a:ext cx="21775" cy="7125"/>
            </a:xfrm>
            <a:custGeom>
              <a:avLst/>
              <a:gdLst/>
              <a:ahLst/>
              <a:cxnLst/>
              <a:rect l="l" t="t" r="r" b="b"/>
              <a:pathLst>
                <a:path w="871" h="285" extrusionOk="0">
                  <a:moveTo>
                    <a:pt x="435" y="0"/>
                  </a:moveTo>
                  <a:cubicBezTo>
                    <a:pt x="184" y="0"/>
                    <a:pt x="0" y="50"/>
                    <a:pt x="0" y="134"/>
                  </a:cubicBezTo>
                  <a:cubicBezTo>
                    <a:pt x="0" y="218"/>
                    <a:pt x="184" y="285"/>
                    <a:pt x="435" y="285"/>
                  </a:cubicBezTo>
                  <a:cubicBezTo>
                    <a:pt x="686" y="285"/>
                    <a:pt x="871" y="218"/>
                    <a:pt x="871" y="134"/>
                  </a:cubicBezTo>
                  <a:cubicBezTo>
                    <a:pt x="871" y="50"/>
                    <a:pt x="686"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8"/>
            <p:cNvSpPr/>
            <p:nvPr/>
          </p:nvSpPr>
          <p:spPr>
            <a:xfrm>
              <a:off x="2082350" y="944475"/>
              <a:ext cx="22225" cy="7150"/>
            </a:xfrm>
            <a:custGeom>
              <a:avLst/>
              <a:gdLst/>
              <a:ahLst/>
              <a:cxnLst/>
              <a:rect l="l" t="t" r="r" b="b"/>
              <a:pathLst>
                <a:path w="889" h="286" extrusionOk="0">
                  <a:moveTo>
                    <a:pt x="453" y="1"/>
                  </a:moveTo>
                  <a:cubicBezTo>
                    <a:pt x="202" y="1"/>
                    <a:pt x="1" y="51"/>
                    <a:pt x="1" y="135"/>
                  </a:cubicBezTo>
                  <a:cubicBezTo>
                    <a:pt x="1" y="218"/>
                    <a:pt x="202" y="285"/>
                    <a:pt x="453" y="285"/>
                  </a:cubicBezTo>
                  <a:cubicBezTo>
                    <a:pt x="704" y="285"/>
                    <a:pt x="888" y="218"/>
                    <a:pt x="888" y="135"/>
                  </a:cubicBezTo>
                  <a:cubicBezTo>
                    <a:pt x="888" y="51"/>
                    <a:pt x="704"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8"/>
            <p:cNvSpPr/>
            <p:nvPr/>
          </p:nvSpPr>
          <p:spPr>
            <a:xfrm>
              <a:off x="1922925" y="715475"/>
              <a:ext cx="110925" cy="48250"/>
            </a:xfrm>
            <a:custGeom>
              <a:avLst/>
              <a:gdLst/>
              <a:ahLst/>
              <a:cxnLst/>
              <a:rect l="l" t="t" r="r" b="b"/>
              <a:pathLst>
                <a:path w="4437" h="1930" extrusionOk="0">
                  <a:moveTo>
                    <a:pt x="1190" y="1"/>
                  </a:moveTo>
                  <a:cubicBezTo>
                    <a:pt x="1173" y="1"/>
                    <a:pt x="1156" y="2"/>
                    <a:pt x="1139" y="5"/>
                  </a:cubicBezTo>
                  <a:cubicBezTo>
                    <a:pt x="436" y="206"/>
                    <a:pt x="0" y="507"/>
                    <a:pt x="0" y="892"/>
                  </a:cubicBezTo>
                  <a:cubicBezTo>
                    <a:pt x="0" y="1461"/>
                    <a:pt x="1088" y="1930"/>
                    <a:pt x="2428" y="1930"/>
                  </a:cubicBezTo>
                  <a:cubicBezTo>
                    <a:pt x="3264" y="1930"/>
                    <a:pt x="4001" y="1746"/>
                    <a:pt x="4436" y="1478"/>
                  </a:cubicBezTo>
                  <a:lnTo>
                    <a:pt x="4436" y="1478"/>
                  </a:lnTo>
                  <a:cubicBezTo>
                    <a:pt x="4269" y="1494"/>
                    <a:pt x="4101" y="1511"/>
                    <a:pt x="3934" y="1511"/>
                  </a:cubicBezTo>
                  <a:cubicBezTo>
                    <a:pt x="2595" y="1511"/>
                    <a:pt x="1507" y="1059"/>
                    <a:pt x="1507" y="473"/>
                  </a:cubicBezTo>
                  <a:lnTo>
                    <a:pt x="1507" y="390"/>
                  </a:lnTo>
                  <a:cubicBezTo>
                    <a:pt x="1553" y="174"/>
                    <a:pt x="1387" y="1"/>
                    <a:pt x="119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8"/>
            <p:cNvSpPr/>
            <p:nvPr/>
          </p:nvSpPr>
          <p:spPr>
            <a:xfrm>
              <a:off x="1934225" y="723525"/>
              <a:ext cx="31400" cy="10500"/>
            </a:xfrm>
            <a:custGeom>
              <a:avLst/>
              <a:gdLst/>
              <a:ahLst/>
              <a:cxnLst/>
              <a:rect l="l" t="t" r="r" b="b"/>
              <a:pathLst>
                <a:path w="1256" h="420" extrusionOk="0">
                  <a:moveTo>
                    <a:pt x="636" y="1"/>
                  </a:moveTo>
                  <a:cubicBezTo>
                    <a:pt x="302" y="1"/>
                    <a:pt x="0" y="84"/>
                    <a:pt x="0" y="218"/>
                  </a:cubicBezTo>
                  <a:cubicBezTo>
                    <a:pt x="0" y="335"/>
                    <a:pt x="285" y="419"/>
                    <a:pt x="636" y="419"/>
                  </a:cubicBezTo>
                  <a:cubicBezTo>
                    <a:pt x="988" y="419"/>
                    <a:pt x="1256" y="335"/>
                    <a:pt x="1256" y="218"/>
                  </a:cubicBezTo>
                  <a:cubicBezTo>
                    <a:pt x="1256" y="84"/>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8"/>
            <p:cNvSpPr/>
            <p:nvPr/>
          </p:nvSpPr>
          <p:spPr>
            <a:xfrm>
              <a:off x="1971875" y="747800"/>
              <a:ext cx="25150" cy="7150"/>
            </a:xfrm>
            <a:custGeom>
              <a:avLst/>
              <a:gdLst/>
              <a:ahLst/>
              <a:cxnLst/>
              <a:rect l="l" t="t" r="r" b="b"/>
              <a:pathLst>
                <a:path w="1006" h="286" extrusionOk="0">
                  <a:moveTo>
                    <a:pt x="503" y="1"/>
                  </a:moveTo>
                  <a:cubicBezTo>
                    <a:pt x="235" y="1"/>
                    <a:pt x="1" y="51"/>
                    <a:pt x="1" y="134"/>
                  </a:cubicBezTo>
                  <a:cubicBezTo>
                    <a:pt x="1" y="218"/>
                    <a:pt x="235" y="285"/>
                    <a:pt x="503" y="285"/>
                  </a:cubicBezTo>
                  <a:cubicBezTo>
                    <a:pt x="788" y="285"/>
                    <a:pt x="1005" y="218"/>
                    <a:pt x="1005" y="134"/>
                  </a:cubicBezTo>
                  <a:cubicBezTo>
                    <a:pt x="1005" y="51"/>
                    <a:pt x="788"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8"/>
            <p:cNvSpPr/>
            <p:nvPr/>
          </p:nvSpPr>
          <p:spPr>
            <a:xfrm>
              <a:off x="2022100" y="728125"/>
              <a:ext cx="19275" cy="7575"/>
            </a:xfrm>
            <a:custGeom>
              <a:avLst/>
              <a:gdLst/>
              <a:ahLst/>
              <a:cxnLst/>
              <a:rect l="l" t="t" r="r" b="b"/>
              <a:pathLst>
                <a:path w="771" h="303" extrusionOk="0">
                  <a:moveTo>
                    <a:pt x="386" y="1"/>
                  </a:moveTo>
                  <a:cubicBezTo>
                    <a:pt x="168" y="1"/>
                    <a:pt x="1" y="68"/>
                    <a:pt x="1" y="151"/>
                  </a:cubicBezTo>
                  <a:cubicBezTo>
                    <a:pt x="1" y="235"/>
                    <a:pt x="168" y="302"/>
                    <a:pt x="386" y="302"/>
                  </a:cubicBezTo>
                  <a:cubicBezTo>
                    <a:pt x="603" y="285"/>
                    <a:pt x="770" y="218"/>
                    <a:pt x="770" y="151"/>
                  </a:cubicBezTo>
                  <a:cubicBezTo>
                    <a:pt x="770" y="68"/>
                    <a:pt x="586" y="1"/>
                    <a:pt x="3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8"/>
            <p:cNvSpPr/>
            <p:nvPr/>
          </p:nvSpPr>
          <p:spPr>
            <a:xfrm>
              <a:off x="1990725" y="717675"/>
              <a:ext cx="19275" cy="7550"/>
            </a:xfrm>
            <a:custGeom>
              <a:avLst/>
              <a:gdLst/>
              <a:ahLst/>
              <a:cxnLst/>
              <a:rect l="l" t="t" r="r" b="b"/>
              <a:pathLst>
                <a:path w="771" h="302" extrusionOk="0">
                  <a:moveTo>
                    <a:pt x="385" y="0"/>
                  </a:moveTo>
                  <a:cubicBezTo>
                    <a:pt x="168" y="0"/>
                    <a:pt x="0" y="67"/>
                    <a:pt x="0" y="151"/>
                  </a:cubicBezTo>
                  <a:cubicBezTo>
                    <a:pt x="0" y="235"/>
                    <a:pt x="168" y="302"/>
                    <a:pt x="385" y="302"/>
                  </a:cubicBezTo>
                  <a:cubicBezTo>
                    <a:pt x="603" y="285"/>
                    <a:pt x="770" y="218"/>
                    <a:pt x="770" y="151"/>
                  </a:cubicBezTo>
                  <a:cubicBezTo>
                    <a:pt x="770" y="67"/>
                    <a:pt x="586" y="0"/>
                    <a:pt x="3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8"/>
            <p:cNvSpPr/>
            <p:nvPr/>
          </p:nvSpPr>
          <p:spPr>
            <a:xfrm>
              <a:off x="1674350" y="851500"/>
              <a:ext cx="161975" cy="66300"/>
            </a:xfrm>
            <a:custGeom>
              <a:avLst/>
              <a:gdLst/>
              <a:ahLst/>
              <a:cxnLst/>
              <a:rect l="l" t="t" r="r" b="b"/>
              <a:pathLst>
                <a:path w="6479" h="2652" extrusionOk="0">
                  <a:moveTo>
                    <a:pt x="3306" y="0"/>
                  </a:moveTo>
                  <a:cubicBezTo>
                    <a:pt x="3232" y="0"/>
                    <a:pt x="3156" y="2"/>
                    <a:pt x="3081" y="4"/>
                  </a:cubicBezTo>
                  <a:cubicBezTo>
                    <a:pt x="1340" y="71"/>
                    <a:pt x="1" y="723"/>
                    <a:pt x="84" y="1427"/>
                  </a:cubicBezTo>
                  <a:cubicBezTo>
                    <a:pt x="165" y="2131"/>
                    <a:pt x="1531" y="2652"/>
                    <a:pt x="3173" y="2652"/>
                  </a:cubicBezTo>
                  <a:cubicBezTo>
                    <a:pt x="3248" y="2652"/>
                    <a:pt x="3323" y="2651"/>
                    <a:pt x="3399" y="2648"/>
                  </a:cubicBezTo>
                  <a:cubicBezTo>
                    <a:pt x="5140" y="2581"/>
                    <a:pt x="6479" y="1962"/>
                    <a:pt x="6395" y="1226"/>
                  </a:cubicBezTo>
                  <a:cubicBezTo>
                    <a:pt x="6315" y="521"/>
                    <a:pt x="4948" y="0"/>
                    <a:pt x="33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8"/>
            <p:cNvSpPr/>
            <p:nvPr/>
          </p:nvSpPr>
          <p:spPr>
            <a:xfrm>
              <a:off x="1710775" y="855675"/>
              <a:ext cx="112150" cy="32850"/>
            </a:xfrm>
            <a:custGeom>
              <a:avLst/>
              <a:gdLst/>
              <a:ahLst/>
              <a:cxnLst/>
              <a:rect l="l" t="t" r="r" b="b"/>
              <a:pathLst>
                <a:path w="4486" h="1314" extrusionOk="0">
                  <a:moveTo>
                    <a:pt x="1661" y="1"/>
                  </a:moveTo>
                  <a:cubicBezTo>
                    <a:pt x="1588" y="1"/>
                    <a:pt x="1514" y="2"/>
                    <a:pt x="1440" y="4"/>
                  </a:cubicBezTo>
                  <a:cubicBezTo>
                    <a:pt x="1055" y="21"/>
                    <a:pt x="686" y="71"/>
                    <a:pt x="352" y="138"/>
                  </a:cubicBezTo>
                  <a:cubicBezTo>
                    <a:pt x="50" y="188"/>
                    <a:pt x="0" y="573"/>
                    <a:pt x="218" y="741"/>
                  </a:cubicBezTo>
                  <a:cubicBezTo>
                    <a:pt x="764" y="1100"/>
                    <a:pt x="1732" y="1313"/>
                    <a:pt x="2811" y="1313"/>
                  </a:cubicBezTo>
                  <a:cubicBezTo>
                    <a:pt x="2889" y="1313"/>
                    <a:pt x="2967" y="1312"/>
                    <a:pt x="3046" y="1310"/>
                  </a:cubicBezTo>
                  <a:cubicBezTo>
                    <a:pt x="3431" y="1293"/>
                    <a:pt x="3800" y="1243"/>
                    <a:pt x="4134" y="1176"/>
                  </a:cubicBezTo>
                  <a:cubicBezTo>
                    <a:pt x="4436" y="1126"/>
                    <a:pt x="4486" y="741"/>
                    <a:pt x="4268" y="573"/>
                  </a:cubicBezTo>
                  <a:cubicBezTo>
                    <a:pt x="3720" y="228"/>
                    <a:pt x="2745" y="1"/>
                    <a:pt x="1661"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8"/>
            <p:cNvSpPr/>
            <p:nvPr/>
          </p:nvSpPr>
          <p:spPr>
            <a:xfrm>
              <a:off x="1696950" y="868325"/>
              <a:ext cx="26400" cy="8400"/>
            </a:xfrm>
            <a:custGeom>
              <a:avLst/>
              <a:gdLst/>
              <a:ahLst/>
              <a:cxnLst/>
              <a:rect l="l" t="t" r="r" b="b"/>
              <a:pathLst>
                <a:path w="1056" h="336" extrusionOk="0">
                  <a:moveTo>
                    <a:pt x="520" y="0"/>
                  </a:moveTo>
                  <a:cubicBezTo>
                    <a:pt x="235" y="0"/>
                    <a:pt x="1" y="67"/>
                    <a:pt x="1" y="168"/>
                  </a:cubicBezTo>
                  <a:cubicBezTo>
                    <a:pt x="1" y="251"/>
                    <a:pt x="235" y="335"/>
                    <a:pt x="520" y="335"/>
                  </a:cubicBezTo>
                  <a:cubicBezTo>
                    <a:pt x="821" y="335"/>
                    <a:pt x="1055" y="285"/>
                    <a:pt x="1055" y="168"/>
                  </a:cubicBezTo>
                  <a:cubicBezTo>
                    <a:pt x="1055" y="84"/>
                    <a:pt x="821" y="0"/>
                    <a:pt x="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8"/>
            <p:cNvSpPr/>
            <p:nvPr/>
          </p:nvSpPr>
          <p:spPr>
            <a:xfrm>
              <a:off x="1770600" y="864125"/>
              <a:ext cx="31425" cy="10500"/>
            </a:xfrm>
            <a:custGeom>
              <a:avLst/>
              <a:gdLst/>
              <a:ahLst/>
              <a:cxnLst/>
              <a:rect l="l" t="t" r="r" b="b"/>
              <a:pathLst>
                <a:path w="1257" h="420" extrusionOk="0">
                  <a:moveTo>
                    <a:pt x="637" y="1"/>
                  </a:moveTo>
                  <a:cubicBezTo>
                    <a:pt x="285" y="1"/>
                    <a:pt x="1" y="85"/>
                    <a:pt x="1" y="218"/>
                  </a:cubicBezTo>
                  <a:cubicBezTo>
                    <a:pt x="1" y="336"/>
                    <a:pt x="285" y="419"/>
                    <a:pt x="637" y="419"/>
                  </a:cubicBezTo>
                  <a:cubicBezTo>
                    <a:pt x="988" y="419"/>
                    <a:pt x="1256" y="319"/>
                    <a:pt x="1256" y="218"/>
                  </a:cubicBezTo>
                  <a:cubicBezTo>
                    <a:pt x="1256" y="85"/>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8"/>
            <p:cNvSpPr/>
            <p:nvPr/>
          </p:nvSpPr>
          <p:spPr>
            <a:xfrm>
              <a:off x="1738375" y="900950"/>
              <a:ext cx="25150" cy="6300"/>
            </a:xfrm>
            <a:custGeom>
              <a:avLst/>
              <a:gdLst/>
              <a:ahLst/>
              <a:cxnLst/>
              <a:rect l="l" t="t" r="r" b="b"/>
              <a:pathLst>
                <a:path w="1006" h="252" extrusionOk="0">
                  <a:moveTo>
                    <a:pt x="503" y="1"/>
                  </a:moveTo>
                  <a:cubicBezTo>
                    <a:pt x="235" y="1"/>
                    <a:pt x="1" y="68"/>
                    <a:pt x="1" y="118"/>
                  </a:cubicBezTo>
                  <a:cubicBezTo>
                    <a:pt x="1" y="185"/>
                    <a:pt x="218" y="252"/>
                    <a:pt x="503" y="252"/>
                  </a:cubicBezTo>
                  <a:cubicBezTo>
                    <a:pt x="771" y="252"/>
                    <a:pt x="1005" y="202"/>
                    <a:pt x="1005" y="118"/>
                  </a:cubicBezTo>
                  <a:cubicBezTo>
                    <a:pt x="1005" y="68"/>
                    <a:pt x="771"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8"/>
            <p:cNvSpPr/>
            <p:nvPr/>
          </p:nvSpPr>
          <p:spPr>
            <a:xfrm>
              <a:off x="1671575" y="705125"/>
              <a:ext cx="121650" cy="39150"/>
            </a:xfrm>
            <a:custGeom>
              <a:avLst/>
              <a:gdLst/>
              <a:ahLst/>
              <a:cxnLst/>
              <a:rect l="l" t="t" r="r" b="b"/>
              <a:pathLst>
                <a:path w="4866" h="1566" extrusionOk="0">
                  <a:moveTo>
                    <a:pt x="1099" y="0"/>
                  </a:moveTo>
                  <a:lnTo>
                    <a:pt x="1099" y="0"/>
                  </a:lnTo>
                  <a:cubicBezTo>
                    <a:pt x="497" y="201"/>
                    <a:pt x="78" y="486"/>
                    <a:pt x="62" y="787"/>
                  </a:cubicBezTo>
                  <a:cubicBezTo>
                    <a:pt x="0" y="1246"/>
                    <a:pt x="863" y="1565"/>
                    <a:pt x="2035" y="1565"/>
                  </a:cubicBezTo>
                  <a:cubicBezTo>
                    <a:pt x="2145" y="1565"/>
                    <a:pt x="2257" y="1563"/>
                    <a:pt x="2371" y="1557"/>
                  </a:cubicBezTo>
                  <a:cubicBezTo>
                    <a:pt x="3610" y="1490"/>
                    <a:pt x="4681" y="1071"/>
                    <a:pt x="4866" y="620"/>
                  </a:cubicBezTo>
                  <a:lnTo>
                    <a:pt x="4866" y="620"/>
                  </a:lnTo>
                  <a:cubicBezTo>
                    <a:pt x="4447" y="753"/>
                    <a:pt x="3945" y="837"/>
                    <a:pt x="3409" y="887"/>
                  </a:cubicBezTo>
                  <a:cubicBezTo>
                    <a:pt x="3276" y="896"/>
                    <a:pt x="3146" y="900"/>
                    <a:pt x="3020" y="900"/>
                  </a:cubicBezTo>
                  <a:cubicBezTo>
                    <a:pt x="1875" y="900"/>
                    <a:pt x="1037" y="570"/>
                    <a:pt x="1083" y="117"/>
                  </a:cubicBezTo>
                  <a:cubicBezTo>
                    <a:pt x="1083" y="67"/>
                    <a:pt x="1099" y="50"/>
                    <a:pt x="109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8"/>
            <p:cNvSpPr/>
            <p:nvPr/>
          </p:nvSpPr>
          <p:spPr>
            <a:xfrm>
              <a:off x="1692775" y="708875"/>
              <a:ext cx="31400" cy="10500"/>
            </a:xfrm>
            <a:custGeom>
              <a:avLst/>
              <a:gdLst/>
              <a:ahLst/>
              <a:cxnLst/>
              <a:rect l="l" t="t" r="r" b="b"/>
              <a:pathLst>
                <a:path w="1256" h="420" extrusionOk="0">
                  <a:moveTo>
                    <a:pt x="636" y="1"/>
                  </a:moveTo>
                  <a:cubicBezTo>
                    <a:pt x="302" y="1"/>
                    <a:pt x="0" y="85"/>
                    <a:pt x="0" y="218"/>
                  </a:cubicBezTo>
                  <a:cubicBezTo>
                    <a:pt x="0" y="336"/>
                    <a:pt x="268" y="419"/>
                    <a:pt x="636" y="419"/>
                  </a:cubicBezTo>
                  <a:cubicBezTo>
                    <a:pt x="988" y="419"/>
                    <a:pt x="1256" y="336"/>
                    <a:pt x="1256" y="218"/>
                  </a:cubicBezTo>
                  <a:cubicBezTo>
                    <a:pt x="1256" y="85"/>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8"/>
            <p:cNvSpPr/>
            <p:nvPr/>
          </p:nvSpPr>
          <p:spPr>
            <a:xfrm>
              <a:off x="1722475" y="729400"/>
              <a:ext cx="22200" cy="7975"/>
            </a:xfrm>
            <a:custGeom>
              <a:avLst/>
              <a:gdLst/>
              <a:ahLst/>
              <a:cxnLst/>
              <a:rect l="l" t="t" r="r" b="b"/>
              <a:pathLst>
                <a:path w="888" h="319" extrusionOk="0">
                  <a:moveTo>
                    <a:pt x="453" y="0"/>
                  </a:moveTo>
                  <a:cubicBezTo>
                    <a:pt x="202" y="0"/>
                    <a:pt x="1" y="84"/>
                    <a:pt x="1" y="167"/>
                  </a:cubicBezTo>
                  <a:cubicBezTo>
                    <a:pt x="1" y="251"/>
                    <a:pt x="218" y="318"/>
                    <a:pt x="453" y="318"/>
                  </a:cubicBezTo>
                  <a:cubicBezTo>
                    <a:pt x="670" y="318"/>
                    <a:pt x="888" y="234"/>
                    <a:pt x="888" y="151"/>
                  </a:cubicBezTo>
                  <a:cubicBezTo>
                    <a:pt x="888" y="50"/>
                    <a:pt x="670" y="0"/>
                    <a:pt x="4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8"/>
            <p:cNvSpPr/>
            <p:nvPr/>
          </p:nvSpPr>
          <p:spPr>
            <a:xfrm>
              <a:off x="1757625" y="708050"/>
              <a:ext cx="22200" cy="7550"/>
            </a:xfrm>
            <a:custGeom>
              <a:avLst/>
              <a:gdLst/>
              <a:ahLst/>
              <a:cxnLst/>
              <a:rect l="l" t="t" r="r" b="b"/>
              <a:pathLst>
                <a:path w="888" h="302" extrusionOk="0">
                  <a:moveTo>
                    <a:pt x="436" y="0"/>
                  </a:moveTo>
                  <a:cubicBezTo>
                    <a:pt x="218" y="0"/>
                    <a:pt x="1" y="84"/>
                    <a:pt x="1" y="168"/>
                  </a:cubicBezTo>
                  <a:cubicBezTo>
                    <a:pt x="1" y="251"/>
                    <a:pt x="218" y="302"/>
                    <a:pt x="436" y="302"/>
                  </a:cubicBezTo>
                  <a:cubicBezTo>
                    <a:pt x="670" y="302"/>
                    <a:pt x="888" y="218"/>
                    <a:pt x="888" y="134"/>
                  </a:cubicBezTo>
                  <a:cubicBezTo>
                    <a:pt x="888" y="51"/>
                    <a:pt x="670"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8"/>
            <p:cNvSpPr/>
            <p:nvPr/>
          </p:nvSpPr>
          <p:spPr>
            <a:xfrm>
              <a:off x="1702800" y="949750"/>
              <a:ext cx="261600" cy="72175"/>
            </a:xfrm>
            <a:custGeom>
              <a:avLst/>
              <a:gdLst/>
              <a:ahLst/>
              <a:cxnLst/>
              <a:rect l="l" t="t" r="r" b="b"/>
              <a:pathLst>
                <a:path w="10464" h="2887" extrusionOk="0">
                  <a:moveTo>
                    <a:pt x="2079" y="1"/>
                  </a:moveTo>
                  <a:cubicBezTo>
                    <a:pt x="1950" y="1"/>
                    <a:pt x="1826" y="13"/>
                    <a:pt x="1708" y="41"/>
                  </a:cubicBezTo>
                  <a:cubicBezTo>
                    <a:pt x="1" y="426"/>
                    <a:pt x="3131" y="2836"/>
                    <a:pt x="7617" y="2886"/>
                  </a:cubicBezTo>
                  <a:cubicBezTo>
                    <a:pt x="7658" y="2887"/>
                    <a:pt x="7699" y="2887"/>
                    <a:pt x="7740" y="2887"/>
                  </a:cubicBezTo>
                  <a:cubicBezTo>
                    <a:pt x="10155" y="2887"/>
                    <a:pt x="10463" y="2401"/>
                    <a:pt x="8487" y="2401"/>
                  </a:cubicBezTo>
                  <a:cubicBezTo>
                    <a:pt x="6647" y="2385"/>
                    <a:pt x="3847" y="1"/>
                    <a:pt x="20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8"/>
            <p:cNvSpPr/>
            <p:nvPr/>
          </p:nvSpPr>
          <p:spPr>
            <a:xfrm>
              <a:off x="1680625" y="953275"/>
              <a:ext cx="47750" cy="26000"/>
            </a:xfrm>
            <a:custGeom>
              <a:avLst/>
              <a:gdLst/>
              <a:ahLst/>
              <a:cxnLst/>
              <a:rect l="l" t="t" r="r" b="b"/>
              <a:pathLst>
                <a:path w="1910" h="1040" extrusionOk="0">
                  <a:moveTo>
                    <a:pt x="562" y="0"/>
                  </a:moveTo>
                  <a:cubicBezTo>
                    <a:pt x="473" y="0"/>
                    <a:pt x="390" y="11"/>
                    <a:pt x="319" y="34"/>
                  </a:cubicBezTo>
                  <a:cubicBezTo>
                    <a:pt x="1" y="151"/>
                    <a:pt x="34" y="435"/>
                    <a:pt x="386" y="703"/>
                  </a:cubicBezTo>
                  <a:cubicBezTo>
                    <a:pt x="654" y="920"/>
                    <a:pt x="1039" y="1040"/>
                    <a:pt x="1340" y="1040"/>
                  </a:cubicBezTo>
                  <a:cubicBezTo>
                    <a:pt x="1434" y="1040"/>
                    <a:pt x="1520" y="1028"/>
                    <a:pt x="1591" y="1005"/>
                  </a:cubicBezTo>
                  <a:cubicBezTo>
                    <a:pt x="1909" y="904"/>
                    <a:pt x="1892" y="603"/>
                    <a:pt x="1541" y="335"/>
                  </a:cubicBezTo>
                  <a:cubicBezTo>
                    <a:pt x="1255" y="127"/>
                    <a:pt x="870" y="0"/>
                    <a:pt x="5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8"/>
            <p:cNvSpPr/>
            <p:nvPr/>
          </p:nvSpPr>
          <p:spPr>
            <a:xfrm>
              <a:off x="1791925" y="646025"/>
              <a:ext cx="319275" cy="16000"/>
            </a:xfrm>
            <a:custGeom>
              <a:avLst/>
              <a:gdLst/>
              <a:ahLst/>
              <a:cxnLst/>
              <a:rect l="l" t="t" r="r" b="b"/>
              <a:pathLst>
                <a:path w="12771" h="640" extrusionOk="0">
                  <a:moveTo>
                    <a:pt x="5084" y="0"/>
                  </a:moveTo>
                  <a:cubicBezTo>
                    <a:pt x="3940" y="0"/>
                    <a:pt x="2868" y="39"/>
                    <a:pt x="2127" y="138"/>
                  </a:cubicBezTo>
                  <a:cubicBezTo>
                    <a:pt x="1" y="410"/>
                    <a:pt x="1935" y="640"/>
                    <a:pt x="5329" y="640"/>
                  </a:cubicBezTo>
                  <a:cubicBezTo>
                    <a:pt x="6743" y="640"/>
                    <a:pt x="8412" y="600"/>
                    <a:pt x="10145" y="506"/>
                  </a:cubicBezTo>
                  <a:cubicBezTo>
                    <a:pt x="12770" y="367"/>
                    <a:pt x="8590" y="0"/>
                    <a:pt x="5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8"/>
            <p:cNvSpPr/>
            <p:nvPr/>
          </p:nvSpPr>
          <p:spPr>
            <a:xfrm>
              <a:off x="1853875" y="842375"/>
              <a:ext cx="22200" cy="7350"/>
            </a:xfrm>
            <a:custGeom>
              <a:avLst/>
              <a:gdLst/>
              <a:ahLst/>
              <a:cxnLst/>
              <a:rect l="l" t="t" r="r" b="b"/>
              <a:pathLst>
                <a:path w="888" h="294" extrusionOk="0">
                  <a:moveTo>
                    <a:pt x="436" y="0"/>
                  </a:moveTo>
                  <a:cubicBezTo>
                    <a:pt x="218" y="0"/>
                    <a:pt x="1" y="67"/>
                    <a:pt x="1" y="151"/>
                  </a:cubicBezTo>
                  <a:cubicBezTo>
                    <a:pt x="1" y="235"/>
                    <a:pt x="185" y="285"/>
                    <a:pt x="436" y="285"/>
                  </a:cubicBezTo>
                  <a:cubicBezTo>
                    <a:pt x="480" y="291"/>
                    <a:pt x="523" y="294"/>
                    <a:pt x="564" y="294"/>
                  </a:cubicBezTo>
                  <a:cubicBezTo>
                    <a:pt x="752" y="294"/>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8"/>
            <p:cNvSpPr/>
            <p:nvPr/>
          </p:nvSpPr>
          <p:spPr>
            <a:xfrm>
              <a:off x="2227975" y="757000"/>
              <a:ext cx="21800" cy="7575"/>
            </a:xfrm>
            <a:custGeom>
              <a:avLst/>
              <a:gdLst/>
              <a:ahLst/>
              <a:cxnLst/>
              <a:rect l="l" t="t" r="r" b="b"/>
              <a:pathLst>
                <a:path w="872" h="303" extrusionOk="0">
                  <a:moveTo>
                    <a:pt x="436" y="1"/>
                  </a:moveTo>
                  <a:cubicBezTo>
                    <a:pt x="202" y="1"/>
                    <a:pt x="1" y="68"/>
                    <a:pt x="1" y="151"/>
                  </a:cubicBezTo>
                  <a:cubicBezTo>
                    <a:pt x="1" y="235"/>
                    <a:pt x="185" y="302"/>
                    <a:pt x="436" y="302"/>
                  </a:cubicBezTo>
                  <a:cubicBezTo>
                    <a:pt x="687" y="302"/>
                    <a:pt x="871" y="235"/>
                    <a:pt x="871" y="151"/>
                  </a:cubicBezTo>
                  <a:cubicBezTo>
                    <a:pt x="871"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8"/>
            <p:cNvSpPr/>
            <p:nvPr/>
          </p:nvSpPr>
          <p:spPr>
            <a:xfrm>
              <a:off x="2092400" y="675000"/>
              <a:ext cx="22200" cy="7125"/>
            </a:xfrm>
            <a:custGeom>
              <a:avLst/>
              <a:gdLst/>
              <a:ahLst/>
              <a:cxnLst/>
              <a:rect l="l" t="t" r="r" b="b"/>
              <a:pathLst>
                <a:path w="888" h="285" extrusionOk="0">
                  <a:moveTo>
                    <a:pt x="436" y="0"/>
                  </a:moveTo>
                  <a:cubicBezTo>
                    <a:pt x="218" y="0"/>
                    <a:pt x="1" y="67"/>
                    <a:pt x="1" y="151"/>
                  </a:cubicBezTo>
                  <a:cubicBezTo>
                    <a:pt x="1" y="234"/>
                    <a:pt x="185" y="285"/>
                    <a:pt x="436" y="285"/>
                  </a:cubicBezTo>
                  <a:cubicBezTo>
                    <a:pt x="687" y="285"/>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8"/>
            <p:cNvSpPr/>
            <p:nvPr/>
          </p:nvSpPr>
          <p:spPr>
            <a:xfrm>
              <a:off x="1625400" y="879625"/>
              <a:ext cx="21775" cy="7125"/>
            </a:xfrm>
            <a:custGeom>
              <a:avLst/>
              <a:gdLst/>
              <a:ahLst/>
              <a:cxnLst/>
              <a:rect l="l" t="t" r="r" b="b"/>
              <a:pathLst>
                <a:path w="871" h="285" extrusionOk="0">
                  <a:moveTo>
                    <a:pt x="436" y="0"/>
                  </a:moveTo>
                  <a:cubicBezTo>
                    <a:pt x="201" y="0"/>
                    <a:pt x="0" y="50"/>
                    <a:pt x="0" y="134"/>
                  </a:cubicBezTo>
                  <a:cubicBezTo>
                    <a:pt x="0" y="218"/>
                    <a:pt x="184" y="285"/>
                    <a:pt x="436" y="285"/>
                  </a:cubicBezTo>
                  <a:cubicBezTo>
                    <a:pt x="687" y="285"/>
                    <a:pt x="871" y="218"/>
                    <a:pt x="871" y="134"/>
                  </a:cubicBezTo>
                  <a:cubicBezTo>
                    <a:pt x="871" y="50"/>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8"/>
            <p:cNvSpPr/>
            <p:nvPr/>
          </p:nvSpPr>
          <p:spPr>
            <a:xfrm>
              <a:off x="1838825" y="754075"/>
              <a:ext cx="21775" cy="7150"/>
            </a:xfrm>
            <a:custGeom>
              <a:avLst/>
              <a:gdLst/>
              <a:ahLst/>
              <a:cxnLst/>
              <a:rect l="l" t="t" r="r" b="b"/>
              <a:pathLst>
                <a:path w="871" h="286" extrusionOk="0">
                  <a:moveTo>
                    <a:pt x="435" y="1"/>
                  </a:moveTo>
                  <a:cubicBezTo>
                    <a:pt x="201" y="1"/>
                    <a:pt x="0" y="51"/>
                    <a:pt x="0" y="135"/>
                  </a:cubicBezTo>
                  <a:cubicBezTo>
                    <a:pt x="0" y="218"/>
                    <a:pt x="184" y="285"/>
                    <a:pt x="435" y="285"/>
                  </a:cubicBezTo>
                  <a:cubicBezTo>
                    <a:pt x="686" y="285"/>
                    <a:pt x="870" y="218"/>
                    <a:pt x="870" y="135"/>
                  </a:cubicBezTo>
                  <a:cubicBezTo>
                    <a:pt x="870" y="51"/>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8"/>
            <p:cNvSpPr/>
            <p:nvPr/>
          </p:nvSpPr>
          <p:spPr>
            <a:xfrm>
              <a:off x="2201625" y="872500"/>
              <a:ext cx="22200" cy="7550"/>
            </a:xfrm>
            <a:custGeom>
              <a:avLst/>
              <a:gdLst/>
              <a:ahLst/>
              <a:cxnLst/>
              <a:rect l="l" t="t" r="r" b="b"/>
              <a:pathLst>
                <a:path w="888" h="302" extrusionOk="0">
                  <a:moveTo>
                    <a:pt x="452" y="1"/>
                  </a:moveTo>
                  <a:cubicBezTo>
                    <a:pt x="218" y="1"/>
                    <a:pt x="0" y="68"/>
                    <a:pt x="0" y="151"/>
                  </a:cubicBezTo>
                  <a:cubicBezTo>
                    <a:pt x="0" y="235"/>
                    <a:pt x="201" y="302"/>
                    <a:pt x="452" y="302"/>
                  </a:cubicBezTo>
                  <a:cubicBezTo>
                    <a:pt x="703" y="302"/>
                    <a:pt x="888" y="235"/>
                    <a:pt x="888" y="151"/>
                  </a:cubicBezTo>
                  <a:cubicBezTo>
                    <a:pt x="888" y="68"/>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8"/>
            <p:cNvSpPr/>
            <p:nvPr/>
          </p:nvSpPr>
          <p:spPr>
            <a:xfrm>
              <a:off x="2398300" y="887975"/>
              <a:ext cx="22200" cy="7200"/>
            </a:xfrm>
            <a:custGeom>
              <a:avLst/>
              <a:gdLst/>
              <a:ahLst/>
              <a:cxnLst/>
              <a:rect l="l" t="t" r="r" b="b"/>
              <a:pathLst>
                <a:path w="888" h="288" extrusionOk="0">
                  <a:moveTo>
                    <a:pt x="452" y="1"/>
                  </a:moveTo>
                  <a:cubicBezTo>
                    <a:pt x="218" y="1"/>
                    <a:pt x="0" y="51"/>
                    <a:pt x="0" y="135"/>
                  </a:cubicBezTo>
                  <a:cubicBezTo>
                    <a:pt x="0" y="219"/>
                    <a:pt x="201" y="286"/>
                    <a:pt x="452" y="286"/>
                  </a:cubicBezTo>
                  <a:cubicBezTo>
                    <a:pt x="471" y="287"/>
                    <a:pt x="490" y="288"/>
                    <a:pt x="509" y="288"/>
                  </a:cubicBezTo>
                  <a:cubicBezTo>
                    <a:pt x="706" y="288"/>
                    <a:pt x="888" y="211"/>
                    <a:pt x="888" y="135"/>
                  </a:cubicBezTo>
                  <a:cubicBezTo>
                    <a:pt x="888" y="51"/>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8"/>
            <p:cNvSpPr/>
            <p:nvPr/>
          </p:nvSpPr>
          <p:spPr>
            <a:xfrm>
              <a:off x="1667650" y="779600"/>
              <a:ext cx="22225" cy="7150"/>
            </a:xfrm>
            <a:custGeom>
              <a:avLst/>
              <a:gdLst/>
              <a:ahLst/>
              <a:cxnLst/>
              <a:rect l="l" t="t" r="r" b="b"/>
              <a:pathLst>
                <a:path w="889" h="286" extrusionOk="0">
                  <a:moveTo>
                    <a:pt x="436" y="1"/>
                  </a:moveTo>
                  <a:cubicBezTo>
                    <a:pt x="219" y="1"/>
                    <a:pt x="1" y="68"/>
                    <a:pt x="1" y="151"/>
                  </a:cubicBezTo>
                  <a:cubicBezTo>
                    <a:pt x="1" y="235"/>
                    <a:pt x="185" y="285"/>
                    <a:pt x="436" y="285"/>
                  </a:cubicBezTo>
                  <a:cubicBezTo>
                    <a:pt x="687" y="285"/>
                    <a:pt x="888" y="235"/>
                    <a:pt x="888" y="151"/>
                  </a:cubicBezTo>
                  <a:cubicBezTo>
                    <a:pt x="888"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8"/>
            <p:cNvSpPr/>
            <p:nvPr/>
          </p:nvSpPr>
          <p:spPr>
            <a:xfrm>
              <a:off x="1912475" y="949500"/>
              <a:ext cx="21775" cy="7200"/>
            </a:xfrm>
            <a:custGeom>
              <a:avLst/>
              <a:gdLst/>
              <a:ahLst/>
              <a:cxnLst/>
              <a:rect l="l" t="t" r="r" b="b"/>
              <a:pathLst>
                <a:path w="871" h="288" extrusionOk="0">
                  <a:moveTo>
                    <a:pt x="435" y="1"/>
                  </a:moveTo>
                  <a:cubicBezTo>
                    <a:pt x="218" y="1"/>
                    <a:pt x="0" y="68"/>
                    <a:pt x="0" y="151"/>
                  </a:cubicBezTo>
                  <a:cubicBezTo>
                    <a:pt x="0" y="235"/>
                    <a:pt x="184" y="285"/>
                    <a:pt x="435" y="285"/>
                  </a:cubicBezTo>
                  <a:cubicBezTo>
                    <a:pt x="460" y="287"/>
                    <a:pt x="484" y="288"/>
                    <a:pt x="507" y="288"/>
                  </a:cubicBezTo>
                  <a:cubicBezTo>
                    <a:pt x="709" y="288"/>
                    <a:pt x="870" y="226"/>
                    <a:pt x="870" y="151"/>
                  </a:cubicBezTo>
                  <a:cubicBezTo>
                    <a:pt x="870" y="68"/>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63" name="Google Shape;2663;p8"/>
          <p:cNvGrpSpPr/>
          <p:nvPr/>
        </p:nvGrpSpPr>
        <p:grpSpPr>
          <a:xfrm rot="-820589">
            <a:off x="463905" y="4522191"/>
            <a:ext cx="2098832" cy="984632"/>
            <a:chOff x="1406550" y="1260600"/>
            <a:chExt cx="1204775" cy="565200"/>
          </a:xfrm>
        </p:grpSpPr>
        <p:sp>
          <p:nvSpPr>
            <p:cNvPr id="2664" name="Google Shape;2664;p8"/>
            <p:cNvSpPr/>
            <p:nvPr/>
          </p:nvSpPr>
          <p:spPr>
            <a:xfrm>
              <a:off x="1406550" y="1264650"/>
              <a:ext cx="1204775" cy="555275"/>
            </a:xfrm>
            <a:custGeom>
              <a:avLst/>
              <a:gdLst/>
              <a:ahLst/>
              <a:cxnLst/>
              <a:rect l="l" t="t" r="r" b="b"/>
              <a:pathLst>
                <a:path w="48191" h="22211" extrusionOk="0">
                  <a:moveTo>
                    <a:pt x="25953" y="0"/>
                  </a:moveTo>
                  <a:cubicBezTo>
                    <a:pt x="24999" y="0"/>
                    <a:pt x="24004" y="17"/>
                    <a:pt x="22965" y="49"/>
                  </a:cubicBezTo>
                  <a:cubicBezTo>
                    <a:pt x="9089" y="467"/>
                    <a:pt x="0" y="3263"/>
                    <a:pt x="921" y="12586"/>
                  </a:cubicBezTo>
                  <a:cubicBezTo>
                    <a:pt x="1557" y="19097"/>
                    <a:pt x="14897" y="22211"/>
                    <a:pt x="24991" y="22211"/>
                  </a:cubicBezTo>
                  <a:cubicBezTo>
                    <a:pt x="36390" y="22211"/>
                    <a:pt x="48190" y="14461"/>
                    <a:pt x="44759" y="7263"/>
                  </a:cubicBezTo>
                  <a:cubicBezTo>
                    <a:pt x="42311" y="2152"/>
                    <a:pt x="36876" y="0"/>
                    <a:pt x="25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8"/>
            <p:cNvSpPr/>
            <p:nvPr/>
          </p:nvSpPr>
          <p:spPr>
            <a:xfrm>
              <a:off x="1450475" y="1293850"/>
              <a:ext cx="1112300" cy="487575"/>
            </a:xfrm>
            <a:custGeom>
              <a:avLst/>
              <a:gdLst/>
              <a:ahLst/>
              <a:cxnLst/>
              <a:rect l="l" t="t" r="r" b="b"/>
              <a:pathLst>
                <a:path w="44492" h="19503" extrusionOk="0">
                  <a:moveTo>
                    <a:pt x="24368" y="1"/>
                  </a:moveTo>
                  <a:cubicBezTo>
                    <a:pt x="23367" y="1"/>
                    <a:pt x="22314" y="18"/>
                    <a:pt x="21208" y="53"/>
                  </a:cubicBezTo>
                  <a:cubicBezTo>
                    <a:pt x="8370" y="454"/>
                    <a:pt x="1" y="2697"/>
                    <a:pt x="871" y="11301"/>
                  </a:cubicBezTo>
                  <a:cubicBezTo>
                    <a:pt x="1474" y="17293"/>
                    <a:pt x="13475" y="19503"/>
                    <a:pt x="22799" y="19503"/>
                  </a:cubicBezTo>
                  <a:cubicBezTo>
                    <a:pt x="33344" y="19503"/>
                    <a:pt x="44492" y="13025"/>
                    <a:pt x="41328" y="6380"/>
                  </a:cubicBezTo>
                  <a:cubicBezTo>
                    <a:pt x="39111" y="1702"/>
                    <a:pt x="34179" y="1"/>
                    <a:pt x="243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8"/>
            <p:cNvSpPr/>
            <p:nvPr/>
          </p:nvSpPr>
          <p:spPr>
            <a:xfrm>
              <a:off x="1427050" y="1514850"/>
              <a:ext cx="1112725" cy="310950"/>
            </a:xfrm>
            <a:custGeom>
              <a:avLst/>
              <a:gdLst/>
              <a:ahLst/>
              <a:cxnLst/>
              <a:rect l="l" t="t" r="r" b="b"/>
              <a:pathLst>
                <a:path w="44509" h="12438" extrusionOk="0">
                  <a:moveTo>
                    <a:pt x="101" y="0"/>
                  </a:moveTo>
                  <a:lnTo>
                    <a:pt x="101" y="0"/>
                  </a:lnTo>
                  <a:cubicBezTo>
                    <a:pt x="0" y="804"/>
                    <a:pt x="0" y="1657"/>
                    <a:pt x="84" y="2578"/>
                  </a:cubicBezTo>
                  <a:cubicBezTo>
                    <a:pt x="737" y="9089"/>
                    <a:pt x="14077" y="12437"/>
                    <a:pt x="24154" y="12437"/>
                  </a:cubicBezTo>
                  <a:cubicBezTo>
                    <a:pt x="34030" y="12437"/>
                    <a:pt x="44157" y="6428"/>
                    <a:pt x="44508" y="218"/>
                  </a:cubicBezTo>
                  <a:lnTo>
                    <a:pt x="44508" y="218"/>
                  </a:lnTo>
                  <a:cubicBezTo>
                    <a:pt x="43654" y="6194"/>
                    <a:pt x="33812" y="11684"/>
                    <a:pt x="24204" y="11684"/>
                  </a:cubicBezTo>
                  <a:cubicBezTo>
                    <a:pt x="14128" y="11684"/>
                    <a:pt x="770" y="8570"/>
                    <a:pt x="151" y="2059"/>
                  </a:cubicBezTo>
                  <a:cubicBezTo>
                    <a:pt x="84" y="1323"/>
                    <a:pt x="67" y="653"/>
                    <a:pt x="1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8"/>
            <p:cNvSpPr/>
            <p:nvPr/>
          </p:nvSpPr>
          <p:spPr>
            <a:xfrm>
              <a:off x="1423275" y="1260600"/>
              <a:ext cx="1118575" cy="293600"/>
            </a:xfrm>
            <a:custGeom>
              <a:avLst/>
              <a:gdLst/>
              <a:ahLst/>
              <a:cxnLst/>
              <a:rect l="l" t="t" r="r" b="b"/>
              <a:pathLst>
                <a:path w="44743" h="11744" extrusionOk="0">
                  <a:moveTo>
                    <a:pt x="25024" y="1"/>
                  </a:moveTo>
                  <a:cubicBezTo>
                    <a:pt x="24140" y="1"/>
                    <a:pt x="23220" y="15"/>
                    <a:pt x="22263" y="44"/>
                  </a:cubicBezTo>
                  <a:cubicBezTo>
                    <a:pt x="8889" y="462"/>
                    <a:pt x="1" y="3207"/>
                    <a:pt x="185" y="11744"/>
                  </a:cubicBezTo>
                  <a:cubicBezTo>
                    <a:pt x="369" y="3626"/>
                    <a:pt x="9190" y="964"/>
                    <a:pt x="22296" y="579"/>
                  </a:cubicBezTo>
                  <a:cubicBezTo>
                    <a:pt x="23287" y="548"/>
                    <a:pt x="24238" y="533"/>
                    <a:pt x="25151" y="533"/>
                  </a:cubicBezTo>
                  <a:cubicBezTo>
                    <a:pt x="36163" y="533"/>
                    <a:pt x="41632" y="2796"/>
                    <a:pt x="44090" y="7927"/>
                  </a:cubicBezTo>
                  <a:cubicBezTo>
                    <a:pt x="44475" y="8714"/>
                    <a:pt x="44659" y="9484"/>
                    <a:pt x="44693" y="10254"/>
                  </a:cubicBezTo>
                  <a:cubicBezTo>
                    <a:pt x="44743" y="9317"/>
                    <a:pt x="44542" y="8346"/>
                    <a:pt x="44090" y="7408"/>
                  </a:cubicBezTo>
                  <a:cubicBezTo>
                    <a:pt x="41625" y="2262"/>
                    <a:pt x="36116" y="1"/>
                    <a:pt x="25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8"/>
            <p:cNvSpPr/>
            <p:nvPr/>
          </p:nvSpPr>
          <p:spPr>
            <a:xfrm>
              <a:off x="1447450" y="1299025"/>
              <a:ext cx="1027225" cy="464700"/>
            </a:xfrm>
            <a:custGeom>
              <a:avLst/>
              <a:gdLst/>
              <a:ahLst/>
              <a:cxnLst/>
              <a:rect l="l" t="t" r="r" b="b"/>
              <a:pathLst>
                <a:path w="41089" h="18588" extrusionOk="0">
                  <a:moveTo>
                    <a:pt x="24535" y="1"/>
                  </a:moveTo>
                  <a:cubicBezTo>
                    <a:pt x="23384" y="1"/>
                    <a:pt x="22185" y="29"/>
                    <a:pt x="20944" y="80"/>
                  </a:cubicBezTo>
                  <a:cubicBezTo>
                    <a:pt x="9646" y="565"/>
                    <a:pt x="4390" y="2624"/>
                    <a:pt x="2398" y="7411"/>
                  </a:cubicBezTo>
                  <a:cubicBezTo>
                    <a:pt x="1" y="13215"/>
                    <a:pt x="9357" y="18588"/>
                    <a:pt x="18763" y="18588"/>
                  </a:cubicBezTo>
                  <a:cubicBezTo>
                    <a:pt x="19340" y="18588"/>
                    <a:pt x="19918" y="18567"/>
                    <a:pt x="20492" y="18526"/>
                  </a:cubicBezTo>
                  <a:cubicBezTo>
                    <a:pt x="29247" y="17907"/>
                    <a:pt x="40679" y="14525"/>
                    <a:pt x="40863" y="9102"/>
                  </a:cubicBezTo>
                  <a:cubicBezTo>
                    <a:pt x="41089" y="2131"/>
                    <a:pt x="34625" y="1"/>
                    <a:pt x="245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8"/>
            <p:cNvSpPr/>
            <p:nvPr/>
          </p:nvSpPr>
          <p:spPr>
            <a:xfrm>
              <a:off x="1439025" y="1308900"/>
              <a:ext cx="1025525" cy="450175"/>
            </a:xfrm>
            <a:custGeom>
              <a:avLst/>
              <a:gdLst/>
              <a:ahLst/>
              <a:cxnLst/>
              <a:rect l="l" t="t" r="r" b="b"/>
              <a:pathLst>
                <a:path w="41021" h="18007" extrusionOk="0">
                  <a:moveTo>
                    <a:pt x="24879" y="0"/>
                  </a:moveTo>
                  <a:cubicBezTo>
                    <a:pt x="23603" y="0"/>
                    <a:pt x="22282" y="66"/>
                    <a:pt x="20930" y="204"/>
                  </a:cubicBezTo>
                  <a:cubicBezTo>
                    <a:pt x="11941" y="1124"/>
                    <a:pt x="6250" y="2179"/>
                    <a:pt x="3020" y="7184"/>
                  </a:cubicBezTo>
                  <a:cubicBezTo>
                    <a:pt x="1" y="11821"/>
                    <a:pt x="10031" y="18006"/>
                    <a:pt x="19970" y="18006"/>
                  </a:cubicBezTo>
                  <a:cubicBezTo>
                    <a:pt x="20722" y="18006"/>
                    <a:pt x="21473" y="17971"/>
                    <a:pt x="22219" y="17896"/>
                  </a:cubicBezTo>
                  <a:cubicBezTo>
                    <a:pt x="34070" y="16675"/>
                    <a:pt x="40079" y="12038"/>
                    <a:pt x="40564" y="7452"/>
                  </a:cubicBezTo>
                  <a:cubicBezTo>
                    <a:pt x="41020" y="3422"/>
                    <a:pt x="34112" y="0"/>
                    <a:pt x="248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8"/>
            <p:cNvSpPr/>
            <p:nvPr/>
          </p:nvSpPr>
          <p:spPr>
            <a:xfrm>
              <a:off x="1447350" y="1315975"/>
              <a:ext cx="1011500" cy="419150"/>
            </a:xfrm>
            <a:custGeom>
              <a:avLst/>
              <a:gdLst/>
              <a:ahLst/>
              <a:cxnLst/>
              <a:rect l="l" t="t" r="r" b="b"/>
              <a:pathLst>
                <a:path w="40460" h="16766" extrusionOk="0">
                  <a:moveTo>
                    <a:pt x="24729" y="1"/>
                  </a:moveTo>
                  <a:cubicBezTo>
                    <a:pt x="23450" y="1"/>
                    <a:pt x="22124" y="66"/>
                    <a:pt x="20764" y="205"/>
                  </a:cubicBezTo>
                  <a:cubicBezTo>
                    <a:pt x="11910" y="1093"/>
                    <a:pt x="6302" y="2130"/>
                    <a:pt x="3021" y="6951"/>
                  </a:cubicBezTo>
                  <a:cubicBezTo>
                    <a:pt x="0" y="11390"/>
                    <a:pt x="10165" y="16766"/>
                    <a:pt x="19948" y="16766"/>
                  </a:cubicBezTo>
                  <a:cubicBezTo>
                    <a:pt x="20790" y="16766"/>
                    <a:pt x="21628" y="16726"/>
                    <a:pt x="22455" y="16643"/>
                  </a:cubicBezTo>
                  <a:cubicBezTo>
                    <a:pt x="34138" y="15454"/>
                    <a:pt x="39361" y="11554"/>
                    <a:pt x="39947" y="7152"/>
                  </a:cubicBezTo>
                  <a:cubicBezTo>
                    <a:pt x="40460" y="3281"/>
                    <a:pt x="33767" y="1"/>
                    <a:pt x="247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8"/>
            <p:cNvSpPr/>
            <p:nvPr/>
          </p:nvSpPr>
          <p:spPr>
            <a:xfrm>
              <a:off x="2072350" y="1350525"/>
              <a:ext cx="329350" cy="96850"/>
            </a:xfrm>
            <a:custGeom>
              <a:avLst/>
              <a:gdLst/>
              <a:ahLst/>
              <a:cxnLst/>
              <a:rect l="l" t="t" r="r" b="b"/>
              <a:pathLst>
                <a:path w="13174" h="3874" extrusionOk="0">
                  <a:moveTo>
                    <a:pt x="5782" y="1"/>
                  </a:moveTo>
                  <a:cubicBezTo>
                    <a:pt x="4496" y="1"/>
                    <a:pt x="3161" y="810"/>
                    <a:pt x="1020" y="2707"/>
                  </a:cubicBezTo>
                  <a:cubicBezTo>
                    <a:pt x="31" y="3584"/>
                    <a:pt x="0" y="3873"/>
                    <a:pt x="572" y="3873"/>
                  </a:cubicBezTo>
                  <a:cubicBezTo>
                    <a:pt x="1681" y="3873"/>
                    <a:pt x="5062" y="2782"/>
                    <a:pt x="8109" y="2782"/>
                  </a:cubicBezTo>
                  <a:cubicBezTo>
                    <a:pt x="9123" y="2782"/>
                    <a:pt x="10101" y="2903"/>
                    <a:pt x="10946" y="3226"/>
                  </a:cubicBezTo>
                  <a:cubicBezTo>
                    <a:pt x="11895" y="3593"/>
                    <a:pt x="12399" y="3747"/>
                    <a:pt x="12582" y="3747"/>
                  </a:cubicBezTo>
                  <a:cubicBezTo>
                    <a:pt x="13174" y="3747"/>
                    <a:pt x="10404" y="2138"/>
                    <a:pt x="8435" y="949"/>
                  </a:cubicBezTo>
                  <a:cubicBezTo>
                    <a:pt x="7433" y="343"/>
                    <a:pt x="6618" y="1"/>
                    <a:pt x="578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8"/>
            <p:cNvSpPr/>
            <p:nvPr/>
          </p:nvSpPr>
          <p:spPr>
            <a:xfrm>
              <a:off x="1580725" y="1367450"/>
              <a:ext cx="772400" cy="329975"/>
            </a:xfrm>
            <a:custGeom>
              <a:avLst/>
              <a:gdLst/>
              <a:ahLst/>
              <a:cxnLst/>
              <a:rect l="l" t="t" r="r" b="b"/>
              <a:pathLst>
                <a:path w="30896" h="13199" extrusionOk="0">
                  <a:moveTo>
                    <a:pt x="10486" y="1"/>
                  </a:moveTo>
                  <a:cubicBezTo>
                    <a:pt x="5302" y="1"/>
                    <a:pt x="220" y="3089"/>
                    <a:pt x="114" y="7604"/>
                  </a:cubicBezTo>
                  <a:cubicBezTo>
                    <a:pt x="1" y="11782"/>
                    <a:pt x="6792" y="13199"/>
                    <a:pt x="14214" y="13199"/>
                  </a:cubicBezTo>
                  <a:cubicBezTo>
                    <a:pt x="15592" y="13199"/>
                    <a:pt x="16993" y="13150"/>
                    <a:pt x="18375" y="13060"/>
                  </a:cubicBezTo>
                  <a:cubicBezTo>
                    <a:pt x="26711" y="12508"/>
                    <a:pt x="30896" y="6030"/>
                    <a:pt x="21656" y="5762"/>
                  </a:cubicBezTo>
                  <a:cubicBezTo>
                    <a:pt x="21406" y="5756"/>
                    <a:pt x="21169" y="5752"/>
                    <a:pt x="20945" y="5752"/>
                  </a:cubicBezTo>
                  <a:cubicBezTo>
                    <a:pt x="12914" y="5752"/>
                    <a:pt x="20364" y="10013"/>
                    <a:pt x="10090" y="11169"/>
                  </a:cubicBezTo>
                  <a:cubicBezTo>
                    <a:pt x="9229" y="11267"/>
                    <a:pt x="8460" y="11312"/>
                    <a:pt x="7773" y="11312"/>
                  </a:cubicBezTo>
                  <a:cubicBezTo>
                    <a:pt x="27" y="11312"/>
                    <a:pt x="2814" y="5552"/>
                    <a:pt x="4951" y="4875"/>
                  </a:cubicBezTo>
                  <a:cubicBezTo>
                    <a:pt x="8583" y="3720"/>
                    <a:pt x="19430" y="1042"/>
                    <a:pt x="12115" y="105"/>
                  </a:cubicBezTo>
                  <a:cubicBezTo>
                    <a:pt x="11575" y="35"/>
                    <a:pt x="11029" y="1"/>
                    <a:pt x="10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8"/>
            <p:cNvSpPr/>
            <p:nvPr/>
          </p:nvSpPr>
          <p:spPr>
            <a:xfrm>
              <a:off x="2287400" y="1486800"/>
              <a:ext cx="106750" cy="111450"/>
            </a:xfrm>
            <a:custGeom>
              <a:avLst/>
              <a:gdLst/>
              <a:ahLst/>
              <a:cxnLst/>
              <a:rect l="l" t="t" r="r" b="b"/>
              <a:pathLst>
                <a:path w="4270" h="4458" extrusionOk="0">
                  <a:moveTo>
                    <a:pt x="2302" y="1"/>
                  </a:moveTo>
                  <a:cubicBezTo>
                    <a:pt x="1248" y="1"/>
                    <a:pt x="1" y="540"/>
                    <a:pt x="1" y="1106"/>
                  </a:cubicBezTo>
                  <a:cubicBezTo>
                    <a:pt x="1" y="3019"/>
                    <a:pt x="690" y="4458"/>
                    <a:pt x="1722" y="4458"/>
                  </a:cubicBezTo>
                  <a:cubicBezTo>
                    <a:pt x="2215" y="4458"/>
                    <a:pt x="2787" y="4129"/>
                    <a:pt x="3399" y="3365"/>
                  </a:cubicBezTo>
                  <a:cubicBezTo>
                    <a:pt x="4152" y="2428"/>
                    <a:pt x="4269" y="838"/>
                    <a:pt x="3298" y="235"/>
                  </a:cubicBezTo>
                  <a:cubicBezTo>
                    <a:pt x="3036" y="71"/>
                    <a:pt x="2682" y="1"/>
                    <a:pt x="230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8"/>
            <p:cNvSpPr/>
            <p:nvPr/>
          </p:nvSpPr>
          <p:spPr>
            <a:xfrm>
              <a:off x="2228825" y="1474250"/>
              <a:ext cx="64875" cy="29350"/>
            </a:xfrm>
            <a:custGeom>
              <a:avLst/>
              <a:gdLst/>
              <a:ahLst/>
              <a:cxnLst/>
              <a:rect l="l" t="t" r="r" b="b"/>
              <a:pathLst>
                <a:path w="2595" h="1174" extrusionOk="0">
                  <a:moveTo>
                    <a:pt x="1306" y="1"/>
                  </a:moveTo>
                  <a:cubicBezTo>
                    <a:pt x="586" y="1"/>
                    <a:pt x="0" y="269"/>
                    <a:pt x="0" y="587"/>
                  </a:cubicBezTo>
                  <a:cubicBezTo>
                    <a:pt x="0" y="921"/>
                    <a:pt x="586" y="1172"/>
                    <a:pt x="1306" y="1172"/>
                  </a:cubicBezTo>
                  <a:cubicBezTo>
                    <a:pt x="1327" y="1173"/>
                    <a:pt x="1348" y="1173"/>
                    <a:pt x="1368" y="1173"/>
                  </a:cubicBezTo>
                  <a:cubicBezTo>
                    <a:pt x="2043" y="1173"/>
                    <a:pt x="2595" y="911"/>
                    <a:pt x="2595" y="587"/>
                  </a:cubicBezTo>
                  <a:cubicBezTo>
                    <a:pt x="2595" y="252"/>
                    <a:pt x="2009" y="1"/>
                    <a:pt x="130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8"/>
            <p:cNvSpPr/>
            <p:nvPr/>
          </p:nvSpPr>
          <p:spPr>
            <a:xfrm>
              <a:off x="1938825" y="1549575"/>
              <a:ext cx="31400" cy="18850"/>
            </a:xfrm>
            <a:custGeom>
              <a:avLst/>
              <a:gdLst/>
              <a:ahLst/>
              <a:cxnLst/>
              <a:rect l="l" t="t" r="r" b="b"/>
              <a:pathLst>
                <a:path w="1256" h="754" extrusionOk="0">
                  <a:moveTo>
                    <a:pt x="620" y="1"/>
                  </a:moveTo>
                  <a:cubicBezTo>
                    <a:pt x="268" y="1"/>
                    <a:pt x="1" y="168"/>
                    <a:pt x="1" y="369"/>
                  </a:cubicBezTo>
                  <a:cubicBezTo>
                    <a:pt x="1" y="586"/>
                    <a:pt x="268" y="754"/>
                    <a:pt x="620" y="754"/>
                  </a:cubicBezTo>
                  <a:cubicBezTo>
                    <a:pt x="971" y="754"/>
                    <a:pt x="1256" y="586"/>
                    <a:pt x="1256" y="369"/>
                  </a:cubicBezTo>
                  <a:cubicBezTo>
                    <a:pt x="1256" y="168"/>
                    <a:pt x="971" y="1"/>
                    <a:pt x="62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8"/>
            <p:cNvSpPr/>
            <p:nvPr/>
          </p:nvSpPr>
          <p:spPr>
            <a:xfrm>
              <a:off x="1686500" y="1573025"/>
              <a:ext cx="37675" cy="13825"/>
            </a:xfrm>
            <a:custGeom>
              <a:avLst/>
              <a:gdLst/>
              <a:ahLst/>
              <a:cxnLst/>
              <a:rect l="l" t="t" r="r" b="b"/>
              <a:pathLst>
                <a:path w="1507" h="553" extrusionOk="0">
                  <a:moveTo>
                    <a:pt x="753" y="0"/>
                  </a:moveTo>
                  <a:cubicBezTo>
                    <a:pt x="335" y="0"/>
                    <a:pt x="0" y="134"/>
                    <a:pt x="0" y="268"/>
                  </a:cubicBezTo>
                  <a:cubicBezTo>
                    <a:pt x="0" y="418"/>
                    <a:pt x="335" y="552"/>
                    <a:pt x="753" y="552"/>
                  </a:cubicBezTo>
                  <a:cubicBezTo>
                    <a:pt x="1172" y="552"/>
                    <a:pt x="1507" y="418"/>
                    <a:pt x="1507" y="268"/>
                  </a:cubicBezTo>
                  <a:cubicBezTo>
                    <a:pt x="1507" y="134"/>
                    <a:pt x="1172" y="0"/>
                    <a:pt x="7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8"/>
            <p:cNvSpPr/>
            <p:nvPr/>
          </p:nvSpPr>
          <p:spPr>
            <a:xfrm>
              <a:off x="1560950" y="1463375"/>
              <a:ext cx="29325" cy="18850"/>
            </a:xfrm>
            <a:custGeom>
              <a:avLst/>
              <a:gdLst/>
              <a:ahLst/>
              <a:cxnLst/>
              <a:rect l="l" t="t" r="r" b="b"/>
              <a:pathLst>
                <a:path w="1173" h="754" extrusionOk="0">
                  <a:moveTo>
                    <a:pt x="586" y="0"/>
                  </a:moveTo>
                  <a:cubicBezTo>
                    <a:pt x="252" y="0"/>
                    <a:pt x="1" y="168"/>
                    <a:pt x="1" y="369"/>
                  </a:cubicBezTo>
                  <a:cubicBezTo>
                    <a:pt x="1" y="586"/>
                    <a:pt x="268" y="754"/>
                    <a:pt x="586" y="754"/>
                  </a:cubicBezTo>
                  <a:cubicBezTo>
                    <a:pt x="921" y="754"/>
                    <a:pt x="1172" y="586"/>
                    <a:pt x="1172" y="369"/>
                  </a:cubicBezTo>
                  <a:cubicBezTo>
                    <a:pt x="1172" y="168"/>
                    <a:pt x="905" y="0"/>
                    <a:pt x="58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8"/>
            <p:cNvSpPr/>
            <p:nvPr/>
          </p:nvSpPr>
          <p:spPr>
            <a:xfrm>
              <a:off x="1939675" y="1348300"/>
              <a:ext cx="110075" cy="18850"/>
            </a:xfrm>
            <a:custGeom>
              <a:avLst/>
              <a:gdLst/>
              <a:ahLst/>
              <a:cxnLst/>
              <a:rect l="l" t="t" r="r" b="b"/>
              <a:pathLst>
                <a:path w="4403" h="754" extrusionOk="0">
                  <a:moveTo>
                    <a:pt x="2193" y="0"/>
                  </a:moveTo>
                  <a:cubicBezTo>
                    <a:pt x="988" y="0"/>
                    <a:pt x="0" y="168"/>
                    <a:pt x="0" y="369"/>
                  </a:cubicBezTo>
                  <a:cubicBezTo>
                    <a:pt x="0" y="586"/>
                    <a:pt x="988" y="754"/>
                    <a:pt x="2193" y="754"/>
                  </a:cubicBezTo>
                  <a:cubicBezTo>
                    <a:pt x="3415" y="754"/>
                    <a:pt x="4402" y="586"/>
                    <a:pt x="4402" y="369"/>
                  </a:cubicBezTo>
                  <a:cubicBezTo>
                    <a:pt x="4402" y="168"/>
                    <a:pt x="3415" y="0"/>
                    <a:pt x="219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8"/>
            <p:cNvSpPr/>
            <p:nvPr/>
          </p:nvSpPr>
          <p:spPr>
            <a:xfrm>
              <a:off x="1886925" y="1428325"/>
              <a:ext cx="164075" cy="32050"/>
            </a:xfrm>
            <a:custGeom>
              <a:avLst/>
              <a:gdLst/>
              <a:ahLst/>
              <a:cxnLst/>
              <a:rect l="l" t="t" r="r" b="b"/>
              <a:pathLst>
                <a:path w="6563" h="1282" extrusionOk="0">
                  <a:moveTo>
                    <a:pt x="3956" y="0"/>
                  </a:moveTo>
                  <a:cubicBezTo>
                    <a:pt x="2950" y="0"/>
                    <a:pt x="1843" y="116"/>
                    <a:pt x="1106" y="331"/>
                  </a:cubicBezTo>
                  <a:cubicBezTo>
                    <a:pt x="1" y="649"/>
                    <a:pt x="85" y="1034"/>
                    <a:pt x="1290" y="1202"/>
                  </a:cubicBezTo>
                  <a:cubicBezTo>
                    <a:pt x="1678" y="1256"/>
                    <a:pt x="2134" y="1282"/>
                    <a:pt x="2611" y="1282"/>
                  </a:cubicBezTo>
                  <a:cubicBezTo>
                    <a:pt x="3614" y="1282"/>
                    <a:pt x="4709" y="1166"/>
                    <a:pt x="5458" y="951"/>
                  </a:cubicBezTo>
                  <a:cubicBezTo>
                    <a:pt x="6562" y="649"/>
                    <a:pt x="6479" y="248"/>
                    <a:pt x="5274" y="80"/>
                  </a:cubicBezTo>
                  <a:cubicBezTo>
                    <a:pt x="4891" y="26"/>
                    <a:pt x="4435" y="0"/>
                    <a:pt x="395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8"/>
            <p:cNvSpPr/>
            <p:nvPr/>
          </p:nvSpPr>
          <p:spPr>
            <a:xfrm>
              <a:off x="2125875" y="1330725"/>
              <a:ext cx="45225" cy="13825"/>
            </a:xfrm>
            <a:custGeom>
              <a:avLst/>
              <a:gdLst/>
              <a:ahLst/>
              <a:cxnLst/>
              <a:rect l="l" t="t" r="r" b="b"/>
              <a:pathLst>
                <a:path w="1809" h="553" extrusionOk="0">
                  <a:moveTo>
                    <a:pt x="905" y="0"/>
                  </a:moveTo>
                  <a:cubicBezTo>
                    <a:pt x="419" y="0"/>
                    <a:pt x="1" y="134"/>
                    <a:pt x="1" y="285"/>
                  </a:cubicBezTo>
                  <a:cubicBezTo>
                    <a:pt x="1" y="419"/>
                    <a:pt x="402" y="553"/>
                    <a:pt x="905" y="553"/>
                  </a:cubicBezTo>
                  <a:cubicBezTo>
                    <a:pt x="1407" y="553"/>
                    <a:pt x="1808" y="419"/>
                    <a:pt x="1808" y="285"/>
                  </a:cubicBezTo>
                  <a:cubicBezTo>
                    <a:pt x="1808" y="134"/>
                    <a:pt x="1407" y="0"/>
                    <a:pt x="905" y="0"/>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8"/>
            <p:cNvSpPr/>
            <p:nvPr/>
          </p:nvSpPr>
          <p:spPr>
            <a:xfrm>
              <a:off x="2066450" y="1471750"/>
              <a:ext cx="42725" cy="25975"/>
            </a:xfrm>
            <a:custGeom>
              <a:avLst/>
              <a:gdLst/>
              <a:ahLst/>
              <a:cxnLst/>
              <a:rect l="l" t="t" r="r" b="b"/>
              <a:pathLst>
                <a:path w="1709" h="1039" extrusionOk="0">
                  <a:moveTo>
                    <a:pt x="854" y="0"/>
                  </a:moveTo>
                  <a:cubicBezTo>
                    <a:pt x="369" y="0"/>
                    <a:pt x="1" y="218"/>
                    <a:pt x="1" y="519"/>
                  </a:cubicBezTo>
                  <a:cubicBezTo>
                    <a:pt x="1" y="804"/>
                    <a:pt x="369" y="1038"/>
                    <a:pt x="854" y="1038"/>
                  </a:cubicBezTo>
                  <a:cubicBezTo>
                    <a:pt x="1323" y="1038"/>
                    <a:pt x="1708" y="804"/>
                    <a:pt x="1708" y="519"/>
                  </a:cubicBezTo>
                  <a:cubicBezTo>
                    <a:pt x="1708" y="218"/>
                    <a:pt x="1323" y="0"/>
                    <a:pt x="8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8"/>
            <p:cNvSpPr/>
            <p:nvPr/>
          </p:nvSpPr>
          <p:spPr>
            <a:xfrm>
              <a:off x="1995725" y="1467550"/>
              <a:ext cx="39800" cy="19700"/>
            </a:xfrm>
            <a:custGeom>
              <a:avLst/>
              <a:gdLst/>
              <a:ahLst/>
              <a:cxnLst/>
              <a:rect l="l" t="t" r="r" b="b"/>
              <a:pathLst>
                <a:path w="1592" h="788" extrusionOk="0">
                  <a:moveTo>
                    <a:pt x="788" y="1"/>
                  </a:moveTo>
                  <a:cubicBezTo>
                    <a:pt x="352" y="1"/>
                    <a:pt x="1" y="168"/>
                    <a:pt x="1" y="386"/>
                  </a:cubicBezTo>
                  <a:cubicBezTo>
                    <a:pt x="1" y="620"/>
                    <a:pt x="352" y="788"/>
                    <a:pt x="788" y="788"/>
                  </a:cubicBezTo>
                  <a:cubicBezTo>
                    <a:pt x="1240" y="771"/>
                    <a:pt x="1591" y="603"/>
                    <a:pt x="1591" y="386"/>
                  </a:cubicBezTo>
                  <a:cubicBezTo>
                    <a:pt x="1591" y="185"/>
                    <a:pt x="1240" y="1"/>
                    <a:pt x="788"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8"/>
            <p:cNvSpPr/>
            <p:nvPr/>
          </p:nvSpPr>
          <p:spPr>
            <a:xfrm>
              <a:off x="1891550" y="1466725"/>
              <a:ext cx="39775" cy="20100"/>
            </a:xfrm>
            <a:custGeom>
              <a:avLst/>
              <a:gdLst/>
              <a:ahLst/>
              <a:cxnLst/>
              <a:rect l="l" t="t" r="r" b="b"/>
              <a:pathLst>
                <a:path w="1591" h="804" extrusionOk="0">
                  <a:moveTo>
                    <a:pt x="787" y="0"/>
                  </a:moveTo>
                  <a:cubicBezTo>
                    <a:pt x="352" y="0"/>
                    <a:pt x="0" y="168"/>
                    <a:pt x="0" y="402"/>
                  </a:cubicBezTo>
                  <a:cubicBezTo>
                    <a:pt x="0" y="620"/>
                    <a:pt x="352" y="804"/>
                    <a:pt x="787" y="804"/>
                  </a:cubicBezTo>
                  <a:cubicBezTo>
                    <a:pt x="1239" y="804"/>
                    <a:pt x="1590" y="620"/>
                    <a:pt x="1590" y="402"/>
                  </a:cubicBezTo>
                  <a:cubicBezTo>
                    <a:pt x="1590" y="201"/>
                    <a:pt x="1239" y="0"/>
                    <a:pt x="7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8"/>
            <p:cNvSpPr/>
            <p:nvPr/>
          </p:nvSpPr>
          <p:spPr>
            <a:xfrm>
              <a:off x="1886525" y="1342850"/>
              <a:ext cx="37250" cy="14675"/>
            </a:xfrm>
            <a:custGeom>
              <a:avLst/>
              <a:gdLst/>
              <a:ahLst/>
              <a:cxnLst/>
              <a:rect l="l" t="t" r="r" b="b"/>
              <a:pathLst>
                <a:path w="1490" h="587" extrusionOk="0">
                  <a:moveTo>
                    <a:pt x="753" y="1"/>
                  </a:moveTo>
                  <a:cubicBezTo>
                    <a:pt x="335" y="1"/>
                    <a:pt x="0" y="135"/>
                    <a:pt x="0" y="302"/>
                  </a:cubicBezTo>
                  <a:cubicBezTo>
                    <a:pt x="0" y="436"/>
                    <a:pt x="335" y="587"/>
                    <a:pt x="753" y="587"/>
                  </a:cubicBezTo>
                  <a:cubicBezTo>
                    <a:pt x="1172" y="570"/>
                    <a:pt x="1490" y="436"/>
                    <a:pt x="1490" y="302"/>
                  </a:cubicBezTo>
                  <a:cubicBezTo>
                    <a:pt x="1490" y="151"/>
                    <a:pt x="1172" y="1"/>
                    <a:pt x="75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8"/>
            <p:cNvSpPr/>
            <p:nvPr/>
          </p:nvSpPr>
          <p:spPr>
            <a:xfrm>
              <a:off x="2189900" y="1549150"/>
              <a:ext cx="42725" cy="26000"/>
            </a:xfrm>
            <a:custGeom>
              <a:avLst/>
              <a:gdLst/>
              <a:ahLst/>
              <a:cxnLst/>
              <a:rect l="l" t="t" r="r" b="b"/>
              <a:pathLst>
                <a:path w="1709" h="1040" extrusionOk="0">
                  <a:moveTo>
                    <a:pt x="854" y="1"/>
                  </a:moveTo>
                  <a:cubicBezTo>
                    <a:pt x="369" y="1"/>
                    <a:pt x="1" y="219"/>
                    <a:pt x="1" y="520"/>
                  </a:cubicBezTo>
                  <a:cubicBezTo>
                    <a:pt x="1" y="804"/>
                    <a:pt x="369" y="1039"/>
                    <a:pt x="854" y="1039"/>
                  </a:cubicBezTo>
                  <a:cubicBezTo>
                    <a:pt x="870" y="1039"/>
                    <a:pt x="885" y="1039"/>
                    <a:pt x="900" y="1039"/>
                  </a:cubicBezTo>
                  <a:cubicBezTo>
                    <a:pt x="1363" y="1039"/>
                    <a:pt x="1708" y="795"/>
                    <a:pt x="1708" y="520"/>
                  </a:cubicBezTo>
                  <a:cubicBezTo>
                    <a:pt x="1708" y="219"/>
                    <a:pt x="1323" y="1"/>
                    <a:pt x="854"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8"/>
            <p:cNvSpPr/>
            <p:nvPr/>
          </p:nvSpPr>
          <p:spPr>
            <a:xfrm>
              <a:off x="1730850" y="1376325"/>
              <a:ext cx="149825" cy="70325"/>
            </a:xfrm>
            <a:custGeom>
              <a:avLst/>
              <a:gdLst/>
              <a:ahLst/>
              <a:cxnLst/>
              <a:rect l="l" t="t" r="r" b="b"/>
              <a:pathLst>
                <a:path w="5993" h="2813" extrusionOk="0">
                  <a:moveTo>
                    <a:pt x="2997" y="1"/>
                  </a:moveTo>
                  <a:cubicBezTo>
                    <a:pt x="1340" y="1"/>
                    <a:pt x="0" y="637"/>
                    <a:pt x="0" y="1407"/>
                  </a:cubicBezTo>
                  <a:cubicBezTo>
                    <a:pt x="0" y="2177"/>
                    <a:pt x="1340" y="2813"/>
                    <a:pt x="2997" y="2813"/>
                  </a:cubicBezTo>
                  <a:cubicBezTo>
                    <a:pt x="4654" y="2813"/>
                    <a:pt x="5993" y="2177"/>
                    <a:pt x="5993" y="1407"/>
                  </a:cubicBezTo>
                  <a:cubicBezTo>
                    <a:pt x="5993" y="637"/>
                    <a:pt x="4654" y="1"/>
                    <a:pt x="29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8"/>
            <p:cNvSpPr/>
            <p:nvPr/>
          </p:nvSpPr>
          <p:spPr>
            <a:xfrm>
              <a:off x="1738375" y="1401050"/>
              <a:ext cx="110925" cy="36875"/>
            </a:xfrm>
            <a:custGeom>
              <a:avLst/>
              <a:gdLst/>
              <a:ahLst/>
              <a:cxnLst/>
              <a:rect l="l" t="t" r="r" b="b"/>
              <a:pathLst>
                <a:path w="4437" h="1475" extrusionOk="0">
                  <a:moveTo>
                    <a:pt x="625" y="0"/>
                  </a:moveTo>
                  <a:cubicBezTo>
                    <a:pt x="498" y="0"/>
                    <a:pt x="396" y="39"/>
                    <a:pt x="319" y="133"/>
                  </a:cubicBezTo>
                  <a:cubicBezTo>
                    <a:pt x="1" y="518"/>
                    <a:pt x="603" y="1037"/>
                    <a:pt x="1658" y="1305"/>
                  </a:cubicBezTo>
                  <a:cubicBezTo>
                    <a:pt x="2074" y="1419"/>
                    <a:pt x="2501" y="1474"/>
                    <a:pt x="2884" y="1474"/>
                  </a:cubicBezTo>
                  <a:cubicBezTo>
                    <a:pt x="3455" y="1474"/>
                    <a:pt x="3928" y="1352"/>
                    <a:pt x="4118" y="1121"/>
                  </a:cubicBezTo>
                  <a:cubicBezTo>
                    <a:pt x="4436" y="753"/>
                    <a:pt x="3382" y="786"/>
                    <a:pt x="2344" y="518"/>
                  </a:cubicBezTo>
                  <a:cubicBezTo>
                    <a:pt x="1561" y="319"/>
                    <a:pt x="990" y="0"/>
                    <a:pt x="625"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8"/>
            <p:cNvSpPr/>
            <p:nvPr/>
          </p:nvSpPr>
          <p:spPr>
            <a:xfrm>
              <a:off x="1767675" y="1385550"/>
              <a:ext cx="106725" cy="33400"/>
            </a:xfrm>
            <a:custGeom>
              <a:avLst/>
              <a:gdLst/>
              <a:ahLst/>
              <a:cxnLst/>
              <a:rect l="l" t="t" r="r" b="b"/>
              <a:pathLst>
                <a:path w="4269" h="1336" extrusionOk="0">
                  <a:moveTo>
                    <a:pt x="1481" y="0"/>
                  </a:moveTo>
                  <a:cubicBezTo>
                    <a:pt x="1130" y="0"/>
                    <a:pt x="814" y="43"/>
                    <a:pt x="586" y="134"/>
                  </a:cubicBezTo>
                  <a:cubicBezTo>
                    <a:pt x="0" y="368"/>
                    <a:pt x="1105" y="469"/>
                    <a:pt x="1942" y="787"/>
                  </a:cubicBezTo>
                  <a:cubicBezTo>
                    <a:pt x="2622" y="1040"/>
                    <a:pt x="2941" y="1336"/>
                    <a:pt x="3339" y="1336"/>
                  </a:cubicBezTo>
                  <a:cubicBezTo>
                    <a:pt x="3440" y="1336"/>
                    <a:pt x="3547" y="1317"/>
                    <a:pt x="3666" y="1272"/>
                  </a:cubicBezTo>
                  <a:cubicBezTo>
                    <a:pt x="4269" y="1038"/>
                    <a:pt x="4051" y="603"/>
                    <a:pt x="3198" y="301"/>
                  </a:cubicBezTo>
                  <a:cubicBezTo>
                    <a:pt x="2675" y="107"/>
                    <a:pt x="2034" y="0"/>
                    <a:pt x="148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8"/>
            <p:cNvSpPr/>
            <p:nvPr/>
          </p:nvSpPr>
          <p:spPr>
            <a:xfrm>
              <a:off x="1807425" y="1423625"/>
              <a:ext cx="13225" cy="9250"/>
            </a:xfrm>
            <a:custGeom>
              <a:avLst/>
              <a:gdLst/>
              <a:ahLst/>
              <a:cxnLst/>
              <a:rect l="l" t="t" r="r" b="b"/>
              <a:pathLst>
                <a:path w="529" h="370" extrusionOk="0">
                  <a:moveTo>
                    <a:pt x="335" y="0"/>
                  </a:moveTo>
                  <a:cubicBezTo>
                    <a:pt x="151" y="201"/>
                    <a:pt x="1" y="352"/>
                    <a:pt x="268" y="369"/>
                  </a:cubicBezTo>
                  <a:cubicBezTo>
                    <a:pt x="274" y="369"/>
                    <a:pt x="280" y="369"/>
                    <a:pt x="286" y="369"/>
                  </a:cubicBezTo>
                  <a:cubicBezTo>
                    <a:pt x="529" y="369"/>
                    <a:pt x="369" y="17"/>
                    <a:pt x="369" y="17"/>
                  </a:cubicBezTo>
                  <a:lnTo>
                    <a:pt x="3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8"/>
            <p:cNvSpPr/>
            <p:nvPr/>
          </p:nvSpPr>
          <p:spPr>
            <a:xfrm>
              <a:off x="1792375" y="1421950"/>
              <a:ext cx="12200" cy="8675"/>
            </a:xfrm>
            <a:custGeom>
              <a:avLst/>
              <a:gdLst/>
              <a:ahLst/>
              <a:cxnLst/>
              <a:rect l="l" t="t" r="r" b="b"/>
              <a:pathLst>
                <a:path w="488" h="347" extrusionOk="0">
                  <a:moveTo>
                    <a:pt x="385" y="0"/>
                  </a:moveTo>
                  <a:cubicBezTo>
                    <a:pt x="167" y="151"/>
                    <a:pt x="0" y="251"/>
                    <a:pt x="251" y="335"/>
                  </a:cubicBezTo>
                  <a:cubicBezTo>
                    <a:pt x="275" y="343"/>
                    <a:pt x="296" y="347"/>
                    <a:pt x="314" y="347"/>
                  </a:cubicBezTo>
                  <a:cubicBezTo>
                    <a:pt x="487" y="347"/>
                    <a:pt x="419" y="17"/>
                    <a:pt x="419" y="17"/>
                  </a:cubicBezTo>
                  <a:lnTo>
                    <a:pt x="3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8"/>
            <p:cNvSpPr/>
            <p:nvPr/>
          </p:nvSpPr>
          <p:spPr>
            <a:xfrm>
              <a:off x="1772275" y="1417750"/>
              <a:ext cx="12200" cy="8700"/>
            </a:xfrm>
            <a:custGeom>
              <a:avLst/>
              <a:gdLst/>
              <a:ahLst/>
              <a:cxnLst/>
              <a:rect l="l" t="t" r="r" b="b"/>
              <a:pathLst>
                <a:path w="488" h="348" extrusionOk="0">
                  <a:moveTo>
                    <a:pt x="402" y="1"/>
                  </a:moveTo>
                  <a:cubicBezTo>
                    <a:pt x="168" y="152"/>
                    <a:pt x="1" y="252"/>
                    <a:pt x="252" y="336"/>
                  </a:cubicBezTo>
                  <a:cubicBezTo>
                    <a:pt x="275" y="344"/>
                    <a:pt x="296" y="347"/>
                    <a:pt x="314" y="347"/>
                  </a:cubicBezTo>
                  <a:cubicBezTo>
                    <a:pt x="488" y="347"/>
                    <a:pt x="419" y="18"/>
                    <a:pt x="419" y="18"/>
                  </a:cubicBezTo>
                  <a:lnTo>
                    <a:pt x="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8"/>
            <p:cNvSpPr/>
            <p:nvPr/>
          </p:nvSpPr>
          <p:spPr>
            <a:xfrm>
              <a:off x="1756125" y="1411475"/>
              <a:ext cx="12000" cy="6525"/>
            </a:xfrm>
            <a:custGeom>
              <a:avLst/>
              <a:gdLst/>
              <a:ahLst/>
              <a:cxnLst/>
              <a:rect l="l" t="t" r="r" b="b"/>
              <a:pathLst>
                <a:path w="480" h="261" extrusionOk="0">
                  <a:moveTo>
                    <a:pt x="352" y="1"/>
                  </a:moveTo>
                  <a:cubicBezTo>
                    <a:pt x="140" y="1"/>
                    <a:pt x="1" y="13"/>
                    <a:pt x="144" y="185"/>
                  </a:cubicBezTo>
                  <a:cubicBezTo>
                    <a:pt x="183" y="240"/>
                    <a:pt x="223" y="261"/>
                    <a:pt x="259" y="261"/>
                  </a:cubicBezTo>
                  <a:cubicBezTo>
                    <a:pt x="381" y="261"/>
                    <a:pt x="479" y="34"/>
                    <a:pt x="479" y="34"/>
                  </a:cubicBezTo>
                  <a:lnTo>
                    <a:pt x="462" y="1"/>
                  </a:lnTo>
                  <a:cubicBezTo>
                    <a:pt x="424" y="1"/>
                    <a:pt x="387" y="1"/>
                    <a:pt x="3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8"/>
            <p:cNvSpPr/>
            <p:nvPr/>
          </p:nvSpPr>
          <p:spPr>
            <a:xfrm>
              <a:off x="1842575" y="1405250"/>
              <a:ext cx="10900" cy="6675"/>
            </a:xfrm>
            <a:custGeom>
              <a:avLst/>
              <a:gdLst/>
              <a:ahLst/>
              <a:cxnLst/>
              <a:rect l="l" t="t" r="r" b="b"/>
              <a:pathLst>
                <a:path w="436" h="267" extrusionOk="0">
                  <a:moveTo>
                    <a:pt x="222" y="0"/>
                  </a:moveTo>
                  <a:cubicBezTo>
                    <a:pt x="137" y="0"/>
                    <a:pt x="79" y="123"/>
                    <a:pt x="1" y="267"/>
                  </a:cubicBezTo>
                  <a:lnTo>
                    <a:pt x="17" y="267"/>
                  </a:lnTo>
                  <a:cubicBezTo>
                    <a:pt x="17" y="267"/>
                    <a:pt x="436" y="116"/>
                    <a:pt x="302" y="32"/>
                  </a:cubicBezTo>
                  <a:cubicBezTo>
                    <a:pt x="272" y="10"/>
                    <a:pt x="246"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8"/>
            <p:cNvSpPr/>
            <p:nvPr/>
          </p:nvSpPr>
          <p:spPr>
            <a:xfrm>
              <a:off x="1832950" y="1400200"/>
              <a:ext cx="12175" cy="7125"/>
            </a:xfrm>
            <a:custGeom>
              <a:avLst/>
              <a:gdLst/>
              <a:ahLst/>
              <a:cxnLst/>
              <a:rect l="l" t="t" r="r" b="b"/>
              <a:pathLst>
                <a:path w="487" h="285" extrusionOk="0">
                  <a:moveTo>
                    <a:pt x="154" y="1"/>
                  </a:moveTo>
                  <a:cubicBezTo>
                    <a:pt x="17" y="1"/>
                    <a:pt x="15" y="131"/>
                    <a:pt x="1" y="285"/>
                  </a:cubicBezTo>
                  <a:lnTo>
                    <a:pt x="51" y="285"/>
                  </a:lnTo>
                  <a:cubicBezTo>
                    <a:pt x="51" y="285"/>
                    <a:pt x="486" y="67"/>
                    <a:pt x="252" y="17"/>
                  </a:cubicBezTo>
                  <a:cubicBezTo>
                    <a:pt x="213" y="6"/>
                    <a:pt x="181" y="1"/>
                    <a:pt x="1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8"/>
            <p:cNvSpPr/>
            <p:nvPr/>
          </p:nvSpPr>
          <p:spPr>
            <a:xfrm>
              <a:off x="1817900" y="1392525"/>
              <a:ext cx="12575" cy="8100"/>
            </a:xfrm>
            <a:custGeom>
              <a:avLst/>
              <a:gdLst/>
              <a:ahLst/>
              <a:cxnLst/>
              <a:rect l="l" t="t" r="r" b="b"/>
              <a:pathLst>
                <a:path w="503" h="324" extrusionOk="0">
                  <a:moveTo>
                    <a:pt x="139" y="0"/>
                  </a:moveTo>
                  <a:cubicBezTo>
                    <a:pt x="0" y="0"/>
                    <a:pt x="0" y="145"/>
                    <a:pt x="0" y="324"/>
                  </a:cubicBezTo>
                  <a:lnTo>
                    <a:pt x="34" y="324"/>
                  </a:lnTo>
                  <a:cubicBezTo>
                    <a:pt x="34" y="324"/>
                    <a:pt x="502" y="106"/>
                    <a:pt x="251" y="22"/>
                  </a:cubicBezTo>
                  <a:cubicBezTo>
                    <a:pt x="206" y="7"/>
                    <a:pt x="169" y="0"/>
                    <a:pt x="1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8"/>
            <p:cNvSpPr/>
            <p:nvPr/>
          </p:nvSpPr>
          <p:spPr>
            <a:xfrm>
              <a:off x="1792775" y="1389175"/>
              <a:ext cx="16375" cy="8100"/>
            </a:xfrm>
            <a:custGeom>
              <a:avLst/>
              <a:gdLst/>
              <a:ahLst/>
              <a:cxnLst/>
              <a:rect l="l" t="t" r="r" b="b"/>
              <a:pathLst>
                <a:path w="655" h="324" extrusionOk="0">
                  <a:moveTo>
                    <a:pt x="412" y="1"/>
                  </a:moveTo>
                  <a:cubicBezTo>
                    <a:pt x="394" y="1"/>
                    <a:pt x="375" y="2"/>
                    <a:pt x="352" y="6"/>
                  </a:cubicBezTo>
                  <a:cubicBezTo>
                    <a:pt x="1" y="73"/>
                    <a:pt x="185" y="173"/>
                    <a:pt x="403" y="324"/>
                  </a:cubicBezTo>
                  <a:lnTo>
                    <a:pt x="436" y="307"/>
                  </a:lnTo>
                  <a:cubicBezTo>
                    <a:pt x="436" y="307"/>
                    <a:pt x="655" y="1"/>
                    <a:pt x="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8"/>
            <p:cNvSpPr/>
            <p:nvPr/>
          </p:nvSpPr>
          <p:spPr>
            <a:xfrm>
              <a:off x="2274425" y="1444925"/>
              <a:ext cx="116775" cy="67025"/>
            </a:xfrm>
            <a:custGeom>
              <a:avLst/>
              <a:gdLst/>
              <a:ahLst/>
              <a:cxnLst/>
              <a:rect l="l" t="t" r="r" b="b"/>
              <a:pathLst>
                <a:path w="4671" h="2681" extrusionOk="0">
                  <a:moveTo>
                    <a:pt x="2256" y="1"/>
                  </a:moveTo>
                  <a:cubicBezTo>
                    <a:pt x="1015" y="1"/>
                    <a:pt x="17" y="574"/>
                    <a:pt x="1" y="1291"/>
                  </a:cubicBezTo>
                  <a:cubicBezTo>
                    <a:pt x="1" y="2027"/>
                    <a:pt x="1022" y="2647"/>
                    <a:pt x="2311" y="2680"/>
                  </a:cubicBezTo>
                  <a:cubicBezTo>
                    <a:pt x="2329" y="2680"/>
                    <a:pt x="2346" y="2681"/>
                    <a:pt x="2364" y="2681"/>
                  </a:cubicBezTo>
                  <a:cubicBezTo>
                    <a:pt x="3612" y="2681"/>
                    <a:pt x="4638" y="2101"/>
                    <a:pt x="4654" y="1375"/>
                  </a:cubicBezTo>
                  <a:cubicBezTo>
                    <a:pt x="4671" y="638"/>
                    <a:pt x="3633" y="19"/>
                    <a:pt x="2361" y="2"/>
                  </a:cubicBezTo>
                  <a:cubicBezTo>
                    <a:pt x="2326" y="1"/>
                    <a:pt x="2291" y="1"/>
                    <a:pt x="2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8"/>
            <p:cNvSpPr/>
            <p:nvPr/>
          </p:nvSpPr>
          <p:spPr>
            <a:xfrm>
              <a:off x="2280700" y="1468525"/>
              <a:ext cx="86250" cy="35325"/>
            </a:xfrm>
            <a:custGeom>
              <a:avLst/>
              <a:gdLst/>
              <a:ahLst/>
              <a:cxnLst/>
              <a:rect l="l" t="t" r="r" b="b"/>
              <a:pathLst>
                <a:path w="3450" h="1413" extrusionOk="0">
                  <a:moveTo>
                    <a:pt x="489" y="0"/>
                  </a:moveTo>
                  <a:cubicBezTo>
                    <a:pt x="383" y="0"/>
                    <a:pt x="299" y="42"/>
                    <a:pt x="235" y="146"/>
                  </a:cubicBezTo>
                  <a:cubicBezTo>
                    <a:pt x="1" y="498"/>
                    <a:pt x="486" y="1016"/>
                    <a:pt x="1323" y="1267"/>
                  </a:cubicBezTo>
                  <a:cubicBezTo>
                    <a:pt x="1643" y="1365"/>
                    <a:pt x="1969" y="1412"/>
                    <a:pt x="2260" y="1412"/>
                  </a:cubicBezTo>
                  <a:cubicBezTo>
                    <a:pt x="2715" y="1412"/>
                    <a:pt x="3089" y="1298"/>
                    <a:pt x="3231" y="1083"/>
                  </a:cubicBezTo>
                  <a:cubicBezTo>
                    <a:pt x="3449" y="732"/>
                    <a:pt x="2646" y="749"/>
                    <a:pt x="1825" y="498"/>
                  </a:cubicBezTo>
                  <a:cubicBezTo>
                    <a:pt x="1215" y="302"/>
                    <a:pt x="774" y="0"/>
                    <a:pt x="489"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8"/>
            <p:cNvSpPr/>
            <p:nvPr/>
          </p:nvSpPr>
          <p:spPr>
            <a:xfrm>
              <a:off x="2302900" y="1452850"/>
              <a:ext cx="82875" cy="32225"/>
            </a:xfrm>
            <a:custGeom>
              <a:avLst/>
              <a:gdLst/>
              <a:ahLst/>
              <a:cxnLst/>
              <a:rect l="l" t="t" r="r" b="b"/>
              <a:pathLst>
                <a:path w="3315" h="1289" extrusionOk="0">
                  <a:moveTo>
                    <a:pt x="1164" y="1"/>
                  </a:moveTo>
                  <a:cubicBezTo>
                    <a:pt x="887" y="1"/>
                    <a:pt x="637" y="41"/>
                    <a:pt x="452" y="120"/>
                  </a:cubicBezTo>
                  <a:cubicBezTo>
                    <a:pt x="0" y="338"/>
                    <a:pt x="854" y="438"/>
                    <a:pt x="1523" y="756"/>
                  </a:cubicBezTo>
                  <a:cubicBezTo>
                    <a:pt x="2056" y="996"/>
                    <a:pt x="2292" y="1289"/>
                    <a:pt x="2602" y="1289"/>
                  </a:cubicBezTo>
                  <a:cubicBezTo>
                    <a:pt x="2682" y="1289"/>
                    <a:pt x="2767" y="1269"/>
                    <a:pt x="2862" y="1225"/>
                  </a:cubicBezTo>
                  <a:cubicBezTo>
                    <a:pt x="3314" y="1024"/>
                    <a:pt x="3130" y="606"/>
                    <a:pt x="2477" y="288"/>
                  </a:cubicBezTo>
                  <a:cubicBezTo>
                    <a:pt x="2072" y="95"/>
                    <a:pt x="1587" y="1"/>
                    <a:pt x="116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8"/>
            <p:cNvSpPr/>
            <p:nvPr/>
          </p:nvSpPr>
          <p:spPr>
            <a:xfrm>
              <a:off x="2334700" y="1489750"/>
              <a:ext cx="10300" cy="9225"/>
            </a:xfrm>
            <a:custGeom>
              <a:avLst/>
              <a:gdLst/>
              <a:ahLst/>
              <a:cxnLst/>
              <a:rect l="l" t="t" r="r" b="b"/>
              <a:pathLst>
                <a:path w="412" h="369" extrusionOk="0">
                  <a:moveTo>
                    <a:pt x="251" y="0"/>
                  </a:moveTo>
                  <a:cubicBezTo>
                    <a:pt x="117" y="201"/>
                    <a:pt x="0" y="335"/>
                    <a:pt x="201" y="368"/>
                  </a:cubicBezTo>
                  <a:cubicBezTo>
                    <a:pt x="206" y="369"/>
                    <a:pt x="211" y="369"/>
                    <a:pt x="216" y="369"/>
                  </a:cubicBezTo>
                  <a:cubicBezTo>
                    <a:pt x="412" y="369"/>
                    <a:pt x="268" y="34"/>
                    <a:pt x="268" y="34"/>
                  </a:cubicBez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8"/>
            <p:cNvSpPr/>
            <p:nvPr/>
          </p:nvSpPr>
          <p:spPr>
            <a:xfrm>
              <a:off x="2322150" y="1488475"/>
              <a:ext cx="10225" cy="8525"/>
            </a:xfrm>
            <a:custGeom>
              <a:avLst/>
              <a:gdLst/>
              <a:ahLst/>
              <a:cxnLst/>
              <a:rect l="l" t="t" r="r" b="b"/>
              <a:pathLst>
                <a:path w="409" h="341" extrusionOk="0">
                  <a:moveTo>
                    <a:pt x="318" y="1"/>
                  </a:moveTo>
                  <a:cubicBezTo>
                    <a:pt x="151" y="135"/>
                    <a:pt x="0" y="252"/>
                    <a:pt x="201" y="336"/>
                  </a:cubicBezTo>
                  <a:cubicBezTo>
                    <a:pt x="215" y="339"/>
                    <a:pt x="227" y="340"/>
                    <a:pt x="239" y="340"/>
                  </a:cubicBezTo>
                  <a:cubicBezTo>
                    <a:pt x="408" y="340"/>
                    <a:pt x="335" y="18"/>
                    <a:pt x="335" y="18"/>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8"/>
            <p:cNvSpPr/>
            <p:nvPr/>
          </p:nvSpPr>
          <p:spPr>
            <a:xfrm>
              <a:off x="2307075" y="1484300"/>
              <a:ext cx="9425" cy="8675"/>
            </a:xfrm>
            <a:custGeom>
              <a:avLst/>
              <a:gdLst/>
              <a:ahLst/>
              <a:cxnLst/>
              <a:rect l="l" t="t" r="r" b="b"/>
              <a:pathLst>
                <a:path w="377" h="347" extrusionOk="0">
                  <a:moveTo>
                    <a:pt x="302" y="0"/>
                  </a:moveTo>
                  <a:cubicBezTo>
                    <a:pt x="134" y="134"/>
                    <a:pt x="0" y="252"/>
                    <a:pt x="201" y="335"/>
                  </a:cubicBezTo>
                  <a:cubicBezTo>
                    <a:pt x="219" y="343"/>
                    <a:pt x="234" y="347"/>
                    <a:pt x="247" y="347"/>
                  </a:cubicBezTo>
                  <a:cubicBezTo>
                    <a:pt x="376" y="347"/>
                    <a:pt x="335" y="17"/>
                    <a:pt x="335" y="17"/>
                  </a:cubicBezTo>
                  <a:lnTo>
                    <a:pt x="3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8"/>
            <p:cNvSpPr/>
            <p:nvPr/>
          </p:nvSpPr>
          <p:spPr>
            <a:xfrm>
              <a:off x="2293800" y="1478425"/>
              <a:ext cx="9525" cy="6350"/>
            </a:xfrm>
            <a:custGeom>
              <a:avLst/>
              <a:gdLst/>
              <a:ahLst/>
              <a:cxnLst/>
              <a:rect l="l" t="t" r="r" b="b"/>
              <a:pathLst>
                <a:path w="381" h="254" extrusionOk="0">
                  <a:moveTo>
                    <a:pt x="275" y="1"/>
                  </a:moveTo>
                  <a:cubicBezTo>
                    <a:pt x="105" y="1"/>
                    <a:pt x="1" y="13"/>
                    <a:pt x="130" y="185"/>
                  </a:cubicBezTo>
                  <a:cubicBezTo>
                    <a:pt x="164" y="235"/>
                    <a:pt x="196" y="254"/>
                    <a:pt x="224" y="254"/>
                  </a:cubicBezTo>
                  <a:cubicBezTo>
                    <a:pt x="321" y="254"/>
                    <a:pt x="381" y="35"/>
                    <a:pt x="381" y="35"/>
                  </a:cubicBezTo>
                  <a:lnTo>
                    <a:pt x="364" y="1"/>
                  </a:lnTo>
                  <a:cubicBezTo>
                    <a:pt x="333" y="1"/>
                    <a:pt x="303" y="1"/>
                    <a:pt x="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8"/>
            <p:cNvSpPr/>
            <p:nvPr/>
          </p:nvSpPr>
          <p:spPr>
            <a:xfrm>
              <a:off x="2360650" y="1472200"/>
              <a:ext cx="9225" cy="6275"/>
            </a:xfrm>
            <a:custGeom>
              <a:avLst/>
              <a:gdLst/>
              <a:ahLst/>
              <a:cxnLst/>
              <a:rect l="l" t="t" r="r" b="b"/>
              <a:pathLst>
                <a:path w="369" h="251" extrusionOk="0">
                  <a:moveTo>
                    <a:pt x="172" y="0"/>
                  </a:moveTo>
                  <a:cubicBezTo>
                    <a:pt x="104" y="0"/>
                    <a:pt x="52" y="120"/>
                    <a:pt x="0" y="250"/>
                  </a:cubicBezTo>
                  <a:lnTo>
                    <a:pt x="33" y="250"/>
                  </a:lnTo>
                  <a:cubicBezTo>
                    <a:pt x="33" y="250"/>
                    <a:pt x="368" y="150"/>
                    <a:pt x="234" y="32"/>
                  </a:cubicBezTo>
                  <a:cubicBezTo>
                    <a:pt x="212" y="10"/>
                    <a:pt x="19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8"/>
            <p:cNvSpPr/>
            <p:nvPr/>
          </p:nvSpPr>
          <p:spPr>
            <a:xfrm>
              <a:off x="2353950" y="1467375"/>
              <a:ext cx="8800" cy="6900"/>
            </a:xfrm>
            <a:custGeom>
              <a:avLst/>
              <a:gdLst/>
              <a:ahLst/>
              <a:cxnLst/>
              <a:rect l="l" t="t" r="r" b="b"/>
              <a:pathLst>
                <a:path w="352" h="276" extrusionOk="0">
                  <a:moveTo>
                    <a:pt x="104" y="1"/>
                  </a:moveTo>
                  <a:cubicBezTo>
                    <a:pt x="16" y="1"/>
                    <a:pt x="14" y="127"/>
                    <a:pt x="0" y="276"/>
                  </a:cubicBezTo>
                  <a:lnTo>
                    <a:pt x="17" y="276"/>
                  </a:lnTo>
                  <a:cubicBezTo>
                    <a:pt x="17" y="276"/>
                    <a:pt x="352" y="92"/>
                    <a:pt x="184" y="25"/>
                  </a:cubicBezTo>
                  <a:cubicBezTo>
                    <a:pt x="152" y="8"/>
                    <a:pt x="125" y="1"/>
                    <a:pt x="1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8"/>
            <p:cNvSpPr/>
            <p:nvPr/>
          </p:nvSpPr>
          <p:spPr>
            <a:xfrm>
              <a:off x="2341100" y="1459900"/>
              <a:ext cx="9950" cy="8100"/>
            </a:xfrm>
            <a:custGeom>
              <a:avLst/>
              <a:gdLst/>
              <a:ahLst/>
              <a:cxnLst/>
              <a:rect l="l" t="t" r="r" b="b"/>
              <a:pathLst>
                <a:path w="398" h="324" extrusionOk="0">
                  <a:moveTo>
                    <a:pt x="108" y="0"/>
                  </a:moveTo>
                  <a:cubicBezTo>
                    <a:pt x="1" y="0"/>
                    <a:pt x="12" y="145"/>
                    <a:pt x="12" y="324"/>
                  </a:cubicBezTo>
                  <a:lnTo>
                    <a:pt x="62" y="324"/>
                  </a:lnTo>
                  <a:cubicBezTo>
                    <a:pt x="62" y="324"/>
                    <a:pt x="397" y="106"/>
                    <a:pt x="196" y="22"/>
                  </a:cubicBezTo>
                  <a:cubicBezTo>
                    <a:pt x="160" y="7"/>
                    <a:pt x="131" y="0"/>
                    <a:pt x="1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8"/>
            <p:cNvSpPr/>
            <p:nvPr/>
          </p:nvSpPr>
          <p:spPr>
            <a:xfrm>
              <a:off x="2321725" y="1457300"/>
              <a:ext cx="12275" cy="7350"/>
            </a:xfrm>
            <a:custGeom>
              <a:avLst/>
              <a:gdLst/>
              <a:ahLst/>
              <a:cxnLst/>
              <a:rect l="l" t="t" r="r" b="b"/>
              <a:pathLst>
                <a:path w="491" h="294" extrusionOk="0">
                  <a:moveTo>
                    <a:pt x="327" y="0"/>
                  </a:moveTo>
                  <a:cubicBezTo>
                    <a:pt x="310" y="0"/>
                    <a:pt x="291" y="3"/>
                    <a:pt x="268" y="9"/>
                  </a:cubicBezTo>
                  <a:cubicBezTo>
                    <a:pt x="0" y="76"/>
                    <a:pt x="134" y="177"/>
                    <a:pt x="302" y="294"/>
                  </a:cubicBezTo>
                  <a:lnTo>
                    <a:pt x="352" y="277"/>
                  </a:lnTo>
                  <a:cubicBezTo>
                    <a:pt x="352" y="277"/>
                    <a:pt x="490" y="0"/>
                    <a:pt x="3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8"/>
            <p:cNvSpPr/>
            <p:nvPr/>
          </p:nvSpPr>
          <p:spPr>
            <a:xfrm>
              <a:off x="1904500" y="1452925"/>
              <a:ext cx="118050" cy="66975"/>
            </a:xfrm>
            <a:custGeom>
              <a:avLst/>
              <a:gdLst/>
              <a:ahLst/>
              <a:cxnLst/>
              <a:rect l="l" t="t" r="r" b="b"/>
              <a:pathLst>
                <a:path w="4722" h="2679" extrusionOk="0">
                  <a:moveTo>
                    <a:pt x="2311" y="0"/>
                  </a:moveTo>
                  <a:cubicBezTo>
                    <a:pt x="1039" y="0"/>
                    <a:pt x="1" y="603"/>
                    <a:pt x="51" y="1339"/>
                  </a:cubicBezTo>
                  <a:cubicBezTo>
                    <a:pt x="68" y="2059"/>
                    <a:pt x="1139" y="2678"/>
                    <a:pt x="2411" y="2678"/>
                  </a:cubicBezTo>
                  <a:cubicBezTo>
                    <a:pt x="3683" y="2678"/>
                    <a:pt x="4721" y="2059"/>
                    <a:pt x="4671" y="1339"/>
                  </a:cubicBezTo>
                  <a:cubicBezTo>
                    <a:pt x="4654" y="603"/>
                    <a:pt x="3600" y="0"/>
                    <a:pt x="23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8"/>
            <p:cNvSpPr/>
            <p:nvPr/>
          </p:nvSpPr>
          <p:spPr>
            <a:xfrm>
              <a:off x="1905350" y="1447900"/>
              <a:ext cx="117600" cy="66975"/>
            </a:xfrm>
            <a:custGeom>
              <a:avLst/>
              <a:gdLst/>
              <a:ahLst/>
              <a:cxnLst/>
              <a:rect l="l" t="t" r="r" b="b"/>
              <a:pathLst>
                <a:path w="4704" h="2679" extrusionOk="0">
                  <a:moveTo>
                    <a:pt x="2294" y="0"/>
                  </a:moveTo>
                  <a:cubicBezTo>
                    <a:pt x="1022" y="0"/>
                    <a:pt x="0" y="619"/>
                    <a:pt x="34" y="1339"/>
                  </a:cubicBezTo>
                  <a:cubicBezTo>
                    <a:pt x="51" y="2076"/>
                    <a:pt x="1122" y="2678"/>
                    <a:pt x="2394" y="2678"/>
                  </a:cubicBezTo>
                  <a:cubicBezTo>
                    <a:pt x="3666" y="2678"/>
                    <a:pt x="4704" y="2092"/>
                    <a:pt x="4654" y="1339"/>
                  </a:cubicBezTo>
                  <a:cubicBezTo>
                    <a:pt x="4637" y="619"/>
                    <a:pt x="3566" y="0"/>
                    <a:pt x="22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8"/>
            <p:cNvSpPr/>
            <p:nvPr/>
          </p:nvSpPr>
          <p:spPr>
            <a:xfrm>
              <a:off x="1912050" y="1471625"/>
              <a:ext cx="86225" cy="35575"/>
            </a:xfrm>
            <a:custGeom>
              <a:avLst/>
              <a:gdLst/>
              <a:ahLst/>
              <a:cxnLst/>
              <a:rect l="l" t="t" r="r" b="b"/>
              <a:pathLst>
                <a:path w="3449" h="1423" extrusionOk="0">
                  <a:moveTo>
                    <a:pt x="477" y="1"/>
                  </a:moveTo>
                  <a:cubicBezTo>
                    <a:pt x="374" y="1"/>
                    <a:pt x="293" y="41"/>
                    <a:pt x="235" y="139"/>
                  </a:cubicBezTo>
                  <a:cubicBezTo>
                    <a:pt x="0" y="507"/>
                    <a:pt x="486" y="1026"/>
                    <a:pt x="1323" y="1277"/>
                  </a:cubicBezTo>
                  <a:cubicBezTo>
                    <a:pt x="1636" y="1375"/>
                    <a:pt x="1957" y="1422"/>
                    <a:pt x="2246" y="1422"/>
                  </a:cubicBezTo>
                  <a:cubicBezTo>
                    <a:pt x="2698" y="1422"/>
                    <a:pt x="3071" y="1308"/>
                    <a:pt x="3214" y="1093"/>
                  </a:cubicBezTo>
                  <a:cubicBezTo>
                    <a:pt x="3448" y="725"/>
                    <a:pt x="2628" y="759"/>
                    <a:pt x="1825" y="507"/>
                  </a:cubicBezTo>
                  <a:cubicBezTo>
                    <a:pt x="1212" y="299"/>
                    <a:pt x="760" y="1"/>
                    <a:pt x="47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8"/>
            <p:cNvSpPr/>
            <p:nvPr/>
          </p:nvSpPr>
          <p:spPr>
            <a:xfrm>
              <a:off x="1933800" y="1455925"/>
              <a:ext cx="83300" cy="32350"/>
            </a:xfrm>
            <a:custGeom>
              <a:avLst/>
              <a:gdLst/>
              <a:ahLst/>
              <a:cxnLst/>
              <a:rect l="l" t="t" r="r" b="b"/>
              <a:pathLst>
                <a:path w="3332" h="1294" extrusionOk="0">
                  <a:moveTo>
                    <a:pt x="1142" y="0"/>
                  </a:moveTo>
                  <a:cubicBezTo>
                    <a:pt x="877" y="0"/>
                    <a:pt x="641" y="38"/>
                    <a:pt x="469" y="114"/>
                  </a:cubicBezTo>
                  <a:cubicBezTo>
                    <a:pt x="1" y="332"/>
                    <a:pt x="871" y="432"/>
                    <a:pt x="1541" y="750"/>
                  </a:cubicBezTo>
                  <a:cubicBezTo>
                    <a:pt x="2078" y="1006"/>
                    <a:pt x="2313" y="1293"/>
                    <a:pt x="2627" y="1293"/>
                  </a:cubicBezTo>
                  <a:cubicBezTo>
                    <a:pt x="2705" y="1293"/>
                    <a:pt x="2787" y="1276"/>
                    <a:pt x="2880" y="1236"/>
                  </a:cubicBezTo>
                  <a:cubicBezTo>
                    <a:pt x="3332" y="1018"/>
                    <a:pt x="3148" y="600"/>
                    <a:pt x="2495" y="298"/>
                  </a:cubicBezTo>
                  <a:cubicBezTo>
                    <a:pt x="2079" y="101"/>
                    <a:pt x="1574" y="0"/>
                    <a:pt x="114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8"/>
            <p:cNvSpPr/>
            <p:nvPr/>
          </p:nvSpPr>
          <p:spPr>
            <a:xfrm>
              <a:off x="1966025" y="1493075"/>
              <a:ext cx="10725" cy="8850"/>
            </a:xfrm>
            <a:custGeom>
              <a:avLst/>
              <a:gdLst/>
              <a:ahLst/>
              <a:cxnLst/>
              <a:rect l="l" t="t" r="r" b="b"/>
              <a:pathLst>
                <a:path w="429" h="354" extrusionOk="0">
                  <a:moveTo>
                    <a:pt x="252" y="1"/>
                  </a:moveTo>
                  <a:cubicBezTo>
                    <a:pt x="118" y="185"/>
                    <a:pt x="1" y="336"/>
                    <a:pt x="201" y="352"/>
                  </a:cubicBezTo>
                  <a:cubicBezTo>
                    <a:pt x="207" y="353"/>
                    <a:pt x="212" y="353"/>
                    <a:pt x="217" y="353"/>
                  </a:cubicBezTo>
                  <a:cubicBezTo>
                    <a:pt x="428" y="353"/>
                    <a:pt x="268" y="18"/>
                    <a:pt x="268" y="18"/>
                  </a:cubicBezTo>
                  <a:lnTo>
                    <a:pt x="2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8"/>
            <p:cNvSpPr/>
            <p:nvPr/>
          </p:nvSpPr>
          <p:spPr>
            <a:xfrm>
              <a:off x="1953475" y="1491400"/>
              <a:ext cx="10150" cy="8600"/>
            </a:xfrm>
            <a:custGeom>
              <a:avLst/>
              <a:gdLst/>
              <a:ahLst/>
              <a:cxnLst/>
              <a:rect l="l" t="t" r="r" b="b"/>
              <a:pathLst>
                <a:path w="406" h="344" extrusionOk="0">
                  <a:moveTo>
                    <a:pt x="302" y="1"/>
                  </a:moveTo>
                  <a:cubicBezTo>
                    <a:pt x="134" y="152"/>
                    <a:pt x="0" y="252"/>
                    <a:pt x="201" y="336"/>
                  </a:cubicBezTo>
                  <a:cubicBezTo>
                    <a:pt x="219" y="341"/>
                    <a:pt x="234" y="344"/>
                    <a:pt x="248" y="344"/>
                  </a:cubicBezTo>
                  <a:cubicBezTo>
                    <a:pt x="406" y="344"/>
                    <a:pt x="335" y="18"/>
                    <a:pt x="335" y="18"/>
                  </a:cubicBezTo>
                  <a:lnTo>
                    <a:pt x="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8"/>
            <p:cNvSpPr/>
            <p:nvPr/>
          </p:nvSpPr>
          <p:spPr>
            <a:xfrm>
              <a:off x="1938000" y="1487225"/>
              <a:ext cx="9750" cy="8675"/>
            </a:xfrm>
            <a:custGeom>
              <a:avLst/>
              <a:gdLst/>
              <a:ahLst/>
              <a:cxnLst/>
              <a:rect l="l" t="t" r="r" b="b"/>
              <a:pathLst>
                <a:path w="390" h="347" extrusionOk="0">
                  <a:moveTo>
                    <a:pt x="318" y="1"/>
                  </a:moveTo>
                  <a:cubicBezTo>
                    <a:pt x="151" y="151"/>
                    <a:pt x="0" y="252"/>
                    <a:pt x="218" y="335"/>
                  </a:cubicBezTo>
                  <a:cubicBezTo>
                    <a:pt x="235" y="343"/>
                    <a:pt x="250" y="347"/>
                    <a:pt x="263" y="347"/>
                  </a:cubicBezTo>
                  <a:cubicBezTo>
                    <a:pt x="390" y="347"/>
                    <a:pt x="335" y="17"/>
                    <a:pt x="335" y="17"/>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8"/>
            <p:cNvSpPr/>
            <p:nvPr/>
          </p:nvSpPr>
          <p:spPr>
            <a:xfrm>
              <a:off x="1925125" y="1480950"/>
              <a:ext cx="9125" cy="6575"/>
            </a:xfrm>
            <a:custGeom>
              <a:avLst/>
              <a:gdLst/>
              <a:ahLst/>
              <a:cxnLst/>
              <a:rect l="l" t="t" r="r" b="b"/>
              <a:pathLst>
                <a:path w="365" h="263" extrusionOk="0">
                  <a:moveTo>
                    <a:pt x="264" y="0"/>
                  </a:moveTo>
                  <a:cubicBezTo>
                    <a:pt x="105" y="0"/>
                    <a:pt x="1" y="12"/>
                    <a:pt x="130" y="185"/>
                  </a:cubicBezTo>
                  <a:cubicBezTo>
                    <a:pt x="162" y="241"/>
                    <a:pt x="193" y="263"/>
                    <a:pt x="220" y="263"/>
                  </a:cubicBezTo>
                  <a:cubicBezTo>
                    <a:pt x="307" y="263"/>
                    <a:pt x="364" y="51"/>
                    <a:pt x="364" y="51"/>
                  </a:cubicBezTo>
                  <a:lnTo>
                    <a:pt x="348" y="1"/>
                  </a:lnTo>
                  <a:cubicBezTo>
                    <a:pt x="319" y="1"/>
                    <a:pt x="291" y="0"/>
                    <a:pt x="2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8"/>
            <p:cNvSpPr/>
            <p:nvPr/>
          </p:nvSpPr>
          <p:spPr>
            <a:xfrm>
              <a:off x="1991975" y="1475475"/>
              <a:ext cx="8800" cy="5925"/>
            </a:xfrm>
            <a:custGeom>
              <a:avLst/>
              <a:gdLst/>
              <a:ahLst/>
              <a:cxnLst/>
              <a:rect l="l" t="t" r="r" b="b"/>
              <a:pathLst>
                <a:path w="352" h="237" extrusionOk="0">
                  <a:moveTo>
                    <a:pt x="168" y="1"/>
                  </a:moveTo>
                  <a:cubicBezTo>
                    <a:pt x="102" y="1"/>
                    <a:pt x="51" y="109"/>
                    <a:pt x="0" y="236"/>
                  </a:cubicBezTo>
                  <a:lnTo>
                    <a:pt x="17" y="236"/>
                  </a:lnTo>
                  <a:cubicBezTo>
                    <a:pt x="17" y="236"/>
                    <a:pt x="352" y="119"/>
                    <a:pt x="235" y="35"/>
                  </a:cubicBezTo>
                  <a:cubicBezTo>
                    <a:pt x="211" y="11"/>
                    <a:pt x="189" y="1"/>
                    <a:pt x="1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8"/>
            <p:cNvSpPr/>
            <p:nvPr/>
          </p:nvSpPr>
          <p:spPr>
            <a:xfrm>
              <a:off x="1985275" y="1470325"/>
              <a:ext cx="8825" cy="6875"/>
            </a:xfrm>
            <a:custGeom>
              <a:avLst/>
              <a:gdLst/>
              <a:ahLst/>
              <a:cxnLst/>
              <a:rect l="l" t="t" r="r" b="b"/>
              <a:pathLst>
                <a:path w="353" h="275" extrusionOk="0">
                  <a:moveTo>
                    <a:pt x="105" y="0"/>
                  </a:moveTo>
                  <a:cubicBezTo>
                    <a:pt x="17" y="0"/>
                    <a:pt x="14" y="127"/>
                    <a:pt x="1" y="275"/>
                  </a:cubicBezTo>
                  <a:lnTo>
                    <a:pt x="17" y="275"/>
                  </a:lnTo>
                  <a:cubicBezTo>
                    <a:pt x="17" y="275"/>
                    <a:pt x="352" y="91"/>
                    <a:pt x="185" y="24"/>
                  </a:cubicBezTo>
                  <a:cubicBezTo>
                    <a:pt x="152" y="7"/>
                    <a:pt x="126" y="0"/>
                    <a:pt x="1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8"/>
            <p:cNvSpPr/>
            <p:nvPr/>
          </p:nvSpPr>
          <p:spPr>
            <a:xfrm>
              <a:off x="1972450" y="1463250"/>
              <a:ext cx="9500" cy="7675"/>
            </a:xfrm>
            <a:custGeom>
              <a:avLst/>
              <a:gdLst/>
              <a:ahLst/>
              <a:cxnLst/>
              <a:rect l="l" t="t" r="r" b="b"/>
              <a:pathLst>
                <a:path w="380" h="307" extrusionOk="0">
                  <a:moveTo>
                    <a:pt x="106" y="0"/>
                  </a:moveTo>
                  <a:cubicBezTo>
                    <a:pt x="0" y="0"/>
                    <a:pt x="11" y="142"/>
                    <a:pt x="11" y="307"/>
                  </a:cubicBezTo>
                  <a:lnTo>
                    <a:pt x="45" y="307"/>
                  </a:lnTo>
                  <a:cubicBezTo>
                    <a:pt x="45" y="307"/>
                    <a:pt x="380" y="106"/>
                    <a:pt x="195" y="22"/>
                  </a:cubicBezTo>
                  <a:cubicBezTo>
                    <a:pt x="159" y="7"/>
                    <a:pt x="130"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8"/>
            <p:cNvSpPr/>
            <p:nvPr/>
          </p:nvSpPr>
          <p:spPr>
            <a:xfrm>
              <a:off x="1952625" y="1460325"/>
              <a:ext cx="13225" cy="7675"/>
            </a:xfrm>
            <a:custGeom>
              <a:avLst/>
              <a:gdLst/>
              <a:ahLst/>
              <a:cxnLst/>
              <a:rect l="l" t="t" r="r" b="b"/>
              <a:pathLst>
                <a:path w="529" h="307" extrusionOk="0">
                  <a:moveTo>
                    <a:pt x="335" y="0"/>
                  </a:moveTo>
                  <a:cubicBezTo>
                    <a:pt x="321" y="0"/>
                    <a:pt x="304" y="2"/>
                    <a:pt x="285" y="5"/>
                  </a:cubicBezTo>
                  <a:cubicBezTo>
                    <a:pt x="1" y="72"/>
                    <a:pt x="152" y="173"/>
                    <a:pt x="319" y="307"/>
                  </a:cubicBezTo>
                  <a:lnTo>
                    <a:pt x="369" y="290"/>
                  </a:lnTo>
                  <a:cubicBezTo>
                    <a:pt x="369" y="290"/>
                    <a:pt x="528"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8"/>
            <p:cNvSpPr/>
            <p:nvPr/>
          </p:nvSpPr>
          <p:spPr>
            <a:xfrm>
              <a:off x="2060175" y="1350225"/>
              <a:ext cx="121375" cy="61700"/>
            </a:xfrm>
            <a:custGeom>
              <a:avLst/>
              <a:gdLst/>
              <a:ahLst/>
              <a:cxnLst/>
              <a:rect l="l" t="t" r="r" b="b"/>
              <a:pathLst>
                <a:path w="4855" h="2468" extrusionOk="0">
                  <a:moveTo>
                    <a:pt x="1927" y="1"/>
                  </a:moveTo>
                  <a:cubicBezTo>
                    <a:pt x="1854" y="1"/>
                    <a:pt x="1781" y="3"/>
                    <a:pt x="1708" y="7"/>
                  </a:cubicBezTo>
                  <a:cubicBezTo>
                    <a:pt x="637" y="57"/>
                    <a:pt x="1" y="593"/>
                    <a:pt x="185" y="1212"/>
                  </a:cubicBezTo>
                  <a:cubicBezTo>
                    <a:pt x="386" y="1882"/>
                    <a:pt x="1541" y="2468"/>
                    <a:pt x="2779" y="2468"/>
                  </a:cubicBezTo>
                  <a:cubicBezTo>
                    <a:pt x="4102" y="2468"/>
                    <a:pt x="4855" y="1815"/>
                    <a:pt x="4436" y="1095"/>
                  </a:cubicBezTo>
                  <a:cubicBezTo>
                    <a:pt x="4077" y="438"/>
                    <a:pt x="2972" y="1"/>
                    <a:pt x="19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8"/>
            <p:cNvSpPr/>
            <p:nvPr/>
          </p:nvSpPr>
          <p:spPr>
            <a:xfrm>
              <a:off x="2061025" y="1344800"/>
              <a:ext cx="121800" cy="61700"/>
            </a:xfrm>
            <a:custGeom>
              <a:avLst/>
              <a:gdLst/>
              <a:ahLst/>
              <a:cxnLst/>
              <a:rect l="l" t="t" r="r" b="b"/>
              <a:pathLst>
                <a:path w="4872" h="2468" extrusionOk="0">
                  <a:moveTo>
                    <a:pt x="1954" y="0"/>
                  </a:moveTo>
                  <a:cubicBezTo>
                    <a:pt x="1882" y="0"/>
                    <a:pt x="1811" y="2"/>
                    <a:pt x="1741" y="6"/>
                  </a:cubicBezTo>
                  <a:cubicBezTo>
                    <a:pt x="670" y="73"/>
                    <a:pt x="0" y="592"/>
                    <a:pt x="218" y="1228"/>
                  </a:cubicBezTo>
                  <a:cubicBezTo>
                    <a:pt x="416" y="1889"/>
                    <a:pt x="1525" y="2467"/>
                    <a:pt x="2760" y="2467"/>
                  </a:cubicBezTo>
                  <a:cubicBezTo>
                    <a:pt x="2777" y="2467"/>
                    <a:pt x="2795" y="2467"/>
                    <a:pt x="2812" y="2467"/>
                  </a:cubicBezTo>
                  <a:cubicBezTo>
                    <a:pt x="4101" y="2467"/>
                    <a:pt x="4871" y="1831"/>
                    <a:pt x="4453" y="1094"/>
                  </a:cubicBezTo>
                  <a:cubicBezTo>
                    <a:pt x="4108" y="452"/>
                    <a:pt x="3000" y="0"/>
                    <a:pt x="19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8"/>
            <p:cNvSpPr/>
            <p:nvPr/>
          </p:nvSpPr>
          <p:spPr>
            <a:xfrm>
              <a:off x="2089900" y="1363150"/>
              <a:ext cx="78275" cy="35475"/>
            </a:xfrm>
            <a:custGeom>
              <a:avLst/>
              <a:gdLst/>
              <a:ahLst/>
              <a:cxnLst/>
              <a:rect l="l" t="t" r="r" b="b"/>
              <a:pathLst>
                <a:path w="3131" h="1419" extrusionOk="0">
                  <a:moveTo>
                    <a:pt x="2426" y="0"/>
                  </a:moveTo>
                  <a:cubicBezTo>
                    <a:pt x="2140" y="0"/>
                    <a:pt x="1867" y="308"/>
                    <a:pt x="1373" y="511"/>
                  </a:cubicBezTo>
                  <a:cubicBezTo>
                    <a:pt x="737" y="779"/>
                    <a:pt x="0" y="762"/>
                    <a:pt x="335" y="1097"/>
                  </a:cubicBezTo>
                  <a:cubicBezTo>
                    <a:pt x="543" y="1305"/>
                    <a:pt x="926" y="1419"/>
                    <a:pt x="1353" y="1419"/>
                  </a:cubicBezTo>
                  <a:cubicBezTo>
                    <a:pt x="1648" y="1419"/>
                    <a:pt x="1965" y="1364"/>
                    <a:pt x="2260" y="1248"/>
                  </a:cubicBezTo>
                  <a:cubicBezTo>
                    <a:pt x="2946" y="946"/>
                    <a:pt x="3130" y="444"/>
                    <a:pt x="2712" y="109"/>
                  </a:cubicBezTo>
                  <a:cubicBezTo>
                    <a:pt x="2610" y="32"/>
                    <a:pt x="2517" y="0"/>
                    <a:pt x="2426"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8"/>
            <p:cNvSpPr/>
            <p:nvPr/>
          </p:nvSpPr>
          <p:spPr>
            <a:xfrm>
              <a:off x="2070650" y="1351300"/>
              <a:ext cx="66975" cy="29650"/>
            </a:xfrm>
            <a:custGeom>
              <a:avLst/>
              <a:gdLst/>
              <a:ahLst/>
              <a:cxnLst/>
              <a:rect l="l" t="t" r="r" b="b"/>
              <a:pathLst>
                <a:path w="2679" h="1186" extrusionOk="0">
                  <a:moveTo>
                    <a:pt x="1607" y="0"/>
                  </a:moveTo>
                  <a:cubicBezTo>
                    <a:pt x="1209" y="0"/>
                    <a:pt x="766" y="108"/>
                    <a:pt x="452" y="299"/>
                  </a:cubicBezTo>
                  <a:cubicBezTo>
                    <a:pt x="0" y="583"/>
                    <a:pt x="0" y="968"/>
                    <a:pt x="452" y="1136"/>
                  </a:cubicBezTo>
                  <a:cubicBezTo>
                    <a:pt x="543" y="1170"/>
                    <a:pt x="618" y="1185"/>
                    <a:pt x="683" y="1185"/>
                  </a:cubicBezTo>
                  <a:cubicBezTo>
                    <a:pt x="966" y="1185"/>
                    <a:pt x="1062" y="899"/>
                    <a:pt x="1456" y="667"/>
                  </a:cubicBezTo>
                  <a:cubicBezTo>
                    <a:pt x="1942" y="383"/>
                    <a:pt x="2678" y="249"/>
                    <a:pt x="2143" y="81"/>
                  </a:cubicBezTo>
                  <a:cubicBezTo>
                    <a:pt x="1988" y="26"/>
                    <a:pt x="1803" y="0"/>
                    <a:pt x="160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8"/>
            <p:cNvSpPr/>
            <p:nvPr/>
          </p:nvSpPr>
          <p:spPr>
            <a:xfrm>
              <a:off x="2113750" y="1385125"/>
              <a:ext cx="10050" cy="8450"/>
            </a:xfrm>
            <a:custGeom>
              <a:avLst/>
              <a:gdLst/>
              <a:ahLst/>
              <a:cxnLst/>
              <a:rect l="l" t="t" r="r" b="b"/>
              <a:pathLst>
                <a:path w="402" h="338" extrusionOk="0">
                  <a:moveTo>
                    <a:pt x="0" y="0"/>
                  </a:moveTo>
                  <a:cubicBezTo>
                    <a:pt x="0" y="0"/>
                    <a:pt x="0" y="337"/>
                    <a:pt x="191" y="337"/>
                  </a:cubicBezTo>
                  <a:cubicBezTo>
                    <a:pt x="199" y="337"/>
                    <a:pt x="208" y="337"/>
                    <a:pt x="218" y="335"/>
                  </a:cubicBezTo>
                  <a:cubicBezTo>
                    <a:pt x="402" y="318"/>
                    <a:pt x="235" y="168"/>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8"/>
            <p:cNvSpPr/>
            <p:nvPr/>
          </p:nvSpPr>
          <p:spPr>
            <a:xfrm>
              <a:off x="2123375" y="1382600"/>
              <a:ext cx="10900" cy="8275"/>
            </a:xfrm>
            <a:custGeom>
              <a:avLst/>
              <a:gdLst/>
              <a:ahLst/>
              <a:cxnLst/>
              <a:rect l="l" t="t" r="r" b="b"/>
              <a:pathLst>
                <a:path w="436" h="331" extrusionOk="0">
                  <a:moveTo>
                    <a:pt x="17" y="1"/>
                  </a:moveTo>
                  <a:lnTo>
                    <a:pt x="0" y="18"/>
                  </a:lnTo>
                  <a:cubicBezTo>
                    <a:pt x="0" y="18"/>
                    <a:pt x="82" y="331"/>
                    <a:pt x="221" y="331"/>
                  </a:cubicBezTo>
                  <a:cubicBezTo>
                    <a:pt x="236" y="331"/>
                    <a:pt x="252" y="327"/>
                    <a:pt x="268" y="319"/>
                  </a:cubicBezTo>
                  <a:cubicBezTo>
                    <a:pt x="435" y="235"/>
                    <a:pt x="251" y="152"/>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8"/>
            <p:cNvSpPr/>
            <p:nvPr/>
          </p:nvSpPr>
          <p:spPr>
            <a:xfrm>
              <a:off x="2136350" y="1378425"/>
              <a:ext cx="10900" cy="8375"/>
            </a:xfrm>
            <a:custGeom>
              <a:avLst/>
              <a:gdLst/>
              <a:ahLst/>
              <a:cxnLst/>
              <a:rect l="l" t="t" r="r" b="b"/>
              <a:pathLst>
                <a:path w="436" h="335" extrusionOk="0">
                  <a:moveTo>
                    <a:pt x="17" y="1"/>
                  </a:moveTo>
                  <a:lnTo>
                    <a:pt x="0" y="17"/>
                  </a:lnTo>
                  <a:cubicBezTo>
                    <a:pt x="0" y="17"/>
                    <a:pt x="79" y="335"/>
                    <a:pt x="238" y="335"/>
                  </a:cubicBezTo>
                  <a:cubicBezTo>
                    <a:pt x="258" y="335"/>
                    <a:pt x="279" y="330"/>
                    <a:pt x="301" y="319"/>
                  </a:cubicBezTo>
                  <a:cubicBezTo>
                    <a:pt x="435" y="235"/>
                    <a:pt x="251" y="134"/>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8"/>
            <p:cNvSpPr/>
            <p:nvPr/>
          </p:nvSpPr>
          <p:spPr>
            <a:xfrm>
              <a:off x="2144700" y="1372325"/>
              <a:ext cx="8700" cy="6300"/>
            </a:xfrm>
            <a:custGeom>
              <a:avLst/>
              <a:gdLst/>
              <a:ahLst/>
              <a:cxnLst/>
              <a:rect l="l" t="t" r="r" b="b"/>
              <a:pathLst>
                <a:path w="348" h="252" extrusionOk="0">
                  <a:moveTo>
                    <a:pt x="161" y="1"/>
                  </a:moveTo>
                  <a:cubicBezTo>
                    <a:pt x="115" y="1"/>
                    <a:pt x="61" y="6"/>
                    <a:pt x="1" y="10"/>
                  </a:cubicBezTo>
                  <a:lnTo>
                    <a:pt x="1" y="60"/>
                  </a:lnTo>
                  <a:cubicBezTo>
                    <a:pt x="1" y="60"/>
                    <a:pt x="173" y="251"/>
                    <a:pt x="271" y="251"/>
                  </a:cubicBezTo>
                  <a:cubicBezTo>
                    <a:pt x="303" y="251"/>
                    <a:pt x="327" y="231"/>
                    <a:pt x="336" y="178"/>
                  </a:cubicBezTo>
                  <a:cubicBezTo>
                    <a:pt x="348" y="32"/>
                    <a:pt x="281" y="1"/>
                    <a:pt x="1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8"/>
            <p:cNvSpPr/>
            <p:nvPr/>
          </p:nvSpPr>
          <p:spPr>
            <a:xfrm>
              <a:off x="2083200" y="1369125"/>
              <a:ext cx="8400" cy="5550"/>
            </a:xfrm>
            <a:custGeom>
              <a:avLst/>
              <a:gdLst/>
              <a:ahLst/>
              <a:cxnLst/>
              <a:rect l="l" t="t" r="r" b="b"/>
              <a:pathLst>
                <a:path w="336" h="222" extrusionOk="0">
                  <a:moveTo>
                    <a:pt x="108" y="1"/>
                  </a:moveTo>
                  <a:cubicBezTo>
                    <a:pt x="87" y="1"/>
                    <a:pt x="68" y="12"/>
                    <a:pt x="51" y="38"/>
                  </a:cubicBezTo>
                  <a:cubicBezTo>
                    <a:pt x="0" y="121"/>
                    <a:pt x="335" y="222"/>
                    <a:pt x="335" y="222"/>
                  </a:cubicBezTo>
                  <a:cubicBezTo>
                    <a:pt x="248" y="97"/>
                    <a:pt x="170" y="1"/>
                    <a:pt x="1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8"/>
            <p:cNvSpPr/>
            <p:nvPr/>
          </p:nvSpPr>
          <p:spPr>
            <a:xfrm>
              <a:off x="2086550" y="1364750"/>
              <a:ext cx="9650" cy="5750"/>
            </a:xfrm>
            <a:custGeom>
              <a:avLst/>
              <a:gdLst/>
              <a:ahLst/>
              <a:cxnLst/>
              <a:rect l="l" t="t" r="r" b="b"/>
              <a:pathLst>
                <a:path w="386" h="230" extrusionOk="0">
                  <a:moveTo>
                    <a:pt x="205" y="1"/>
                  </a:moveTo>
                  <a:cubicBezTo>
                    <a:pt x="184" y="1"/>
                    <a:pt x="161" y="10"/>
                    <a:pt x="134" y="29"/>
                  </a:cubicBezTo>
                  <a:cubicBezTo>
                    <a:pt x="0" y="62"/>
                    <a:pt x="369" y="230"/>
                    <a:pt x="369" y="230"/>
                  </a:cubicBezTo>
                  <a:lnTo>
                    <a:pt x="385" y="230"/>
                  </a:lnTo>
                  <a:cubicBezTo>
                    <a:pt x="321" y="100"/>
                    <a:pt x="276" y="1"/>
                    <a:pt x="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8"/>
            <p:cNvSpPr/>
            <p:nvPr/>
          </p:nvSpPr>
          <p:spPr>
            <a:xfrm>
              <a:off x="2094075" y="1358125"/>
              <a:ext cx="10075" cy="6100"/>
            </a:xfrm>
            <a:custGeom>
              <a:avLst/>
              <a:gdLst/>
              <a:ahLst/>
              <a:cxnLst/>
              <a:rect l="l" t="t" r="r" b="b"/>
              <a:pathLst>
                <a:path w="403" h="244" extrusionOk="0">
                  <a:moveTo>
                    <a:pt x="201" y="0"/>
                  </a:moveTo>
                  <a:cubicBezTo>
                    <a:pt x="177" y="0"/>
                    <a:pt x="150" y="8"/>
                    <a:pt x="118" y="26"/>
                  </a:cubicBezTo>
                  <a:cubicBezTo>
                    <a:pt x="1" y="76"/>
                    <a:pt x="369" y="243"/>
                    <a:pt x="369" y="243"/>
                  </a:cubicBezTo>
                  <a:lnTo>
                    <a:pt x="402" y="243"/>
                  </a:lnTo>
                  <a:cubicBezTo>
                    <a:pt x="336" y="111"/>
                    <a:pt x="291"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8"/>
            <p:cNvSpPr/>
            <p:nvPr/>
          </p:nvSpPr>
          <p:spPr>
            <a:xfrm>
              <a:off x="2106800" y="1355175"/>
              <a:ext cx="12000" cy="6550"/>
            </a:xfrm>
            <a:custGeom>
              <a:avLst/>
              <a:gdLst/>
              <a:ahLst/>
              <a:cxnLst/>
              <a:rect l="l" t="t" r="r" b="b"/>
              <a:pathLst>
                <a:path w="480" h="262" extrusionOk="0">
                  <a:moveTo>
                    <a:pt x="135" y="0"/>
                  </a:moveTo>
                  <a:cubicBezTo>
                    <a:pt x="1" y="0"/>
                    <a:pt x="245" y="244"/>
                    <a:pt x="245" y="244"/>
                  </a:cubicBezTo>
                  <a:lnTo>
                    <a:pt x="278" y="261"/>
                  </a:lnTo>
                  <a:cubicBezTo>
                    <a:pt x="395" y="144"/>
                    <a:pt x="479" y="60"/>
                    <a:pt x="195" y="10"/>
                  </a:cubicBezTo>
                  <a:cubicBezTo>
                    <a:pt x="169" y="3"/>
                    <a:pt x="150" y="0"/>
                    <a:pt x="1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8"/>
            <p:cNvSpPr/>
            <p:nvPr/>
          </p:nvSpPr>
          <p:spPr>
            <a:xfrm>
              <a:off x="2035900" y="1578750"/>
              <a:ext cx="136025" cy="85500"/>
            </a:xfrm>
            <a:custGeom>
              <a:avLst/>
              <a:gdLst/>
              <a:ahLst/>
              <a:cxnLst/>
              <a:rect l="l" t="t" r="r" b="b"/>
              <a:pathLst>
                <a:path w="5441" h="3420" extrusionOk="0">
                  <a:moveTo>
                    <a:pt x="2813" y="0"/>
                  </a:moveTo>
                  <a:cubicBezTo>
                    <a:pt x="1602" y="0"/>
                    <a:pt x="507" y="569"/>
                    <a:pt x="269" y="1378"/>
                  </a:cubicBezTo>
                  <a:cubicBezTo>
                    <a:pt x="1" y="2299"/>
                    <a:pt x="855" y="3219"/>
                    <a:pt x="2328" y="3387"/>
                  </a:cubicBezTo>
                  <a:cubicBezTo>
                    <a:pt x="2496" y="3409"/>
                    <a:pt x="2663" y="3419"/>
                    <a:pt x="2827" y="3419"/>
                  </a:cubicBezTo>
                  <a:cubicBezTo>
                    <a:pt x="4159" y="3419"/>
                    <a:pt x="5283" y="2721"/>
                    <a:pt x="5357" y="1796"/>
                  </a:cubicBezTo>
                  <a:cubicBezTo>
                    <a:pt x="5441" y="842"/>
                    <a:pt x="4370" y="72"/>
                    <a:pt x="3014" y="5"/>
                  </a:cubicBezTo>
                  <a:cubicBezTo>
                    <a:pt x="2947" y="2"/>
                    <a:pt x="2880" y="0"/>
                    <a:pt x="28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8"/>
            <p:cNvSpPr/>
            <p:nvPr/>
          </p:nvSpPr>
          <p:spPr>
            <a:xfrm>
              <a:off x="2033825" y="1571275"/>
              <a:ext cx="136025" cy="85625"/>
            </a:xfrm>
            <a:custGeom>
              <a:avLst/>
              <a:gdLst/>
              <a:ahLst/>
              <a:cxnLst/>
              <a:rect l="l" t="t" r="r" b="b"/>
              <a:pathLst>
                <a:path w="5441" h="3425" extrusionOk="0">
                  <a:moveTo>
                    <a:pt x="2865" y="0"/>
                  </a:moveTo>
                  <a:cubicBezTo>
                    <a:pt x="1650" y="0"/>
                    <a:pt x="541" y="588"/>
                    <a:pt x="268" y="1392"/>
                  </a:cubicBezTo>
                  <a:cubicBezTo>
                    <a:pt x="0" y="2313"/>
                    <a:pt x="887" y="3234"/>
                    <a:pt x="2327" y="3401"/>
                  </a:cubicBezTo>
                  <a:cubicBezTo>
                    <a:pt x="2473" y="3417"/>
                    <a:pt x="2617" y="3425"/>
                    <a:pt x="2760" y="3425"/>
                  </a:cubicBezTo>
                  <a:cubicBezTo>
                    <a:pt x="4107" y="3425"/>
                    <a:pt x="5266" y="2734"/>
                    <a:pt x="5357" y="1811"/>
                  </a:cubicBezTo>
                  <a:cubicBezTo>
                    <a:pt x="5440" y="840"/>
                    <a:pt x="4369" y="70"/>
                    <a:pt x="3013" y="3"/>
                  </a:cubicBezTo>
                  <a:cubicBezTo>
                    <a:pt x="2964" y="1"/>
                    <a:pt x="2914" y="0"/>
                    <a:pt x="28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8"/>
            <p:cNvSpPr/>
            <p:nvPr/>
          </p:nvSpPr>
          <p:spPr>
            <a:xfrm>
              <a:off x="2062700" y="1602075"/>
              <a:ext cx="98350" cy="42700"/>
            </a:xfrm>
            <a:custGeom>
              <a:avLst/>
              <a:gdLst/>
              <a:ahLst/>
              <a:cxnLst/>
              <a:rect l="l" t="t" r="r" b="b"/>
              <a:pathLst>
                <a:path w="3934" h="1708" extrusionOk="0">
                  <a:moveTo>
                    <a:pt x="3414" y="1"/>
                  </a:moveTo>
                  <a:cubicBezTo>
                    <a:pt x="3088" y="1"/>
                    <a:pt x="2546" y="333"/>
                    <a:pt x="1841" y="512"/>
                  </a:cubicBezTo>
                  <a:cubicBezTo>
                    <a:pt x="854" y="780"/>
                    <a:pt x="0" y="663"/>
                    <a:pt x="151" y="1148"/>
                  </a:cubicBezTo>
                  <a:cubicBezTo>
                    <a:pt x="246" y="1503"/>
                    <a:pt x="752" y="1708"/>
                    <a:pt x="1401" y="1708"/>
                  </a:cubicBezTo>
                  <a:cubicBezTo>
                    <a:pt x="1669" y="1708"/>
                    <a:pt x="1962" y="1673"/>
                    <a:pt x="2260" y="1600"/>
                  </a:cubicBezTo>
                  <a:cubicBezTo>
                    <a:pt x="3281" y="1332"/>
                    <a:pt x="3934" y="696"/>
                    <a:pt x="3699" y="194"/>
                  </a:cubicBezTo>
                  <a:cubicBezTo>
                    <a:pt x="3642" y="54"/>
                    <a:pt x="3545" y="1"/>
                    <a:pt x="341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8"/>
            <p:cNvSpPr/>
            <p:nvPr/>
          </p:nvSpPr>
          <p:spPr>
            <a:xfrm>
              <a:off x="2045950" y="1580850"/>
              <a:ext cx="92100" cy="35675"/>
            </a:xfrm>
            <a:custGeom>
              <a:avLst/>
              <a:gdLst/>
              <a:ahLst/>
              <a:cxnLst/>
              <a:rect l="l" t="t" r="r" b="b"/>
              <a:pathLst>
                <a:path w="3684" h="1427" extrusionOk="0">
                  <a:moveTo>
                    <a:pt x="2330" y="0"/>
                  </a:moveTo>
                  <a:cubicBezTo>
                    <a:pt x="1926" y="0"/>
                    <a:pt x="1471" y="80"/>
                    <a:pt x="1072" y="239"/>
                  </a:cubicBezTo>
                  <a:cubicBezTo>
                    <a:pt x="285" y="541"/>
                    <a:pt x="1" y="1026"/>
                    <a:pt x="402" y="1327"/>
                  </a:cubicBezTo>
                  <a:cubicBezTo>
                    <a:pt x="499" y="1397"/>
                    <a:pt x="592" y="1427"/>
                    <a:pt x="686" y="1427"/>
                  </a:cubicBezTo>
                  <a:cubicBezTo>
                    <a:pt x="1000" y="1427"/>
                    <a:pt x="1338" y="1103"/>
                    <a:pt x="1942" y="859"/>
                  </a:cubicBezTo>
                  <a:cubicBezTo>
                    <a:pt x="2712" y="541"/>
                    <a:pt x="3683" y="490"/>
                    <a:pt x="3214" y="189"/>
                  </a:cubicBezTo>
                  <a:cubicBezTo>
                    <a:pt x="3010" y="63"/>
                    <a:pt x="2690" y="0"/>
                    <a:pt x="233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8"/>
            <p:cNvSpPr/>
            <p:nvPr/>
          </p:nvSpPr>
          <p:spPr>
            <a:xfrm>
              <a:off x="2082350" y="1624900"/>
              <a:ext cx="12175" cy="11750"/>
            </a:xfrm>
            <a:custGeom>
              <a:avLst/>
              <a:gdLst/>
              <a:ahLst/>
              <a:cxnLst/>
              <a:rect l="l" t="t" r="r" b="b"/>
              <a:pathLst>
                <a:path w="487" h="470" extrusionOk="0">
                  <a:moveTo>
                    <a:pt x="302" y="1"/>
                  </a:moveTo>
                  <a:lnTo>
                    <a:pt x="252" y="17"/>
                  </a:lnTo>
                  <a:cubicBezTo>
                    <a:pt x="252" y="17"/>
                    <a:pt x="1" y="469"/>
                    <a:pt x="252" y="469"/>
                  </a:cubicBezTo>
                  <a:cubicBezTo>
                    <a:pt x="486" y="469"/>
                    <a:pt x="403" y="268"/>
                    <a:pt x="3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8"/>
            <p:cNvSpPr/>
            <p:nvPr/>
          </p:nvSpPr>
          <p:spPr>
            <a:xfrm>
              <a:off x="2097525" y="1623650"/>
              <a:ext cx="12050" cy="11475"/>
            </a:xfrm>
            <a:custGeom>
              <a:avLst/>
              <a:gdLst/>
              <a:ahLst/>
              <a:cxnLst/>
              <a:rect l="l" t="t" r="r" b="b"/>
              <a:pathLst>
                <a:path w="482" h="459" extrusionOk="0">
                  <a:moveTo>
                    <a:pt x="197" y="0"/>
                  </a:moveTo>
                  <a:lnTo>
                    <a:pt x="147" y="34"/>
                  </a:lnTo>
                  <a:cubicBezTo>
                    <a:pt x="147" y="34"/>
                    <a:pt x="1" y="459"/>
                    <a:pt x="187" y="459"/>
                  </a:cubicBezTo>
                  <a:cubicBezTo>
                    <a:pt x="200" y="459"/>
                    <a:pt x="215" y="457"/>
                    <a:pt x="231" y="452"/>
                  </a:cubicBezTo>
                  <a:cubicBezTo>
                    <a:pt x="482" y="352"/>
                    <a:pt x="365" y="218"/>
                    <a:pt x="1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8"/>
            <p:cNvSpPr/>
            <p:nvPr/>
          </p:nvSpPr>
          <p:spPr>
            <a:xfrm>
              <a:off x="2116550" y="1620300"/>
              <a:ext cx="12275" cy="11225"/>
            </a:xfrm>
            <a:custGeom>
              <a:avLst/>
              <a:gdLst/>
              <a:ahLst/>
              <a:cxnLst/>
              <a:rect l="l" t="t" r="r" b="b"/>
              <a:pathLst>
                <a:path w="491" h="449" extrusionOk="0">
                  <a:moveTo>
                    <a:pt x="190" y="0"/>
                  </a:moveTo>
                  <a:lnTo>
                    <a:pt x="139" y="17"/>
                  </a:lnTo>
                  <a:cubicBezTo>
                    <a:pt x="139" y="17"/>
                    <a:pt x="0" y="449"/>
                    <a:pt x="191" y="449"/>
                  </a:cubicBezTo>
                  <a:cubicBezTo>
                    <a:pt x="210" y="449"/>
                    <a:pt x="231" y="445"/>
                    <a:pt x="257" y="436"/>
                  </a:cubicBezTo>
                  <a:cubicBezTo>
                    <a:pt x="491" y="352"/>
                    <a:pt x="357" y="201"/>
                    <a:pt x="1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8"/>
            <p:cNvSpPr/>
            <p:nvPr/>
          </p:nvSpPr>
          <p:spPr>
            <a:xfrm>
              <a:off x="2134250" y="1614025"/>
              <a:ext cx="11750" cy="8525"/>
            </a:xfrm>
            <a:custGeom>
              <a:avLst/>
              <a:gdLst/>
              <a:ahLst/>
              <a:cxnLst/>
              <a:rect l="l" t="t" r="r" b="b"/>
              <a:pathLst>
                <a:path w="470" h="341" extrusionOk="0">
                  <a:moveTo>
                    <a:pt x="17" y="0"/>
                  </a:moveTo>
                  <a:lnTo>
                    <a:pt x="0" y="34"/>
                  </a:lnTo>
                  <a:cubicBezTo>
                    <a:pt x="0" y="34"/>
                    <a:pt x="53" y="340"/>
                    <a:pt x="167" y="340"/>
                  </a:cubicBezTo>
                  <a:cubicBezTo>
                    <a:pt x="197" y="340"/>
                    <a:pt x="230" y="320"/>
                    <a:pt x="268" y="268"/>
                  </a:cubicBezTo>
                  <a:cubicBezTo>
                    <a:pt x="469" y="0"/>
                    <a:pt x="268" y="0"/>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8"/>
            <p:cNvSpPr/>
            <p:nvPr/>
          </p:nvSpPr>
          <p:spPr>
            <a:xfrm>
              <a:off x="2063100" y="1600800"/>
              <a:ext cx="7975" cy="7800"/>
            </a:xfrm>
            <a:custGeom>
              <a:avLst/>
              <a:gdLst/>
              <a:ahLst/>
              <a:cxnLst/>
              <a:rect l="l" t="t" r="r" b="b"/>
              <a:pathLst>
                <a:path w="319" h="312" extrusionOk="0">
                  <a:moveTo>
                    <a:pt x="203" y="1"/>
                  </a:moveTo>
                  <a:cubicBezTo>
                    <a:pt x="180" y="1"/>
                    <a:pt x="152" y="14"/>
                    <a:pt x="118" y="44"/>
                  </a:cubicBezTo>
                  <a:cubicBezTo>
                    <a:pt x="1" y="144"/>
                    <a:pt x="302" y="312"/>
                    <a:pt x="302" y="312"/>
                  </a:cubicBezTo>
                  <a:lnTo>
                    <a:pt x="319" y="312"/>
                  </a:lnTo>
                  <a:cubicBezTo>
                    <a:pt x="306" y="156"/>
                    <a:pt x="283" y="1"/>
                    <a:pt x="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8"/>
            <p:cNvSpPr/>
            <p:nvPr/>
          </p:nvSpPr>
          <p:spPr>
            <a:xfrm>
              <a:off x="2071900" y="1595525"/>
              <a:ext cx="9475" cy="8475"/>
            </a:xfrm>
            <a:custGeom>
              <a:avLst/>
              <a:gdLst/>
              <a:ahLst/>
              <a:cxnLst/>
              <a:rect l="l" t="t" r="r" b="b"/>
              <a:pathLst>
                <a:path w="379" h="339" extrusionOk="0">
                  <a:moveTo>
                    <a:pt x="278" y="0"/>
                  </a:moveTo>
                  <a:cubicBezTo>
                    <a:pt x="258" y="0"/>
                    <a:pt x="232" y="7"/>
                    <a:pt x="201" y="21"/>
                  </a:cubicBezTo>
                  <a:cubicBezTo>
                    <a:pt x="0" y="88"/>
                    <a:pt x="302" y="339"/>
                    <a:pt x="302" y="339"/>
                  </a:cubicBezTo>
                  <a:lnTo>
                    <a:pt x="318" y="339"/>
                  </a:lnTo>
                  <a:cubicBezTo>
                    <a:pt x="360" y="158"/>
                    <a:pt x="379" y="0"/>
                    <a:pt x="2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8"/>
            <p:cNvSpPr/>
            <p:nvPr/>
          </p:nvSpPr>
          <p:spPr>
            <a:xfrm>
              <a:off x="2085700" y="1587875"/>
              <a:ext cx="10975" cy="9425"/>
            </a:xfrm>
            <a:custGeom>
              <a:avLst/>
              <a:gdLst/>
              <a:ahLst/>
              <a:cxnLst/>
              <a:rect l="l" t="t" r="r" b="b"/>
              <a:pathLst>
                <a:path w="439" h="377" extrusionOk="0">
                  <a:moveTo>
                    <a:pt x="298" y="0"/>
                  </a:moveTo>
                  <a:cubicBezTo>
                    <a:pt x="280" y="0"/>
                    <a:pt x="260" y="3"/>
                    <a:pt x="235" y="9"/>
                  </a:cubicBezTo>
                  <a:cubicBezTo>
                    <a:pt x="1" y="92"/>
                    <a:pt x="319" y="377"/>
                    <a:pt x="319" y="377"/>
                  </a:cubicBezTo>
                  <a:lnTo>
                    <a:pt x="352" y="377"/>
                  </a:lnTo>
                  <a:cubicBezTo>
                    <a:pt x="382" y="169"/>
                    <a:pt x="438"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8"/>
            <p:cNvSpPr/>
            <p:nvPr/>
          </p:nvSpPr>
          <p:spPr>
            <a:xfrm>
              <a:off x="2104650" y="1585700"/>
              <a:ext cx="12875" cy="8675"/>
            </a:xfrm>
            <a:custGeom>
              <a:avLst/>
              <a:gdLst/>
              <a:ahLst/>
              <a:cxnLst/>
              <a:rect l="l" t="t" r="r" b="b"/>
              <a:pathLst>
                <a:path w="515" h="347" extrusionOk="0">
                  <a:moveTo>
                    <a:pt x="181" y="0"/>
                  </a:moveTo>
                  <a:cubicBezTo>
                    <a:pt x="0" y="0"/>
                    <a:pt x="96" y="330"/>
                    <a:pt x="96" y="330"/>
                  </a:cubicBezTo>
                  <a:lnTo>
                    <a:pt x="130" y="347"/>
                  </a:lnTo>
                  <a:cubicBezTo>
                    <a:pt x="348" y="213"/>
                    <a:pt x="515" y="96"/>
                    <a:pt x="247" y="12"/>
                  </a:cubicBezTo>
                  <a:cubicBezTo>
                    <a:pt x="222" y="4"/>
                    <a:pt x="200" y="0"/>
                    <a:pt x="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8"/>
            <p:cNvSpPr/>
            <p:nvPr/>
          </p:nvSpPr>
          <p:spPr>
            <a:xfrm>
              <a:off x="1689000" y="1570900"/>
              <a:ext cx="129750" cy="71950"/>
            </a:xfrm>
            <a:custGeom>
              <a:avLst/>
              <a:gdLst/>
              <a:ahLst/>
              <a:cxnLst/>
              <a:rect l="l" t="t" r="r" b="b"/>
              <a:pathLst>
                <a:path w="5190" h="2878" extrusionOk="0">
                  <a:moveTo>
                    <a:pt x="2722" y="1"/>
                  </a:moveTo>
                  <a:cubicBezTo>
                    <a:pt x="2702" y="1"/>
                    <a:pt x="2682" y="1"/>
                    <a:pt x="2662" y="1"/>
                  </a:cubicBezTo>
                  <a:cubicBezTo>
                    <a:pt x="1256" y="18"/>
                    <a:pt x="1" y="755"/>
                    <a:pt x="118" y="1658"/>
                  </a:cubicBezTo>
                  <a:cubicBezTo>
                    <a:pt x="211" y="2415"/>
                    <a:pt x="1209" y="2877"/>
                    <a:pt x="2353" y="2877"/>
                  </a:cubicBezTo>
                  <a:cubicBezTo>
                    <a:pt x="2652" y="2877"/>
                    <a:pt x="2960" y="2846"/>
                    <a:pt x="3265" y="2780"/>
                  </a:cubicBezTo>
                  <a:cubicBezTo>
                    <a:pt x="4503" y="2512"/>
                    <a:pt x="5190" y="1759"/>
                    <a:pt x="5005" y="1089"/>
                  </a:cubicBezTo>
                  <a:cubicBezTo>
                    <a:pt x="4824" y="480"/>
                    <a:pt x="3883" y="1"/>
                    <a:pt x="27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8"/>
            <p:cNvSpPr/>
            <p:nvPr/>
          </p:nvSpPr>
          <p:spPr>
            <a:xfrm>
              <a:off x="1726250" y="1590400"/>
              <a:ext cx="84125" cy="42675"/>
            </a:xfrm>
            <a:custGeom>
              <a:avLst/>
              <a:gdLst/>
              <a:ahLst/>
              <a:cxnLst/>
              <a:rect l="l" t="t" r="r" b="b"/>
              <a:pathLst>
                <a:path w="3365" h="1707" extrusionOk="0">
                  <a:moveTo>
                    <a:pt x="2883" y="1"/>
                  </a:moveTo>
                  <a:cubicBezTo>
                    <a:pt x="2638" y="1"/>
                    <a:pt x="2323" y="330"/>
                    <a:pt x="1775" y="611"/>
                  </a:cubicBezTo>
                  <a:cubicBezTo>
                    <a:pt x="971" y="996"/>
                    <a:pt x="0" y="1113"/>
                    <a:pt x="385" y="1481"/>
                  </a:cubicBezTo>
                  <a:cubicBezTo>
                    <a:pt x="539" y="1635"/>
                    <a:pt x="801" y="1707"/>
                    <a:pt x="1108" y="1707"/>
                  </a:cubicBezTo>
                  <a:cubicBezTo>
                    <a:pt x="1535" y="1707"/>
                    <a:pt x="2049" y="1567"/>
                    <a:pt x="2478" y="1314"/>
                  </a:cubicBezTo>
                  <a:cubicBezTo>
                    <a:pt x="3147" y="912"/>
                    <a:pt x="3365" y="393"/>
                    <a:pt x="3097" y="108"/>
                  </a:cubicBezTo>
                  <a:cubicBezTo>
                    <a:pt x="3029" y="33"/>
                    <a:pt x="2960" y="1"/>
                    <a:pt x="288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8"/>
            <p:cNvSpPr/>
            <p:nvPr/>
          </p:nvSpPr>
          <p:spPr>
            <a:xfrm>
              <a:off x="1699050" y="1578800"/>
              <a:ext cx="87900" cy="37950"/>
            </a:xfrm>
            <a:custGeom>
              <a:avLst/>
              <a:gdLst/>
              <a:ahLst/>
              <a:cxnLst/>
              <a:rect l="l" t="t" r="r" b="b"/>
              <a:pathLst>
                <a:path w="3516" h="1518" extrusionOk="0">
                  <a:moveTo>
                    <a:pt x="2492" y="1"/>
                  </a:moveTo>
                  <a:cubicBezTo>
                    <a:pt x="2015" y="1"/>
                    <a:pt x="1430" y="131"/>
                    <a:pt x="938" y="372"/>
                  </a:cubicBezTo>
                  <a:cubicBezTo>
                    <a:pt x="151" y="790"/>
                    <a:pt x="0" y="1326"/>
                    <a:pt x="670" y="1476"/>
                  </a:cubicBezTo>
                  <a:cubicBezTo>
                    <a:pt x="768" y="1505"/>
                    <a:pt x="855" y="1518"/>
                    <a:pt x="935" y="1518"/>
                  </a:cubicBezTo>
                  <a:cubicBezTo>
                    <a:pt x="1374" y="1518"/>
                    <a:pt x="1593" y="1127"/>
                    <a:pt x="2160" y="773"/>
                  </a:cubicBezTo>
                  <a:cubicBezTo>
                    <a:pt x="2762" y="422"/>
                    <a:pt x="3515" y="254"/>
                    <a:pt x="3064" y="87"/>
                  </a:cubicBezTo>
                  <a:cubicBezTo>
                    <a:pt x="2910" y="29"/>
                    <a:pt x="2712" y="1"/>
                    <a:pt x="2492"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8"/>
            <p:cNvSpPr/>
            <p:nvPr/>
          </p:nvSpPr>
          <p:spPr>
            <a:xfrm>
              <a:off x="1755350" y="1617375"/>
              <a:ext cx="10675" cy="9825"/>
            </a:xfrm>
            <a:custGeom>
              <a:avLst/>
              <a:gdLst/>
              <a:ahLst/>
              <a:cxnLst/>
              <a:rect l="l" t="t" r="r" b="b"/>
              <a:pathLst>
                <a:path w="427" h="393" extrusionOk="0">
                  <a:moveTo>
                    <a:pt x="75" y="0"/>
                  </a:moveTo>
                  <a:lnTo>
                    <a:pt x="58" y="34"/>
                  </a:lnTo>
                  <a:cubicBezTo>
                    <a:pt x="58" y="34"/>
                    <a:pt x="1" y="393"/>
                    <a:pt x="152" y="393"/>
                  </a:cubicBezTo>
                  <a:cubicBezTo>
                    <a:pt x="164" y="393"/>
                    <a:pt x="177" y="390"/>
                    <a:pt x="192" y="385"/>
                  </a:cubicBezTo>
                  <a:cubicBezTo>
                    <a:pt x="427" y="318"/>
                    <a:pt x="259" y="184"/>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8"/>
            <p:cNvSpPr/>
            <p:nvPr/>
          </p:nvSpPr>
          <p:spPr>
            <a:xfrm>
              <a:off x="1768100" y="1614025"/>
              <a:ext cx="10050" cy="8775"/>
            </a:xfrm>
            <a:custGeom>
              <a:avLst/>
              <a:gdLst/>
              <a:ahLst/>
              <a:cxnLst/>
              <a:rect l="l" t="t" r="r" b="b"/>
              <a:pathLst>
                <a:path w="402" h="351" extrusionOk="0">
                  <a:moveTo>
                    <a:pt x="17" y="0"/>
                  </a:moveTo>
                  <a:lnTo>
                    <a:pt x="0" y="17"/>
                  </a:lnTo>
                  <a:cubicBezTo>
                    <a:pt x="0" y="17"/>
                    <a:pt x="14" y="351"/>
                    <a:pt x="159" y="351"/>
                  </a:cubicBezTo>
                  <a:cubicBezTo>
                    <a:pt x="177" y="351"/>
                    <a:pt x="196" y="346"/>
                    <a:pt x="218" y="335"/>
                  </a:cubicBezTo>
                  <a:cubicBezTo>
                    <a:pt x="402" y="201"/>
                    <a:pt x="235" y="118"/>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8"/>
            <p:cNvSpPr/>
            <p:nvPr/>
          </p:nvSpPr>
          <p:spPr>
            <a:xfrm>
              <a:off x="1782325" y="1608175"/>
              <a:ext cx="9225" cy="8075"/>
            </a:xfrm>
            <a:custGeom>
              <a:avLst/>
              <a:gdLst/>
              <a:ahLst/>
              <a:cxnLst/>
              <a:rect l="l" t="t" r="r" b="b"/>
              <a:pathLst>
                <a:path w="369" h="323" extrusionOk="0">
                  <a:moveTo>
                    <a:pt x="17" y="0"/>
                  </a:moveTo>
                  <a:lnTo>
                    <a:pt x="0" y="17"/>
                  </a:lnTo>
                  <a:cubicBezTo>
                    <a:pt x="0" y="17"/>
                    <a:pt x="13" y="323"/>
                    <a:pt x="139" y="323"/>
                  </a:cubicBezTo>
                  <a:cubicBezTo>
                    <a:pt x="157" y="323"/>
                    <a:pt x="178" y="316"/>
                    <a:pt x="201" y="301"/>
                  </a:cubicBezTo>
                  <a:cubicBezTo>
                    <a:pt x="369" y="201"/>
                    <a:pt x="201" y="117"/>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8"/>
            <p:cNvSpPr/>
            <p:nvPr/>
          </p:nvSpPr>
          <p:spPr>
            <a:xfrm>
              <a:off x="1791100" y="1600300"/>
              <a:ext cx="7425" cy="6025"/>
            </a:xfrm>
            <a:custGeom>
              <a:avLst/>
              <a:gdLst/>
              <a:ahLst/>
              <a:cxnLst/>
              <a:rect l="l" t="t" r="r" b="b"/>
              <a:pathLst>
                <a:path w="297" h="241" extrusionOk="0">
                  <a:moveTo>
                    <a:pt x="163" y="1"/>
                  </a:moveTo>
                  <a:cubicBezTo>
                    <a:pt x="118" y="1"/>
                    <a:pt x="62" y="8"/>
                    <a:pt x="1" y="14"/>
                  </a:cubicBezTo>
                  <a:lnTo>
                    <a:pt x="1" y="64"/>
                  </a:lnTo>
                  <a:cubicBezTo>
                    <a:pt x="1" y="64"/>
                    <a:pt x="122" y="241"/>
                    <a:pt x="197" y="241"/>
                  </a:cubicBezTo>
                  <a:cubicBezTo>
                    <a:pt x="223" y="241"/>
                    <a:pt x="243" y="220"/>
                    <a:pt x="252" y="164"/>
                  </a:cubicBezTo>
                  <a:cubicBezTo>
                    <a:pt x="297" y="30"/>
                    <a:pt x="252" y="1"/>
                    <a:pt x="1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8"/>
            <p:cNvSpPr/>
            <p:nvPr/>
          </p:nvSpPr>
          <p:spPr>
            <a:xfrm>
              <a:off x="1720400" y="1601700"/>
              <a:ext cx="11300" cy="6500"/>
            </a:xfrm>
            <a:custGeom>
              <a:avLst/>
              <a:gdLst/>
              <a:ahLst/>
              <a:cxnLst/>
              <a:rect l="l" t="t" r="r" b="b"/>
              <a:pathLst>
                <a:path w="452" h="260" extrusionOk="0">
                  <a:moveTo>
                    <a:pt x="192" y="0"/>
                  </a:moveTo>
                  <a:cubicBezTo>
                    <a:pt x="166" y="0"/>
                    <a:pt x="142" y="13"/>
                    <a:pt x="117" y="41"/>
                  </a:cubicBezTo>
                  <a:cubicBezTo>
                    <a:pt x="0" y="142"/>
                    <a:pt x="418" y="259"/>
                    <a:pt x="418" y="259"/>
                  </a:cubicBezTo>
                  <a:lnTo>
                    <a:pt x="452" y="259"/>
                  </a:lnTo>
                  <a:cubicBezTo>
                    <a:pt x="351" y="120"/>
                    <a:pt x="269" y="0"/>
                    <a:pt x="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8"/>
            <p:cNvSpPr/>
            <p:nvPr/>
          </p:nvSpPr>
          <p:spPr>
            <a:xfrm>
              <a:off x="1727500" y="1595275"/>
              <a:ext cx="11750" cy="7050"/>
            </a:xfrm>
            <a:custGeom>
              <a:avLst/>
              <a:gdLst/>
              <a:ahLst/>
              <a:cxnLst/>
              <a:rect l="l" t="t" r="r" b="b"/>
              <a:pathLst>
                <a:path w="470" h="282" extrusionOk="0">
                  <a:moveTo>
                    <a:pt x="298" y="0"/>
                  </a:moveTo>
                  <a:cubicBezTo>
                    <a:pt x="271" y="0"/>
                    <a:pt x="240" y="10"/>
                    <a:pt x="201" y="31"/>
                  </a:cubicBezTo>
                  <a:cubicBezTo>
                    <a:pt x="1" y="98"/>
                    <a:pt x="436" y="282"/>
                    <a:pt x="436" y="282"/>
                  </a:cubicBezTo>
                  <a:lnTo>
                    <a:pt x="469" y="282"/>
                  </a:lnTo>
                  <a:cubicBezTo>
                    <a:pt x="429" y="136"/>
                    <a:pt x="400"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8"/>
            <p:cNvSpPr/>
            <p:nvPr/>
          </p:nvSpPr>
          <p:spPr>
            <a:xfrm>
              <a:off x="1739225" y="1586900"/>
              <a:ext cx="12150" cy="7475"/>
            </a:xfrm>
            <a:custGeom>
              <a:avLst/>
              <a:gdLst/>
              <a:ahLst/>
              <a:cxnLst/>
              <a:rect l="l" t="t" r="r" b="b"/>
              <a:pathLst>
                <a:path w="486" h="299" extrusionOk="0">
                  <a:moveTo>
                    <a:pt x="322" y="1"/>
                  </a:moveTo>
                  <a:cubicBezTo>
                    <a:pt x="294" y="1"/>
                    <a:pt x="259" y="10"/>
                    <a:pt x="218" y="31"/>
                  </a:cubicBezTo>
                  <a:cubicBezTo>
                    <a:pt x="0" y="115"/>
                    <a:pt x="452" y="299"/>
                    <a:pt x="452" y="299"/>
                  </a:cubicBezTo>
                  <a:lnTo>
                    <a:pt x="486" y="299"/>
                  </a:lnTo>
                  <a:cubicBezTo>
                    <a:pt x="459" y="139"/>
                    <a:pt x="433" y="1"/>
                    <a:pt x="3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8"/>
            <p:cNvSpPr/>
            <p:nvPr/>
          </p:nvSpPr>
          <p:spPr>
            <a:xfrm>
              <a:off x="1756275" y="1582825"/>
              <a:ext cx="13100" cy="7375"/>
            </a:xfrm>
            <a:custGeom>
              <a:avLst/>
              <a:gdLst/>
              <a:ahLst/>
              <a:cxnLst/>
              <a:rect l="l" t="t" r="r" b="b"/>
              <a:pathLst>
                <a:path w="524" h="295" extrusionOk="0">
                  <a:moveTo>
                    <a:pt x="174" y="1"/>
                  </a:moveTo>
                  <a:cubicBezTo>
                    <a:pt x="1" y="1"/>
                    <a:pt x="222" y="278"/>
                    <a:pt x="222" y="278"/>
                  </a:cubicBezTo>
                  <a:lnTo>
                    <a:pt x="272" y="294"/>
                  </a:lnTo>
                  <a:cubicBezTo>
                    <a:pt x="390" y="160"/>
                    <a:pt x="523" y="43"/>
                    <a:pt x="239" y="10"/>
                  </a:cubicBezTo>
                  <a:cubicBezTo>
                    <a:pt x="213" y="4"/>
                    <a:pt x="192"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8"/>
            <p:cNvSpPr/>
            <p:nvPr/>
          </p:nvSpPr>
          <p:spPr>
            <a:xfrm>
              <a:off x="1682725" y="1459600"/>
              <a:ext cx="41875" cy="61975"/>
            </a:xfrm>
            <a:custGeom>
              <a:avLst/>
              <a:gdLst/>
              <a:ahLst/>
              <a:cxnLst/>
              <a:rect l="l" t="t" r="r" b="b"/>
              <a:pathLst>
                <a:path w="1675" h="2479" extrusionOk="0">
                  <a:moveTo>
                    <a:pt x="536" y="1"/>
                  </a:moveTo>
                  <a:lnTo>
                    <a:pt x="151" y="34"/>
                  </a:lnTo>
                  <a:cubicBezTo>
                    <a:pt x="1" y="2026"/>
                    <a:pt x="888" y="2478"/>
                    <a:pt x="888" y="2478"/>
                  </a:cubicBezTo>
                  <a:lnTo>
                    <a:pt x="1674" y="2009"/>
                  </a:lnTo>
                  <a:cubicBezTo>
                    <a:pt x="1674" y="1993"/>
                    <a:pt x="536" y="1156"/>
                    <a:pt x="5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8"/>
            <p:cNvSpPr/>
            <p:nvPr/>
          </p:nvSpPr>
          <p:spPr>
            <a:xfrm>
              <a:off x="2134250" y="1484075"/>
              <a:ext cx="64050" cy="18250"/>
            </a:xfrm>
            <a:custGeom>
              <a:avLst/>
              <a:gdLst/>
              <a:ahLst/>
              <a:cxnLst/>
              <a:rect l="l" t="t" r="r" b="b"/>
              <a:pathLst>
                <a:path w="2562" h="730" extrusionOk="0">
                  <a:moveTo>
                    <a:pt x="828" y="0"/>
                  </a:moveTo>
                  <a:cubicBezTo>
                    <a:pt x="393" y="0"/>
                    <a:pt x="185" y="93"/>
                    <a:pt x="185" y="93"/>
                  </a:cubicBezTo>
                  <a:lnTo>
                    <a:pt x="0" y="729"/>
                  </a:lnTo>
                  <a:cubicBezTo>
                    <a:pt x="0" y="729"/>
                    <a:pt x="673" y="494"/>
                    <a:pt x="1459" y="494"/>
                  </a:cubicBezTo>
                  <a:cubicBezTo>
                    <a:pt x="1781" y="494"/>
                    <a:pt x="2123" y="533"/>
                    <a:pt x="2444" y="645"/>
                  </a:cubicBezTo>
                  <a:lnTo>
                    <a:pt x="2561" y="361"/>
                  </a:lnTo>
                  <a:cubicBezTo>
                    <a:pt x="1792" y="75"/>
                    <a:pt x="1219" y="0"/>
                    <a:pt x="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8"/>
            <p:cNvSpPr/>
            <p:nvPr/>
          </p:nvSpPr>
          <p:spPr>
            <a:xfrm>
              <a:off x="1988200" y="1342075"/>
              <a:ext cx="37700" cy="10850"/>
            </a:xfrm>
            <a:custGeom>
              <a:avLst/>
              <a:gdLst/>
              <a:ahLst/>
              <a:cxnLst/>
              <a:rect l="l" t="t" r="r" b="b"/>
              <a:pathLst>
                <a:path w="1508" h="434" extrusionOk="0">
                  <a:moveTo>
                    <a:pt x="471" y="0"/>
                  </a:moveTo>
                  <a:cubicBezTo>
                    <a:pt x="232" y="0"/>
                    <a:pt x="118" y="49"/>
                    <a:pt x="118" y="49"/>
                  </a:cubicBezTo>
                  <a:lnTo>
                    <a:pt x="1" y="434"/>
                  </a:lnTo>
                  <a:cubicBezTo>
                    <a:pt x="1" y="434"/>
                    <a:pt x="384" y="283"/>
                    <a:pt x="851" y="283"/>
                  </a:cubicBezTo>
                  <a:cubicBezTo>
                    <a:pt x="1046" y="283"/>
                    <a:pt x="1255" y="309"/>
                    <a:pt x="1457" y="383"/>
                  </a:cubicBezTo>
                  <a:lnTo>
                    <a:pt x="1507" y="216"/>
                  </a:lnTo>
                  <a:cubicBezTo>
                    <a:pt x="1041" y="44"/>
                    <a:pt x="699" y="0"/>
                    <a:pt x="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8"/>
            <p:cNvSpPr/>
            <p:nvPr/>
          </p:nvSpPr>
          <p:spPr>
            <a:xfrm>
              <a:off x="2180700" y="1351225"/>
              <a:ext cx="27225" cy="20525"/>
            </a:xfrm>
            <a:custGeom>
              <a:avLst/>
              <a:gdLst/>
              <a:ahLst/>
              <a:cxnLst/>
              <a:rect l="l" t="t" r="r" b="b"/>
              <a:pathLst>
                <a:path w="1089" h="821" extrusionOk="0">
                  <a:moveTo>
                    <a:pt x="335" y="1"/>
                  </a:moveTo>
                  <a:lnTo>
                    <a:pt x="0" y="17"/>
                  </a:lnTo>
                  <a:cubicBezTo>
                    <a:pt x="34" y="17"/>
                    <a:pt x="670" y="402"/>
                    <a:pt x="787" y="821"/>
                  </a:cubicBezTo>
                  <a:lnTo>
                    <a:pt x="1088" y="804"/>
                  </a:lnTo>
                  <a:cubicBezTo>
                    <a:pt x="971" y="168"/>
                    <a:pt x="335" y="1"/>
                    <a:pt x="3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8"/>
            <p:cNvSpPr/>
            <p:nvPr/>
          </p:nvSpPr>
          <p:spPr>
            <a:xfrm>
              <a:off x="2362300" y="1540800"/>
              <a:ext cx="32675" cy="20950"/>
            </a:xfrm>
            <a:custGeom>
              <a:avLst/>
              <a:gdLst/>
              <a:ahLst/>
              <a:cxnLst/>
              <a:rect l="l" t="t" r="r" b="b"/>
              <a:pathLst>
                <a:path w="1307" h="838" extrusionOk="0">
                  <a:moveTo>
                    <a:pt x="905" y="0"/>
                  </a:moveTo>
                  <a:cubicBezTo>
                    <a:pt x="905" y="0"/>
                    <a:pt x="152" y="184"/>
                    <a:pt x="1" y="804"/>
                  </a:cubicBezTo>
                  <a:lnTo>
                    <a:pt x="386" y="837"/>
                  </a:lnTo>
                  <a:cubicBezTo>
                    <a:pt x="486" y="419"/>
                    <a:pt x="1307" y="34"/>
                    <a:pt x="1307" y="17"/>
                  </a:cubicBezTo>
                  <a:lnTo>
                    <a:pt x="905" y="0"/>
                  </a:lnTo>
                  <a:close/>
                </a:path>
              </a:pathLst>
            </a:custGeom>
            <a:solidFill>
              <a:srgbClr val="B2AA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8"/>
            <p:cNvSpPr/>
            <p:nvPr/>
          </p:nvSpPr>
          <p:spPr>
            <a:xfrm>
              <a:off x="1834200" y="1671775"/>
              <a:ext cx="63225" cy="31450"/>
            </a:xfrm>
            <a:custGeom>
              <a:avLst/>
              <a:gdLst/>
              <a:ahLst/>
              <a:cxnLst/>
              <a:rect l="l" t="t" r="r" b="b"/>
              <a:pathLst>
                <a:path w="2529" h="1258" extrusionOk="0">
                  <a:moveTo>
                    <a:pt x="202" y="0"/>
                  </a:moveTo>
                  <a:lnTo>
                    <a:pt x="1" y="251"/>
                  </a:lnTo>
                  <a:cubicBezTo>
                    <a:pt x="1161" y="1194"/>
                    <a:pt x="1920" y="1257"/>
                    <a:pt x="2101" y="1257"/>
                  </a:cubicBezTo>
                  <a:cubicBezTo>
                    <a:pt x="2129" y="1257"/>
                    <a:pt x="2143" y="1256"/>
                    <a:pt x="2143" y="1256"/>
                  </a:cubicBezTo>
                  <a:lnTo>
                    <a:pt x="2528" y="703"/>
                  </a:lnTo>
                  <a:cubicBezTo>
                    <a:pt x="2528" y="687"/>
                    <a:pt x="1122" y="737"/>
                    <a:pt x="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8"/>
            <p:cNvSpPr/>
            <p:nvPr/>
          </p:nvSpPr>
          <p:spPr>
            <a:xfrm>
              <a:off x="2230500" y="1402750"/>
              <a:ext cx="46475" cy="29125"/>
            </a:xfrm>
            <a:custGeom>
              <a:avLst/>
              <a:gdLst/>
              <a:ahLst/>
              <a:cxnLst/>
              <a:rect l="l" t="t" r="r" b="b"/>
              <a:pathLst>
                <a:path w="1859" h="1165" extrusionOk="0">
                  <a:moveTo>
                    <a:pt x="1040" y="191"/>
                  </a:moveTo>
                  <a:cubicBezTo>
                    <a:pt x="1211" y="191"/>
                    <a:pt x="1375" y="257"/>
                    <a:pt x="1473" y="367"/>
                  </a:cubicBezTo>
                  <a:cubicBezTo>
                    <a:pt x="1590" y="534"/>
                    <a:pt x="1507" y="768"/>
                    <a:pt x="1272" y="869"/>
                  </a:cubicBezTo>
                  <a:cubicBezTo>
                    <a:pt x="1185" y="904"/>
                    <a:pt x="1094" y="920"/>
                    <a:pt x="1006" y="920"/>
                  </a:cubicBezTo>
                  <a:cubicBezTo>
                    <a:pt x="840" y="920"/>
                    <a:pt x="685" y="861"/>
                    <a:pt x="586" y="752"/>
                  </a:cubicBezTo>
                  <a:cubicBezTo>
                    <a:pt x="436" y="584"/>
                    <a:pt x="519" y="350"/>
                    <a:pt x="770" y="249"/>
                  </a:cubicBezTo>
                  <a:cubicBezTo>
                    <a:pt x="857" y="209"/>
                    <a:pt x="950" y="191"/>
                    <a:pt x="1040" y="191"/>
                  </a:cubicBezTo>
                  <a:close/>
                  <a:moveTo>
                    <a:pt x="940" y="0"/>
                  </a:moveTo>
                  <a:cubicBezTo>
                    <a:pt x="798" y="0"/>
                    <a:pt x="653" y="26"/>
                    <a:pt x="519" y="82"/>
                  </a:cubicBezTo>
                  <a:cubicBezTo>
                    <a:pt x="134" y="249"/>
                    <a:pt x="0" y="601"/>
                    <a:pt x="235" y="869"/>
                  </a:cubicBezTo>
                  <a:cubicBezTo>
                    <a:pt x="395" y="1051"/>
                    <a:pt x="663" y="1164"/>
                    <a:pt x="946" y="1164"/>
                  </a:cubicBezTo>
                  <a:cubicBezTo>
                    <a:pt x="1077" y="1164"/>
                    <a:pt x="1212" y="1140"/>
                    <a:pt x="1339" y="1086"/>
                  </a:cubicBezTo>
                  <a:cubicBezTo>
                    <a:pt x="1741" y="919"/>
                    <a:pt x="1858" y="551"/>
                    <a:pt x="1641" y="283"/>
                  </a:cubicBezTo>
                  <a:cubicBezTo>
                    <a:pt x="1496" y="104"/>
                    <a:pt x="1224" y="0"/>
                    <a:pt x="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8"/>
            <p:cNvSpPr/>
            <p:nvPr/>
          </p:nvSpPr>
          <p:spPr>
            <a:xfrm>
              <a:off x="2255600" y="1583300"/>
              <a:ext cx="46475" cy="29000"/>
            </a:xfrm>
            <a:custGeom>
              <a:avLst/>
              <a:gdLst/>
              <a:ahLst/>
              <a:cxnLst/>
              <a:rect l="l" t="t" r="r" b="b"/>
              <a:pathLst>
                <a:path w="1859" h="1160" extrusionOk="0">
                  <a:moveTo>
                    <a:pt x="1024" y="190"/>
                  </a:moveTo>
                  <a:cubicBezTo>
                    <a:pt x="1194" y="190"/>
                    <a:pt x="1353" y="250"/>
                    <a:pt x="1440" y="359"/>
                  </a:cubicBezTo>
                  <a:cubicBezTo>
                    <a:pt x="1591" y="526"/>
                    <a:pt x="1507" y="761"/>
                    <a:pt x="1256" y="861"/>
                  </a:cubicBezTo>
                  <a:cubicBezTo>
                    <a:pt x="1169" y="902"/>
                    <a:pt x="1079" y="920"/>
                    <a:pt x="991" y="920"/>
                  </a:cubicBezTo>
                  <a:cubicBezTo>
                    <a:pt x="824" y="920"/>
                    <a:pt x="668" y="854"/>
                    <a:pt x="570" y="744"/>
                  </a:cubicBezTo>
                  <a:cubicBezTo>
                    <a:pt x="419" y="577"/>
                    <a:pt x="503" y="342"/>
                    <a:pt x="754" y="242"/>
                  </a:cubicBezTo>
                  <a:cubicBezTo>
                    <a:pt x="841" y="207"/>
                    <a:pt x="934" y="190"/>
                    <a:pt x="1024" y="190"/>
                  </a:cubicBezTo>
                  <a:close/>
                  <a:moveTo>
                    <a:pt x="929" y="0"/>
                  </a:moveTo>
                  <a:cubicBezTo>
                    <a:pt x="789" y="0"/>
                    <a:pt x="648" y="24"/>
                    <a:pt x="520" y="74"/>
                  </a:cubicBezTo>
                  <a:cubicBezTo>
                    <a:pt x="135" y="242"/>
                    <a:pt x="1" y="593"/>
                    <a:pt x="235" y="861"/>
                  </a:cubicBezTo>
                  <a:cubicBezTo>
                    <a:pt x="392" y="1052"/>
                    <a:pt x="655" y="1160"/>
                    <a:pt x="932" y="1160"/>
                  </a:cubicBezTo>
                  <a:cubicBezTo>
                    <a:pt x="1068" y="1160"/>
                    <a:pt x="1207" y="1134"/>
                    <a:pt x="1340" y="1079"/>
                  </a:cubicBezTo>
                  <a:cubicBezTo>
                    <a:pt x="1741" y="911"/>
                    <a:pt x="1859" y="560"/>
                    <a:pt x="1641" y="275"/>
                  </a:cubicBezTo>
                  <a:cubicBezTo>
                    <a:pt x="1485" y="97"/>
                    <a:pt x="1210"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8"/>
            <p:cNvSpPr/>
            <p:nvPr/>
          </p:nvSpPr>
          <p:spPr>
            <a:xfrm>
              <a:off x="1904100" y="1625425"/>
              <a:ext cx="46050" cy="28350"/>
            </a:xfrm>
            <a:custGeom>
              <a:avLst/>
              <a:gdLst/>
              <a:ahLst/>
              <a:cxnLst/>
              <a:rect l="l" t="t" r="r" b="b"/>
              <a:pathLst>
                <a:path w="1842" h="1134" extrusionOk="0">
                  <a:moveTo>
                    <a:pt x="1116" y="167"/>
                  </a:moveTo>
                  <a:cubicBezTo>
                    <a:pt x="1257" y="167"/>
                    <a:pt x="1388" y="210"/>
                    <a:pt x="1456" y="298"/>
                  </a:cubicBezTo>
                  <a:cubicBezTo>
                    <a:pt x="1590" y="432"/>
                    <a:pt x="1523" y="649"/>
                    <a:pt x="1306" y="766"/>
                  </a:cubicBezTo>
                  <a:cubicBezTo>
                    <a:pt x="1203" y="825"/>
                    <a:pt x="1081" y="852"/>
                    <a:pt x="965" y="852"/>
                  </a:cubicBezTo>
                  <a:cubicBezTo>
                    <a:pt x="817" y="852"/>
                    <a:pt x="678" y="808"/>
                    <a:pt x="603" y="733"/>
                  </a:cubicBezTo>
                  <a:cubicBezTo>
                    <a:pt x="486" y="565"/>
                    <a:pt x="569" y="348"/>
                    <a:pt x="820" y="231"/>
                  </a:cubicBezTo>
                  <a:cubicBezTo>
                    <a:pt x="911" y="189"/>
                    <a:pt x="1016" y="167"/>
                    <a:pt x="1116" y="167"/>
                  </a:cubicBezTo>
                  <a:close/>
                  <a:moveTo>
                    <a:pt x="1035" y="1"/>
                  </a:moveTo>
                  <a:cubicBezTo>
                    <a:pt x="883" y="1"/>
                    <a:pt x="725" y="30"/>
                    <a:pt x="586" y="97"/>
                  </a:cubicBezTo>
                  <a:cubicBezTo>
                    <a:pt x="184" y="281"/>
                    <a:pt x="0" y="649"/>
                    <a:pt x="235" y="917"/>
                  </a:cubicBezTo>
                  <a:cubicBezTo>
                    <a:pt x="362" y="1062"/>
                    <a:pt x="573" y="1134"/>
                    <a:pt x="804" y="1134"/>
                  </a:cubicBezTo>
                  <a:cubicBezTo>
                    <a:pt x="998" y="1134"/>
                    <a:pt x="1206" y="1083"/>
                    <a:pt x="1390" y="984"/>
                  </a:cubicBezTo>
                  <a:cubicBezTo>
                    <a:pt x="1741" y="766"/>
                    <a:pt x="1841" y="415"/>
                    <a:pt x="1607" y="180"/>
                  </a:cubicBezTo>
                  <a:cubicBezTo>
                    <a:pt x="1486" y="69"/>
                    <a:pt x="1267" y="1"/>
                    <a:pt x="10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8"/>
            <p:cNvSpPr/>
            <p:nvPr/>
          </p:nvSpPr>
          <p:spPr>
            <a:xfrm>
              <a:off x="1715775" y="1454800"/>
              <a:ext cx="36850" cy="26625"/>
            </a:xfrm>
            <a:custGeom>
              <a:avLst/>
              <a:gdLst/>
              <a:ahLst/>
              <a:cxnLst/>
              <a:rect l="l" t="t" r="r" b="b"/>
              <a:pathLst>
                <a:path w="1474" h="1065" extrusionOk="0">
                  <a:moveTo>
                    <a:pt x="622" y="100"/>
                  </a:moveTo>
                  <a:cubicBezTo>
                    <a:pt x="769" y="100"/>
                    <a:pt x="919" y="166"/>
                    <a:pt x="1005" y="277"/>
                  </a:cubicBezTo>
                  <a:cubicBezTo>
                    <a:pt x="1139" y="444"/>
                    <a:pt x="1089" y="628"/>
                    <a:pt x="905" y="712"/>
                  </a:cubicBezTo>
                  <a:cubicBezTo>
                    <a:pt x="855" y="734"/>
                    <a:pt x="801" y="745"/>
                    <a:pt x="746" y="745"/>
                  </a:cubicBezTo>
                  <a:cubicBezTo>
                    <a:pt x="595" y="745"/>
                    <a:pt x="434" y="667"/>
                    <a:pt x="336" y="544"/>
                  </a:cubicBezTo>
                  <a:cubicBezTo>
                    <a:pt x="235" y="394"/>
                    <a:pt x="302" y="210"/>
                    <a:pt x="470" y="126"/>
                  </a:cubicBezTo>
                  <a:cubicBezTo>
                    <a:pt x="518" y="108"/>
                    <a:pt x="570" y="100"/>
                    <a:pt x="622" y="100"/>
                  </a:cubicBezTo>
                  <a:close/>
                  <a:moveTo>
                    <a:pt x="652" y="1"/>
                  </a:moveTo>
                  <a:cubicBezTo>
                    <a:pt x="566" y="1"/>
                    <a:pt x="481" y="14"/>
                    <a:pt x="403" y="42"/>
                  </a:cubicBezTo>
                  <a:cubicBezTo>
                    <a:pt x="101" y="143"/>
                    <a:pt x="1" y="444"/>
                    <a:pt x="168" y="712"/>
                  </a:cubicBezTo>
                  <a:cubicBezTo>
                    <a:pt x="304" y="934"/>
                    <a:pt x="567" y="1065"/>
                    <a:pt x="830" y="1065"/>
                  </a:cubicBezTo>
                  <a:cubicBezTo>
                    <a:pt x="924" y="1065"/>
                    <a:pt x="1018" y="1048"/>
                    <a:pt x="1106" y="1013"/>
                  </a:cubicBezTo>
                  <a:cubicBezTo>
                    <a:pt x="1424" y="862"/>
                    <a:pt x="1474" y="528"/>
                    <a:pt x="1256" y="277"/>
                  </a:cubicBezTo>
                  <a:cubicBezTo>
                    <a:pt x="1111" y="95"/>
                    <a:pt x="878"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8"/>
            <p:cNvSpPr/>
            <p:nvPr/>
          </p:nvSpPr>
          <p:spPr>
            <a:xfrm>
              <a:off x="1952225" y="1364175"/>
              <a:ext cx="44375" cy="25450"/>
            </a:xfrm>
            <a:custGeom>
              <a:avLst/>
              <a:gdLst/>
              <a:ahLst/>
              <a:cxnLst/>
              <a:rect l="l" t="t" r="r" b="b"/>
              <a:pathLst>
                <a:path w="1775" h="1018" extrusionOk="0">
                  <a:moveTo>
                    <a:pt x="726" y="113"/>
                  </a:moveTo>
                  <a:cubicBezTo>
                    <a:pt x="921" y="113"/>
                    <a:pt x="1169" y="222"/>
                    <a:pt x="1272" y="370"/>
                  </a:cubicBezTo>
                  <a:cubicBezTo>
                    <a:pt x="1406" y="554"/>
                    <a:pt x="1339" y="721"/>
                    <a:pt x="1088" y="738"/>
                  </a:cubicBezTo>
                  <a:cubicBezTo>
                    <a:pt x="1052" y="745"/>
                    <a:pt x="1015" y="749"/>
                    <a:pt x="977" y="749"/>
                  </a:cubicBezTo>
                  <a:cubicBezTo>
                    <a:pt x="754" y="749"/>
                    <a:pt x="519" y="628"/>
                    <a:pt x="419" y="470"/>
                  </a:cubicBezTo>
                  <a:cubicBezTo>
                    <a:pt x="301" y="303"/>
                    <a:pt x="402" y="152"/>
                    <a:pt x="653" y="119"/>
                  </a:cubicBezTo>
                  <a:cubicBezTo>
                    <a:pt x="676" y="115"/>
                    <a:pt x="701" y="113"/>
                    <a:pt x="726" y="113"/>
                  </a:cubicBezTo>
                  <a:close/>
                  <a:moveTo>
                    <a:pt x="573" y="0"/>
                  </a:moveTo>
                  <a:cubicBezTo>
                    <a:pt x="555" y="0"/>
                    <a:pt x="537" y="1"/>
                    <a:pt x="519" y="1"/>
                  </a:cubicBezTo>
                  <a:cubicBezTo>
                    <a:pt x="168" y="52"/>
                    <a:pt x="0" y="286"/>
                    <a:pt x="168" y="554"/>
                  </a:cubicBezTo>
                  <a:cubicBezTo>
                    <a:pt x="330" y="805"/>
                    <a:pt x="741" y="1017"/>
                    <a:pt x="1123" y="1017"/>
                  </a:cubicBezTo>
                  <a:cubicBezTo>
                    <a:pt x="1173" y="1017"/>
                    <a:pt x="1223" y="1014"/>
                    <a:pt x="1272" y="1006"/>
                  </a:cubicBezTo>
                  <a:cubicBezTo>
                    <a:pt x="1674" y="972"/>
                    <a:pt x="1774" y="671"/>
                    <a:pt x="1557" y="403"/>
                  </a:cubicBezTo>
                  <a:cubicBezTo>
                    <a:pt x="1349" y="164"/>
                    <a:pt x="944" y="0"/>
                    <a:pt x="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8"/>
            <p:cNvSpPr/>
            <p:nvPr/>
          </p:nvSpPr>
          <p:spPr>
            <a:xfrm>
              <a:off x="1782325" y="1477100"/>
              <a:ext cx="98775" cy="60375"/>
            </a:xfrm>
            <a:custGeom>
              <a:avLst/>
              <a:gdLst/>
              <a:ahLst/>
              <a:cxnLst/>
              <a:rect l="l" t="t" r="r" b="b"/>
              <a:pathLst>
                <a:path w="3951" h="2415" extrusionOk="0">
                  <a:moveTo>
                    <a:pt x="1951" y="152"/>
                  </a:moveTo>
                  <a:cubicBezTo>
                    <a:pt x="1993" y="152"/>
                    <a:pt x="2034" y="153"/>
                    <a:pt x="2076" y="155"/>
                  </a:cubicBezTo>
                  <a:cubicBezTo>
                    <a:pt x="2294" y="171"/>
                    <a:pt x="2528" y="221"/>
                    <a:pt x="2712" y="288"/>
                  </a:cubicBezTo>
                  <a:cubicBezTo>
                    <a:pt x="2494" y="221"/>
                    <a:pt x="2243" y="205"/>
                    <a:pt x="1959" y="205"/>
                  </a:cubicBezTo>
                  <a:cubicBezTo>
                    <a:pt x="1524" y="205"/>
                    <a:pt x="1122" y="288"/>
                    <a:pt x="821" y="406"/>
                  </a:cubicBezTo>
                  <a:cubicBezTo>
                    <a:pt x="1097" y="237"/>
                    <a:pt x="1499" y="152"/>
                    <a:pt x="1951" y="152"/>
                  </a:cubicBezTo>
                  <a:close/>
                  <a:moveTo>
                    <a:pt x="2016" y="338"/>
                  </a:moveTo>
                  <a:cubicBezTo>
                    <a:pt x="2828" y="338"/>
                    <a:pt x="3501" y="684"/>
                    <a:pt x="3599" y="1142"/>
                  </a:cubicBezTo>
                  <a:lnTo>
                    <a:pt x="3599" y="1176"/>
                  </a:lnTo>
                  <a:cubicBezTo>
                    <a:pt x="3536" y="1677"/>
                    <a:pt x="2857" y="2017"/>
                    <a:pt x="2029" y="2017"/>
                  </a:cubicBezTo>
                  <a:cubicBezTo>
                    <a:pt x="1973" y="2017"/>
                    <a:pt x="1916" y="2016"/>
                    <a:pt x="1858" y="2012"/>
                  </a:cubicBezTo>
                  <a:cubicBezTo>
                    <a:pt x="1072" y="1979"/>
                    <a:pt x="436" y="1628"/>
                    <a:pt x="335" y="1176"/>
                  </a:cubicBezTo>
                  <a:cubicBezTo>
                    <a:pt x="419" y="707"/>
                    <a:pt x="1105" y="339"/>
                    <a:pt x="1959" y="339"/>
                  </a:cubicBezTo>
                  <a:cubicBezTo>
                    <a:pt x="1978" y="338"/>
                    <a:pt x="1997" y="338"/>
                    <a:pt x="2016" y="338"/>
                  </a:cubicBezTo>
                  <a:close/>
                  <a:moveTo>
                    <a:pt x="1911" y="0"/>
                  </a:moveTo>
                  <a:cubicBezTo>
                    <a:pt x="896" y="0"/>
                    <a:pt x="64" y="436"/>
                    <a:pt x="0" y="1008"/>
                  </a:cubicBezTo>
                  <a:cubicBezTo>
                    <a:pt x="0" y="1075"/>
                    <a:pt x="0" y="1159"/>
                    <a:pt x="17" y="1226"/>
                  </a:cubicBezTo>
                  <a:lnTo>
                    <a:pt x="17" y="1309"/>
                  </a:lnTo>
                  <a:cubicBezTo>
                    <a:pt x="17" y="1912"/>
                    <a:pt x="904" y="2414"/>
                    <a:pt x="1992" y="2414"/>
                  </a:cubicBezTo>
                  <a:cubicBezTo>
                    <a:pt x="3080" y="2414"/>
                    <a:pt x="3951" y="1912"/>
                    <a:pt x="3951" y="1309"/>
                  </a:cubicBezTo>
                  <a:cubicBezTo>
                    <a:pt x="3934" y="1243"/>
                    <a:pt x="3917" y="1176"/>
                    <a:pt x="3917" y="1142"/>
                  </a:cubicBezTo>
                  <a:cubicBezTo>
                    <a:pt x="3884" y="556"/>
                    <a:pt x="3097" y="71"/>
                    <a:pt x="2076" y="4"/>
                  </a:cubicBezTo>
                  <a:cubicBezTo>
                    <a:pt x="2021" y="1"/>
                    <a:pt x="1966" y="0"/>
                    <a:pt x="19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8"/>
            <p:cNvSpPr/>
            <p:nvPr/>
          </p:nvSpPr>
          <p:spPr>
            <a:xfrm>
              <a:off x="1781900" y="1477175"/>
              <a:ext cx="98375" cy="55700"/>
            </a:xfrm>
            <a:custGeom>
              <a:avLst/>
              <a:gdLst/>
              <a:ahLst/>
              <a:cxnLst/>
              <a:rect l="l" t="t" r="r" b="b"/>
              <a:pathLst>
                <a:path w="3935" h="2228" extrusionOk="0">
                  <a:moveTo>
                    <a:pt x="1959" y="135"/>
                  </a:moveTo>
                  <a:cubicBezTo>
                    <a:pt x="2863" y="135"/>
                    <a:pt x="3616" y="553"/>
                    <a:pt x="3616" y="1072"/>
                  </a:cubicBezTo>
                  <a:cubicBezTo>
                    <a:pt x="3616" y="1591"/>
                    <a:pt x="2880" y="2009"/>
                    <a:pt x="1959" y="2009"/>
                  </a:cubicBezTo>
                  <a:cubicBezTo>
                    <a:pt x="1055" y="2009"/>
                    <a:pt x="302" y="1591"/>
                    <a:pt x="302" y="1072"/>
                  </a:cubicBezTo>
                  <a:cubicBezTo>
                    <a:pt x="302" y="553"/>
                    <a:pt x="1038" y="135"/>
                    <a:pt x="1959" y="135"/>
                  </a:cubicBezTo>
                  <a:close/>
                  <a:moveTo>
                    <a:pt x="1959" y="1"/>
                  </a:moveTo>
                  <a:cubicBezTo>
                    <a:pt x="871" y="1"/>
                    <a:pt x="1" y="503"/>
                    <a:pt x="1" y="1122"/>
                  </a:cubicBezTo>
                  <a:cubicBezTo>
                    <a:pt x="1" y="1725"/>
                    <a:pt x="871" y="2227"/>
                    <a:pt x="1959" y="2227"/>
                  </a:cubicBezTo>
                  <a:cubicBezTo>
                    <a:pt x="3047" y="2227"/>
                    <a:pt x="3934" y="1725"/>
                    <a:pt x="3934" y="1122"/>
                  </a:cubicBezTo>
                  <a:cubicBezTo>
                    <a:pt x="3901" y="486"/>
                    <a:pt x="3030" y="1"/>
                    <a:pt x="1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8"/>
            <p:cNvSpPr/>
            <p:nvPr/>
          </p:nvSpPr>
          <p:spPr>
            <a:xfrm>
              <a:off x="1779800" y="1472425"/>
              <a:ext cx="100875" cy="55925"/>
            </a:xfrm>
            <a:custGeom>
              <a:avLst/>
              <a:gdLst/>
              <a:ahLst/>
              <a:cxnLst/>
              <a:rect l="l" t="t" r="r" b="b"/>
              <a:pathLst>
                <a:path w="4035" h="2237" extrusionOk="0">
                  <a:moveTo>
                    <a:pt x="1962" y="153"/>
                  </a:moveTo>
                  <a:cubicBezTo>
                    <a:pt x="2017" y="153"/>
                    <a:pt x="2071" y="154"/>
                    <a:pt x="2127" y="157"/>
                  </a:cubicBezTo>
                  <a:cubicBezTo>
                    <a:pt x="3031" y="191"/>
                    <a:pt x="3717" y="660"/>
                    <a:pt x="3667" y="1178"/>
                  </a:cubicBezTo>
                  <a:cubicBezTo>
                    <a:pt x="3635" y="1651"/>
                    <a:pt x="2951" y="2020"/>
                    <a:pt x="2104" y="2020"/>
                  </a:cubicBezTo>
                  <a:cubicBezTo>
                    <a:pt x="2051" y="2020"/>
                    <a:pt x="1997" y="2018"/>
                    <a:pt x="1943" y="2015"/>
                  </a:cubicBezTo>
                  <a:cubicBezTo>
                    <a:pt x="1039" y="1982"/>
                    <a:pt x="352" y="1513"/>
                    <a:pt x="386" y="994"/>
                  </a:cubicBezTo>
                  <a:cubicBezTo>
                    <a:pt x="449" y="507"/>
                    <a:pt x="1131" y="153"/>
                    <a:pt x="1962" y="153"/>
                  </a:cubicBezTo>
                  <a:close/>
                  <a:moveTo>
                    <a:pt x="1920" y="0"/>
                  </a:moveTo>
                  <a:cubicBezTo>
                    <a:pt x="924" y="0"/>
                    <a:pt x="114" y="447"/>
                    <a:pt x="51" y="1011"/>
                  </a:cubicBezTo>
                  <a:cubicBezTo>
                    <a:pt x="1" y="1614"/>
                    <a:pt x="804" y="2166"/>
                    <a:pt x="1892" y="2233"/>
                  </a:cubicBezTo>
                  <a:cubicBezTo>
                    <a:pt x="1948" y="2236"/>
                    <a:pt x="2003" y="2237"/>
                    <a:pt x="2057" y="2237"/>
                  </a:cubicBezTo>
                  <a:cubicBezTo>
                    <a:pt x="3072" y="2237"/>
                    <a:pt x="3904" y="1801"/>
                    <a:pt x="3968" y="1229"/>
                  </a:cubicBezTo>
                  <a:cubicBezTo>
                    <a:pt x="4035" y="609"/>
                    <a:pt x="3215" y="74"/>
                    <a:pt x="2127" y="7"/>
                  </a:cubicBezTo>
                  <a:cubicBezTo>
                    <a:pt x="2057" y="2"/>
                    <a:pt x="1988" y="0"/>
                    <a:pt x="1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8"/>
            <p:cNvSpPr/>
            <p:nvPr/>
          </p:nvSpPr>
          <p:spPr>
            <a:xfrm>
              <a:off x="1927100" y="1545725"/>
              <a:ext cx="103825" cy="63475"/>
            </a:xfrm>
            <a:custGeom>
              <a:avLst/>
              <a:gdLst/>
              <a:ahLst/>
              <a:cxnLst/>
              <a:rect l="l" t="t" r="r" b="b"/>
              <a:pathLst>
                <a:path w="4153" h="2539" extrusionOk="0">
                  <a:moveTo>
                    <a:pt x="2381" y="149"/>
                  </a:moveTo>
                  <a:cubicBezTo>
                    <a:pt x="2432" y="149"/>
                    <a:pt x="2481" y="151"/>
                    <a:pt x="2528" y="155"/>
                  </a:cubicBezTo>
                  <a:cubicBezTo>
                    <a:pt x="2294" y="171"/>
                    <a:pt x="2026" y="222"/>
                    <a:pt x="1775" y="272"/>
                  </a:cubicBezTo>
                  <a:cubicBezTo>
                    <a:pt x="1357" y="406"/>
                    <a:pt x="1005" y="590"/>
                    <a:pt x="737" y="807"/>
                  </a:cubicBezTo>
                  <a:cubicBezTo>
                    <a:pt x="988" y="556"/>
                    <a:pt x="1407" y="322"/>
                    <a:pt x="1859" y="222"/>
                  </a:cubicBezTo>
                  <a:cubicBezTo>
                    <a:pt x="2038" y="170"/>
                    <a:pt x="2217" y="149"/>
                    <a:pt x="2381" y="149"/>
                  </a:cubicBezTo>
                  <a:close/>
                  <a:moveTo>
                    <a:pt x="2593" y="295"/>
                  </a:moveTo>
                  <a:cubicBezTo>
                    <a:pt x="3076" y="295"/>
                    <a:pt x="3469" y="452"/>
                    <a:pt x="3616" y="724"/>
                  </a:cubicBezTo>
                  <a:cubicBezTo>
                    <a:pt x="3616" y="740"/>
                    <a:pt x="3616" y="740"/>
                    <a:pt x="3633" y="757"/>
                  </a:cubicBezTo>
                  <a:cubicBezTo>
                    <a:pt x="3734" y="1259"/>
                    <a:pt x="3097" y="1845"/>
                    <a:pt x="2210" y="2063"/>
                  </a:cubicBezTo>
                  <a:cubicBezTo>
                    <a:pt x="1999" y="2113"/>
                    <a:pt x="1793" y="2137"/>
                    <a:pt x="1600" y="2137"/>
                  </a:cubicBezTo>
                  <a:cubicBezTo>
                    <a:pt x="1091" y="2137"/>
                    <a:pt x="678" y="1969"/>
                    <a:pt x="520" y="1678"/>
                  </a:cubicBezTo>
                  <a:cubicBezTo>
                    <a:pt x="453" y="1192"/>
                    <a:pt x="1039" y="657"/>
                    <a:pt x="1859" y="406"/>
                  </a:cubicBezTo>
                  <a:cubicBezTo>
                    <a:pt x="2113" y="330"/>
                    <a:pt x="2363" y="295"/>
                    <a:pt x="2593" y="295"/>
                  </a:cubicBezTo>
                  <a:close/>
                  <a:moveTo>
                    <a:pt x="2562" y="0"/>
                  </a:moveTo>
                  <a:cubicBezTo>
                    <a:pt x="2329" y="0"/>
                    <a:pt x="2080" y="28"/>
                    <a:pt x="1825" y="88"/>
                  </a:cubicBezTo>
                  <a:cubicBezTo>
                    <a:pt x="771" y="339"/>
                    <a:pt x="1" y="1025"/>
                    <a:pt x="101" y="1611"/>
                  </a:cubicBezTo>
                  <a:lnTo>
                    <a:pt x="168" y="1812"/>
                  </a:lnTo>
                  <a:cubicBezTo>
                    <a:pt x="168" y="1828"/>
                    <a:pt x="168" y="1845"/>
                    <a:pt x="185" y="1895"/>
                  </a:cubicBezTo>
                  <a:cubicBezTo>
                    <a:pt x="303" y="2309"/>
                    <a:pt x="829" y="2539"/>
                    <a:pt x="1498" y="2539"/>
                  </a:cubicBezTo>
                  <a:cubicBezTo>
                    <a:pt x="1778" y="2539"/>
                    <a:pt x="2083" y="2498"/>
                    <a:pt x="2394" y="2414"/>
                  </a:cubicBezTo>
                  <a:cubicBezTo>
                    <a:pt x="3449" y="2113"/>
                    <a:pt x="4152" y="1393"/>
                    <a:pt x="3985" y="807"/>
                  </a:cubicBezTo>
                  <a:cubicBezTo>
                    <a:pt x="3951" y="757"/>
                    <a:pt x="3934" y="690"/>
                    <a:pt x="3918" y="657"/>
                  </a:cubicBezTo>
                  <a:cubicBezTo>
                    <a:pt x="3793" y="244"/>
                    <a:pt x="3248" y="0"/>
                    <a:pt x="25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8"/>
            <p:cNvSpPr/>
            <p:nvPr/>
          </p:nvSpPr>
          <p:spPr>
            <a:xfrm>
              <a:off x="1924600" y="1545300"/>
              <a:ext cx="102550" cy="59725"/>
            </a:xfrm>
            <a:custGeom>
              <a:avLst/>
              <a:gdLst/>
              <a:ahLst/>
              <a:cxnLst/>
              <a:rect l="l" t="t" r="r" b="b"/>
              <a:pathLst>
                <a:path w="4102" h="2389" extrusionOk="0">
                  <a:moveTo>
                    <a:pt x="2537" y="144"/>
                  </a:moveTo>
                  <a:cubicBezTo>
                    <a:pt x="3086" y="144"/>
                    <a:pt x="3511" y="339"/>
                    <a:pt x="3616" y="691"/>
                  </a:cubicBezTo>
                  <a:cubicBezTo>
                    <a:pt x="3767" y="1193"/>
                    <a:pt x="3181" y="1795"/>
                    <a:pt x="2294" y="2046"/>
                  </a:cubicBezTo>
                  <a:cubicBezTo>
                    <a:pt x="2032" y="2122"/>
                    <a:pt x="1775" y="2158"/>
                    <a:pt x="1539" y="2158"/>
                  </a:cubicBezTo>
                  <a:cubicBezTo>
                    <a:pt x="991" y="2158"/>
                    <a:pt x="558" y="1962"/>
                    <a:pt x="452" y="1611"/>
                  </a:cubicBezTo>
                  <a:cubicBezTo>
                    <a:pt x="318" y="1109"/>
                    <a:pt x="904" y="506"/>
                    <a:pt x="1775" y="255"/>
                  </a:cubicBezTo>
                  <a:cubicBezTo>
                    <a:pt x="2041" y="180"/>
                    <a:pt x="2301" y="144"/>
                    <a:pt x="2537" y="144"/>
                  </a:cubicBezTo>
                  <a:close/>
                  <a:moveTo>
                    <a:pt x="2592" y="1"/>
                  </a:moveTo>
                  <a:cubicBezTo>
                    <a:pt x="2324" y="1"/>
                    <a:pt x="2035" y="40"/>
                    <a:pt x="1741" y="121"/>
                  </a:cubicBezTo>
                  <a:cubicBezTo>
                    <a:pt x="687" y="423"/>
                    <a:pt x="0" y="1159"/>
                    <a:pt x="168" y="1745"/>
                  </a:cubicBezTo>
                  <a:cubicBezTo>
                    <a:pt x="286" y="2158"/>
                    <a:pt x="812" y="2388"/>
                    <a:pt x="1475" y="2388"/>
                  </a:cubicBezTo>
                  <a:cubicBezTo>
                    <a:pt x="1753" y="2388"/>
                    <a:pt x="2054" y="2348"/>
                    <a:pt x="2361" y="2264"/>
                  </a:cubicBezTo>
                  <a:cubicBezTo>
                    <a:pt x="3415" y="1963"/>
                    <a:pt x="4101" y="1243"/>
                    <a:pt x="3934" y="657"/>
                  </a:cubicBezTo>
                  <a:cubicBezTo>
                    <a:pt x="3791" y="240"/>
                    <a:pt x="3257" y="1"/>
                    <a:pt x="25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8"/>
            <p:cNvSpPr/>
            <p:nvPr/>
          </p:nvSpPr>
          <p:spPr>
            <a:xfrm>
              <a:off x="1923350" y="1541550"/>
              <a:ext cx="101275" cy="58825"/>
            </a:xfrm>
            <a:custGeom>
              <a:avLst/>
              <a:gdLst/>
              <a:ahLst/>
              <a:cxnLst/>
              <a:rect l="l" t="t" r="r" b="b"/>
              <a:pathLst>
                <a:path w="4051" h="2353" extrusionOk="0">
                  <a:moveTo>
                    <a:pt x="2496" y="142"/>
                  </a:moveTo>
                  <a:cubicBezTo>
                    <a:pt x="3097" y="142"/>
                    <a:pt x="3569" y="378"/>
                    <a:pt x="3632" y="757"/>
                  </a:cubicBezTo>
                  <a:cubicBezTo>
                    <a:pt x="3733" y="1276"/>
                    <a:pt x="3080" y="1862"/>
                    <a:pt x="2210" y="2062"/>
                  </a:cubicBezTo>
                  <a:cubicBezTo>
                    <a:pt x="2002" y="2110"/>
                    <a:pt x="1799" y="2132"/>
                    <a:pt x="1610" y="2132"/>
                  </a:cubicBezTo>
                  <a:cubicBezTo>
                    <a:pt x="991" y="2132"/>
                    <a:pt x="512" y="1895"/>
                    <a:pt x="435" y="1510"/>
                  </a:cubicBezTo>
                  <a:cubicBezTo>
                    <a:pt x="352" y="1008"/>
                    <a:pt x="988" y="422"/>
                    <a:pt x="1875" y="221"/>
                  </a:cubicBezTo>
                  <a:cubicBezTo>
                    <a:pt x="2089" y="168"/>
                    <a:pt x="2299" y="142"/>
                    <a:pt x="2496" y="142"/>
                  </a:cubicBezTo>
                  <a:close/>
                  <a:moveTo>
                    <a:pt x="2542" y="1"/>
                  </a:moveTo>
                  <a:cubicBezTo>
                    <a:pt x="2315" y="1"/>
                    <a:pt x="2073" y="28"/>
                    <a:pt x="1825" y="87"/>
                  </a:cubicBezTo>
                  <a:cubicBezTo>
                    <a:pt x="787" y="338"/>
                    <a:pt x="0" y="1025"/>
                    <a:pt x="117" y="1611"/>
                  </a:cubicBezTo>
                  <a:cubicBezTo>
                    <a:pt x="194" y="2068"/>
                    <a:pt x="753" y="2352"/>
                    <a:pt x="1487" y="2352"/>
                  </a:cubicBezTo>
                  <a:cubicBezTo>
                    <a:pt x="1719" y="2352"/>
                    <a:pt x="1969" y="2324"/>
                    <a:pt x="2226" y="2263"/>
                  </a:cubicBezTo>
                  <a:cubicBezTo>
                    <a:pt x="3264" y="2012"/>
                    <a:pt x="4051" y="1326"/>
                    <a:pt x="3934" y="740"/>
                  </a:cubicBezTo>
                  <a:cubicBezTo>
                    <a:pt x="3857" y="292"/>
                    <a:pt x="3281" y="1"/>
                    <a:pt x="2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8"/>
            <p:cNvSpPr/>
            <p:nvPr/>
          </p:nvSpPr>
          <p:spPr>
            <a:xfrm>
              <a:off x="2166975" y="1523200"/>
              <a:ext cx="86975" cy="61200"/>
            </a:xfrm>
            <a:custGeom>
              <a:avLst/>
              <a:gdLst/>
              <a:ahLst/>
              <a:cxnLst/>
              <a:rect l="l" t="t" r="r" b="b"/>
              <a:pathLst>
                <a:path w="3479" h="2448" extrusionOk="0">
                  <a:moveTo>
                    <a:pt x="1939" y="152"/>
                  </a:moveTo>
                  <a:cubicBezTo>
                    <a:pt x="2123" y="152"/>
                    <a:pt x="2340" y="168"/>
                    <a:pt x="2508" y="219"/>
                  </a:cubicBezTo>
                  <a:cubicBezTo>
                    <a:pt x="2388" y="191"/>
                    <a:pt x="2273" y="179"/>
                    <a:pt x="2153" y="179"/>
                  </a:cubicBezTo>
                  <a:cubicBezTo>
                    <a:pt x="2054" y="179"/>
                    <a:pt x="1951" y="187"/>
                    <a:pt x="1838" y="202"/>
                  </a:cubicBezTo>
                  <a:cubicBezTo>
                    <a:pt x="1453" y="235"/>
                    <a:pt x="1102" y="336"/>
                    <a:pt x="801" y="503"/>
                  </a:cubicBezTo>
                  <a:cubicBezTo>
                    <a:pt x="1102" y="302"/>
                    <a:pt x="1504" y="168"/>
                    <a:pt x="1939" y="152"/>
                  </a:cubicBezTo>
                  <a:close/>
                  <a:moveTo>
                    <a:pt x="2075" y="322"/>
                  </a:moveTo>
                  <a:cubicBezTo>
                    <a:pt x="2680" y="322"/>
                    <a:pt x="3137" y="604"/>
                    <a:pt x="3211" y="1005"/>
                  </a:cubicBezTo>
                  <a:lnTo>
                    <a:pt x="3211" y="1056"/>
                  </a:lnTo>
                  <a:cubicBezTo>
                    <a:pt x="3127" y="1575"/>
                    <a:pt x="2424" y="2010"/>
                    <a:pt x="1637" y="2060"/>
                  </a:cubicBezTo>
                  <a:cubicBezTo>
                    <a:pt x="1618" y="2060"/>
                    <a:pt x="1599" y="2061"/>
                    <a:pt x="1580" y="2061"/>
                  </a:cubicBezTo>
                  <a:cubicBezTo>
                    <a:pt x="923" y="2061"/>
                    <a:pt x="430" y="1780"/>
                    <a:pt x="365" y="1340"/>
                  </a:cubicBezTo>
                  <a:cubicBezTo>
                    <a:pt x="449" y="872"/>
                    <a:pt x="1102" y="420"/>
                    <a:pt x="1838" y="336"/>
                  </a:cubicBezTo>
                  <a:cubicBezTo>
                    <a:pt x="1919" y="326"/>
                    <a:pt x="1998" y="322"/>
                    <a:pt x="2075" y="322"/>
                  </a:cubicBezTo>
                  <a:close/>
                  <a:moveTo>
                    <a:pt x="1989" y="1"/>
                  </a:moveTo>
                  <a:cubicBezTo>
                    <a:pt x="1972" y="1"/>
                    <a:pt x="1956" y="1"/>
                    <a:pt x="1939" y="1"/>
                  </a:cubicBezTo>
                  <a:cubicBezTo>
                    <a:pt x="985" y="51"/>
                    <a:pt x="148" y="570"/>
                    <a:pt x="47" y="1206"/>
                  </a:cubicBezTo>
                  <a:cubicBezTo>
                    <a:pt x="31" y="1257"/>
                    <a:pt x="31" y="1340"/>
                    <a:pt x="47" y="1407"/>
                  </a:cubicBezTo>
                  <a:cubicBezTo>
                    <a:pt x="47" y="1424"/>
                    <a:pt x="47" y="1474"/>
                    <a:pt x="31" y="1491"/>
                  </a:cubicBezTo>
                  <a:cubicBezTo>
                    <a:pt x="1" y="2055"/>
                    <a:pt x="564" y="2448"/>
                    <a:pt x="1368" y="2448"/>
                  </a:cubicBezTo>
                  <a:cubicBezTo>
                    <a:pt x="1471" y="2448"/>
                    <a:pt x="1578" y="2441"/>
                    <a:pt x="1688" y="2428"/>
                  </a:cubicBezTo>
                  <a:cubicBezTo>
                    <a:pt x="2625" y="2328"/>
                    <a:pt x="3445" y="1759"/>
                    <a:pt x="3479" y="1139"/>
                  </a:cubicBezTo>
                  <a:cubicBezTo>
                    <a:pt x="3479" y="1089"/>
                    <a:pt x="3479" y="1039"/>
                    <a:pt x="3462" y="989"/>
                  </a:cubicBezTo>
                  <a:cubicBezTo>
                    <a:pt x="3478" y="414"/>
                    <a:pt x="2835" y="1"/>
                    <a:pt x="19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8"/>
            <p:cNvSpPr/>
            <p:nvPr/>
          </p:nvSpPr>
          <p:spPr>
            <a:xfrm>
              <a:off x="2168275" y="1524100"/>
              <a:ext cx="87725" cy="56850"/>
            </a:xfrm>
            <a:custGeom>
              <a:avLst/>
              <a:gdLst/>
              <a:ahLst/>
              <a:cxnLst/>
              <a:rect l="l" t="t" r="r" b="b"/>
              <a:pathLst>
                <a:path w="3509" h="2274" extrusionOk="0">
                  <a:moveTo>
                    <a:pt x="2070" y="154"/>
                  </a:moveTo>
                  <a:cubicBezTo>
                    <a:pt x="2756" y="154"/>
                    <a:pt x="3256" y="485"/>
                    <a:pt x="3226" y="953"/>
                  </a:cubicBezTo>
                  <a:cubicBezTo>
                    <a:pt x="3176" y="1472"/>
                    <a:pt x="2506" y="1957"/>
                    <a:pt x="1719" y="2041"/>
                  </a:cubicBezTo>
                  <a:cubicBezTo>
                    <a:pt x="1640" y="2049"/>
                    <a:pt x="1562" y="2053"/>
                    <a:pt x="1486" y="2053"/>
                  </a:cubicBezTo>
                  <a:cubicBezTo>
                    <a:pt x="799" y="2053"/>
                    <a:pt x="300" y="1721"/>
                    <a:pt x="330" y="1254"/>
                  </a:cubicBezTo>
                  <a:cubicBezTo>
                    <a:pt x="380" y="718"/>
                    <a:pt x="1050" y="233"/>
                    <a:pt x="1837" y="166"/>
                  </a:cubicBezTo>
                  <a:cubicBezTo>
                    <a:pt x="1916" y="158"/>
                    <a:pt x="1994" y="154"/>
                    <a:pt x="2070" y="154"/>
                  </a:cubicBezTo>
                  <a:close/>
                  <a:moveTo>
                    <a:pt x="2115" y="0"/>
                  </a:moveTo>
                  <a:cubicBezTo>
                    <a:pt x="2025" y="0"/>
                    <a:pt x="1932" y="5"/>
                    <a:pt x="1837" y="15"/>
                  </a:cubicBezTo>
                  <a:cubicBezTo>
                    <a:pt x="899" y="116"/>
                    <a:pt x="79" y="685"/>
                    <a:pt x="45" y="1304"/>
                  </a:cubicBezTo>
                  <a:cubicBezTo>
                    <a:pt x="0" y="1877"/>
                    <a:pt x="593" y="2273"/>
                    <a:pt x="1420" y="2273"/>
                  </a:cubicBezTo>
                  <a:cubicBezTo>
                    <a:pt x="1511" y="2273"/>
                    <a:pt x="1606" y="2268"/>
                    <a:pt x="1703" y="2258"/>
                  </a:cubicBezTo>
                  <a:cubicBezTo>
                    <a:pt x="2640" y="2141"/>
                    <a:pt x="3460" y="1589"/>
                    <a:pt x="3494" y="953"/>
                  </a:cubicBezTo>
                  <a:cubicBezTo>
                    <a:pt x="3509" y="395"/>
                    <a:pt x="2927" y="0"/>
                    <a:pt x="2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8"/>
            <p:cNvSpPr/>
            <p:nvPr/>
          </p:nvSpPr>
          <p:spPr>
            <a:xfrm>
              <a:off x="2166975" y="1519775"/>
              <a:ext cx="90200" cy="56650"/>
            </a:xfrm>
            <a:custGeom>
              <a:avLst/>
              <a:gdLst/>
              <a:ahLst/>
              <a:cxnLst/>
              <a:rect l="l" t="t" r="r" b="b"/>
              <a:pathLst>
                <a:path w="3608" h="2266" extrusionOk="0">
                  <a:moveTo>
                    <a:pt x="2022" y="121"/>
                  </a:moveTo>
                  <a:cubicBezTo>
                    <a:pt x="2799" y="121"/>
                    <a:pt x="3343" y="501"/>
                    <a:pt x="3261" y="1025"/>
                  </a:cubicBezTo>
                  <a:cubicBezTo>
                    <a:pt x="3177" y="1544"/>
                    <a:pt x="2474" y="2013"/>
                    <a:pt x="1688" y="2030"/>
                  </a:cubicBezTo>
                  <a:cubicBezTo>
                    <a:pt x="1671" y="2030"/>
                    <a:pt x="1655" y="2030"/>
                    <a:pt x="1639" y="2030"/>
                  </a:cubicBezTo>
                  <a:cubicBezTo>
                    <a:pt x="862" y="2030"/>
                    <a:pt x="334" y="1634"/>
                    <a:pt x="416" y="1126"/>
                  </a:cubicBezTo>
                  <a:cubicBezTo>
                    <a:pt x="499" y="607"/>
                    <a:pt x="1202" y="172"/>
                    <a:pt x="1972" y="121"/>
                  </a:cubicBezTo>
                  <a:cubicBezTo>
                    <a:pt x="1989" y="121"/>
                    <a:pt x="2006" y="121"/>
                    <a:pt x="2022" y="121"/>
                  </a:cubicBezTo>
                  <a:close/>
                  <a:moveTo>
                    <a:pt x="2107" y="1"/>
                  </a:moveTo>
                  <a:cubicBezTo>
                    <a:pt x="2063" y="1"/>
                    <a:pt x="2018" y="2"/>
                    <a:pt x="1972" y="4"/>
                  </a:cubicBezTo>
                  <a:cubicBezTo>
                    <a:pt x="1035" y="38"/>
                    <a:pt x="198" y="557"/>
                    <a:pt x="97" y="1193"/>
                  </a:cubicBezTo>
                  <a:cubicBezTo>
                    <a:pt x="0" y="1792"/>
                    <a:pt x="639" y="2266"/>
                    <a:pt x="1530" y="2266"/>
                  </a:cubicBezTo>
                  <a:cubicBezTo>
                    <a:pt x="1560" y="2266"/>
                    <a:pt x="1590" y="2265"/>
                    <a:pt x="1621" y="2264"/>
                  </a:cubicBezTo>
                  <a:cubicBezTo>
                    <a:pt x="2558" y="2214"/>
                    <a:pt x="3395" y="1695"/>
                    <a:pt x="3512" y="1059"/>
                  </a:cubicBezTo>
                  <a:cubicBezTo>
                    <a:pt x="3608" y="469"/>
                    <a:pt x="2990" y="1"/>
                    <a:pt x="2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8"/>
            <p:cNvSpPr/>
            <p:nvPr/>
          </p:nvSpPr>
          <p:spPr>
            <a:xfrm>
              <a:off x="1565550" y="1534925"/>
              <a:ext cx="41050" cy="15625"/>
            </a:xfrm>
            <a:custGeom>
              <a:avLst/>
              <a:gdLst/>
              <a:ahLst/>
              <a:cxnLst/>
              <a:rect l="l" t="t" r="r" b="b"/>
              <a:pathLst>
                <a:path w="1642" h="625" extrusionOk="0">
                  <a:moveTo>
                    <a:pt x="821" y="1"/>
                  </a:moveTo>
                  <a:cubicBezTo>
                    <a:pt x="386" y="1"/>
                    <a:pt x="1" y="151"/>
                    <a:pt x="1" y="319"/>
                  </a:cubicBezTo>
                  <a:cubicBezTo>
                    <a:pt x="1" y="503"/>
                    <a:pt x="352" y="620"/>
                    <a:pt x="821" y="620"/>
                  </a:cubicBezTo>
                  <a:cubicBezTo>
                    <a:pt x="865" y="623"/>
                    <a:pt x="909" y="625"/>
                    <a:pt x="951" y="625"/>
                  </a:cubicBezTo>
                  <a:cubicBezTo>
                    <a:pt x="1353" y="625"/>
                    <a:pt x="1641" y="486"/>
                    <a:pt x="1641" y="319"/>
                  </a:cubicBezTo>
                  <a:cubicBezTo>
                    <a:pt x="1641" y="118"/>
                    <a:pt x="1290" y="1"/>
                    <a:pt x="8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8"/>
            <p:cNvSpPr/>
            <p:nvPr/>
          </p:nvSpPr>
          <p:spPr>
            <a:xfrm>
              <a:off x="1574200" y="1376675"/>
              <a:ext cx="120550" cy="78925"/>
            </a:xfrm>
            <a:custGeom>
              <a:avLst/>
              <a:gdLst/>
              <a:ahLst/>
              <a:cxnLst/>
              <a:rect l="l" t="t" r="r" b="b"/>
              <a:pathLst>
                <a:path w="4822" h="3157" extrusionOk="0">
                  <a:moveTo>
                    <a:pt x="4687" y="0"/>
                  </a:moveTo>
                  <a:cubicBezTo>
                    <a:pt x="4252" y="0"/>
                    <a:pt x="2747" y="543"/>
                    <a:pt x="1128" y="1761"/>
                  </a:cubicBezTo>
                  <a:cubicBezTo>
                    <a:pt x="0" y="2611"/>
                    <a:pt x="323" y="3156"/>
                    <a:pt x="1001" y="3156"/>
                  </a:cubicBezTo>
                  <a:cubicBezTo>
                    <a:pt x="1511" y="3156"/>
                    <a:pt x="2222" y="2848"/>
                    <a:pt x="2668" y="2129"/>
                  </a:cubicBezTo>
                  <a:cubicBezTo>
                    <a:pt x="3588" y="673"/>
                    <a:pt x="4793" y="322"/>
                    <a:pt x="4810" y="71"/>
                  </a:cubicBezTo>
                  <a:cubicBezTo>
                    <a:pt x="4822" y="24"/>
                    <a:pt x="4778" y="0"/>
                    <a:pt x="46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8"/>
            <p:cNvSpPr/>
            <p:nvPr/>
          </p:nvSpPr>
          <p:spPr>
            <a:xfrm>
              <a:off x="1708675" y="1364525"/>
              <a:ext cx="34750" cy="8575"/>
            </a:xfrm>
            <a:custGeom>
              <a:avLst/>
              <a:gdLst/>
              <a:ahLst/>
              <a:cxnLst/>
              <a:rect l="l" t="t" r="r" b="b"/>
              <a:pathLst>
                <a:path w="1390" h="343" extrusionOk="0">
                  <a:moveTo>
                    <a:pt x="977" y="1"/>
                  </a:moveTo>
                  <a:cubicBezTo>
                    <a:pt x="887" y="1"/>
                    <a:pt x="788" y="7"/>
                    <a:pt x="687" y="21"/>
                  </a:cubicBezTo>
                  <a:cubicBezTo>
                    <a:pt x="302" y="54"/>
                    <a:pt x="0" y="155"/>
                    <a:pt x="17" y="239"/>
                  </a:cubicBezTo>
                  <a:cubicBezTo>
                    <a:pt x="17" y="299"/>
                    <a:pt x="193" y="342"/>
                    <a:pt x="430" y="342"/>
                  </a:cubicBezTo>
                  <a:cubicBezTo>
                    <a:pt x="520" y="342"/>
                    <a:pt x="619" y="336"/>
                    <a:pt x="720" y="322"/>
                  </a:cubicBezTo>
                  <a:cubicBezTo>
                    <a:pt x="1105" y="289"/>
                    <a:pt x="1390" y="188"/>
                    <a:pt x="1390" y="105"/>
                  </a:cubicBezTo>
                  <a:cubicBezTo>
                    <a:pt x="1390" y="44"/>
                    <a:pt x="1214" y="1"/>
                    <a:pt x="9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8"/>
            <p:cNvSpPr/>
            <p:nvPr/>
          </p:nvSpPr>
          <p:spPr>
            <a:xfrm>
              <a:off x="1914375" y="1683475"/>
              <a:ext cx="214875" cy="41050"/>
            </a:xfrm>
            <a:custGeom>
              <a:avLst/>
              <a:gdLst/>
              <a:ahLst/>
              <a:cxnLst/>
              <a:rect l="l" t="t" r="r" b="b"/>
              <a:pathLst>
                <a:path w="8595" h="1642" extrusionOk="0">
                  <a:moveTo>
                    <a:pt x="3437" y="1"/>
                  </a:moveTo>
                  <a:cubicBezTo>
                    <a:pt x="2593" y="1"/>
                    <a:pt x="2013" y="271"/>
                    <a:pt x="1045" y="838"/>
                  </a:cubicBezTo>
                  <a:cubicBezTo>
                    <a:pt x="0" y="1467"/>
                    <a:pt x="280" y="1641"/>
                    <a:pt x="1566" y="1641"/>
                  </a:cubicBezTo>
                  <a:cubicBezTo>
                    <a:pt x="2297" y="1641"/>
                    <a:pt x="3354" y="1585"/>
                    <a:pt x="4678" y="1524"/>
                  </a:cubicBezTo>
                  <a:cubicBezTo>
                    <a:pt x="5866" y="1474"/>
                    <a:pt x="8595" y="1039"/>
                    <a:pt x="5883" y="403"/>
                  </a:cubicBezTo>
                  <a:cubicBezTo>
                    <a:pt x="4776" y="138"/>
                    <a:pt x="4039" y="1"/>
                    <a:pt x="34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8"/>
            <p:cNvSpPr/>
            <p:nvPr/>
          </p:nvSpPr>
          <p:spPr>
            <a:xfrm>
              <a:off x="2110825" y="1696050"/>
              <a:ext cx="36425" cy="11325"/>
            </a:xfrm>
            <a:custGeom>
              <a:avLst/>
              <a:gdLst/>
              <a:ahLst/>
              <a:cxnLst/>
              <a:rect l="l" t="t" r="r" b="b"/>
              <a:pathLst>
                <a:path w="1457" h="453" extrusionOk="0">
                  <a:moveTo>
                    <a:pt x="737" y="0"/>
                  </a:moveTo>
                  <a:cubicBezTo>
                    <a:pt x="335" y="0"/>
                    <a:pt x="0" y="101"/>
                    <a:pt x="0" y="234"/>
                  </a:cubicBezTo>
                  <a:cubicBezTo>
                    <a:pt x="0" y="352"/>
                    <a:pt x="335" y="452"/>
                    <a:pt x="737" y="452"/>
                  </a:cubicBezTo>
                  <a:cubicBezTo>
                    <a:pt x="1122" y="452"/>
                    <a:pt x="1456" y="352"/>
                    <a:pt x="1456" y="234"/>
                  </a:cubicBezTo>
                  <a:cubicBezTo>
                    <a:pt x="1456" y="101"/>
                    <a:pt x="1122" y="0"/>
                    <a:pt x="7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8"/>
            <p:cNvSpPr/>
            <p:nvPr/>
          </p:nvSpPr>
          <p:spPr>
            <a:xfrm>
              <a:off x="2319625" y="1385100"/>
              <a:ext cx="100450" cy="49700"/>
            </a:xfrm>
            <a:custGeom>
              <a:avLst/>
              <a:gdLst/>
              <a:ahLst/>
              <a:cxnLst/>
              <a:rect l="l" t="t" r="r" b="b"/>
              <a:pathLst>
                <a:path w="4018" h="1988" extrusionOk="0">
                  <a:moveTo>
                    <a:pt x="922" y="0"/>
                  </a:moveTo>
                  <a:cubicBezTo>
                    <a:pt x="612" y="0"/>
                    <a:pt x="373" y="47"/>
                    <a:pt x="268" y="119"/>
                  </a:cubicBezTo>
                  <a:cubicBezTo>
                    <a:pt x="1" y="252"/>
                    <a:pt x="704" y="487"/>
                    <a:pt x="1641" y="989"/>
                  </a:cubicBezTo>
                  <a:cubicBezTo>
                    <a:pt x="2519" y="1435"/>
                    <a:pt x="3277" y="1987"/>
                    <a:pt x="3623" y="1987"/>
                  </a:cubicBezTo>
                  <a:cubicBezTo>
                    <a:pt x="3667" y="1987"/>
                    <a:pt x="3703" y="1978"/>
                    <a:pt x="3733" y="1960"/>
                  </a:cubicBezTo>
                  <a:cubicBezTo>
                    <a:pt x="4018" y="1809"/>
                    <a:pt x="3616" y="922"/>
                    <a:pt x="2645" y="420"/>
                  </a:cubicBezTo>
                  <a:cubicBezTo>
                    <a:pt x="2063" y="114"/>
                    <a:pt x="1407" y="0"/>
                    <a:pt x="9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8"/>
            <p:cNvSpPr/>
            <p:nvPr/>
          </p:nvSpPr>
          <p:spPr>
            <a:xfrm>
              <a:off x="2416400" y="1433175"/>
              <a:ext cx="20900" cy="25050"/>
            </a:xfrm>
            <a:custGeom>
              <a:avLst/>
              <a:gdLst/>
              <a:ahLst/>
              <a:cxnLst/>
              <a:rect l="l" t="t" r="r" b="b"/>
              <a:pathLst>
                <a:path w="836" h="1002" extrusionOk="0">
                  <a:moveTo>
                    <a:pt x="238" y="1"/>
                  </a:moveTo>
                  <a:cubicBezTo>
                    <a:pt x="72" y="1"/>
                    <a:pt x="0" y="299"/>
                    <a:pt x="80" y="505"/>
                  </a:cubicBezTo>
                  <a:cubicBezTo>
                    <a:pt x="164" y="723"/>
                    <a:pt x="398" y="957"/>
                    <a:pt x="565" y="991"/>
                  </a:cubicBezTo>
                  <a:cubicBezTo>
                    <a:pt x="594" y="998"/>
                    <a:pt x="620" y="1001"/>
                    <a:pt x="644" y="1001"/>
                  </a:cubicBezTo>
                  <a:cubicBezTo>
                    <a:pt x="786" y="1001"/>
                    <a:pt x="836" y="879"/>
                    <a:pt x="749" y="706"/>
                  </a:cubicBezTo>
                  <a:cubicBezTo>
                    <a:pt x="666" y="489"/>
                    <a:pt x="448" y="70"/>
                    <a:pt x="264" y="3"/>
                  </a:cubicBezTo>
                  <a:cubicBezTo>
                    <a:pt x="255" y="2"/>
                    <a:pt x="246" y="1"/>
                    <a:pt x="2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82" name="Google Shape;2782;p8"/>
          <p:cNvGrpSpPr/>
          <p:nvPr/>
        </p:nvGrpSpPr>
        <p:grpSpPr>
          <a:xfrm>
            <a:off x="1714483" y="-327710"/>
            <a:ext cx="2095529" cy="1058761"/>
            <a:chOff x="1423500" y="1965000"/>
            <a:chExt cx="1202875" cy="607750"/>
          </a:xfrm>
        </p:grpSpPr>
        <p:sp>
          <p:nvSpPr>
            <p:cNvPr id="2783" name="Google Shape;2783;p8"/>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8"/>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8"/>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8"/>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8"/>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8"/>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8"/>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8"/>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8"/>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8"/>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8"/>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8"/>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8"/>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8"/>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8"/>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8"/>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8"/>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8"/>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8"/>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8"/>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8"/>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8"/>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8"/>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8"/>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8"/>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8"/>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8"/>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8"/>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8"/>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8"/>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8"/>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8"/>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8"/>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8"/>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8"/>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8"/>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8"/>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8"/>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8"/>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8"/>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8"/>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8"/>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8"/>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8"/>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8"/>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8"/>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8"/>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8"/>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8"/>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8"/>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8"/>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8"/>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8"/>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8"/>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8"/>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8"/>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8"/>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8"/>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8"/>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8"/>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8"/>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8"/>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8"/>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8"/>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8"/>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8"/>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8"/>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8"/>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8"/>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8"/>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8"/>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8"/>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8"/>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8"/>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8"/>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8"/>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8"/>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8"/>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8"/>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8"/>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8"/>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8"/>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8"/>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8"/>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8"/>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8"/>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8"/>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8"/>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8"/>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8"/>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8"/>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8"/>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8"/>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8"/>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8"/>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8"/>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8"/>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8"/>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8"/>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8"/>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8"/>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8"/>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8"/>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8"/>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8"/>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8"/>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8"/>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8"/>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8"/>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8"/>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8"/>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8"/>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8"/>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8"/>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8"/>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8"/>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8"/>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8"/>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8"/>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8"/>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8"/>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8"/>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8"/>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8"/>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8"/>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8"/>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8"/>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8"/>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8"/>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8"/>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8"/>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8"/>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5" name="Google Shape;2915;p8"/>
          <p:cNvGrpSpPr/>
          <p:nvPr/>
        </p:nvGrpSpPr>
        <p:grpSpPr>
          <a:xfrm rot="1530007">
            <a:off x="4628288" y="4743524"/>
            <a:ext cx="2095539" cy="1058766"/>
            <a:chOff x="1423500" y="1965000"/>
            <a:chExt cx="1202875" cy="607750"/>
          </a:xfrm>
        </p:grpSpPr>
        <p:sp>
          <p:nvSpPr>
            <p:cNvPr id="2916" name="Google Shape;2916;p8"/>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8"/>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8"/>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8"/>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8"/>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8"/>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8"/>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8"/>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8"/>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8"/>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8"/>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8"/>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8"/>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8"/>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8"/>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8"/>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8"/>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8"/>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8"/>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8"/>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8"/>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8"/>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8"/>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8"/>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8"/>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8"/>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8"/>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8"/>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8"/>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8"/>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8"/>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8"/>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8"/>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8"/>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8"/>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8"/>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8"/>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8"/>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8"/>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8"/>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8"/>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8"/>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8"/>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8"/>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8"/>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8"/>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8"/>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8"/>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8"/>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8"/>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8"/>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8"/>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8"/>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8"/>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8"/>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8"/>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8"/>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8"/>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8"/>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8"/>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8"/>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8"/>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8"/>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8"/>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8"/>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8"/>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8"/>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8"/>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8"/>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8"/>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8"/>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8"/>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8"/>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8"/>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8"/>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8"/>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8"/>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8"/>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8"/>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8"/>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8"/>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8"/>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8"/>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8"/>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8"/>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8"/>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8"/>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8"/>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8"/>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8"/>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8"/>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8"/>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8"/>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8"/>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8"/>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8"/>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8"/>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8"/>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8"/>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8"/>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8"/>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8"/>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8"/>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8"/>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8"/>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8"/>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8"/>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8"/>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8"/>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8"/>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8"/>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8"/>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8"/>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8"/>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8"/>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8"/>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8"/>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8"/>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8"/>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8"/>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8"/>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8"/>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8"/>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8"/>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8"/>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8"/>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8"/>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8"/>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8"/>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8"/>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8"/>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8"/>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8" name="Google Shape;3048;p8"/>
          <p:cNvGrpSpPr/>
          <p:nvPr/>
        </p:nvGrpSpPr>
        <p:grpSpPr>
          <a:xfrm rot="-2700000">
            <a:off x="259568" y="966915"/>
            <a:ext cx="608448" cy="494433"/>
            <a:chOff x="3883850" y="1662875"/>
            <a:chExt cx="361150" cy="293475"/>
          </a:xfrm>
        </p:grpSpPr>
        <p:sp>
          <p:nvSpPr>
            <p:cNvPr id="3049" name="Google Shape;3049;p8"/>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8"/>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8"/>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8"/>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8"/>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8"/>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8"/>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8"/>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8"/>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8"/>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8"/>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8"/>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8"/>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8"/>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8"/>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8"/>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8"/>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8"/>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8"/>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8"/>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8"/>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8"/>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8"/>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8"/>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8"/>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8"/>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5" name="Google Shape;3075;p8"/>
          <p:cNvGrpSpPr/>
          <p:nvPr/>
        </p:nvGrpSpPr>
        <p:grpSpPr>
          <a:xfrm rot="1811724">
            <a:off x="969152" y="1130468"/>
            <a:ext cx="260751" cy="160466"/>
            <a:chOff x="5492850" y="1205450"/>
            <a:chExt cx="260725" cy="160450"/>
          </a:xfrm>
        </p:grpSpPr>
        <p:sp>
          <p:nvSpPr>
            <p:cNvPr id="3076" name="Google Shape;3076;p8"/>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8"/>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8"/>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8"/>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8"/>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8"/>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2" name="Google Shape;3082;p8"/>
          <p:cNvGrpSpPr/>
          <p:nvPr/>
        </p:nvGrpSpPr>
        <p:grpSpPr>
          <a:xfrm rot="-1811716" flipH="1">
            <a:off x="818639" y="1324381"/>
            <a:ext cx="193361" cy="118994"/>
            <a:chOff x="5492850" y="1205450"/>
            <a:chExt cx="260725" cy="160450"/>
          </a:xfrm>
        </p:grpSpPr>
        <p:sp>
          <p:nvSpPr>
            <p:cNvPr id="3083" name="Google Shape;3083;p8"/>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8"/>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8"/>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8"/>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8"/>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8"/>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89" name="Google Shape;3089;p8"/>
          <p:cNvGrpSpPr/>
          <p:nvPr/>
        </p:nvGrpSpPr>
        <p:grpSpPr>
          <a:xfrm rot="1926705">
            <a:off x="8694204" y="1413812"/>
            <a:ext cx="784617" cy="494768"/>
            <a:chOff x="4015675" y="2112550"/>
            <a:chExt cx="545275" cy="343875"/>
          </a:xfrm>
        </p:grpSpPr>
        <p:sp>
          <p:nvSpPr>
            <p:cNvPr id="3090" name="Google Shape;3090;p8"/>
            <p:cNvSpPr/>
            <p:nvPr/>
          </p:nvSpPr>
          <p:spPr>
            <a:xfrm>
              <a:off x="4015675" y="2112550"/>
              <a:ext cx="378725" cy="343875"/>
            </a:xfrm>
            <a:custGeom>
              <a:avLst/>
              <a:gdLst/>
              <a:ahLst/>
              <a:cxnLst/>
              <a:rect l="l" t="t" r="r" b="b"/>
              <a:pathLst>
                <a:path w="15149" h="13755" extrusionOk="0">
                  <a:moveTo>
                    <a:pt x="8012" y="1286"/>
                  </a:moveTo>
                  <a:cubicBezTo>
                    <a:pt x="8877" y="1286"/>
                    <a:pt x="9725" y="1673"/>
                    <a:pt x="10344" y="2372"/>
                  </a:cubicBezTo>
                  <a:cubicBezTo>
                    <a:pt x="11734" y="3962"/>
                    <a:pt x="12705" y="5519"/>
                    <a:pt x="12872" y="6205"/>
                  </a:cubicBezTo>
                  <a:cubicBezTo>
                    <a:pt x="13374" y="8381"/>
                    <a:pt x="11215" y="8967"/>
                    <a:pt x="11031" y="9687"/>
                  </a:cubicBezTo>
                  <a:cubicBezTo>
                    <a:pt x="10813" y="10390"/>
                    <a:pt x="11399" y="12917"/>
                    <a:pt x="9524" y="12967"/>
                  </a:cubicBezTo>
                  <a:lnTo>
                    <a:pt x="4536" y="13051"/>
                  </a:lnTo>
                  <a:cubicBezTo>
                    <a:pt x="4525" y="13051"/>
                    <a:pt x="4515" y="13051"/>
                    <a:pt x="4504" y="13051"/>
                  </a:cubicBezTo>
                  <a:cubicBezTo>
                    <a:pt x="3379" y="13051"/>
                    <a:pt x="2374" y="12186"/>
                    <a:pt x="2109" y="10942"/>
                  </a:cubicBezTo>
                  <a:cubicBezTo>
                    <a:pt x="1925" y="10055"/>
                    <a:pt x="1925" y="9084"/>
                    <a:pt x="2109" y="8130"/>
                  </a:cubicBezTo>
                  <a:cubicBezTo>
                    <a:pt x="2578" y="5853"/>
                    <a:pt x="4335" y="6473"/>
                    <a:pt x="4586" y="5117"/>
                  </a:cubicBezTo>
                  <a:cubicBezTo>
                    <a:pt x="4770" y="4129"/>
                    <a:pt x="5089" y="2338"/>
                    <a:pt x="6762" y="1568"/>
                  </a:cubicBezTo>
                  <a:cubicBezTo>
                    <a:pt x="7167" y="1377"/>
                    <a:pt x="7592" y="1286"/>
                    <a:pt x="8012" y="1286"/>
                  </a:cubicBezTo>
                  <a:close/>
                  <a:moveTo>
                    <a:pt x="7572" y="0"/>
                  </a:moveTo>
                  <a:cubicBezTo>
                    <a:pt x="7036" y="0"/>
                    <a:pt x="6500" y="102"/>
                    <a:pt x="5992" y="313"/>
                  </a:cubicBezTo>
                  <a:cubicBezTo>
                    <a:pt x="3833" y="1183"/>
                    <a:pt x="3515" y="3276"/>
                    <a:pt x="3314" y="4447"/>
                  </a:cubicBezTo>
                  <a:cubicBezTo>
                    <a:pt x="3046" y="6054"/>
                    <a:pt x="703" y="5284"/>
                    <a:pt x="218" y="7946"/>
                  </a:cubicBezTo>
                  <a:cubicBezTo>
                    <a:pt x="0" y="9067"/>
                    <a:pt x="67" y="10206"/>
                    <a:pt x="385" y="11243"/>
                  </a:cubicBezTo>
                  <a:cubicBezTo>
                    <a:pt x="820" y="12716"/>
                    <a:pt x="2209" y="13754"/>
                    <a:pt x="3733" y="13754"/>
                  </a:cubicBezTo>
                  <a:lnTo>
                    <a:pt x="10328" y="13754"/>
                  </a:lnTo>
                  <a:cubicBezTo>
                    <a:pt x="12805" y="13754"/>
                    <a:pt x="11750" y="10741"/>
                    <a:pt x="11968" y="9904"/>
                  </a:cubicBezTo>
                  <a:cubicBezTo>
                    <a:pt x="12202" y="9051"/>
                    <a:pt x="15148" y="8431"/>
                    <a:pt x="14362" y="5853"/>
                  </a:cubicBezTo>
                  <a:cubicBezTo>
                    <a:pt x="14111" y="5050"/>
                    <a:pt x="12721" y="3209"/>
                    <a:pt x="10780" y="1334"/>
                  </a:cubicBezTo>
                  <a:cubicBezTo>
                    <a:pt x="9898" y="475"/>
                    <a:pt x="8734" y="0"/>
                    <a:pt x="7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8"/>
            <p:cNvSpPr/>
            <p:nvPr/>
          </p:nvSpPr>
          <p:spPr>
            <a:xfrm>
              <a:off x="4083450" y="2190250"/>
              <a:ext cx="60700" cy="59850"/>
            </a:xfrm>
            <a:custGeom>
              <a:avLst/>
              <a:gdLst/>
              <a:ahLst/>
              <a:cxnLst/>
              <a:rect l="l" t="t" r="r" b="b"/>
              <a:pathLst>
                <a:path w="2428" h="2394" extrusionOk="0">
                  <a:moveTo>
                    <a:pt x="1507" y="0"/>
                  </a:moveTo>
                  <a:cubicBezTo>
                    <a:pt x="1290" y="0"/>
                    <a:pt x="1055" y="0"/>
                    <a:pt x="871" y="17"/>
                  </a:cubicBezTo>
                  <a:cubicBezTo>
                    <a:pt x="754" y="503"/>
                    <a:pt x="670" y="938"/>
                    <a:pt x="603" y="1306"/>
                  </a:cubicBezTo>
                  <a:cubicBezTo>
                    <a:pt x="536" y="1741"/>
                    <a:pt x="285" y="2009"/>
                    <a:pt x="1" y="2193"/>
                  </a:cubicBezTo>
                  <a:cubicBezTo>
                    <a:pt x="436" y="2327"/>
                    <a:pt x="955" y="2394"/>
                    <a:pt x="1507" y="2394"/>
                  </a:cubicBezTo>
                  <a:lnTo>
                    <a:pt x="1708" y="2394"/>
                  </a:lnTo>
                  <a:cubicBezTo>
                    <a:pt x="1775" y="2277"/>
                    <a:pt x="1842" y="2143"/>
                    <a:pt x="1859" y="1992"/>
                  </a:cubicBezTo>
                  <a:cubicBezTo>
                    <a:pt x="1959" y="1490"/>
                    <a:pt x="2093" y="754"/>
                    <a:pt x="2428" y="67"/>
                  </a:cubicBezTo>
                  <a:cubicBezTo>
                    <a:pt x="2126" y="17"/>
                    <a:pt x="1808" y="0"/>
                    <a:pt x="1507"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8"/>
            <p:cNvSpPr/>
            <p:nvPr/>
          </p:nvSpPr>
          <p:spPr>
            <a:xfrm>
              <a:off x="4044950" y="2112550"/>
              <a:ext cx="363675" cy="343875"/>
            </a:xfrm>
            <a:custGeom>
              <a:avLst/>
              <a:gdLst/>
              <a:ahLst/>
              <a:cxnLst/>
              <a:rect l="l" t="t" r="r" b="b"/>
              <a:pathLst>
                <a:path w="14547" h="13755" extrusionOk="0">
                  <a:moveTo>
                    <a:pt x="7946" y="1273"/>
                  </a:moveTo>
                  <a:cubicBezTo>
                    <a:pt x="8817" y="1273"/>
                    <a:pt x="9671" y="1669"/>
                    <a:pt x="10295" y="2372"/>
                  </a:cubicBezTo>
                  <a:cubicBezTo>
                    <a:pt x="11701" y="3962"/>
                    <a:pt x="12655" y="5519"/>
                    <a:pt x="12839" y="6205"/>
                  </a:cubicBezTo>
                  <a:cubicBezTo>
                    <a:pt x="13358" y="8381"/>
                    <a:pt x="10831" y="8900"/>
                    <a:pt x="10630" y="9636"/>
                  </a:cubicBezTo>
                  <a:cubicBezTo>
                    <a:pt x="10429" y="10339"/>
                    <a:pt x="11366" y="12951"/>
                    <a:pt x="9491" y="12967"/>
                  </a:cubicBezTo>
                  <a:lnTo>
                    <a:pt x="4503" y="13051"/>
                  </a:lnTo>
                  <a:cubicBezTo>
                    <a:pt x="4493" y="13051"/>
                    <a:pt x="4482" y="13051"/>
                    <a:pt x="4471" y="13051"/>
                  </a:cubicBezTo>
                  <a:cubicBezTo>
                    <a:pt x="3330" y="13051"/>
                    <a:pt x="2325" y="12169"/>
                    <a:pt x="2076" y="10925"/>
                  </a:cubicBezTo>
                  <a:cubicBezTo>
                    <a:pt x="1892" y="10055"/>
                    <a:pt x="1892" y="9084"/>
                    <a:pt x="2076" y="8130"/>
                  </a:cubicBezTo>
                  <a:cubicBezTo>
                    <a:pt x="2545" y="5853"/>
                    <a:pt x="4303" y="6473"/>
                    <a:pt x="4554" y="5117"/>
                  </a:cubicBezTo>
                  <a:cubicBezTo>
                    <a:pt x="4738" y="4129"/>
                    <a:pt x="5039" y="2338"/>
                    <a:pt x="6713" y="1552"/>
                  </a:cubicBezTo>
                  <a:cubicBezTo>
                    <a:pt x="7112" y="1363"/>
                    <a:pt x="7531" y="1273"/>
                    <a:pt x="7946" y="1273"/>
                  </a:cubicBezTo>
                  <a:close/>
                  <a:moveTo>
                    <a:pt x="7259" y="0"/>
                  </a:moveTo>
                  <a:cubicBezTo>
                    <a:pt x="6743" y="0"/>
                    <a:pt x="6228" y="102"/>
                    <a:pt x="5742" y="313"/>
                  </a:cubicBezTo>
                  <a:cubicBezTo>
                    <a:pt x="3666" y="1183"/>
                    <a:pt x="3348" y="3276"/>
                    <a:pt x="3164" y="4447"/>
                  </a:cubicBezTo>
                  <a:cubicBezTo>
                    <a:pt x="2913" y="6054"/>
                    <a:pt x="637" y="5284"/>
                    <a:pt x="202" y="7946"/>
                  </a:cubicBezTo>
                  <a:cubicBezTo>
                    <a:pt x="1" y="9067"/>
                    <a:pt x="68" y="10206"/>
                    <a:pt x="335" y="11243"/>
                  </a:cubicBezTo>
                  <a:cubicBezTo>
                    <a:pt x="754" y="12716"/>
                    <a:pt x="2076" y="13754"/>
                    <a:pt x="3566" y="13754"/>
                  </a:cubicBezTo>
                  <a:lnTo>
                    <a:pt x="9910" y="13754"/>
                  </a:lnTo>
                  <a:cubicBezTo>
                    <a:pt x="12287" y="13754"/>
                    <a:pt x="10948" y="10724"/>
                    <a:pt x="11182" y="9871"/>
                  </a:cubicBezTo>
                  <a:cubicBezTo>
                    <a:pt x="11366" y="9017"/>
                    <a:pt x="14547" y="8431"/>
                    <a:pt x="13777" y="5853"/>
                  </a:cubicBezTo>
                  <a:cubicBezTo>
                    <a:pt x="13542" y="5050"/>
                    <a:pt x="12203" y="3209"/>
                    <a:pt x="10345" y="1334"/>
                  </a:cubicBezTo>
                  <a:cubicBezTo>
                    <a:pt x="9498" y="475"/>
                    <a:pt x="8376" y="0"/>
                    <a:pt x="7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8"/>
            <p:cNvSpPr/>
            <p:nvPr/>
          </p:nvSpPr>
          <p:spPr>
            <a:xfrm>
              <a:off x="4169650" y="2136025"/>
              <a:ext cx="385025" cy="320400"/>
            </a:xfrm>
            <a:custGeom>
              <a:avLst/>
              <a:gdLst/>
              <a:ahLst/>
              <a:cxnLst/>
              <a:rect l="l" t="t" r="r" b="b"/>
              <a:pathLst>
                <a:path w="15401" h="12816" extrusionOk="0">
                  <a:moveTo>
                    <a:pt x="11120" y="1162"/>
                  </a:moveTo>
                  <a:cubicBezTo>
                    <a:pt x="11994" y="1162"/>
                    <a:pt x="12716" y="1528"/>
                    <a:pt x="13090" y="2186"/>
                  </a:cubicBezTo>
                  <a:cubicBezTo>
                    <a:pt x="13944" y="3676"/>
                    <a:pt x="14396" y="5115"/>
                    <a:pt x="14312" y="5751"/>
                  </a:cubicBezTo>
                  <a:cubicBezTo>
                    <a:pt x="14061" y="7794"/>
                    <a:pt x="11617" y="8296"/>
                    <a:pt x="11149" y="8965"/>
                  </a:cubicBezTo>
                  <a:cubicBezTo>
                    <a:pt x="10713" y="9635"/>
                    <a:pt x="10513" y="12045"/>
                    <a:pt x="8638" y="12062"/>
                  </a:cubicBezTo>
                  <a:lnTo>
                    <a:pt x="3633" y="12129"/>
                  </a:lnTo>
                  <a:cubicBezTo>
                    <a:pt x="3621" y="12129"/>
                    <a:pt x="3609" y="12129"/>
                    <a:pt x="3597" y="12129"/>
                  </a:cubicBezTo>
                  <a:cubicBezTo>
                    <a:pt x="2447" y="12129"/>
                    <a:pt x="1760" y="11330"/>
                    <a:pt x="1926" y="10170"/>
                  </a:cubicBezTo>
                  <a:cubicBezTo>
                    <a:pt x="2026" y="9350"/>
                    <a:pt x="2361" y="8446"/>
                    <a:pt x="2880" y="7542"/>
                  </a:cubicBezTo>
                  <a:cubicBezTo>
                    <a:pt x="4118" y="5433"/>
                    <a:pt x="5658" y="6003"/>
                    <a:pt x="6395" y="4747"/>
                  </a:cubicBezTo>
                  <a:cubicBezTo>
                    <a:pt x="6914" y="3826"/>
                    <a:pt x="7868" y="2153"/>
                    <a:pt x="9793" y="1416"/>
                  </a:cubicBezTo>
                  <a:cubicBezTo>
                    <a:pt x="10256" y="1244"/>
                    <a:pt x="10705" y="1162"/>
                    <a:pt x="11120" y="1162"/>
                  </a:cubicBezTo>
                  <a:close/>
                  <a:moveTo>
                    <a:pt x="10818" y="0"/>
                  </a:moveTo>
                  <a:cubicBezTo>
                    <a:pt x="10310" y="0"/>
                    <a:pt x="9771" y="90"/>
                    <a:pt x="9224" y="278"/>
                  </a:cubicBezTo>
                  <a:cubicBezTo>
                    <a:pt x="6847" y="1098"/>
                    <a:pt x="5809" y="3073"/>
                    <a:pt x="5257" y="4128"/>
                  </a:cubicBezTo>
                  <a:cubicBezTo>
                    <a:pt x="4453" y="5618"/>
                    <a:pt x="2445" y="4914"/>
                    <a:pt x="1072" y="7392"/>
                  </a:cubicBezTo>
                  <a:cubicBezTo>
                    <a:pt x="486" y="8463"/>
                    <a:pt x="151" y="9518"/>
                    <a:pt x="84" y="10472"/>
                  </a:cubicBezTo>
                  <a:cubicBezTo>
                    <a:pt x="1" y="11861"/>
                    <a:pt x="955" y="12815"/>
                    <a:pt x="2445" y="12815"/>
                  </a:cubicBezTo>
                  <a:lnTo>
                    <a:pt x="8789" y="12815"/>
                  </a:lnTo>
                  <a:cubicBezTo>
                    <a:pt x="11165" y="12815"/>
                    <a:pt x="11098" y="9986"/>
                    <a:pt x="11601" y="9200"/>
                  </a:cubicBezTo>
                  <a:cubicBezTo>
                    <a:pt x="12120" y="8413"/>
                    <a:pt x="15250" y="7860"/>
                    <a:pt x="15350" y="5450"/>
                  </a:cubicBezTo>
                  <a:cubicBezTo>
                    <a:pt x="15400" y="4730"/>
                    <a:pt x="14681" y="2990"/>
                    <a:pt x="13475" y="1249"/>
                  </a:cubicBezTo>
                  <a:cubicBezTo>
                    <a:pt x="12910" y="442"/>
                    <a:pt x="11941" y="0"/>
                    <a:pt x="108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8"/>
            <p:cNvSpPr/>
            <p:nvPr/>
          </p:nvSpPr>
          <p:spPr>
            <a:xfrm>
              <a:off x="4264650" y="2188575"/>
              <a:ext cx="74925" cy="89150"/>
            </a:xfrm>
            <a:custGeom>
              <a:avLst/>
              <a:gdLst/>
              <a:ahLst/>
              <a:cxnLst/>
              <a:rect l="l" t="t" r="r" b="b"/>
              <a:pathLst>
                <a:path w="2997" h="3566" extrusionOk="0">
                  <a:moveTo>
                    <a:pt x="2746" y="0"/>
                  </a:moveTo>
                  <a:cubicBezTo>
                    <a:pt x="2110" y="737"/>
                    <a:pt x="1725" y="1490"/>
                    <a:pt x="1423" y="2043"/>
                  </a:cubicBezTo>
                  <a:cubicBezTo>
                    <a:pt x="1122" y="2628"/>
                    <a:pt x="586" y="2879"/>
                    <a:pt x="0" y="3097"/>
                  </a:cubicBezTo>
                  <a:cubicBezTo>
                    <a:pt x="452" y="3264"/>
                    <a:pt x="921" y="3432"/>
                    <a:pt x="1423" y="3566"/>
                  </a:cubicBezTo>
                  <a:cubicBezTo>
                    <a:pt x="1892" y="3348"/>
                    <a:pt x="2310" y="3147"/>
                    <a:pt x="2578" y="2645"/>
                  </a:cubicBezTo>
                  <a:cubicBezTo>
                    <a:pt x="2712" y="2428"/>
                    <a:pt x="2829" y="2210"/>
                    <a:pt x="2997" y="1925"/>
                  </a:cubicBezTo>
                  <a:cubicBezTo>
                    <a:pt x="2879" y="1473"/>
                    <a:pt x="2762" y="787"/>
                    <a:pt x="2746"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8"/>
            <p:cNvSpPr/>
            <p:nvPr/>
          </p:nvSpPr>
          <p:spPr>
            <a:xfrm>
              <a:off x="4369275" y="2135800"/>
              <a:ext cx="79100" cy="64100"/>
            </a:xfrm>
            <a:custGeom>
              <a:avLst/>
              <a:gdLst/>
              <a:ahLst/>
              <a:cxnLst/>
              <a:rect l="l" t="t" r="r" b="b"/>
              <a:pathLst>
                <a:path w="3164" h="2564" extrusionOk="0">
                  <a:moveTo>
                    <a:pt x="2829" y="1"/>
                  </a:moveTo>
                  <a:cubicBezTo>
                    <a:pt x="2326" y="1"/>
                    <a:pt x="1782" y="99"/>
                    <a:pt x="1239" y="270"/>
                  </a:cubicBezTo>
                  <a:cubicBezTo>
                    <a:pt x="770" y="438"/>
                    <a:pt x="352" y="638"/>
                    <a:pt x="0" y="856"/>
                  </a:cubicBezTo>
                  <a:cubicBezTo>
                    <a:pt x="50" y="1174"/>
                    <a:pt x="50" y="1526"/>
                    <a:pt x="50" y="1894"/>
                  </a:cubicBezTo>
                  <a:cubicBezTo>
                    <a:pt x="50" y="2111"/>
                    <a:pt x="50" y="2329"/>
                    <a:pt x="17" y="2563"/>
                  </a:cubicBezTo>
                  <a:cubicBezTo>
                    <a:pt x="502" y="2111"/>
                    <a:pt x="1088" y="1693"/>
                    <a:pt x="1808" y="1425"/>
                  </a:cubicBezTo>
                  <a:cubicBezTo>
                    <a:pt x="2277" y="1241"/>
                    <a:pt x="2745" y="1174"/>
                    <a:pt x="3164" y="1174"/>
                  </a:cubicBezTo>
                  <a:cubicBezTo>
                    <a:pt x="3063" y="772"/>
                    <a:pt x="2980" y="387"/>
                    <a:pt x="2946" y="2"/>
                  </a:cubicBezTo>
                  <a:cubicBezTo>
                    <a:pt x="2907" y="1"/>
                    <a:pt x="2868" y="1"/>
                    <a:pt x="282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8"/>
            <p:cNvSpPr/>
            <p:nvPr/>
          </p:nvSpPr>
          <p:spPr>
            <a:xfrm>
              <a:off x="4199375" y="2154175"/>
              <a:ext cx="361575" cy="302250"/>
            </a:xfrm>
            <a:custGeom>
              <a:avLst/>
              <a:gdLst/>
              <a:ahLst/>
              <a:cxnLst/>
              <a:rect l="l" t="t" r="r" b="b"/>
              <a:pathLst>
                <a:path w="14463" h="12090" extrusionOk="0">
                  <a:moveTo>
                    <a:pt x="10496" y="955"/>
                  </a:moveTo>
                  <a:cubicBezTo>
                    <a:pt x="11383" y="955"/>
                    <a:pt x="12149" y="1322"/>
                    <a:pt x="12521" y="1996"/>
                  </a:cubicBezTo>
                  <a:cubicBezTo>
                    <a:pt x="13291" y="3419"/>
                    <a:pt x="13542" y="4808"/>
                    <a:pt x="13458" y="5427"/>
                  </a:cubicBezTo>
                  <a:cubicBezTo>
                    <a:pt x="13224" y="7369"/>
                    <a:pt x="10713" y="7804"/>
                    <a:pt x="10294" y="8440"/>
                  </a:cubicBezTo>
                  <a:cubicBezTo>
                    <a:pt x="9876" y="9059"/>
                    <a:pt x="9926" y="11369"/>
                    <a:pt x="8135" y="11386"/>
                  </a:cubicBezTo>
                  <a:lnTo>
                    <a:pt x="3348" y="11453"/>
                  </a:lnTo>
                  <a:cubicBezTo>
                    <a:pt x="3336" y="11453"/>
                    <a:pt x="3325" y="11453"/>
                    <a:pt x="3314" y="11453"/>
                  </a:cubicBezTo>
                  <a:cubicBezTo>
                    <a:pt x="2212" y="11453"/>
                    <a:pt x="1508" y="10655"/>
                    <a:pt x="1674" y="9528"/>
                  </a:cubicBezTo>
                  <a:cubicBezTo>
                    <a:pt x="1775" y="8725"/>
                    <a:pt x="2109" y="7854"/>
                    <a:pt x="2611" y="6967"/>
                  </a:cubicBezTo>
                  <a:cubicBezTo>
                    <a:pt x="3833" y="4925"/>
                    <a:pt x="5323" y="5528"/>
                    <a:pt x="6026" y="4289"/>
                  </a:cubicBezTo>
                  <a:cubicBezTo>
                    <a:pt x="6528" y="3419"/>
                    <a:pt x="7432" y="1828"/>
                    <a:pt x="9273" y="1176"/>
                  </a:cubicBezTo>
                  <a:cubicBezTo>
                    <a:pt x="9689" y="1027"/>
                    <a:pt x="10104" y="955"/>
                    <a:pt x="10496" y="955"/>
                  </a:cubicBezTo>
                  <a:close/>
                  <a:moveTo>
                    <a:pt x="10398" y="1"/>
                  </a:moveTo>
                  <a:cubicBezTo>
                    <a:pt x="9919" y="1"/>
                    <a:pt x="9399" y="86"/>
                    <a:pt x="8855" y="255"/>
                  </a:cubicBezTo>
                  <a:cubicBezTo>
                    <a:pt x="6595" y="958"/>
                    <a:pt x="5708" y="2866"/>
                    <a:pt x="5139" y="3921"/>
                  </a:cubicBezTo>
                  <a:cubicBezTo>
                    <a:pt x="4369" y="5360"/>
                    <a:pt x="2411" y="4607"/>
                    <a:pt x="1038" y="7017"/>
                  </a:cubicBezTo>
                  <a:cubicBezTo>
                    <a:pt x="469" y="8038"/>
                    <a:pt x="151" y="9059"/>
                    <a:pt x="84" y="10030"/>
                  </a:cubicBezTo>
                  <a:cubicBezTo>
                    <a:pt x="0" y="11369"/>
                    <a:pt x="737" y="12089"/>
                    <a:pt x="2176" y="12089"/>
                  </a:cubicBezTo>
                  <a:lnTo>
                    <a:pt x="8269" y="12089"/>
                  </a:lnTo>
                  <a:cubicBezTo>
                    <a:pt x="10512" y="12089"/>
                    <a:pt x="10244" y="9394"/>
                    <a:pt x="10713" y="8658"/>
                  </a:cubicBezTo>
                  <a:cubicBezTo>
                    <a:pt x="11198" y="7904"/>
                    <a:pt x="14295" y="7436"/>
                    <a:pt x="14412" y="5176"/>
                  </a:cubicBezTo>
                  <a:cubicBezTo>
                    <a:pt x="14462" y="4473"/>
                    <a:pt x="13826" y="2833"/>
                    <a:pt x="12722" y="1125"/>
                  </a:cubicBezTo>
                  <a:cubicBezTo>
                    <a:pt x="12213" y="369"/>
                    <a:pt x="11393" y="1"/>
                    <a:pt x="103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7" name="Google Shape;3097;p8"/>
          <p:cNvGrpSpPr/>
          <p:nvPr/>
        </p:nvGrpSpPr>
        <p:grpSpPr>
          <a:xfrm rot="2952480">
            <a:off x="7189087" y="4498551"/>
            <a:ext cx="348372" cy="283092"/>
            <a:chOff x="3883850" y="1662875"/>
            <a:chExt cx="361150" cy="293475"/>
          </a:xfrm>
        </p:grpSpPr>
        <p:sp>
          <p:nvSpPr>
            <p:cNvPr id="3098" name="Google Shape;3098;p8"/>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8"/>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8"/>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8"/>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8"/>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8"/>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8"/>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8"/>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8"/>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8"/>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8"/>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8"/>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8"/>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8"/>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8"/>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8"/>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8"/>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8"/>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8"/>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8"/>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8"/>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8"/>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8"/>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8"/>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8"/>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8"/>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24" name="Google Shape;3124;p8"/>
          <p:cNvGrpSpPr/>
          <p:nvPr/>
        </p:nvGrpSpPr>
        <p:grpSpPr>
          <a:xfrm rot="-1811716" flipH="1">
            <a:off x="9266664" y="1390331"/>
            <a:ext cx="193361" cy="118994"/>
            <a:chOff x="5492850" y="1205450"/>
            <a:chExt cx="260725" cy="160450"/>
          </a:xfrm>
        </p:grpSpPr>
        <p:sp>
          <p:nvSpPr>
            <p:cNvPr id="3125" name="Google Shape;3125;p8"/>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rgbClr val="8E8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8"/>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B5A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8"/>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8"/>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8"/>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rgbClr val="5952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8"/>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rgbClr val="443E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31" name="Google Shape;3131;p8"/>
          <p:cNvGrpSpPr/>
          <p:nvPr/>
        </p:nvGrpSpPr>
        <p:grpSpPr>
          <a:xfrm rot="-820589">
            <a:off x="5931255" y="47179"/>
            <a:ext cx="2098832" cy="984632"/>
            <a:chOff x="1406550" y="1260600"/>
            <a:chExt cx="1204775" cy="565200"/>
          </a:xfrm>
        </p:grpSpPr>
        <p:sp>
          <p:nvSpPr>
            <p:cNvPr id="3132" name="Google Shape;3132;p8"/>
            <p:cNvSpPr/>
            <p:nvPr/>
          </p:nvSpPr>
          <p:spPr>
            <a:xfrm>
              <a:off x="1406550" y="1264650"/>
              <a:ext cx="1204775" cy="555275"/>
            </a:xfrm>
            <a:custGeom>
              <a:avLst/>
              <a:gdLst/>
              <a:ahLst/>
              <a:cxnLst/>
              <a:rect l="l" t="t" r="r" b="b"/>
              <a:pathLst>
                <a:path w="48191" h="22211" extrusionOk="0">
                  <a:moveTo>
                    <a:pt x="25953" y="0"/>
                  </a:moveTo>
                  <a:cubicBezTo>
                    <a:pt x="24999" y="0"/>
                    <a:pt x="24004" y="17"/>
                    <a:pt x="22965" y="49"/>
                  </a:cubicBezTo>
                  <a:cubicBezTo>
                    <a:pt x="9089" y="467"/>
                    <a:pt x="0" y="3263"/>
                    <a:pt x="921" y="12586"/>
                  </a:cubicBezTo>
                  <a:cubicBezTo>
                    <a:pt x="1557" y="19097"/>
                    <a:pt x="14897" y="22211"/>
                    <a:pt x="24991" y="22211"/>
                  </a:cubicBezTo>
                  <a:cubicBezTo>
                    <a:pt x="36390" y="22211"/>
                    <a:pt x="48190" y="14461"/>
                    <a:pt x="44759" y="7263"/>
                  </a:cubicBezTo>
                  <a:cubicBezTo>
                    <a:pt x="42311" y="2152"/>
                    <a:pt x="36876" y="0"/>
                    <a:pt x="25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8"/>
            <p:cNvSpPr/>
            <p:nvPr/>
          </p:nvSpPr>
          <p:spPr>
            <a:xfrm>
              <a:off x="1450475" y="1293850"/>
              <a:ext cx="1112300" cy="487575"/>
            </a:xfrm>
            <a:custGeom>
              <a:avLst/>
              <a:gdLst/>
              <a:ahLst/>
              <a:cxnLst/>
              <a:rect l="l" t="t" r="r" b="b"/>
              <a:pathLst>
                <a:path w="44492" h="19503" extrusionOk="0">
                  <a:moveTo>
                    <a:pt x="24368" y="1"/>
                  </a:moveTo>
                  <a:cubicBezTo>
                    <a:pt x="23367" y="1"/>
                    <a:pt x="22314" y="18"/>
                    <a:pt x="21208" y="53"/>
                  </a:cubicBezTo>
                  <a:cubicBezTo>
                    <a:pt x="8370" y="454"/>
                    <a:pt x="1" y="2697"/>
                    <a:pt x="871" y="11301"/>
                  </a:cubicBezTo>
                  <a:cubicBezTo>
                    <a:pt x="1474" y="17293"/>
                    <a:pt x="13475" y="19503"/>
                    <a:pt x="22799" y="19503"/>
                  </a:cubicBezTo>
                  <a:cubicBezTo>
                    <a:pt x="33344" y="19503"/>
                    <a:pt x="44492" y="13025"/>
                    <a:pt x="41328" y="6380"/>
                  </a:cubicBezTo>
                  <a:cubicBezTo>
                    <a:pt x="39111" y="1702"/>
                    <a:pt x="34179" y="1"/>
                    <a:pt x="243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8"/>
            <p:cNvSpPr/>
            <p:nvPr/>
          </p:nvSpPr>
          <p:spPr>
            <a:xfrm>
              <a:off x="1427050" y="1514850"/>
              <a:ext cx="1112725" cy="310950"/>
            </a:xfrm>
            <a:custGeom>
              <a:avLst/>
              <a:gdLst/>
              <a:ahLst/>
              <a:cxnLst/>
              <a:rect l="l" t="t" r="r" b="b"/>
              <a:pathLst>
                <a:path w="44509" h="12438" extrusionOk="0">
                  <a:moveTo>
                    <a:pt x="101" y="0"/>
                  </a:moveTo>
                  <a:lnTo>
                    <a:pt x="101" y="0"/>
                  </a:lnTo>
                  <a:cubicBezTo>
                    <a:pt x="0" y="804"/>
                    <a:pt x="0" y="1657"/>
                    <a:pt x="84" y="2578"/>
                  </a:cubicBezTo>
                  <a:cubicBezTo>
                    <a:pt x="737" y="9089"/>
                    <a:pt x="14077" y="12437"/>
                    <a:pt x="24154" y="12437"/>
                  </a:cubicBezTo>
                  <a:cubicBezTo>
                    <a:pt x="34030" y="12437"/>
                    <a:pt x="44157" y="6428"/>
                    <a:pt x="44508" y="218"/>
                  </a:cubicBezTo>
                  <a:lnTo>
                    <a:pt x="44508" y="218"/>
                  </a:lnTo>
                  <a:cubicBezTo>
                    <a:pt x="43654" y="6194"/>
                    <a:pt x="33812" y="11684"/>
                    <a:pt x="24204" y="11684"/>
                  </a:cubicBezTo>
                  <a:cubicBezTo>
                    <a:pt x="14128" y="11684"/>
                    <a:pt x="770" y="8570"/>
                    <a:pt x="151" y="2059"/>
                  </a:cubicBezTo>
                  <a:cubicBezTo>
                    <a:pt x="84" y="1323"/>
                    <a:pt x="67" y="653"/>
                    <a:pt x="1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8"/>
            <p:cNvSpPr/>
            <p:nvPr/>
          </p:nvSpPr>
          <p:spPr>
            <a:xfrm>
              <a:off x="1423275" y="1260600"/>
              <a:ext cx="1118575" cy="293600"/>
            </a:xfrm>
            <a:custGeom>
              <a:avLst/>
              <a:gdLst/>
              <a:ahLst/>
              <a:cxnLst/>
              <a:rect l="l" t="t" r="r" b="b"/>
              <a:pathLst>
                <a:path w="44743" h="11744" extrusionOk="0">
                  <a:moveTo>
                    <a:pt x="25024" y="1"/>
                  </a:moveTo>
                  <a:cubicBezTo>
                    <a:pt x="24140" y="1"/>
                    <a:pt x="23220" y="15"/>
                    <a:pt x="22263" y="44"/>
                  </a:cubicBezTo>
                  <a:cubicBezTo>
                    <a:pt x="8889" y="462"/>
                    <a:pt x="1" y="3207"/>
                    <a:pt x="185" y="11744"/>
                  </a:cubicBezTo>
                  <a:cubicBezTo>
                    <a:pt x="369" y="3626"/>
                    <a:pt x="9190" y="964"/>
                    <a:pt x="22296" y="579"/>
                  </a:cubicBezTo>
                  <a:cubicBezTo>
                    <a:pt x="23287" y="548"/>
                    <a:pt x="24238" y="533"/>
                    <a:pt x="25151" y="533"/>
                  </a:cubicBezTo>
                  <a:cubicBezTo>
                    <a:pt x="36163" y="533"/>
                    <a:pt x="41632" y="2796"/>
                    <a:pt x="44090" y="7927"/>
                  </a:cubicBezTo>
                  <a:cubicBezTo>
                    <a:pt x="44475" y="8714"/>
                    <a:pt x="44659" y="9484"/>
                    <a:pt x="44693" y="10254"/>
                  </a:cubicBezTo>
                  <a:cubicBezTo>
                    <a:pt x="44743" y="9317"/>
                    <a:pt x="44542" y="8346"/>
                    <a:pt x="44090" y="7408"/>
                  </a:cubicBezTo>
                  <a:cubicBezTo>
                    <a:pt x="41625" y="2262"/>
                    <a:pt x="36116" y="1"/>
                    <a:pt x="25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8"/>
            <p:cNvSpPr/>
            <p:nvPr/>
          </p:nvSpPr>
          <p:spPr>
            <a:xfrm>
              <a:off x="1447450" y="1299025"/>
              <a:ext cx="1027225" cy="464700"/>
            </a:xfrm>
            <a:custGeom>
              <a:avLst/>
              <a:gdLst/>
              <a:ahLst/>
              <a:cxnLst/>
              <a:rect l="l" t="t" r="r" b="b"/>
              <a:pathLst>
                <a:path w="41089" h="18588" extrusionOk="0">
                  <a:moveTo>
                    <a:pt x="24535" y="1"/>
                  </a:moveTo>
                  <a:cubicBezTo>
                    <a:pt x="23384" y="1"/>
                    <a:pt x="22185" y="29"/>
                    <a:pt x="20944" y="80"/>
                  </a:cubicBezTo>
                  <a:cubicBezTo>
                    <a:pt x="9646" y="565"/>
                    <a:pt x="4390" y="2624"/>
                    <a:pt x="2398" y="7411"/>
                  </a:cubicBezTo>
                  <a:cubicBezTo>
                    <a:pt x="1" y="13215"/>
                    <a:pt x="9357" y="18588"/>
                    <a:pt x="18763" y="18588"/>
                  </a:cubicBezTo>
                  <a:cubicBezTo>
                    <a:pt x="19340" y="18588"/>
                    <a:pt x="19918" y="18567"/>
                    <a:pt x="20492" y="18526"/>
                  </a:cubicBezTo>
                  <a:cubicBezTo>
                    <a:pt x="29247" y="17907"/>
                    <a:pt x="40679" y="14525"/>
                    <a:pt x="40863" y="9102"/>
                  </a:cubicBezTo>
                  <a:cubicBezTo>
                    <a:pt x="41089" y="2131"/>
                    <a:pt x="34625" y="1"/>
                    <a:pt x="245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8"/>
            <p:cNvSpPr/>
            <p:nvPr/>
          </p:nvSpPr>
          <p:spPr>
            <a:xfrm>
              <a:off x="1439025" y="1308900"/>
              <a:ext cx="1025525" cy="450175"/>
            </a:xfrm>
            <a:custGeom>
              <a:avLst/>
              <a:gdLst/>
              <a:ahLst/>
              <a:cxnLst/>
              <a:rect l="l" t="t" r="r" b="b"/>
              <a:pathLst>
                <a:path w="41021" h="18007" extrusionOk="0">
                  <a:moveTo>
                    <a:pt x="24879" y="0"/>
                  </a:moveTo>
                  <a:cubicBezTo>
                    <a:pt x="23603" y="0"/>
                    <a:pt x="22282" y="66"/>
                    <a:pt x="20930" y="204"/>
                  </a:cubicBezTo>
                  <a:cubicBezTo>
                    <a:pt x="11941" y="1124"/>
                    <a:pt x="6250" y="2179"/>
                    <a:pt x="3020" y="7184"/>
                  </a:cubicBezTo>
                  <a:cubicBezTo>
                    <a:pt x="1" y="11821"/>
                    <a:pt x="10031" y="18006"/>
                    <a:pt x="19970" y="18006"/>
                  </a:cubicBezTo>
                  <a:cubicBezTo>
                    <a:pt x="20722" y="18006"/>
                    <a:pt x="21473" y="17971"/>
                    <a:pt x="22219" y="17896"/>
                  </a:cubicBezTo>
                  <a:cubicBezTo>
                    <a:pt x="34070" y="16675"/>
                    <a:pt x="40079" y="12038"/>
                    <a:pt x="40564" y="7452"/>
                  </a:cubicBezTo>
                  <a:cubicBezTo>
                    <a:pt x="41020" y="3422"/>
                    <a:pt x="34112" y="0"/>
                    <a:pt x="248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8"/>
            <p:cNvSpPr/>
            <p:nvPr/>
          </p:nvSpPr>
          <p:spPr>
            <a:xfrm>
              <a:off x="1447350" y="1315975"/>
              <a:ext cx="1011500" cy="419150"/>
            </a:xfrm>
            <a:custGeom>
              <a:avLst/>
              <a:gdLst/>
              <a:ahLst/>
              <a:cxnLst/>
              <a:rect l="l" t="t" r="r" b="b"/>
              <a:pathLst>
                <a:path w="40460" h="16766" extrusionOk="0">
                  <a:moveTo>
                    <a:pt x="24729" y="1"/>
                  </a:moveTo>
                  <a:cubicBezTo>
                    <a:pt x="23450" y="1"/>
                    <a:pt x="22124" y="66"/>
                    <a:pt x="20764" y="205"/>
                  </a:cubicBezTo>
                  <a:cubicBezTo>
                    <a:pt x="11910" y="1093"/>
                    <a:pt x="6302" y="2130"/>
                    <a:pt x="3021" y="6951"/>
                  </a:cubicBezTo>
                  <a:cubicBezTo>
                    <a:pt x="0" y="11390"/>
                    <a:pt x="10165" y="16766"/>
                    <a:pt x="19948" y="16766"/>
                  </a:cubicBezTo>
                  <a:cubicBezTo>
                    <a:pt x="20790" y="16766"/>
                    <a:pt x="21628" y="16726"/>
                    <a:pt x="22455" y="16643"/>
                  </a:cubicBezTo>
                  <a:cubicBezTo>
                    <a:pt x="34138" y="15454"/>
                    <a:pt x="39361" y="11554"/>
                    <a:pt x="39947" y="7152"/>
                  </a:cubicBezTo>
                  <a:cubicBezTo>
                    <a:pt x="40460" y="3281"/>
                    <a:pt x="33767" y="1"/>
                    <a:pt x="247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8"/>
            <p:cNvSpPr/>
            <p:nvPr/>
          </p:nvSpPr>
          <p:spPr>
            <a:xfrm>
              <a:off x="2072350" y="1350525"/>
              <a:ext cx="329350" cy="96850"/>
            </a:xfrm>
            <a:custGeom>
              <a:avLst/>
              <a:gdLst/>
              <a:ahLst/>
              <a:cxnLst/>
              <a:rect l="l" t="t" r="r" b="b"/>
              <a:pathLst>
                <a:path w="13174" h="3874" extrusionOk="0">
                  <a:moveTo>
                    <a:pt x="5782" y="1"/>
                  </a:moveTo>
                  <a:cubicBezTo>
                    <a:pt x="4496" y="1"/>
                    <a:pt x="3161" y="810"/>
                    <a:pt x="1020" y="2707"/>
                  </a:cubicBezTo>
                  <a:cubicBezTo>
                    <a:pt x="31" y="3584"/>
                    <a:pt x="0" y="3873"/>
                    <a:pt x="572" y="3873"/>
                  </a:cubicBezTo>
                  <a:cubicBezTo>
                    <a:pt x="1681" y="3873"/>
                    <a:pt x="5062" y="2782"/>
                    <a:pt x="8109" y="2782"/>
                  </a:cubicBezTo>
                  <a:cubicBezTo>
                    <a:pt x="9123" y="2782"/>
                    <a:pt x="10101" y="2903"/>
                    <a:pt x="10946" y="3226"/>
                  </a:cubicBezTo>
                  <a:cubicBezTo>
                    <a:pt x="11895" y="3593"/>
                    <a:pt x="12399" y="3747"/>
                    <a:pt x="12582" y="3747"/>
                  </a:cubicBezTo>
                  <a:cubicBezTo>
                    <a:pt x="13174" y="3747"/>
                    <a:pt x="10404" y="2138"/>
                    <a:pt x="8435" y="949"/>
                  </a:cubicBezTo>
                  <a:cubicBezTo>
                    <a:pt x="7433" y="343"/>
                    <a:pt x="6618" y="1"/>
                    <a:pt x="578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8"/>
            <p:cNvSpPr/>
            <p:nvPr/>
          </p:nvSpPr>
          <p:spPr>
            <a:xfrm>
              <a:off x="1580725" y="1367450"/>
              <a:ext cx="772400" cy="329975"/>
            </a:xfrm>
            <a:custGeom>
              <a:avLst/>
              <a:gdLst/>
              <a:ahLst/>
              <a:cxnLst/>
              <a:rect l="l" t="t" r="r" b="b"/>
              <a:pathLst>
                <a:path w="30896" h="13199" extrusionOk="0">
                  <a:moveTo>
                    <a:pt x="10486" y="1"/>
                  </a:moveTo>
                  <a:cubicBezTo>
                    <a:pt x="5302" y="1"/>
                    <a:pt x="220" y="3089"/>
                    <a:pt x="114" y="7604"/>
                  </a:cubicBezTo>
                  <a:cubicBezTo>
                    <a:pt x="1" y="11782"/>
                    <a:pt x="6792" y="13199"/>
                    <a:pt x="14214" y="13199"/>
                  </a:cubicBezTo>
                  <a:cubicBezTo>
                    <a:pt x="15592" y="13199"/>
                    <a:pt x="16993" y="13150"/>
                    <a:pt x="18375" y="13060"/>
                  </a:cubicBezTo>
                  <a:cubicBezTo>
                    <a:pt x="26711" y="12508"/>
                    <a:pt x="30896" y="6030"/>
                    <a:pt x="21656" y="5762"/>
                  </a:cubicBezTo>
                  <a:cubicBezTo>
                    <a:pt x="21406" y="5756"/>
                    <a:pt x="21169" y="5752"/>
                    <a:pt x="20945" y="5752"/>
                  </a:cubicBezTo>
                  <a:cubicBezTo>
                    <a:pt x="12914" y="5752"/>
                    <a:pt x="20364" y="10013"/>
                    <a:pt x="10090" y="11169"/>
                  </a:cubicBezTo>
                  <a:cubicBezTo>
                    <a:pt x="9229" y="11267"/>
                    <a:pt x="8460" y="11312"/>
                    <a:pt x="7773" y="11312"/>
                  </a:cubicBezTo>
                  <a:cubicBezTo>
                    <a:pt x="27" y="11312"/>
                    <a:pt x="2814" y="5552"/>
                    <a:pt x="4951" y="4875"/>
                  </a:cubicBezTo>
                  <a:cubicBezTo>
                    <a:pt x="8583" y="3720"/>
                    <a:pt x="19430" y="1042"/>
                    <a:pt x="12115" y="105"/>
                  </a:cubicBezTo>
                  <a:cubicBezTo>
                    <a:pt x="11575" y="35"/>
                    <a:pt x="11029" y="1"/>
                    <a:pt x="10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8"/>
            <p:cNvSpPr/>
            <p:nvPr/>
          </p:nvSpPr>
          <p:spPr>
            <a:xfrm>
              <a:off x="2287400" y="1486800"/>
              <a:ext cx="106750" cy="111450"/>
            </a:xfrm>
            <a:custGeom>
              <a:avLst/>
              <a:gdLst/>
              <a:ahLst/>
              <a:cxnLst/>
              <a:rect l="l" t="t" r="r" b="b"/>
              <a:pathLst>
                <a:path w="4270" h="4458" extrusionOk="0">
                  <a:moveTo>
                    <a:pt x="2302" y="1"/>
                  </a:moveTo>
                  <a:cubicBezTo>
                    <a:pt x="1248" y="1"/>
                    <a:pt x="1" y="540"/>
                    <a:pt x="1" y="1106"/>
                  </a:cubicBezTo>
                  <a:cubicBezTo>
                    <a:pt x="1" y="3019"/>
                    <a:pt x="690" y="4458"/>
                    <a:pt x="1722" y="4458"/>
                  </a:cubicBezTo>
                  <a:cubicBezTo>
                    <a:pt x="2215" y="4458"/>
                    <a:pt x="2787" y="4129"/>
                    <a:pt x="3399" y="3365"/>
                  </a:cubicBezTo>
                  <a:cubicBezTo>
                    <a:pt x="4152" y="2428"/>
                    <a:pt x="4269" y="838"/>
                    <a:pt x="3298" y="235"/>
                  </a:cubicBezTo>
                  <a:cubicBezTo>
                    <a:pt x="3036" y="71"/>
                    <a:pt x="2682" y="1"/>
                    <a:pt x="230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8"/>
            <p:cNvSpPr/>
            <p:nvPr/>
          </p:nvSpPr>
          <p:spPr>
            <a:xfrm>
              <a:off x="2228825" y="1474250"/>
              <a:ext cx="64875" cy="29350"/>
            </a:xfrm>
            <a:custGeom>
              <a:avLst/>
              <a:gdLst/>
              <a:ahLst/>
              <a:cxnLst/>
              <a:rect l="l" t="t" r="r" b="b"/>
              <a:pathLst>
                <a:path w="2595" h="1174" extrusionOk="0">
                  <a:moveTo>
                    <a:pt x="1306" y="1"/>
                  </a:moveTo>
                  <a:cubicBezTo>
                    <a:pt x="586" y="1"/>
                    <a:pt x="0" y="269"/>
                    <a:pt x="0" y="587"/>
                  </a:cubicBezTo>
                  <a:cubicBezTo>
                    <a:pt x="0" y="921"/>
                    <a:pt x="586" y="1172"/>
                    <a:pt x="1306" y="1172"/>
                  </a:cubicBezTo>
                  <a:cubicBezTo>
                    <a:pt x="1327" y="1173"/>
                    <a:pt x="1348" y="1173"/>
                    <a:pt x="1368" y="1173"/>
                  </a:cubicBezTo>
                  <a:cubicBezTo>
                    <a:pt x="2043" y="1173"/>
                    <a:pt x="2595" y="911"/>
                    <a:pt x="2595" y="587"/>
                  </a:cubicBezTo>
                  <a:cubicBezTo>
                    <a:pt x="2595" y="252"/>
                    <a:pt x="2009" y="1"/>
                    <a:pt x="130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8"/>
            <p:cNvSpPr/>
            <p:nvPr/>
          </p:nvSpPr>
          <p:spPr>
            <a:xfrm>
              <a:off x="1938825" y="1549575"/>
              <a:ext cx="31400" cy="18850"/>
            </a:xfrm>
            <a:custGeom>
              <a:avLst/>
              <a:gdLst/>
              <a:ahLst/>
              <a:cxnLst/>
              <a:rect l="l" t="t" r="r" b="b"/>
              <a:pathLst>
                <a:path w="1256" h="754" extrusionOk="0">
                  <a:moveTo>
                    <a:pt x="620" y="1"/>
                  </a:moveTo>
                  <a:cubicBezTo>
                    <a:pt x="268" y="1"/>
                    <a:pt x="1" y="168"/>
                    <a:pt x="1" y="369"/>
                  </a:cubicBezTo>
                  <a:cubicBezTo>
                    <a:pt x="1" y="586"/>
                    <a:pt x="268" y="754"/>
                    <a:pt x="620" y="754"/>
                  </a:cubicBezTo>
                  <a:cubicBezTo>
                    <a:pt x="971" y="754"/>
                    <a:pt x="1256" y="586"/>
                    <a:pt x="1256" y="369"/>
                  </a:cubicBezTo>
                  <a:cubicBezTo>
                    <a:pt x="1256" y="168"/>
                    <a:pt x="971" y="1"/>
                    <a:pt x="62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8"/>
            <p:cNvSpPr/>
            <p:nvPr/>
          </p:nvSpPr>
          <p:spPr>
            <a:xfrm>
              <a:off x="1686500" y="1573025"/>
              <a:ext cx="37675" cy="13825"/>
            </a:xfrm>
            <a:custGeom>
              <a:avLst/>
              <a:gdLst/>
              <a:ahLst/>
              <a:cxnLst/>
              <a:rect l="l" t="t" r="r" b="b"/>
              <a:pathLst>
                <a:path w="1507" h="553" extrusionOk="0">
                  <a:moveTo>
                    <a:pt x="753" y="0"/>
                  </a:moveTo>
                  <a:cubicBezTo>
                    <a:pt x="335" y="0"/>
                    <a:pt x="0" y="134"/>
                    <a:pt x="0" y="268"/>
                  </a:cubicBezTo>
                  <a:cubicBezTo>
                    <a:pt x="0" y="418"/>
                    <a:pt x="335" y="552"/>
                    <a:pt x="753" y="552"/>
                  </a:cubicBezTo>
                  <a:cubicBezTo>
                    <a:pt x="1172" y="552"/>
                    <a:pt x="1507" y="418"/>
                    <a:pt x="1507" y="268"/>
                  </a:cubicBezTo>
                  <a:cubicBezTo>
                    <a:pt x="1507" y="134"/>
                    <a:pt x="1172" y="0"/>
                    <a:pt x="7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8"/>
            <p:cNvSpPr/>
            <p:nvPr/>
          </p:nvSpPr>
          <p:spPr>
            <a:xfrm>
              <a:off x="1560950" y="1463375"/>
              <a:ext cx="29325" cy="18850"/>
            </a:xfrm>
            <a:custGeom>
              <a:avLst/>
              <a:gdLst/>
              <a:ahLst/>
              <a:cxnLst/>
              <a:rect l="l" t="t" r="r" b="b"/>
              <a:pathLst>
                <a:path w="1173" h="754" extrusionOk="0">
                  <a:moveTo>
                    <a:pt x="586" y="0"/>
                  </a:moveTo>
                  <a:cubicBezTo>
                    <a:pt x="252" y="0"/>
                    <a:pt x="1" y="168"/>
                    <a:pt x="1" y="369"/>
                  </a:cubicBezTo>
                  <a:cubicBezTo>
                    <a:pt x="1" y="586"/>
                    <a:pt x="268" y="754"/>
                    <a:pt x="586" y="754"/>
                  </a:cubicBezTo>
                  <a:cubicBezTo>
                    <a:pt x="921" y="754"/>
                    <a:pt x="1172" y="586"/>
                    <a:pt x="1172" y="369"/>
                  </a:cubicBezTo>
                  <a:cubicBezTo>
                    <a:pt x="1172" y="168"/>
                    <a:pt x="905" y="0"/>
                    <a:pt x="58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8"/>
            <p:cNvSpPr/>
            <p:nvPr/>
          </p:nvSpPr>
          <p:spPr>
            <a:xfrm>
              <a:off x="1939675" y="1348300"/>
              <a:ext cx="110075" cy="18850"/>
            </a:xfrm>
            <a:custGeom>
              <a:avLst/>
              <a:gdLst/>
              <a:ahLst/>
              <a:cxnLst/>
              <a:rect l="l" t="t" r="r" b="b"/>
              <a:pathLst>
                <a:path w="4403" h="754" extrusionOk="0">
                  <a:moveTo>
                    <a:pt x="2193" y="0"/>
                  </a:moveTo>
                  <a:cubicBezTo>
                    <a:pt x="988" y="0"/>
                    <a:pt x="0" y="168"/>
                    <a:pt x="0" y="369"/>
                  </a:cubicBezTo>
                  <a:cubicBezTo>
                    <a:pt x="0" y="586"/>
                    <a:pt x="988" y="754"/>
                    <a:pt x="2193" y="754"/>
                  </a:cubicBezTo>
                  <a:cubicBezTo>
                    <a:pt x="3415" y="754"/>
                    <a:pt x="4402" y="586"/>
                    <a:pt x="4402" y="369"/>
                  </a:cubicBezTo>
                  <a:cubicBezTo>
                    <a:pt x="4402" y="168"/>
                    <a:pt x="3415" y="0"/>
                    <a:pt x="219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8"/>
            <p:cNvSpPr/>
            <p:nvPr/>
          </p:nvSpPr>
          <p:spPr>
            <a:xfrm>
              <a:off x="1886925" y="1428325"/>
              <a:ext cx="164075" cy="32050"/>
            </a:xfrm>
            <a:custGeom>
              <a:avLst/>
              <a:gdLst/>
              <a:ahLst/>
              <a:cxnLst/>
              <a:rect l="l" t="t" r="r" b="b"/>
              <a:pathLst>
                <a:path w="6563" h="1282" extrusionOk="0">
                  <a:moveTo>
                    <a:pt x="3956" y="0"/>
                  </a:moveTo>
                  <a:cubicBezTo>
                    <a:pt x="2950" y="0"/>
                    <a:pt x="1843" y="116"/>
                    <a:pt x="1106" y="331"/>
                  </a:cubicBezTo>
                  <a:cubicBezTo>
                    <a:pt x="1" y="649"/>
                    <a:pt x="85" y="1034"/>
                    <a:pt x="1290" y="1202"/>
                  </a:cubicBezTo>
                  <a:cubicBezTo>
                    <a:pt x="1678" y="1256"/>
                    <a:pt x="2134" y="1282"/>
                    <a:pt x="2611" y="1282"/>
                  </a:cubicBezTo>
                  <a:cubicBezTo>
                    <a:pt x="3614" y="1282"/>
                    <a:pt x="4709" y="1166"/>
                    <a:pt x="5458" y="951"/>
                  </a:cubicBezTo>
                  <a:cubicBezTo>
                    <a:pt x="6562" y="649"/>
                    <a:pt x="6479" y="248"/>
                    <a:pt x="5274" y="80"/>
                  </a:cubicBezTo>
                  <a:cubicBezTo>
                    <a:pt x="4891" y="26"/>
                    <a:pt x="4435" y="0"/>
                    <a:pt x="395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8"/>
            <p:cNvSpPr/>
            <p:nvPr/>
          </p:nvSpPr>
          <p:spPr>
            <a:xfrm>
              <a:off x="2125875" y="1330725"/>
              <a:ext cx="45225" cy="13825"/>
            </a:xfrm>
            <a:custGeom>
              <a:avLst/>
              <a:gdLst/>
              <a:ahLst/>
              <a:cxnLst/>
              <a:rect l="l" t="t" r="r" b="b"/>
              <a:pathLst>
                <a:path w="1809" h="553" extrusionOk="0">
                  <a:moveTo>
                    <a:pt x="905" y="0"/>
                  </a:moveTo>
                  <a:cubicBezTo>
                    <a:pt x="419" y="0"/>
                    <a:pt x="1" y="134"/>
                    <a:pt x="1" y="285"/>
                  </a:cubicBezTo>
                  <a:cubicBezTo>
                    <a:pt x="1" y="419"/>
                    <a:pt x="402" y="553"/>
                    <a:pt x="905" y="553"/>
                  </a:cubicBezTo>
                  <a:cubicBezTo>
                    <a:pt x="1407" y="553"/>
                    <a:pt x="1808" y="419"/>
                    <a:pt x="1808" y="285"/>
                  </a:cubicBezTo>
                  <a:cubicBezTo>
                    <a:pt x="1808" y="134"/>
                    <a:pt x="1407" y="0"/>
                    <a:pt x="905" y="0"/>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8"/>
            <p:cNvSpPr/>
            <p:nvPr/>
          </p:nvSpPr>
          <p:spPr>
            <a:xfrm>
              <a:off x="2066450" y="1471750"/>
              <a:ext cx="42725" cy="25975"/>
            </a:xfrm>
            <a:custGeom>
              <a:avLst/>
              <a:gdLst/>
              <a:ahLst/>
              <a:cxnLst/>
              <a:rect l="l" t="t" r="r" b="b"/>
              <a:pathLst>
                <a:path w="1709" h="1039" extrusionOk="0">
                  <a:moveTo>
                    <a:pt x="854" y="0"/>
                  </a:moveTo>
                  <a:cubicBezTo>
                    <a:pt x="369" y="0"/>
                    <a:pt x="1" y="218"/>
                    <a:pt x="1" y="519"/>
                  </a:cubicBezTo>
                  <a:cubicBezTo>
                    <a:pt x="1" y="804"/>
                    <a:pt x="369" y="1038"/>
                    <a:pt x="854" y="1038"/>
                  </a:cubicBezTo>
                  <a:cubicBezTo>
                    <a:pt x="1323" y="1038"/>
                    <a:pt x="1708" y="804"/>
                    <a:pt x="1708" y="519"/>
                  </a:cubicBezTo>
                  <a:cubicBezTo>
                    <a:pt x="1708" y="218"/>
                    <a:pt x="1323" y="0"/>
                    <a:pt x="8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8"/>
            <p:cNvSpPr/>
            <p:nvPr/>
          </p:nvSpPr>
          <p:spPr>
            <a:xfrm>
              <a:off x="1995725" y="1467550"/>
              <a:ext cx="39800" cy="19700"/>
            </a:xfrm>
            <a:custGeom>
              <a:avLst/>
              <a:gdLst/>
              <a:ahLst/>
              <a:cxnLst/>
              <a:rect l="l" t="t" r="r" b="b"/>
              <a:pathLst>
                <a:path w="1592" h="788" extrusionOk="0">
                  <a:moveTo>
                    <a:pt x="788" y="1"/>
                  </a:moveTo>
                  <a:cubicBezTo>
                    <a:pt x="352" y="1"/>
                    <a:pt x="1" y="168"/>
                    <a:pt x="1" y="386"/>
                  </a:cubicBezTo>
                  <a:cubicBezTo>
                    <a:pt x="1" y="620"/>
                    <a:pt x="352" y="788"/>
                    <a:pt x="788" y="788"/>
                  </a:cubicBezTo>
                  <a:cubicBezTo>
                    <a:pt x="1240" y="771"/>
                    <a:pt x="1591" y="603"/>
                    <a:pt x="1591" y="386"/>
                  </a:cubicBezTo>
                  <a:cubicBezTo>
                    <a:pt x="1591" y="185"/>
                    <a:pt x="1240" y="1"/>
                    <a:pt x="788"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8"/>
            <p:cNvSpPr/>
            <p:nvPr/>
          </p:nvSpPr>
          <p:spPr>
            <a:xfrm>
              <a:off x="1891550" y="1466725"/>
              <a:ext cx="39775" cy="20100"/>
            </a:xfrm>
            <a:custGeom>
              <a:avLst/>
              <a:gdLst/>
              <a:ahLst/>
              <a:cxnLst/>
              <a:rect l="l" t="t" r="r" b="b"/>
              <a:pathLst>
                <a:path w="1591" h="804" extrusionOk="0">
                  <a:moveTo>
                    <a:pt x="787" y="0"/>
                  </a:moveTo>
                  <a:cubicBezTo>
                    <a:pt x="352" y="0"/>
                    <a:pt x="0" y="168"/>
                    <a:pt x="0" y="402"/>
                  </a:cubicBezTo>
                  <a:cubicBezTo>
                    <a:pt x="0" y="620"/>
                    <a:pt x="352" y="804"/>
                    <a:pt x="787" y="804"/>
                  </a:cubicBezTo>
                  <a:cubicBezTo>
                    <a:pt x="1239" y="804"/>
                    <a:pt x="1590" y="620"/>
                    <a:pt x="1590" y="402"/>
                  </a:cubicBezTo>
                  <a:cubicBezTo>
                    <a:pt x="1590" y="201"/>
                    <a:pt x="1239" y="0"/>
                    <a:pt x="7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8"/>
            <p:cNvSpPr/>
            <p:nvPr/>
          </p:nvSpPr>
          <p:spPr>
            <a:xfrm>
              <a:off x="1886525" y="1342850"/>
              <a:ext cx="37250" cy="14675"/>
            </a:xfrm>
            <a:custGeom>
              <a:avLst/>
              <a:gdLst/>
              <a:ahLst/>
              <a:cxnLst/>
              <a:rect l="l" t="t" r="r" b="b"/>
              <a:pathLst>
                <a:path w="1490" h="587" extrusionOk="0">
                  <a:moveTo>
                    <a:pt x="753" y="1"/>
                  </a:moveTo>
                  <a:cubicBezTo>
                    <a:pt x="335" y="1"/>
                    <a:pt x="0" y="135"/>
                    <a:pt x="0" y="302"/>
                  </a:cubicBezTo>
                  <a:cubicBezTo>
                    <a:pt x="0" y="436"/>
                    <a:pt x="335" y="587"/>
                    <a:pt x="753" y="587"/>
                  </a:cubicBezTo>
                  <a:cubicBezTo>
                    <a:pt x="1172" y="570"/>
                    <a:pt x="1490" y="436"/>
                    <a:pt x="1490" y="302"/>
                  </a:cubicBezTo>
                  <a:cubicBezTo>
                    <a:pt x="1490" y="151"/>
                    <a:pt x="1172" y="1"/>
                    <a:pt x="75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8"/>
            <p:cNvSpPr/>
            <p:nvPr/>
          </p:nvSpPr>
          <p:spPr>
            <a:xfrm>
              <a:off x="2189900" y="1549150"/>
              <a:ext cx="42725" cy="26000"/>
            </a:xfrm>
            <a:custGeom>
              <a:avLst/>
              <a:gdLst/>
              <a:ahLst/>
              <a:cxnLst/>
              <a:rect l="l" t="t" r="r" b="b"/>
              <a:pathLst>
                <a:path w="1709" h="1040" extrusionOk="0">
                  <a:moveTo>
                    <a:pt x="854" y="1"/>
                  </a:moveTo>
                  <a:cubicBezTo>
                    <a:pt x="369" y="1"/>
                    <a:pt x="1" y="219"/>
                    <a:pt x="1" y="520"/>
                  </a:cubicBezTo>
                  <a:cubicBezTo>
                    <a:pt x="1" y="804"/>
                    <a:pt x="369" y="1039"/>
                    <a:pt x="854" y="1039"/>
                  </a:cubicBezTo>
                  <a:cubicBezTo>
                    <a:pt x="870" y="1039"/>
                    <a:pt x="885" y="1039"/>
                    <a:pt x="900" y="1039"/>
                  </a:cubicBezTo>
                  <a:cubicBezTo>
                    <a:pt x="1363" y="1039"/>
                    <a:pt x="1708" y="795"/>
                    <a:pt x="1708" y="520"/>
                  </a:cubicBezTo>
                  <a:cubicBezTo>
                    <a:pt x="1708" y="219"/>
                    <a:pt x="1323" y="1"/>
                    <a:pt x="854"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8"/>
            <p:cNvSpPr/>
            <p:nvPr/>
          </p:nvSpPr>
          <p:spPr>
            <a:xfrm>
              <a:off x="1730850" y="1376325"/>
              <a:ext cx="149825" cy="70325"/>
            </a:xfrm>
            <a:custGeom>
              <a:avLst/>
              <a:gdLst/>
              <a:ahLst/>
              <a:cxnLst/>
              <a:rect l="l" t="t" r="r" b="b"/>
              <a:pathLst>
                <a:path w="5993" h="2813" extrusionOk="0">
                  <a:moveTo>
                    <a:pt x="2997" y="1"/>
                  </a:moveTo>
                  <a:cubicBezTo>
                    <a:pt x="1340" y="1"/>
                    <a:pt x="0" y="637"/>
                    <a:pt x="0" y="1407"/>
                  </a:cubicBezTo>
                  <a:cubicBezTo>
                    <a:pt x="0" y="2177"/>
                    <a:pt x="1340" y="2813"/>
                    <a:pt x="2997" y="2813"/>
                  </a:cubicBezTo>
                  <a:cubicBezTo>
                    <a:pt x="4654" y="2813"/>
                    <a:pt x="5993" y="2177"/>
                    <a:pt x="5993" y="1407"/>
                  </a:cubicBezTo>
                  <a:cubicBezTo>
                    <a:pt x="5993" y="637"/>
                    <a:pt x="4654" y="1"/>
                    <a:pt x="29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8"/>
            <p:cNvSpPr/>
            <p:nvPr/>
          </p:nvSpPr>
          <p:spPr>
            <a:xfrm>
              <a:off x="1738375" y="1401050"/>
              <a:ext cx="110925" cy="36875"/>
            </a:xfrm>
            <a:custGeom>
              <a:avLst/>
              <a:gdLst/>
              <a:ahLst/>
              <a:cxnLst/>
              <a:rect l="l" t="t" r="r" b="b"/>
              <a:pathLst>
                <a:path w="4437" h="1475" extrusionOk="0">
                  <a:moveTo>
                    <a:pt x="625" y="0"/>
                  </a:moveTo>
                  <a:cubicBezTo>
                    <a:pt x="498" y="0"/>
                    <a:pt x="396" y="39"/>
                    <a:pt x="319" y="133"/>
                  </a:cubicBezTo>
                  <a:cubicBezTo>
                    <a:pt x="1" y="518"/>
                    <a:pt x="603" y="1037"/>
                    <a:pt x="1658" y="1305"/>
                  </a:cubicBezTo>
                  <a:cubicBezTo>
                    <a:pt x="2074" y="1419"/>
                    <a:pt x="2501" y="1474"/>
                    <a:pt x="2884" y="1474"/>
                  </a:cubicBezTo>
                  <a:cubicBezTo>
                    <a:pt x="3455" y="1474"/>
                    <a:pt x="3928" y="1352"/>
                    <a:pt x="4118" y="1121"/>
                  </a:cubicBezTo>
                  <a:cubicBezTo>
                    <a:pt x="4436" y="753"/>
                    <a:pt x="3382" y="786"/>
                    <a:pt x="2344" y="518"/>
                  </a:cubicBezTo>
                  <a:cubicBezTo>
                    <a:pt x="1561" y="319"/>
                    <a:pt x="990" y="0"/>
                    <a:pt x="625"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8"/>
            <p:cNvSpPr/>
            <p:nvPr/>
          </p:nvSpPr>
          <p:spPr>
            <a:xfrm>
              <a:off x="1767675" y="1385550"/>
              <a:ext cx="106725" cy="33400"/>
            </a:xfrm>
            <a:custGeom>
              <a:avLst/>
              <a:gdLst/>
              <a:ahLst/>
              <a:cxnLst/>
              <a:rect l="l" t="t" r="r" b="b"/>
              <a:pathLst>
                <a:path w="4269" h="1336" extrusionOk="0">
                  <a:moveTo>
                    <a:pt x="1481" y="0"/>
                  </a:moveTo>
                  <a:cubicBezTo>
                    <a:pt x="1130" y="0"/>
                    <a:pt x="814" y="43"/>
                    <a:pt x="586" y="134"/>
                  </a:cubicBezTo>
                  <a:cubicBezTo>
                    <a:pt x="0" y="368"/>
                    <a:pt x="1105" y="469"/>
                    <a:pt x="1942" y="787"/>
                  </a:cubicBezTo>
                  <a:cubicBezTo>
                    <a:pt x="2622" y="1040"/>
                    <a:pt x="2941" y="1336"/>
                    <a:pt x="3339" y="1336"/>
                  </a:cubicBezTo>
                  <a:cubicBezTo>
                    <a:pt x="3440" y="1336"/>
                    <a:pt x="3547" y="1317"/>
                    <a:pt x="3666" y="1272"/>
                  </a:cubicBezTo>
                  <a:cubicBezTo>
                    <a:pt x="4269" y="1038"/>
                    <a:pt x="4051" y="603"/>
                    <a:pt x="3198" y="301"/>
                  </a:cubicBezTo>
                  <a:cubicBezTo>
                    <a:pt x="2675" y="107"/>
                    <a:pt x="2034" y="0"/>
                    <a:pt x="148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8"/>
            <p:cNvSpPr/>
            <p:nvPr/>
          </p:nvSpPr>
          <p:spPr>
            <a:xfrm>
              <a:off x="1807425" y="1423625"/>
              <a:ext cx="13225" cy="9250"/>
            </a:xfrm>
            <a:custGeom>
              <a:avLst/>
              <a:gdLst/>
              <a:ahLst/>
              <a:cxnLst/>
              <a:rect l="l" t="t" r="r" b="b"/>
              <a:pathLst>
                <a:path w="529" h="370" extrusionOk="0">
                  <a:moveTo>
                    <a:pt x="335" y="0"/>
                  </a:moveTo>
                  <a:cubicBezTo>
                    <a:pt x="151" y="201"/>
                    <a:pt x="1" y="352"/>
                    <a:pt x="268" y="369"/>
                  </a:cubicBezTo>
                  <a:cubicBezTo>
                    <a:pt x="274" y="369"/>
                    <a:pt x="280" y="369"/>
                    <a:pt x="286" y="369"/>
                  </a:cubicBezTo>
                  <a:cubicBezTo>
                    <a:pt x="529" y="369"/>
                    <a:pt x="369" y="17"/>
                    <a:pt x="369" y="17"/>
                  </a:cubicBezTo>
                  <a:lnTo>
                    <a:pt x="3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8"/>
            <p:cNvSpPr/>
            <p:nvPr/>
          </p:nvSpPr>
          <p:spPr>
            <a:xfrm>
              <a:off x="1792375" y="1421950"/>
              <a:ext cx="12200" cy="8675"/>
            </a:xfrm>
            <a:custGeom>
              <a:avLst/>
              <a:gdLst/>
              <a:ahLst/>
              <a:cxnLst/>
              <a:rect l="l" t="t" r="r" b="b"/>
              <a:pathLst>
                <a:path w="488" h="347" extrusionOk="0">
                  <a:moveTo>
                    <a:pt x="385" y="0"/>
                  </a:moveTo>
                  <a:cubicBezTo>
                    <a:pt x="167" y="151"/>
                    <a:pt x="0" y="251"/>
                    <a:pt x="251" y="335"/>
                  </a:cubicBezTo>
                  <a:cubicBezTo>
                    <a:pt x="275" y="343"/>
                    <a:pt x="296" y="347"/>
                    <a:pt x="314" y="347"/>
                  </a:cubicBezTo>
                  <a:cubicBezTo>
                    <a:pt x="487" y="347"/>
                    <a:pt x="419" y="17"/>
                    <a:pt x="419" y="17"/>
                  </a:cubicBezTo>
                  <a:lnTo>
                    <a:pt x="3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8"/>
            <p:cNvSpPr/>
            <p:nvPr/>
          </p:nvSpPr>
          <p:spPr>
            <a:xfrm>
              <a:off x="1772275" y="1417750"/>
              <a:ext cx="12200" cy="8700"/>
            </a:xfrm>
            <a:custGeom>
              <a:avLst/>
              <a:gdLst/>
              <a:ahLst/>
              <a:cxnLst/>
              <a:rect l="l" t="t" r="r" b="b"/>
              <a:pathLst>
                <a:path w="488" h="348" extrusionOk="0">
                  <a:moveTo>
                    <a:pt x="402" y="1"/>
                  </a:moveTo>
                  <a:cubicBezTo>
                    <a:pt x="168" y="152"/>
                    <a:pt x="1" y="252"/>
                    <a:pt x="252" y="336"/>
                  </a:cubicBezTo>
                  <a:cubicBezTo>
                    <a:pt x="275" y="344"/>
                    <a:pt x="296" y="347"/>
                    <a:pt x="314" y="347"/>
                  </a:cubicBezTo>
                  <a:cubicBezTo>
                    <a:pt x="488" y="347"/>
                    <a:pt x="419" y="18"/>
                    <a:pt x="419" y="18"/>
                  </a:cubicBezTo>
                  <a:lnTo>
                    <a:pt x="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8"/>
            <p:cNvSpPr/>
            <p:nvPr/>
          </p:nvSpPr>
          <p:spPr>
            <a:xfrm>
              <a:off x="1756125" y="1411475"/>
              <a:ext cx="12000" cy="6525"/>
            </a:xfrm>
            <a:custGeom>
              <a:avLst/>
              <a:gdLst/>
              <a:ahLst/>
              <a:cxnLst/>
              <a:rect l="l" t="t" r="r" b="b"/>
              <a:pathLst>
                <a:path w="480" h="261" extrusionOk="0">
                  <a:moveTo>
                    <a:pt x="352" y="1"/>
                  </a:moveTo>
                  <a:cubicBezTo>
                    <a:pt x="140" y="1"/>
                    <a:pt x="1" y="13"/>
                    <a:pt x="144" y="185"/>
                  </a:cubicBezTo>
                  <a:cubicBezTo>
                    <a:pt x="183" y="240"/>
                    <a:pt x="223" y="261"/>
                    <a:pt x="259" y="261"/>
                  </a:cubicBezTo>
                  <a:cubicBezTo>
                    <a:pt x="381" y="261"/>
                    <a:pt x="479" y="34"/>
                    <a:pt x="479" y="34"/>
                  </a:cubicBezTo>
                  <a:lnTo>
                    <a:pt x="462" y="1"/>
                  </a:lnTo>
                  <a:cubicBezTo>
                    <a:pt x="424" y="1"/>
                    <a:pt x="387" y="1"/>
                    <a:pt x="3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8"/>
            <p:cNvSpPr/>
            <p:nvPr/>
          </p:nvSpPr>
          <p:spPr>
            <a:xfrm>
              <a:off x="1842575" y="1405250"/>
              <a:ext cx="10900" cy="6675"/>
            </a:xfrm>
            <a:custGeom>
              <a:avLst/>
              <a:gdLst/>
              <a:ahLst/>
              <a:cxnLst/>
              <a:rect l="l" t="t" r="r" b="b"/>
              <a:pathLst>
                <a:path w="436" h="267" extrusionOk="0">
                  <a:moveTo>
                    <a:pt x="222" y="0"/>
                  </a:moveTo>
                  <a:cubicBezTo>
                    <a:pt x="137" y="0"/>
                    <a:pt x="79" y="123"/>
                    <a:pt x="1" y="267"/>
                  </a:cubicBezTo>
                  <a:lnTo>
                    <a:pt x="17" y="267"/>
                  </a:lnTo>
                  <a:cubicBezTo>
                    <a:pt x="17" y="267"/>
                    <a:pt x="436" y="116"/>
                    <a:pt x="302" y="32"/>
                  </a:cubicBezTo>
                  <a:cubicBezTo>
                    <a:pt x="272" y="10"/>
                    <a:pt x="246"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8"/>
            <p:cNvSpPr/>
            <p:nvPr/>
          </p:nvSpPr>
          <p:spPr>
            <a:xfrm>
              <a:off x="1832950" y="1400200"/>
              <a:ext cx="12175" cy="7125"/>
            </a:xfrm>
            <a:custGeom>
              <a:avLst/>
              <a:gdLst/>
              <a:ahLst/>
              <a:cxnLst/>
              <a:rect l="l" t="t" r="r" b="b"/>
              <a:pathLst>
                <a:path w="487" h="285" extrusionOk="0">
                  <a:moveTo>
                    <a:pt x="154" y="1"/>
                  </a:moveTo>
                  <a:cubicBezTo>
                    <a:pt x="17" y="1"/>
                    <a:pt x="15" y="131"/>
                    <a:pt x="1" y="285"/>
                  </a:cubicBezTo>
                  <a:lnTo>
                    <a:pt x="51" y="285"/>
                  </a:lnTo>
                  <a:cubicBezTo>
                    <a:pt x="51" y="285"/>
                    <a:pt x="486" y="67"/>
                    <a:pt x="252" y="17"/>
                  </a:cubicBezTo>
                  <a:cubicBezTo>
                    <a:pt x="213" y="6"/>
                    <a:pt x="181" y="1"/>
                    <a:pt x="1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8"/>
            <p:cNvSpPr/>
            <p:nvPr/>
          </p:nvSpPr>
          <p:spPr>
            <a:xfrm>
              <a:off x="1817900" y="1392525"/>
              <a:ext cx="12575" cy="8100"/>
            </a:xfrm>
            <a:custGeom>
              <a:avLst/>
              <a:gdLst/>
              <a:ahLst/>
              <a:cxnLst/>
              <a:rect l="l" t="t" r="r" b="b"/>
              <a:pathLst>
                <a:path w="503" h="324" extrusionOk="0">
                  <a:moveTo>
                    <a:pt x="139" y="0"/>
                  </a:moveTo>
                  <a:cubicBezTo>
                    <a:pt x="0" y="0"/>
                    <a:pt x="0" y="145"/>
                    <a:pt x="0" y="324"/>
                  </a:cubicBezTo>
                  <a:lnTo>
                    <a:pt x="34" y="324"/>
                  </a:lnTo>
                  <a:cubicBezTo>
                    <a:pt x="34" y="324"/>
                    <a:pt x="502" y="106"/>
                    <a:pt x="251" y="22"/>
                  </a:cubicBezTo>
                  <a:cubicBezTo>
                    <a:pt x="206" y="7"/>
                    <a:pt x="169" y="0"/>
                    <a:pt x="1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8"/>
            <p:cNvSpPr/>
            <p:nvPr/>
          </p:nvSpPr>
          <p:spPr>
            <a:xfrm>
              <a:off x="1792775" y="1389175"/>
              <a:ext cx="16375" cy="8100"/>
            </a:xfrm>
            <a:custGeom>
              <a:avLst/>
              <a:gdLst/>
              <a:ahLst/>
              <a:cxnLst/>
              <a:rect l="l" t="t" r="r" b="b"/>
              <a:pathLst>
                <a:path w="655" h="324" extrusionOk="0">
                  <a:moveTo>
                    <a:pt x="412" y="1"/>
                  </a:moveTo>
                  <a:cubicBezTo>
                    <a:pt x="394" y="1"/>
                    <a:pt x="375" y="2"/>
                    <a:pt x="352" y="6"/>
                  </a:cubicBezTo>
                  <a:cubicBezTo>
                    <a:pt x="1" y="73"/>
                    <a:pt x="185" y="173"/>
                    <a:pt x="403" y="324"/>
                  </a:cubicBezTo>
                  <a:lnTo>
                    <a:pt x="436" y="307"/>
                  </a:lnTo>
                  <a:cubicBezTo>
                    <a:pt x="436" y="307"/>
                    <a:pt x="655" y="1"/>
                    <a:pt x="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8"/>
            <p:cNvSpPr/>
            <p:nvPr/>
          </p:nvSpPr>
          <p:spPr>
            <a:xfrm>
              <a:off x="2274425" y="1444925"/>
              <a:ext cx="116775" cy="67025"/>
            </a:xfrm>
            <a:custGeom>
              <a:avLst/>
              <a:gdLst/>
              <a:ahLst/>
              <a:cxnLst/>
              <a:rect l="l" t="t" r="r" b="b"/>
              <a:pathLst>
                <a:path w="4671" h="2681" extrusionOk="0">
                  <a:moveTo>
                    <a:pt x="2256" y="1"/>
                  </a:moveTo>
                  <a:cubicBezTo>
                    <a:pt x="1015" y="1"/>
                    <a:pt x="17" y="574"/>
                    <a:pt x="1" y="1291"/>
                  </a:cubicBezTo>
                  <a:cubicBezTo>
                    <a:pt x="1" y="2027"/>
                    <a:pt x="1022" y="2647"/>
                    <a:pt x="2311" y="2680"/>
                  </a:cubicBezTo>
                  <a:cubicBezTo>
                    <a:pt x="2329" y="2680"/>
                    <a:pt x="2346" y="2681"/>
                    <a:pt x="2364" y="2681"/>
                  </a:cubicBezTo>
                  <a:cubicBezTo>
                    <a:pt x="3612" y="2681"/>
                    <a:pt x="4638" y="2101"/>
                    <a:pt x="4654" y="1375"/>
                  </a:cubicBezTo>
                  <a:cubicBezTo>
                    <a:pt x="4671" y="638"/>
                    <a:pt x="3633" y="19"/>
                    <a:pt x="2361" y="2"/>
                  </a:cubicBezTo>
                  <a:cubicBezTo>
                    <a:pt x="2326" y="1"/>
                    <a:pt x="2291" y="1"/>
                    <a:pt x="2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8"/>
            <p:cNvSpPr/>
            <p:nvPr/>
          </p:nvSpPr>
          <p:spPr>
            <a:xfrm>
              <a:off x="2280700" y="1468525"/>
              <a:ext cx="86250" cy="35325"/>
            </a:xfrm>
            <a:custGeom>
              <a:avLst/>
              <a:gdLst/>
              <a:ahLst/>
              <a:cxnLst/>
              <a:rect l="l" t="t" r="r" b="b"/>
              <a:pathLst>
                <a:path w="3450" h="1413" extrusionOk="0">
                  <a:moveTo>
                    <a:pt x="489" y="0"/>
                  </a:moveTo>
                  <a:cubicBezTo>
                    <a:pt x="383" y="0"/>
                    <a:pt x="299" y="42"/>
                    <a:pt x="235" y="146"/>
                  </a:cubicBezTo>
                  <a:cubicBezTo>
                    <a:pt x="1" y="498"/>
                    <a:pt x="486" y="1016"/>
                    <a:pt x="1323" y="1267"/>
                  </a:cubicBezTo>
                  <a:cubicBezTo>
                    <a:pt x="1643" y="1365"/>
                    <a:pt x="1969" y="1412"/>
                    <a:pt x="2260" y="1412"/>
                  </a:cubicBezTo>
                  <a:cubicBezTo>
                    <a:pt x="2715" y="1412"/>
                    <a:pt x="3089" y="1298"/>
                    <a:pt x="3231" y="1083"/>
                  </a:cubicBezTo>
                  <a:cubicBezTo>
                    <a:pt x="3449" y="732"/>
                    <a:pt x="2646" y="749"/>
                    <a:pt x="1825" y="498"/>
                  </a:cubicBezTo>
                  <a:cubicBezTo>
                    <a:pt x="1215" y="302"/>
                    <a:pt x="774" y="0"/>
                    <a:pt x="489"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8"/>
            <p:cNvSpPr/>
            <p:nvPr/>
          </p:nvSpPr>
          <p:spPr>
            <a:xfrm>
              <a:off x="2302900" y="1452850"/>
              <a:ext cx="82875" cy="32225"/>
            </a:xfrm>
            <a:custGeom>
              <a:avLst/>
              <a:gdLst/>
              <a:ahLst/>
              <a:cxnLst/>
              <a:rect l="l" t="t" r="r" b="b"/>
              <a:pathLst>
                <a:path w="3315" h="1289" extrusionOk="0">
                  <a:moveTo>
                    <a:pt x="1164" y="1"/>
                  </a:moveTo>
                  <a:cubicBezTo>
                    <a:pt x="887" y="1"/>
                    <a:pt x="637" y="41"/>
                    <a:pt x="452" y="120"/>
                  </a:cubicBezTo>
                  <a:cubicBezTo>
                    <a:pt x="0" y="338"/>
                    <a:pt x="854" y="438"/>
                    <a:pt x="1523" y="756"/>
                  </a:cubicBezTo>
                  <a:cubicBezTo>
                    <a:pt x="2056" y="996"/>
                    <a:pt x="2292" y="1289"/>
                    <a:pt x="2602" y="1289"/>
                  </a:cubicBezTo>
                  <a:cubicBezTo>
                    <a:pt x="2682" y="1289"/>
                    <a:pt x="2767" y="1269"/>
                    <a:pt x="2862" y="1225"/>
                  </a:cubicBezTo>
                  <a:cubicBezTo>
                    <a:pt x="3314" y="1024"/>
                    <a:pt x="3130" y="606"/>
                    <a:pt x="2477" y="288"/>
                  </a:cubicBezTo>
                  <a:cubicBezTo>
                    <a:pt x="2072" y="95"/>
                    <a:pt x="1587" y="1"/>
                    <a:pt x="116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8"/>
            <p:cNvSpPr/>
            <p:nvPr/>
          </p:nvSpPr>
          <p:spPr>
            <a:xfrm>
              <a:off x="2334700" y="1489750"/>
              <a:ext cx="10300" cy="9225"/>
            </a:xfrm>
            <a:custGeom>
              <a:avLst/>
              <a:gdLst/>
              <a:ahLst/>
              <a:cxnLst/>
              <a:rect l="l" t="t" r="r" b="b"/>
              <a:pathLst>
                <a:path w="412" h="369" extrusionOk="0">
                  <a:moveTo>
                    <a:pt x="251" y="0"/>
                  </a:moveTo>
                  <a:cubicBezTo>
                    <a:pt x="117" y="201"/>
                    <a:pt x="0" y="335"/>
                    <a:pt x="201" y="368"/>
                  </a:cubicBezTo>
                  <a:cubicBezTo>
                    <a:pt x="206" y="369"/>
                    <a:pt x="211" y="369"/>
                    <a:pt x="216" y="369"/>
                  </a:cubicBezTo>
                  <a:cubicBezTo>
                    <a:pt x="412" y="369"/>
                    <a:pt x="268" y="34"/>
                    <a:pt x="268" y="34"/>
                  </a:cubicBez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8"/>
            <p:cNvSpPr/>
            <p:nvPr/>
          </p:nvSpPr>
          <p:spPr>
            <a:xfrm>
              <a:off x="2322150" y="1488475"/>
              <a:ext cx="10225" cy="8525"/>
            </a:xfrm>
            <a:custGeom>
              <a:avLst/>
              <a:gdLst/>
              <a:ahLst/>
              <a:cxnLst/>
              <a:rect l="l" t="t" r="r" b="b"/>
              <a:pathLst>
                <a:path w="409" h="341" extrusionOk="0">
                  <a:moveTo>
                    <a:pt x="318" y="1"/>
                  </a:moveTo>
                  <a:cubicBezTo>
                    <a:pt x="151" y="135"/>
                    <a:pt x="0" y="252"/>
                    <a:pt x="201" y="336"/>
                  </a:cubicBezTo>
                  <a:cubicBezTo>
                    <a:pt x="215" y="339"/>
                    <a:pt x="227" y="340"/>
                    <a:pt x="239" y="340"/>
                  </a:cubicBezTo>
                  <a:cubicBezTo>
                    <a:pt x="408" y="340"/>
                    <a:pt x="335" y="18"/>
                    <a:pt x="335" y="18"/>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8"/>
            <p:cNvSpPr/>
            <p:nvPr/>
          </p:nvSpPr>
          <p:spPr>
            <a:xfrm>
              <a:off x="2307075" y="1484300"/>
              <a:ext cx="9425" cy="8675"/>
            </a:xfrm>
            <a:custGeom>
              <a:avLst/>
              <a:gdLst/>
              <a:ahLst/>
              <a:cxnLst/>
              <a:rect l="l" t="t" r="r" b="b"/>
              <a:pathLst>
                <a:path w="377" h="347" extrusionOk="0">
                  <a:moveTo>
                    <a:pt x="302" y="0"/>
                  </a:moveTo>
                  <a:cubicBezTo>
                    <a:pt x="134" y="134"/>
                    <a:pt x="0" y="252"/>
                    <a:pt x="201" y="335"/>
                  </a:cubicBezTo>
                  <a:cubicBezTo>
                    <a:pt x="219" y="343"/>
                    <a:pt x="234" y="347"/>
                    <a:pt x="247" y="347"/>
                  </a:cubicBezTo>
                  <a:cubicBezTo>
                    <a:pt x="376" y="347"/>
                    <a:pt x="335" y="17"/>
                    <a:pt x="335" y="17"/>
                  </a:cubicBezTo>
                  <a:lnTo>
                    <a:pt x="3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8"/>
            <p:cNvSpPr/>
            <p:nvPr/>
          </p:nvSpPr>
          <p:spPr>
            <a:xfrm>
              <a:off x="2293800" y="1478425"/>
              <a:ext cx="9525" cy="6350"/>
            </a:xfrm>
            <a:custGeom>
              <a:avLst/>
              <a:gdLst/>
              <a:ahLst/>
              <a:cxnLst/>
              <a:rect l="l" t="t" r="r" b="b"/>
              <a:pathLst>
                <a:path w="381" h="254" extrusionOk="0">
                  <a:moveTo>
                    <a:pt x="275" y="1"/>
                  </a:moveTo>
                  <a:cubicBezTo>
                    <a:pt x="105" y="1"/>
                    <a:pt x="1" y="13"/>
                    <a:pt x="130" y="185"/>
                  </a:cubicBezTo>
                  <a:cubicBezTo>
                    <a:pt x="164" y="235"/>
                    <a:pt x="196" y="254"/>
                    <a:pt x="224" y="254"/>
                  </a:cubicBezTo>
                  <a:cubicBezTo>
                    <a:pt x="321" y="254"/>
                    <a:pt x="381" y="35"/>
                    <a:pt x="381" y="35"/>
                  </a:cubicBezTo>
                  <a:lnTo>
                    <a:pt x="364" y="1"/>
                  </a:lnTo>
                  <a:cubicBezTo>
                    <a:pt x="333" y="1"/>
                    <a:pt x="303" y="1"/>
                    <a:pt x="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8"/>
            <p:cNvSpPr/>
            <p:nvPr/>
          </p:nvSpPr>
          <p:spPr>
            <a:xfrm>
              <a:off x="2360650" y="1472200"/>
              <a:ext cx="9225" cy="6275"/>
            </a:xfrm>
            <a:custGeom>
              <a:avLst/>
              <a:gdLst/>
              <a:ahLst/>
              <a:cxnLst/>
              <a:rect l="l" t="t" r="r" b="b"/>
              <a:pathLst>
                <a:path w="369" h="251" extrusionOk="0">
                  <a:moveTo>
                    <a:pt x="172" y="0"/>
                  </a:moveTo>
                  <a:cubicBezTo>
                    <a:pt x="104" y="0"/>
                    <a:pt x="52" y="120"/>
                    <a:pt x="0" y="250"/>
                  </a:cubicBezTo>
                  <a:lnTo>
                    <a:pt x="33" y="250"/>
                  </a:lnTo>
                  <a:cubicBezTo>
                    <a:pt x="33" y="250"/>
                    <a:pt x="368" y="150"/>
                    <a:pt x="234" y="32"/>
                  </a:cubicBezTo>
                  <a:cubicBezTo>
                    <a:pt x="212" y="10"/>
                    <a:pt x="19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8"/>
            <p:cNvSpPr/>
            <p:nvPr/>
          </p:nvSpPr>
          <p:spPr>
            <a:xfrm>
              <a:off x="2353950" y="1467375"/>
              <a:ext cx="8800" cy="6900"/>
            </a:xfrm>
            <a:custGeom>
              <a:avLst/>
              <a:gdLst/>
              <a:ahLst/>
              <a:cxnLst/>
              <a:rect l="l" t="t" r="r" b="b"/>
              <a:pathLst>
                <a:path w="352" h="276" extrusionOk="0">
                  <a:moveTo>
                    <a:pt x="104" y="1"/>
                  </a:moveTo>
                  <a:cubicBezTo>
                    <a:pt x="16" y="1"/>
                    <a:pt x="14" y="127"/>
                    <a:pt x="0" y="276"/>
                  </a:cubicBezTo>
                  <a:lnTo>
                    <a:pt x="17" y="276"/>
                  </a:lnTo>
                  <a:cubicBezTo>
                    <a:pt x="17" y="276"/>
                    <a:pt x="352" y="92"/>
                    <a:pt x="184" y="25"/>
                  </a:cubicBezTo>
                  <a:cubicBezTo>
                    <a:pt x="152" y="8"/>
                    <a:pt x="125" y="1"/>
                    <a:pt x="1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8"/>
            <p:cNvSpPr/>
            <p:nvPr/>
          </p:nvSpPr>
          <p:spPr>
            <a:xfrm>
              <a:off x="2341100" y="1459900"/>
              <a:ext cx="9950" cy="8100"/>
            </a:xfrm>
            <a:custGeom>
              <a:avLst/>
              <a:gdLst/>
              <a:ahLst/>
              <a:cxnLst/>
              <a:rect l="l" t="t" r="r" b="b"/>
              <a:pathLst>
                <a:path w="398" h="324" extrusionOk="0">
                  <a:moveTo>
                    <a:pt x="108" y="0"/>
                  </a:moveTo>
                  <a:cubicBezTo>
                    <a:pt x="1" y="0"/>
                    <a:pt x="12" y="145"/>
                    <a:pt x="12" y="324"/>
                  </a:cubicBezTo>
                  <a:lnTo>
                    <a:pt x="62" y="324"/>
                  </a:lnTo>
                  <a:cubicBezTo>
                    <a:pt x="62" y="324"/>
                    <a:pt x="397" y="106"/>
                    <a:pt x="196" y="22"/>
                  </a:cubicBezTo>
                  <a:cubicBezTo>
                    <a:pt x="160" y="7"/>
                    <a:pt x="131" y="0"/>
                    <a:pt x="1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8"/>
            <p:cNvSpPr/>
            <p:nvPr/>
          </p:nvSpPr>
          <p:spPr>
            <a:xfrm>
              <a:off x="2321725" y="1457300"/>
              <a:ext cx="12275" cy="7350"/>
            </a:xfrm>
            <a:custGeom>
              <a:avLst/>
              <a:gdLst/>
              <a:ahLst/>
              <a:cxnLst/>
              <a:rect l="l" t="t" r="r" b="b"/>
              <a:pathLst>
                <a:path w="491" h="294" extrusionOk="0">
                  <a:moveTo>
                    <a:pt x="327" y="0"/>
                  </a:moveTo>
                  <a:cubicBezTo>
                    <a:pt x="310" y="0"/>
                    <a:pt x="291" y="3"/>
                    <a:pt x="268" y="9"/>
                  </a:cubicBezTo>
                  <a:cubicBezTo>
                    <a:pt x="0" y="76"/>
                    <a:pt x="134" y="177"/>
                    <a:pt x="302" y="294"/>
                  </a:cubicBezTo>
                  <a:lnTo>
                    <a:pt x="352" y="277"/>
                  </a:lnTo>
                  <a:cubicBezTo>
                    <a:pt x="352" y="277"/>
                    <a:pt x="490" y="0"/>
                    <a:pt x="3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8"/>
            <p:cNvSpPr/>
            <p:nvPr/>
          </p:nvSpPr>
          <p:spPr>
            <a:xfrm>
              <a:off x="1904500" y="1452925"/>
              <a:ext cx="118050" cy="66975"/>
            </a:xfrm>
            <a:custGeom>
              <a:avLst/>
              <a:gdLst/>
              <a:ahLst/>
              <a:cxnLst/>
              <a:rect l="l" t="t" r="r" b="b"/>
              <a:pathLst>
                <a:path w="4722" h="2679" extrusionOk="0">
                  <a:moveTo>
                    <a:pt x="2311" y="0"/>
                  </a:moveTo>
                  <a:cubicBezTo>
                    <a:pt x="1039" y="0"/>
                    <a:pt x="1" y="603"/>
                    <a:pt x="51" y="1339"/>
                  </a:cubicBezTo>
                  <a:cubicBezTo>
                    <a:pt x="68" y="2059"/>
                    <a:pt x="1139" y="2678"/>
                    <a:pt x="2411" y="2678"/>
                  </a:cubicBezTo>
                  <a:cubicBezTo>
                    <a:pt x="3683" y="2678"/>
                    <a:pt x="4721" y="2059"/>
                    <a:pt x="4671" y="1339"/>
                  </a:cubicBezTo>
                  <a:cubicBezTo>
                    <a:pt x="4654" y="603"/>
                    <a:pt x="3600" y="0"/>
                    <a:pt x="23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8"/>
            <p:cNvSpPr/>
            <p:nvPr/>
          </p:nvSpPr>
          <p:spPr>
            <a:xfrm>
              <a:off x="1905350" y="1447900"/>
              <a:ext cx="117600" cy="66975"/>
            </a:xfrm>
            <a:custGeom>
              <a:avLst/>
              <a:gdLst/>
              <a:ahLst/>
              <a:cxnLst/>
              <a:rect l="l" t="t" r="r" b="b"/>
              <a:pathLst>
                <a:path w="4704" h="2679" extrusionOk="0">
                  <a:moveTo>
                    <a:pt x="2294" y="0"/>
                  </a:moveTo>
                  <a:cubicBezTo>
                    <a:pt x="1022" y="0"/>
                    <a:pt x="0" y="619"/>
                    <a:pt x="34" y="1339"/>
                  </a:cubicBezTo>
                  <a:cubicBezTo>
                    <a:pt x="51" y="2076"/>
                    <a:pt x="1122" y="2678"/>
                    <a:pt x="2394" y="2678"/>
                  </a:cubicBezTo>
                  <a:cubicBezTo>
                    <a:pt x="3666" y="2678"/>
                    <a:pt x="4704" y="2092"/>
                    <a:pt x="4654" y="1339"/>
                  </a:cubicBezTo>
                  <a:cubicBezTo>
                    <a:pt x="4637" y="619"/>
                    <a:pt x="3566" y="0"/>
                    <a:pt x="22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8"/>
            <p:cNvSpPr/>
            <p:nvPr/>
          </p:nvSpPr>
          <p:spPr>
            <a:xfrm>
              <a:off x="1912050" y="1471625"/>
              <a:ext cx="86225" cy="35575"/>
            </a:xfrm>
            <a:custGeom>
              <a:avLst/>
              <a:gdLst/>
              <a:ahLst/>
              <a:cxnLst/>
              <a:rect l="l" t="t" r="r" b="b"/>
              <a:pathLst>
                <a:path w="3449" h="1423" extrusionOk="0">
                  <a:moveTo>
                    <a:pt x="477" y="1"/>
                  </a:moveTo>
                  <a:cubicBezTo>
                    <a:pt x="374" y="1"/>
                    <a:pt x="293" y="41"/>
                    <a:pt x="235" y="139"/>
                  </a:cubicBezTo>
                  <a:cubicBezTo>
                    <a:pt x="0" y="507"/>
                    <a:pt x="486" y="1026"/>
                    <a:pt x="1323" y="1277"/>
                  </a:cubicBezTo>
                  <a:cubicBezTo>
                    <a:pt x="1636" y="1375"/>
                    <a:pt x="1957" y="1422"/>
                    <a:pt x="2246" y="1422"/>
                  </a:cubicBezTo>
                  <a:cubicBezTo>
                    <a:pt x="2698" y="1422"/>
                    <a:pt x="3071" y="1308"/>
                    <a:pt x="3214" y="1093"/>
                  </a:cubicBezTo>
                  <a:cubicBezTo>
                    <a:pt x="3448" y="725"/>
                    <a:pt x="2628" y="759"/>
                    <a:pt x="1825" y="507"/>
                  </a:cubicBezTo>
                  <a:cubicBezTo>
                    <a:pt x="1212" y="299"/>
                    <a:pt x="760" y="1"/>
                    <a:pt x="47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8"/>
            <p:cNvSpPr/>
            <p:nvPr/>
          </p:nvSpPr>
          <p:spPr>
            <a:xfrm>
              <a:off x="1933800" y="1455925"/>
              <a:ext cx="83300" cy="32350"/>
            </a:xfrm>
            <a:custGeom>
              <a:avLst/>
              <a:gdLst/>
              <a:ahLst/>
              <a:cxnLst/>
              <a:rect l="l" t="t" r="r" b="b"/>
              <a:pathLst>
                <a:path w="3332" h="1294" extrusionOk="0">
                  <a:moveTo>
                    <a:pt x="1142" y="0"/>
                  </a:moveTo>
                  <a:cubicBezTo>
                    <a:pt x="877" y="0"/>
                    <a:pt x="641" y="38"/>
                    <a:pt x="469" y="114"/>
                  </a:cubicBezTo>
                  <a:cubicBezTo>
                    <a:pt x="1" y="332"/>
                    <a:pt x="871" y="432"/>
                    <a:pt x="1541" y="750"/>
                  </a:cubicBezTo>
                  <a:cubicBezTo>
                    <a:pt x="2078" y="1006"/>
                    <a:pt x="2313" y="1293"/>
                    <a:pt x="2627" y="1293"/>
                  </a:cubicBezTo>
                  <a:cubicBezTo>
                    <a:pt x="2705" y="1293"/>
                    <a:pt x="2787" y="1276"/>
                    <a:pt x="2880" y="1236"/>
                  </a:cubicBezTo>
                  <a:cubicBezTo>
                    <a:pt x="3332" y="1018"/>
                    <a:pt x="3148" y="600"/>
                    <a:pt x="2495" y="298"/>
                  </a:cubicBezTo>
                  <a:cubicBezTo>
                    <a:pt x="2079" y="101"/>
                    <a:pt x="1574" y="0"/>
                    <a:pt x="114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8"/>
            <p:cNvSpPr/>
            <p:nvPr/>
          </p:nvSpPr>
          <p:spPr>
            <a:xfrm>
              <a:off x="1966025" y="1493075"/>
              <a:ext cx="10725" cy="8850"/>
            </a:xfrm>
            <a:custGeom>
              <a:avLst/>
              <a:gdLst/>
              <a:ahLst/>
              <a:cxnLst/>
              <a:rect l="l" t="t" r="r" b="b"/>
              <a:pathLst>
                <a:path w="429" h="354" extrusionOk="0">
                  <a:moveTo>
                    <a:pt x="252" y="1"/>
                  </a:moveTo>
                  <a:cubicBezTo>
                    <a:pt x="118" y="185"/>
                    <a:pt x="1" y="336"/>
                    <a:pt x="201" y="352"/>
                  </a:cubicBezTo>
                  <a:cubicBezTo>
                    <a:pt x="207" y="353"/>
                    <a:pt x="212" y="353"/>
                    <a:pt x="217" y="353"/>
                  </a:cubicBezTo>
                  <a:cubicBezTo>
                    <a:pt x="428" y="353"/>
                    <a:pt x="268" y="18"/>
                    <a:pt x="268" y="18"/>
                  </a:cubicBezTo>
                  <a:lnTo>
                    <a:pt x="2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8"/>
            <p:cNvSpPr/>
            <p:nvPr/>
          </p:nvSpPr>
          <p:spPr>
            <a:xfrm>
              <a:off x="1953475" y="1491400"/>
              <a:ext cx="10150" cy="8600"/>
            </a:xfrm>
            <a:custGeom>
              <a:avLst/>
              <a:gdLst/>
              <a:ahLst/>
              <a:cxnLst/>
              <a:rect l="l" t="t" r="r" b="b"/>
              <a:pathLst>
                <a:path w="406" h="344" extrusionOk="0">
                  <a:moveTo>
                    <a:pt x="302" y="1"/>
                  </a:moveTo>
                  <a:cubicBezTo>
                    <a:pt x="134" y="152"/>
                    <a:pt x="0" y="252"/>
                    <a:pt x="201" y="336"/>
                  </a:cubicBezTo>
                  <a:cubicBezTo>
                    <a:pt x="219" y="341"/>
                    <a:pt x="234" y="344"/>
                    <a:pt x="248" y="344"/>
                  </a:cubicBezTo>
                  <a:cubicBezTo>
                    <a:pt x="406" y="344"/>
                    <a:pt x="335" y="18"/>
                    <a:pt x="335" y="18"/>
                  </a:cubicBezTo>
                  <a:lnTo>
                    <a:pt x="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8"/>
            <p:cNvSpPr/>
            <p:nvPr/>
          </p:nvSpPr>
          <p:spPr>
            <a:xfrm>
              <a:off x="1938000" y="1487225"/>
              <a:ext cx="9750" cy="8675"/>
            </a:xfrm>
            <a:custGeom>
              <a:avLst/>
              <a:gdLst/>
              <a:ahLst/>
              <a:cxnLst/>
              <a:rect l="l" t="t" r="r" b="b"/>
              <a:pathLst>
                <a:path w="390" h="347" extrusionOk="0">
                  <a:moveTo>
                    <a:pt x="318" y="1"/>
                  </a:moveTo>
                  <a:cubicBezTo>
                    <a:pt x="151" y="151"/>
                    <a:pt x="0" y="252"/>
                    <a:pt x="218" y="335"/>
                  </a:cubicBezTo>
                  <a:cubicBezTo>
                    <a:pt x="235" y="343"/>
                    <a:pt x="250" y="347"/>
                    <a:pt x="263" y="347"/>
                  </a:cubicBezTo>
                  <a:cubicBezTo>
                    <a:pt x="390" y="347"/>
                    <a:pt x="335" y="17"/>
                    <a:pt x="335" y="17"/>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8"/>
            <p:cNvSpPr/>
            <p:nvPr/>
          </p:nvSpPr>
          <p:spPr>
            <a:xfrm>
              <a:off x="1925125" y="1480950"/>
              <a:ext cx="9125" cy="6575"/>
            </a:xfrm>
            <a:custGeom>
              <a:avLst/>
              <a:gdLst/>
              <a:ahLst/>
              <a:cxnLst/>
              <a:rect l="l" t="t" r="r" b="b"/>
              <a:pathLst>
                <a:path w="365" h="263" extrusionOk="0">
                  <a:moveTo>
                    <a:pt x="264" y="0"/>
                  </a:moveTo>
                  <a:cubicBezTo>
                    <a:pt x="105" y="0"/>
                    <a:pt x="1" y="12"/>
                    <a:pt x="130" y="185"/>
                  </a:cubicBezTo>
                  <a:cubicBezTo>
                    <a:pt x="162" y="241"/>
                    <a:pt x="193" y="263"/>
                    <a:pt x="220" y="263"/>
                  </a:cubicBezTo>
                  <a:cubicBezTo>
                    <a:pt x="307" y="263"/>
                    <a:pt x="364" y="51"/>
                    <a:pt x="364" y="51"/>
                  </a:cubicBezTo>
                  <a:lnTo>
                    <a:pt x="348" y="1"/>
                  </a:lnTo>
                  <a:cubicBezTo>
                    <a:pt x="319" y="1"/>
                    <a:pt x="291" y="0"/>
                    <a:pt x="2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8"/>
            <p:cNvSpPr/>
            <p:nvPr/>
          </p:nvSpPr>
          <p:spPr>
            <a:xfrm>
              <a:off x="1991975" y="1475475"/>
              <a:ext cx="8800" cy="5925"/>
            </a:xfrm>
            <a:custGeom>
              <a:avLst/>
              <a:gdLst/>
              <a:ahLst/>
              <a:cxnLst/>
              <a:rect l="l" t="t" r="r" b="b"/>
              <a:pathLst>
                <a:path w="352" h="237" extrusionOk="0">
                  <a:moveTo>
                    <a:pt x="168" y="1"/>
                  </a:moveTo>
                  <a:cubicBezTo>
                    <a:pt x="102" y="1"/>
                    <a:pt x="51" y="109"/>
                    <a:pt x="0" y="236"/>
                  </a:cubicBezTo>
                  <a:lnTo>
                    <a:pt x="17" y="236"/>
                  </a:lnTo>
                  <a:cubicBezTo>
                    <a:pt x="17" y="236"/>
                    <a:pt x="352" y="119"/>
                    <a:pt x="235" y="35"/>
                  </a:cubicBezTo>
                  <a:cubicBezTo>
                    <a:pt x="211" y="11"/>
                    <a:pt x="189" y="1"/>
                    <a:pt x="1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8"/>
            <p:cNvSpPr/>
            <p:nvPr/>
          </p:nvSpPr>
          <p:spPr>
            <a:xfrm>
              <a:off x="1985275" y="1470325"/>
              <a:ext cx="8825" cy="6875"/>
            </a:xfrm>
            <a:custGeom>
              <a:avLst/>
              <a:gdLst/>
              <a:ahLst/>
              <a:cxnLst/>
              <a:rect l="l" t="t" r="r" b="b"/>
              <a:pathLst>
                <a:path w="353" h="275" extrusionOk="0">
                  <a:moveTo>
                    <a:pt x="105" y="0"/>
                  </a:moveTo>
                  <a:cubicBezTo>
                    <a:pt x="17" y="0"/>
                    <a:pt x="14" y="127"/>
                    <a:pt x="1" y="275"/>
                  </a:cubicBezTo>
                  <a:lnTo>
                    <a:pt x="17" y="275"/>
                  </a:lnTo>
                  <a:cubicBezTo>
                    <a:pt x="17" y="275"/>
                    <a:pt x="352" y="91"/>
                    <a:pt x="185" y="24"/>
                  </a:cubicBezTo>
                  <a:cubicBezTo>
                    <a:pt x="152" y="7"/>
                    <a:pt x="126" y="0"/>
                    <a:pt x="1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8"/>
            <p:cNvSpPr/>
            <p:nvPr/>
          </p:nvSpPr>
          <p:spPr>
            <a:xfrm>
              <a:off x="1972450" y="1463250"/>
              <a:ext cx="9500" cy="7675"/>
            </a:xfrm>
            <a:custGeom>
              <a:avLst/>
              <a:gdLst/>
              <a:ahLst/>
              <a:cxnLst/>
              <a:rect l="l" t="t" r="r" b="b"/>
              <a:pathLst>
                <a:path w="380" h="307" extrusionOk="0">
                  <a:moveTo>
                    <a:pt x="106" y="0"/>
                  </a:moveTo>
                  <a:cubicBezTo>
                    <a:pt x="0" y="0"/>
                    <a:pt x="11" y="142"/>
                    <a:pt x="11" y="307"/>
                  </a:cubicBezTo>
                  <a:lnTo>
                    <a:pt x="45" y="307"/>
                  </a:lnTo>
                  <a:cubicBezTo>
                    <a:pt x="45" y="307"/>
                    <a:pt x="380" y="106"/>
                    <a:pt x="195" y="22"/>
                  </a:cubicBezTo>
                  <a:cubicBezTo>
                    <a:pt x="159" y="7"/>
                    <a:pt x="130"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8"/>
            <p:cNvSpPr/>
            <p:nvPr/>
          </p:nvSpPr>
          <p:spPr>
            <a:xfrm>
              <a:off x="1952625" y="1460325"/>
              <a:ext cx="13225" cy="7675"/>
            </a:xfrm>
            <a:custGeom>
              <a:avLst/>
              <a:gdLst/>
              <a:ahLst/>
              <a:cxnLst/>
              <a:rect l="l" t="t" r="r" b="b"/>
              <a:pathLst>
                <a:path w="529" h="307" extrusionOk="0">
                  <a:moveTo>
                    <a:pt x="335" y="0"/>
                  </a:moveTo>
                  <a:cubicBezTo>
                    <a:pt x="321" y="0"/>
                    <a:pt x="304" y="2"/>
                    <a:pt x="285" y="5"/>
                  </a:cubicBezTo>
                  <a:cubicBezTo>
                    <a:pt x="1" y="72"/>
                    <a:pt x="152" y="173"/>
                    <a:pt x="319" y="307"/>
                  </a:cubicBezTo>
                  <a:lnTo>
                    <a:pt x="369" y="290"/>
                  </a:lnTo>
                  <a:cubicBezTo>
                    <a:pt x="369" y="290"/>
                    <a:pt x="528"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8"/>
            <p:cNvSpPr/>
            <p:nvPr/>
          </p:nvSpPr>
          <p:spPr>
            <a:xfrm>
              <a:off x="2060175" y="1350225"/>
              <a:ext cx="121375" cy="61700"/>
            </a:xfrm>
            <a:custGeom>
              <a:avLst/>
              <a:gdLst/>
              <a:ahLst/>
              <a:cxnLst/>
              <a:rect l="l" t="t" r="r" b="b"/>
              <a:pathLst>
                <a:path w="4855" h="2468" extrusionOk="0">
                  <a:moveTo>
                    <a:pt x="1927" y="1"/>
                  </a:moveTo>
                  <a:cubicBezTo>
                    <a:pt x="1854" y="1"/>
                    <a:pt x="1781" y="3"/>
                    <a:pt x="1708" y="7"/>
                  </a:cubicBezTo>
                  <a:cubicBezTo>
                    <a:pt x="637" y="57"/>
                    <a:pt x="1" y="593"/>
                    <a:pt x="185" y="1212"/>
                  </a:cubicBezTo>
                  <a:cubicBezTo>
                    <a:pt x="386" y="1882"/>
                    <a:pt x="1541" y="2468"/>
                    <a:pt x="2779" y="2468"/>
                  </a:cubicBezTo>
                  <a:cubicBezTo>
                    <a:pt x="4102" y="2468"/>
                    <a:pt x="4855" y="1815"/>
                    <a:pt x="4436" y="1095"/>
                  </a:cubicBezTo>
                  <a:cubicBezTo>
                    <a:pt x="4077" y="438"/>
                    <a:pt x="2972" y="1"/>
                    <a:pt x="19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8"/>
            <p:cNvSpPr/>
            <p:nvPr/>
          </p:nvSpPr>
          <p:spPr>
            <a:xfrm>
              <a:off x="2061025" y="1344800"/>
              <a:ext cx="121800" cy="61700"/>
            </a:xfrm>
            <a:custGeom>
              <a:avLst/>
              <a:gdLst/>
              <a:ahLst/>
              <a:cxnLst/>
              <a:rect l="l" t="t" r="r" b="b"/>
              <a:pathLst>
                <a:path w="4872" h="2468" extrusionOk="0">
                  <a:moveTo>
                    <a:pt x="1954" y="0"/>
                  </a:moveTo>
                  <a:cubicBezTo>
                    <a:pt x="1882" y="0"/>
                    <a:pt x="1811" y="2"/>
                    <a:pt x="1741" y="6"/>
                  </a:cubicBezTo>
                  <a:cubicBezTo>
                    <a:pt x="670" y="73"/>
                    <a:pt x="0" y="592"/>
                    <a:pt x="218" y="1228"/>
                  </a:cubicBezTo>
                  <a:cubicBezTo>
                    <a:pt x="416" y="1889"/>
                    <a:pt x="1525" y="2467"/>
                    <a:pt x="2760" y="2467"/>
                  </a:cubicBezTo>
                  <a:cubicBezTo>
                    <a:pt x="2777" y="2467"/>
                    <a:pt x="2795" y="2467"/>
                    <a:pt x="2812" y="2467"/>
                  </a:cubicBezTo>
                  <a:cubicBezTo>
                    <a:pt x="4101" y="2467"/>
                    <a:pt x="4871" y="1831"/>
                    <a:pt x="4453" y="1094"/>
                  </a:cubicBezTo>
                  <a:cubicBezTo>
                    <a:pt x="4108" y="452"/>
                    <a:pt x="3000" y="0"/>
                    <a:pt x="19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8"/>
            <p:cNvSpPr/>
            <p:nvPr/>
          </p:nvSpPr>
          <p:spPr>
            <a:xfrm>
              <a:off x="2089900" y="1363150"/>
              <a:ext cx="78275" cy="35475"/>
            </a:xfrm>
            <a:custGeom>
              <a:avLst/>
              <a:gdLst/>
              <a:ahLst/>
              <a:cxnLst/>
              <a:rect l="l" t="t" r="r" b="b"/>
              <a:pathLst>
                <a:path w="3131" h="1419" extrusionOk="0">
                  <a:moveTo>
                    <a:pt x="2426" y="0"/>
                  </a:moveTo>
                  <a:cubicBezTo>
                    <a:pt x="2140" y="0"/>
                    <a:pt x="1867" y="308"/>
                    <a:pt x="1373" y="511"/>
                  </a:cubicBezTo>
                  <a:cubicBezTo>
                    <a:pt x="737" y="779"/>
                    <a:pt x="0" y="762"/>
                    <a:pt x="335" y="1097"/>
                  </a:cubicBezTo>
                  <a:cubicBezTo>
                    <a:pt x="543" y="1305"/>
                    <a:pt x="926" y="1419"/>
                    <a:pt x="1353" y="1419"/>
                  </a:cubicBezTo>
                  <a:cubicBezTo>
                    <a:pt x="1648" y="1419"/>
                    <a:pt x="1965" y="1364"/>
                    <a:pt x="2260" y="1248"/>
                  </a:cubicBezTo>
                  <a:cubicBezTo>
                    <a:pt x="2946" y="946"/>
                    <a:pt x="3130" y="444"/>
                    <a:pt x="2712" y="109"/>
                  </a:cubicBezTo>
                  <a:cubicBezTo>
                    <a:pt x="2610" y="32"/>
                    <a:pt x="2517" y="0"/>
                    <a:pt x="2426"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8"/>
            <p:cNvSpPr/>
            <p:nvPr/>
          </p:nvSpPr>
          <p:spPr>
            <a:xfrm>
              <a:off x="2070650" y="1351300"/>
              <a:ext cx="66975" cy="29650"/>
            </a:xfrm>
            <a:custGeom>
              <a:avLst/>
              <a:gdLst/>
              <a:ahLst/>
              <a:cxnLst/>
              <a:rect l="l" t="t" r="r" b="b"/>
              <a:pathLst>
                <a:path w="2679" h="1186" extrusionOk="0">
                  <a:moveTo>
                    <a:pt x="1607" y="0"/>
                  </a:moveTo>
                  <a:cubicBezTo>
                    <a:pt x="1209" y="0"/>
                    <a:pt x="766" y="108"/>
                    <a:pt x="452" y="299"/>
                  </a:cubicBezTo>
                  <a:cubicBezTo>
                    <a:pt x="0" y="583"/>
                    <a:pt x="0" y="968"/>
                    <a:pt x="452" y="1136"/>
                  </a:cubicBezTo>
                  <a:cubicBezTo>
                    <a:pt x="543" y="1170"/>
                    <a:pt x="618" y="1185"/>
                    <a:pt x="683" y="1185"/>
                  </a:cubicBezTo>
                  <a:cubicBezTo>
                    <a:pt x="966" y="1185"/>
                    <a:pt x="1062" y="899"/>
                    <a:pt x="1456" y="667"/>
                  </a:cubicBezTo>
                  <a:cubicBezTo>
                    <a:pt x="1942" y="383"/>
                    <a:pt x="2678" y="249"/>
                    <a:pt x="2143" y="81"/>
                  </a:cubicBezTo>
                  <a:cubicBezTo>
                    <a:pt x="1988" y="26"/>
                    <a:pt x="1803" y="0"/>
                    <a:pt x="160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8"/>
            <p:cNvSpPr/>
            <p:nvPr/>
          </p:nvSpPr>
          <p:spPr>
            <a:xfrm>
              <a:off x="2113750" y="1385125"/>
              <a:ext cx="10050" cy="8450"/>
            </a:xfrm>
            <a:custGeom>
              <a:avLst/>
              <a:gdLst/>
              <a:ahLst/>
              <a:cxnLst/>
              <a:rect l="l" t="t" r="r" b="b"/>
              <a:pathLst>
                <a:path w="402" h="338" extrusionOk="0">
                  <a:moveTo>
                    <a:pt x="0" y="0"/>
                  </a:moveTo>
                  <a:cubicBezTo>
                    <a:pt x="0" y="0"/>
                    <a:pt x="0" y="337"/>
                    <a:pt x="191" y="337"/>
                  </a:cubicBezTo>
                  <a:cubicBezTo>
                    <a:pt x="199" y="337"/>
                    <a:pt x="208" y="337"/>
                    <a:pt x="218" y="335"/>
                  </a:cubicBezTo>
                  <a:cubicBezTo>
                    <a:pt x="402" y="318"/>
                    <a:pt x="235" y="168"/>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8"/>
            <p:cNvSpPr/>
            <p:nvPr/>
          </p:nvSpPr>
          <p:spPr>
            <a:xfrm>
              <a:off x="2123375" y="1382600"/>
              <a:ext cx="10900" cy="8275"/>
            </a:xfrm>
            <a:custGeom>
              <a:avLst/>
              <a:gdLst/>
              <a:ahLst/>
              <a:cxnLst/>
              <a:rect l="l" t="t" r="r" b="b"/>
              <a:pathLst>
                <a:path w="436" h="331" extrusionOk="0">
                  <a:moveTo>
                    <a:pt x="17" y="1"/>
                  </a:moveTo>
                  <a:lnTo>
                    <a:pt x="0" y="18"/>
                  </a:lnTo>
                  <a:cubicBezTo>
                    <a:pt x="0" y="18"/>
                    <a:pt x="82" y="331"/>
                    <a:pt x="221" y="331"/>
                  </a:cubicBezTo>
                  <a:cubicBezTo>
                    <a:pt x="236" y="331"/>
                    <a:pt x="252" y="327"/>
                    <a:pt x="268" y="319"/>
                  </a:cubicBezTo>
                  <a:cubicBezTo>
                    <a:pt x="435" y="235"/>
                    <a:pt x="251" y="152"/>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8"/>
            <p:cNvSpPr/>
            <p:nvPr/>
          </p:nvSpPr>
          <p:spPr>
            <a:xfrm>
              <a:off x="2136350" y="1378425"/>
              <a:ext cx="10900" cy="8375"/>
            </a:xfrm>
            <a:custGeom>
              <a:avLst/>
              <a:gdLst/>
              <a:ahLst/>
              <a:cxnLst/>
              <a:rect l="l" t="t" r="r" b="b"/>
              <a:pathLst>
                <a:path w="436" h="335" extrusionOk="0">
                  <a:moveTo>
                    <a:pt x="17" y="1"/>
                  </a:moveTo>
                  <a:lnTo>
                    <a:pt x="0" y="17"/>
                  </a:lnTo>
                  <a:cubicBezTo>
                    <a:pt x="0" y="17"/>
                    <a:pt x="79" y="335"/>
                    <a:pt x="238" y="335"/>
                  </a:cubicBezTo>
                  <a:cubicBezTo>
                    <a:pt x="258" y="335"/>
                    <a:pt x="279" y="330"/>
                    <a:pt x="301" y="319"/>
                  </a:cubicBezTo>
                  <a:cubicBezTo>
                    <a:pt x="435" y="235"/>
                    <a:pt x="251" y="134"/>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8"/>
            <p:cNvSpPr/>
            <p:nvPr/>
          </p:nvSpPr>
          <p:spPr>
            <a:xfrm>
              <a:off x="2144700" y="1372325"/>
              <a:ext cx="8700" cy="6300"/>
            </a:xfrm>
            <a:custGeom>
              <a:avLst/>
              <a:gdLst/>
              <a:ahLst/>
              <a:cxnLst/>
              <a:rect l="l" t="t" r="r" b="b"/>
              <a:pathLst>
                <a:path w="348" h="252" extrusionOk="0">
                  <a:moveTo>
                    <a:pt x="161" y="1"/>
                  </a:moveTo>
                  <a:cubicBezTo>
                    <a:pt x="115" y="1"/>
                    <a:pt x="61" y="6"/>
                    <a:pt x="1" y="10"/>
                  </a:cubicBezTo>
                  <a:lnTo>
                    <a:pt x="1" y="60"/>
                  </a:lnTo>
                  <a:cubicBezTo>
                    <a:pt x="1" y="60"/>
                    <a:pt x="173" y="251"/>
                    <a:pt x="271" y="251"/>
                  </a:cubicBezTo>
                  <a:cubicBezTo>
                    <a:pt x="303" y="251"/>
                    <a:pt x="327" y="231"/>
                    <a:pt x="336" y="178"/>
                  </a:cubicBezTo>
                  <a:cubicBezTo>
                    <a:pt x="348" y="32"/>
                    <a:pt x="281" y="1"/>
                    <a:pt x="1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8"/>
            <p:cNvSpPr/>
            <p:nvPr/>
          </p:nvSpPr>
          <p:spPr>
            <a:xfrm>
              <a:off x="2083200" y="1369125"/>
              <a:ext cx="8400" cy="5550"/>
            </a:xfrm>
            <a:custGeom>
              <a:avLst/>
              <a:gdLst/>
              <a:ahLst/>
              <a:cxnLst/>
              <a:rect l="l" t="t" r="r" b="b"/>
              <a:pathLst>
                <a:path w="336" h="222" extrusionOk="0">
                  <a:moveTo>
                    <a:pt x="108" y="1"/>
                  </a:moveTo>
                  <a:cubicBezTo>
                    <a:pt x="87" y="1"/>
                    <a:pt x="68" y="12"/>
                    <a:pt x="51" y="38"/>
                  </a:cubicBezTo>
                  <a:cubicBezTo>
                    <a:pt x="0" y="121"/>
                    <a:pt x="335" y="222"/>
                    <a:pt x="335" y="222"/>
                  </a:cubicBezTo>
                  <a:cubicBezTo>
                    <a:pt x="248" y="97"/>
                    <a:pt x="170" y="1"/>
                    <a:pt x="1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8"/>
            <p:cNvSpPr/>
            <p:nvPr/>
          </p:nvSpPr>
          <p:spPr>
            <a:xfrm>
              <a:off x="2086550" y="1364750"/>
              <a:ext cx="9650" cy="5750"/>
            </a:xfrm>
            <a:custGeom>
              <a:avLst/>
              <a:gdLst/>
              <a:ahLst/>
              <a:cxnLst/>
              <a:rect l="l" t="t" r="r" b="b"/>
              <a:pathLst>
                <a:path w="386" h="230" extrusionOk="0">
                  <a:moveTo>
                    <a:pt x="205" y="1"/>
                  </a:moveTo>
                  <a:cubicBezTo>
                    <a:pt x="184" y="1"/>
                    <a:pt x="161" y="10"/>
                    <a:pt x="134" y="29"/>
                  </a:cubicBezTo>
                  <a:cubicBezTo>
                    <a:pt x="0" y="62"/>
                    <a:pt x="369" y="230"/>
                    <a:pt x="369" y="230"/>
                  </a:cubicBezTo>
                  <a:lnTo>
                    <a:pt x="385" y="230"/>
                  </a:lnTo>
                  <a:cubicBezTo>
                    <a:pt x="321" y="100"/>
                    <a:pt x="276" y="1"/>
                    <a:pt x="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8"/>
            <p:cNvSpPr/>
            <p:nvPr/>
          </p:nvSpPr>
          <p:spPr>
            <a:xfrm>
              <a:off x="2094075" y="1358125"/>
              <a:ext cx="10075" cy="6100"/>
            </a:xfrm>
            <a:custGeom>
              <a:avLst/>
              <a:gdLst/>
              <a:ahLst/>
              <a:cxnLst/>
              <a:rect l="l" t="t" r="r" b="b"/>
              <a:pathLst>
                <a:path w="403" h="244" extrusionOk="0">
                  <a:moveTo>
                    <a:pt x="201" y="0"/>
                  </a:moveTo>
                  <a:cubicBezTo>
                    <a:pt x="177" y="0"/>
                    <a:pt x="150" y="8"/>
                    <a:pt x="118" y="26"/>
                  </a:cubicBezTo>
                  <a:cubicBezTo>
                    <a:pt x="1" y="76"/>
                    <a:pt x="369" y="243"/>
                    <a:pt x="369" y="243"/>
                  </a:cubicBezTo>
                  <a:lnTo>
                    <a:pt x="402" y="243"/>
                  </a:lnTo>
                  <a:cubicBezTo>
                    <a:pt x="336" y="111"/>
                    <a:pt x="291"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8"/>
            <p:cNvSpPr/>
            <p:nvPr/>
          </p:nvSpPr>
          <p:spPr>
            <a:xfrm>
              <a:off x="2106800" y="1355175"/>
              <a:ext cx="12000" cy="6550"/>
            </a:xfrm>
            <a:custGeom>
              <a:avLst/>
              <a:gdLst/>
              <a:ahLst/>
              <a:cxnLst/>
              <a:rect l="l" t="t" r="r" b="b"/>
              <a:pathLst>
                <a:path w="480" h="262" extrusionOk="0">
                  <a:moveTo>
                    <a:pt x="135" y="0"/>
                  </a:moveTo>
                  <a:cubicBezTo>
                    <a:pt x="1" y="0"/>
                    <a:pt x="245" y="244"/>
                    <a:pt x="245" y="244"/>
                  </a:cubicBezTo>
                  <a:lnTo>
                    <a:pt x="278" y="261"/>
                  </a:lnTo>
                  <a:cubicBezTo>
                    <a:pt x="395" y="144"/>
                    <a:pt x="479" y="60"/>
                    <a:pt x="195" y="10"/>
                  </a:cubicBezTo>
                  <a:cubicBezTo>
                    <a:pt x="169" y="3"/>
                    <a:pt x="150" y="0"/>
                    <a:pt x="1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8"/>
            <p:cNvSpPr/>
            <p:nvPr/>
          </p:nvSpPr>
          <p:spPr>
            <a:xfrm>
              <a:off x="2035900" y="1578750"/>
              <a:ext cx="136025" cy="85500"/>
            </a:xfrm>
            <a:custGeom>
              <a:avLst/>
              <a:gdLst/>
              <a:ahLst/>
              <a:cxnLst/>
              <a:rect l="l" t="t" r="r" b="b"/>
              <a:pathLst>
                <a:path w="5441" h="3420" extrusionOk="0">
                  <a:moveTo>
                    <a:pt x="2813" y="0"/>
                  </a:moveTo>
                  <a:cubicBezTo>
                    <a:pt x="1602" y="0"/>
                    <a:pt x="507" y="569"/>
                    <a:pt x="269" y="1378"/>
                  </a:cubicBezTo>
                  <a:cubicBezTo>
                    <a:pt x="1" y="2299"/>
                    <a:pt x="855" y="3219"/>
                    <a:pt x="2328" y="3387"/>
                  </a:cubicBezTo>
                  <a:cubicBezTo>
                    <a:pt x="2496" y="3409"/>
                    <a:pt x="2663" y="3419"/>
                    <a:pt x="2827" y="3419"/>
                  </a:cubicBezTo>
                  <a:cubicBezTo>
                    <a:pt x="4159" y="3419"/>
                    <a:pt x="5283" y="2721"/>
                    <a:pt x="5357" y="1796"/>
                  </a:cubicBezTo>
                  <a:cubicBezTo>
                    <a:pt x="5441" y="842"/>
                    <a:pt x="4370" y="72"/>
                    <a:pt x="3014" y="5"/>
                  </a:cubicBezTo>
                  <a:cubicBezTo>
                    <a:pt x="2947" y="2"/>
                    <a:pt x="2880" y="0"/>
                    <a:pt x="28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8"/>
            <p:cNvSpPr/>
            <p:nvPr/>
          </p:nvSpPr>
          <p:spPr>
            <a:xfrm>
              <a:off x="2033825" y="1571275"/>
              <a:ext cx="136025" cy="85625"/>
            </a:xfrm>
            <a:custGeom>
              <a:avLst/>
              <a:gdLst/>
              <a:ahLst/>
              <a:cxnLst/>
              <a:rect l="l" t="t" r="r" b="b"/>
              <a:pathLst>
                <a:path w="5441" h="3425" extrusionOk="0">
                  <a:moveTo>
                    <a:pt x="2865" y="0"/>
                  </a:moveTo>
                  <a:cubicBezTo>
                    <a:pt x="1650" y="0"/>
                    <a:pt x="541" y="588"/>
                    <a:pt x="268" y="1392"/>
                  </a:cubicBezTo>
                  <a:cubicBezTo>
                    <a:pt x="0" y="2313"/>
                    <a:pt x="887" y="3234"/>
                    <a:pt x="2327" y="3401"/>
                  </a:cubicBezTo>
                  <a:cubicBezTo>
                    <a:pt x="2473" y="3417"/>
                    <a:pt x="2617" y="3425"/>
                    <a:pt x="2760" y="3425"/>
                  </a:cubicBezTo>
                  <a:cubicBezTo>
                    <a:pt x="4107" y="3425"/>
                    <a:pt x="5266" y="2734"/>
                    <a:pt x="5357" y="1811"/>
                  </a:cubicBezTo>
                  <a:cubicBezTo>
                    <a:pt x="5440" y="840"/>
                    <a:pt x="4369" y="70"/>
                    <a:pt x="3013" y="3"/>
                  </a:cubicBezTo>
                  <a:cubicBezTo>
                    <a:pt x="2964" y="1"/>
                    <a:pt x="2914" y="0"/>
                    <a:pt x="28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8"/>
            <p:cNvSpPr/>
            <p:nvPr/>
          </p:nvSpPr>
          <p:spPr>
            <a:xfrm>
              <a:off x="2062700" y="1602075"/>
              <a:ext cx="98350" cy="42700"/>
            </a:xfrm>
            <a:custGeom>
              <a:avLst/>
              <a:gdLst/>
              <a:ahLst/>
              <a:cxnLst/>
              <a:rect l="l" t="t" r="r" b="b"/>
              <a:pathLst>
                <a:path w="3934" h="1708" extrusionOk="0">
                  <a:moveTo>
                    <a:pt x="3414" y="1"/>
                  </a:moveTo>
                  <a:cubicBezTo>
                    <a:pt x="3088" y="1"/>
                    <a:pt x="2546" y="333"/>
                    <a:pt x="1841" y="512"/>
                  </a:cubicBezTo>
                  <a:cubicBezTo>
                    <a:pt x="854" y="780"/>
                    <a:pt x="0" y="663"/>
                    <a:pt x="151" y="1148"/>
                  </a:cubicBezTo>
                  <a:cubicBezTo>
                    <a:pt x="246" y="1503"/>
                    <a:pt x="752" y="1708"/>
                    <a:pt x="1401" y="1708"/>
                  </a:cubicBezTo>
                  <a:cubicBezTo>
                    <a:pt x="1669" y="1708"/>
                    <a:pt x="1962" y="1673"/>
                    <a:pt x="2260" y="1600"/>
                  </a:cubicBezTo>
                  <a:cubicBezTo>
                    <a:pt x="3281" y="1332"/>
                    <a:pt x="3934" y="696"/>
                    <a:pt x="3699" y="194"/>
                  </a:cubicBezTo>
                  <a:cubicBezTo>
                    <a:pt x="3642" y="54"/>
                    <a:pt x="3545" y="1"/>
                    <a:pt x="341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8"/>
            <p:cNvSpPr/>
            <p:nvPr/>
          </p:nvSpPr>
          <p:spPr>
            <a:xfrm>
              <a:off x="2045950" y="1580850"/>
              <a:ext cx="92100" cy="35675"/>
            </a:xfrm>
            <a:custGeom>
              <a:avLst/>
              <a:gdLst/>
              <a:ahLst/>
              <a:cxnLst/>
              <a:rect l="l" t="t" r="r" b="b"/>
              <a:pathLst>
                <a:path w="3684" h="1427" extrusionOk="0">
                  <a:moveTo>
                    <a:pt x="2330" y="0"/>
                  </a:moveTo>
                  <a:cubicBezTo>
                    <a:pt x="1926" y="0"/>
                    <a:pt x="1471" y="80"/>
                    <a:pt x="1072" y="239"/>
                  </a:cubicBezTo>
                  <a:cubicBezTo>
                    <a:pt x="285" y="541"/>
                    <a:pt x="1" y="1026"/>
                    <a:pt x="402" y="1327"/>
                  </a:cubicBezTo>
                  <a:cubicBezTo>
                    <a:pt x="499" y="1397"/>
                    <a:pt x="592" y="1427"/>
                    <a:pt x="686" y="1427"/>
                  </a:cubicBezTo>
                  <a:cubicBezTo>
                    <a:pt x="1000" y="1427"/>
                    <a:pt x="1338" y="1103"/>
                    <a:pt x="1942" y="859"/>
                  </a:cubicBezTo>
                  <a:cubicBezTo>
                    <a:pt x="2712" y="541"/>
                    <a:pt x="3683" y="490"/>
                    <a:pt x="3214" y="189"/>
                  </a:cubicBezTo>
                  <a:cubicBezTo>
                    <a:pt x="3010" y="63"/>
                    <a:pt x="2690" y="0"/>
                    <a:pt x="233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8"/>
            <p:cNvSpPr/>
            <p:nvPr/>
          </p:nvSpPr>
          <p:spPr>
            <a:xfrm>
              <a:off x="2082350" y="1624900"/>
              <a:ext cx="12175" cy="11750"/>
            </a:xfrm>
            <a:custGeom>
              <a:avLst/>
              <a:gdLst/>
              <a:ahLst/>
              <a:cxnLst/>
              <a:rect l="l" t="t" r="r" b="b"/>
              <a:pathLst>
                <a:path w="487" h="470" extrusionOk="0">
                  <a:moveTo>
                    <a:pt x="302" y="1"/>
                  </a:moveTo>
                  <a:lnTo>
                    <a:pt x="252" y="17"/>
                  </a:lnTo>
                  <a:cubicBezTo>
                    <a:pt x="252" y="17"/>
                    <a:pt x="1" y="469"/>
                    <a:pt x="252" y="469"/>
                  </a:cubicBezTo>
                  <a:cubicBezTo>
                    <a:pt x="486" y="469"/>
                    <a:pt x="403" y="268"/>
                    <a:pt x="3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8"/>
            <p:cNvSpPr/>
            <p:nvPr/>
          </p:nvSpPr>
          <p:spPr>
            <a:xfrm>
              <a:off x="2097525" y="1623650"/>
              <a:ext cx="12050" cy="11475"/>
            </a:xfrm>
            <a:custGeom>
              <a:avLst/>
              <a:gdLst/>
              <a:ahLst/>
              <a:cxnLst/>
              <a:rect l="l" t="t" r="r" b="b"/>
              <a:pathLst>
                <a:path w="482" h="459" extrusionOk="0">
                  <a:moveTo>
                    <a:pt x="197" y="0"/>
                  </a:moveTo>
                  <a:lnTo>
                    <a:pt x="147" y="34"/>
                  </a:lnTo>
                  <a:cubicBezTo>
                    <a:pt x="147" y="34"/>
                    <a:pt x="1" y="459"/>
                    <a:pt x="187" y="459"/>
                  </a:cubicBezTo>
                  <a:cubicBezTo>
                    <a:pt x="200" y="459"/>
                    <a:pt x="215" y="457"/>
                    <a:pt x="231" y="452"/>
                  </a:cubicBezTo>
                  <a:cubicBezTo>
                    <a:pt x="482" y="352"/>
                    <a:pt x="365" y="218"/>
                    <a:pt x="1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8"/>
            <p:cNvSpPr/>
            <p:nvPr/>
          </p:nvSpPr>
          <p:spPr>
            <a:xfrm>
              <a:off x="2116550" y="1620300"/>
              <a:ext cx="12275" cy="11225"/>
            </a:xfrm>
            <a:custGeom>
              <a:avLst/>
              <a:gdLst/>
              <a:ahLst/>
              <a:cxnLst/>
              <a:rect l="l" t="t" r="r" b="b"/>
              <a:pathLst>
                <a:path w="491" h="449" extrusionOk="0">
                  <a:moveTo>
                    <a:pt x="190" y="0"/>
                  </a:moveTo>
                  <a:lnTo>
                    <a:pt x="139" y="17"/>
                  </a:lnTo>
                  <a:cubicBezTo>
                    <a:pt x="139" y="17"/>
                    <a:pt x="0" y="449"/>
                    <a:pt x="191" y="449"/>
                  </a:cubicBezTo>
                  <a:cubicBezTo>
                    <a:pt x="210" y="449"/>
                    <a:pt x="231" y="445"/>
                    <a:pt x="257" y="436"/>
                  </a:cubicBezTo>
                  <a:cubicBezTo>
                    <a:pt x="491" y="352"/>
                    <a:pt x="357" y="201"/>
                    <a:pt x="1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8"/>
            <p:cNvSpPr/>
            <p:nvPr/>
          </p:nvSpPr>
          <p:spPr>
            <a:xfrm>
              <a:off x="2134250" y="1614025"/>
              <a:ext cx="11750" cy="8525"/>
            </a:xfrm>
            <a:custGeom>
              <a:avLst/>
              <a:gdLst/>
              <a:ahLst/>
              <a:cxnLst/>
              <a:rect l="l" t="t" r="r" b="b"/>
              <a:pathLst>
                <a:path w="470" h="341" extrusionOk="0">
                  <a:moveTo>
                    <a:pt x="17" y="0"/>
                  </a:moveTo>
                  <a:lnTo>
                    <a:pt x="0" y="34"/>
                  </a:lnTo>
                  <a:cubicBezTo>
                    <a:pt x="0" y="34"/>
                    <a:pt x="53" y="340"/>
                    <a:pt x="167" y="340"/>
                  </a:cubicBezTo>
                  <a:cubicBezTo>
                    <a:pt x="197" y="340"/>
                    <a:pt x="230" y="320"/>
                    <a:pt x="268" y="268"/>
                  </a:cubicBezTo>
                  <a:cubicBezTo>
                    <a:pt x="469" y="0"/>
                    <a:pt x="268" y="0"/>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8"/>
            <p:cNvSpPr/>
            <p:nvPr/>
          </p:nvSpPr>
          <p:spPr>
            <a:xfrm>
              <a:off x="2063100" y="1600800"/>
              <a:ext cx="7975" cy="7800"/>
            </a:xfrm>
            <a:custGeom>
              <a:avLst/>
              <a:gdLst/>
              <a:ahLst/>
              <a:cxnLst/>
              <a:rect l="l" t="t" r="r" b="b"/>
              <a:pathLst>
                <a:path w="319" h="312" extrusionOk="0">
                  <a:moveTo>
                    <a:pt x="203" y="1"/>
                  </a:moveTo>
                  <a:cubicBezTo>
                    <a:pt x="180" y="1"/>
                    <a:pt x="152" y="14"/>
                    <a:pt x="118" y="44"/>
                  </a:cubicBezTo>
                  <a:cubicBezTo>
                    <a:pt x="1" y="144"/>
                    <a:pt x="302" y="312"/>
                    <a:pt x="302" y="312"/>
                  </a:cubicBezTo>
                  <a:lnTo>
                    <a:pt x="319" y="312"/>
                  </a:lnTo>
                  <a:cubicBezTo>
                    <a:pt x="306" y="156"/>
                    <a:pt x="283" y="1"/>
                    <a:pt x="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8"/>
            <p:cNvSpPr/>
            <p:nvPr/>
          </p:nvSpPr>
          <p:spPr>
            <a:xfrm>
              <a:off x="2071900" y="1595525"/>
              <a:ext cx="9475" cy="8475"/>
            </a:xfrm>
            <a:custGeom>
              <a:avLst/>
              <a:gdLst/>
              <a:ahLst/>
              <a:cxnLst/>
              <a:rect l="l" t="t" r="r" b="b"/>
              <a:pathLst>
                <a:path w="379" h="339" extrusionOk="0">
                  <a:moveTo>
                    <a:pt x="278" y="0"/>
                  </a:moveTo>
                  <a:cubicBezTo>
                    <a:pt x="258" y="0"/>
                    <a:pt x="232" y="7"/>
                    <a:pt x="201" y="21"/>
                  </a:cubicBezTo>
                  <a:cubicBezTo>
                    <a:pt x="0" y="88"/>
                    <a:pt x="302" y="339"/>
                    <a:pt x="302" y="339"/>
                  </a:cubicBezTo>
                  <a:lnTo>
                    <a:pt x="318" y="339"/>
                  </a:lnTo>
                  <a:cubicBezTo>
                    <a:pt x="360" y="158"/>
                    <a:pt x="379" y="0"/>
                    <a:pt x="2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8"/>
            <p:cNvSpPr/>
            <p:nvPr/>
          </p:nvSpPr>
          <p:spPr>
            <a:xfrm>
              <a:off x="2085700" y="1587875"/>
              <a:ext cx="10975" cy="9425"/>
            </a:xfrm>
            <a:custGeom>
              <a:avLst/>
              <a:gdLst/>
              <a:ahLst/>
              <a:cxnLst/>
              <a:rect l="l" t="t" r="r" b="b"/>
              <a:pathLst>
                <a:path w="439" h="377" extrusionOk="0">
                  <a:moveTo>
                    <a:pt x="298" y="0"/>
                  </a:moveTo>
                  <a:cubicBezTo>
                    <a:pt x="280" y="0"/>
                    <a:pt x="260" y="3"/>
                    <a:pt x="235" y="9"/>
                  </a:cubicBezTo>
                  <a:cubicBezTo>
                    <a:pt x="1" y="92"/>
                    <a:pt x="319" y="377"/>
                    <a:pt x="319" y="377"/>
                  </a:cubicBezTo>
                  <a:lnTo>
                    <a:pt x="352" y="377"/>
                  </a:lnTo>
                  <a:cubicBezTo>
                    <a:pt x="382" y="169"/>
                    <a:pt x="438"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8"/>
            <p:cNvSpPr/>
            <p:nvPr/>
          </p:nvSpPr>
          <p:spPr>
            <a:xfrm>
              <a:off x="2104650" y="1585700"/>
              <a:ext cx="12875" cy="8675"/>
            </a:xfrm>
            <a:custGeom>
              <a:avLst/>
              <a:gdLst/>
              <a:ahLst/>
              <a:cxnLst/>
              <a:rect l="l" t="t" r="r" b="b"/>
              <a:pathLst>
                <a:path w="515" h="347" extrusionOk="0">
                  <a:moveTo>
                    <a:pt x="181" y="0"/>
                  </a:moveTo>
                  <a:cubicBezTo>
                    <a:pt x="0" y="0"/>
                    <a:pt x="96" y="330"/>
                    <a:pt x="96" y="330"/>
                  </a:cubicBezTo>
                  <a:lnTo>
                    <a:pt x="130" y="347"/>
                  </a:lnTo>
                  <a:cubicBezTo>
                    <a:pt x="348" y="213"/>
                    <a:pt x="515" y="96"/>
                    <a:pt x="247" y="12"/>
                  </a:cubicBezTo>
                  <a:cubicBezTo>
                    <a:pt x="222" y="4"/>
                    <a:pt x="200" y="0"/>
                    <a:pt x="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8"/>
            <p:cNvSpPr/>
            <p:nvPr/>
          </p:nvSpPr>
          <p:spPr>
            <a:xfrm>
              <a:off x="1689000" y="1570900"/>
              <a:ext cx="129750" cy="71950"/>
            </a:xfrm>
            <a:custGeom>
              <a:avLst/>
              <a:gdLst/>
              <a:ahLst/>
              <a:cxnLst/>
              <a:rect l="l" t="t" r="r" b="b"/>
              <a:pathLst>
                <a:path w="5190" h="2878" extrusionOk="0">
                  <a:moveTo>
                    <a:pt x="2722" y="1"/>
                  </a:moveTo>
                  <a:cubicBezTo>
                    <a:pt x="2702" y="1"/>
                    <a:pt x="2682" y="1"/>
                    <a:pt x="2662" y="1"/>
                  </a:cubicBezTo>
                  <a:cubicBezTo>
                    <a:pt x="1256" y="18"/>
                    <a:pt x="1" y="755"/>
                    <a:pt x="118" y="1658"/>
                  </a:cubicBezTo>
                  <a:cubicBezTo>
                    <a:pt x="211" y="2415"/>
                    <a:pt x="1209" y="2877"/>
                    <a:pt x="2353" y="2877"/>
                  </a:cubicBezTo>
                  <a:cubicBezTo>
                    <a:pt x="2652" y="2877"/>
                    <a:pt x="2960" y="2846"/>
                    <a:pt x="3265" y="2780"/>
                  </a:cubicBezTo>
                  <a:cubicBezTo>
                    <a:pt x="4503" y="2512"/>
                    <a:pt x="5190" y="1759"/>
                    <a:pt x="5005" y="1089"/>
                  </a:cubicBezTo>
                  <a:cubicBezTo>
                    <a:pt x="4824" y="480"/>
                    <a:pt x="3883" y="1"/>
                    <a:pt x="27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8"/>
            <p:cNvSpPr/>
            <p:nvPr/>
          </p:nvSpPr>
          <p:spPr>
            <a:xfrm>
              <a:off x="1726250" y="1590400"/>
              <a:ext cx="84125" cy="42675"/>
            </a:xfrm>
            <a:custGeom>
              <a:avLst/>
              <a:gdLst/>
              <a:ahLst/>
              <a:cxnLst/>
              <a:rect l="l" t="t" r="r" b="b"/>
              <a:pathLst>
                <a:path w="3365" h="1707" extrusionOk="0">
                  <a:moveTo>
                    <a:pt x="2883" y="1"/>
                  </a:moveTo>
                  <a:cubicBezTo>
                    <a:pt x="2638" y="1"/>
                    <a:pt x="2323" y="330"/>
                    <a:pt x="1775" y="611"/>
                  </a:cubicBezTo>
                  <a:cubicBezTo>
                    <a:pt x="971" y="996"/>
                    <a:pt x="0" y="1113"/>
                    <a:pt x="385" y="1481"/>
                  </a:cubicBezTo>
                  <a:cubicBezTo>
                    <a:pt x="539" y="1635"/>
                    <a:pt x="801" y="1707"/>
                    <a:pt x="1108" y="1707"/>
                  </a:cubicBezTo>
                  <a:cubicBezTo>
                    <a:pt x="1535" y="1707"/>
                    <a:pt x="2049" y="1567"/>
                    <a:pt x="2478" y="1314"/>
                  </a:cubicBezTo>
                  <a:cubicBezTo>
                    <a:pt x="3147" y="912"/>
                    <a:pt x="3365" y="393"/>
                    <a:pt x="3097" y="108"/>
                  </a:cubicBezTo>
                  <a:cubicBezTo>
                    <a:pt x="3029" y="33"/>
                    <a:pt x="2960" y="1"/>
                    <a:pt x="288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8"/>
            <p:cNvSpPr/>
            <p:nvPr/>
          </p:nvSpPr>
          <p:spPr>
            <a:xfrm>
              <a:off x="1699050" y="1578800"/>
              <a:ext cx="87900" cy="37950"/>
            </a:xfrm>
            <a:custGeom>
              <a:avLst/>
              <a:gdLst/>
              <a:ahLst/>
              <a:cxnLst/>
              <a:rect l="l" t="t" r="r" b="b"/>
              <a:pathLst>
                <a:path w="3516" h="1518" extrusionOk="0">
                  <a:moveTo>
                    <a:pt x="2492" y="1"/>
                  </a:moveTo>
                  <a:cubicBezTo>
                    <a:pt x="2015" y="1"/>
                    <a:pt x="1430" y="131"/>
                    <a:pt x="938" y="372"/>
                  </a:cubicBezTo>
                  <a:cubicBezTo>
                    <a:pt x="151" y="790"/>
                    <a:pt x="0" y="1326"/>
                    <a:pt x="670" y="1476"/>
                  </a:cubicBezTo>
                  <a:cubicBezTo>
                    <a:pt x="768" y="1505"/>
                    <a:pt x="855" y="1518"/>
                    <a:pt x="935" y="1518"/>
                  </a:cubicBezTo>
                  <a:cubicBezTo>
                    <a:pt x="1374" y="1518"/>
                    <a:pt x="1593" y="1127"/>
                    <a:pt x="2160" y="773"/>
                  </a:cubicBezTo>
                  <a:cubicBezTo>
                    <a:pt x="2762" y="422"/>
                    <a:pt x="3515" y="254"/>
                    <a:pt x="3064" y="87"/>
                  </a:cubicBezTo>
                  <a:cubicBezTo>
                    <a:pt x="2910" y="29"/>
                    <a:pt x="2712" y="1"/>
                    <a:pt x="2492"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8"/>
            <p:cNvSpPr/>
            <p:nvPr/>
          </p:nvSpPr>
          <p:spPr>
            <a:xfrm>
              <a:off x="1755350" y="1617375"/>
              <a:ext cx="10675" cy="9825"/>
            </a:xfrm>
            <a:custGeom>
              <a:avLst/>
              <a:gdLst/>
              <a:ahLst/>
              <a:cxnLst/>
              <a:rect l="l" t="t" r="r" b="b"/>
              <a:pathLst>
                <a:path w="427" h="393" extrusionOk="0">
                  <a:moveTo>
                    <a:pt x="75" y="0"/>
                  </a:moveTo>
                  <a:lnTo>
                    <a:pt x="58" y="34"/>
                  </a:lnTo>
                  <a:cubicBezTo>
                    <a:pt x="58" y="34"/>
                    <a:pt x="1" y="393"/>
                    <a:pt x="152" y="393"/>
                  </a:cubicBezTo>
                  <a:cubicBezTo>
                    <a:pt x="164" y="393"/>
                    <a:pt x="177" y="390"/>
                    <a:pt x="192" y="385"/>
                  </a:cubicBezTo>
                  <a:cubicBezTo>
                    <a:pt x="427" y="318"/>
                    <a:pt x="259" y="184"/>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8"/>
            <p:cNvSpPr/>
            <p:nvPr/>
          </p:nvSpPr>
          <p:spPr>
            <a:xfrm>
              <a:off x="1768100" y="1614025"/>
              <a:ext cx="10050" cy="8775"/>
            </a:xfrm>
            <a:custGeom>
              <a:avLst/>
              <a:gdLst/>
              <a:ahLst/>
              <a:cxnLst/>
              <a:rect l="l" t="t" r="r" b="b"/>
              <a:pathLst>
                <a:path w="402" h="351" extrusionOk="0">
                  <a:moveTo>
                    <a:pt x="17" y="0"/>
                  </a:moveTo>
                  <a:lnTo>
                    <a:pt x="0" y="17"/>
                  </a:lnTo>
                  <a:cubicBezTo>
                    <a:pt x="0" y="17"/>
                    <a:pt x="14" y="351"/>
                    <a:pt x="159" y="351"/>
                  </a:cubicBezTo>
                  <a:cubicBezTo>
                    <a:pt x="177" y="351"/>
                    <a:pt x="196" y="346"/>
                    <a:pt x="218" y="335"/>
                  </a:cubicBezTo>
                  <a:cubicBezTo>
                    <a:pt x="402" y="201"/>
                    <a:pt x="235" y="118"/>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8"/>
            <p:cNvSpPr/>
            <p:nvPr/>
          </p:nvSpPr>
          <p:spPr>
            <a:xfrm>
              <a:off x="1782325" y="1608175"/>
              <a:ext cx="9225" cy="8075"/>
            </a:xfrm>
            <a:custGeom>
              <a:avLst/>
              <a:gdLst/>
              <a:ahLst/>
              <a:cxnLst/>
              <a:rect l="l" t="t" r="r" b="b"/>
              <a:pathLst>
                <a:path w="369" h="323" extrusionOk="0">
                  <a:moveTo>
                    <a:pt x="17" y="0"/>
                  </a:moveTo>
                  <a:lnTo>
                    <a:pt x="0" y="17"/>
                  </a:lnTo>
                  <a:cubicBezTo>
                    <a:pt x="0" y="17"/>
                    <a:pt x="13" y="323"/>
                    <a:pt x="139" y="323"/>
                  </a:cubicBezTo>
                  <a:cubicBezTo>
                    <a:pt x="157" y="323"/>
                    <a:pt x="178" y="316"/>
                    <a:pt x="201" y="301"/>
                  </a:cubicBezTo>
                  <a:cubicBezTo>
                    <a:pt x="369" y="201"/>
                    <a:pt x="201" y="117"/>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8"/>
            <p:cNvSpPr/>
            <p:nvPr/>
          </p:nvSpPr>
          <p:spPr>
            <a:xfrm>
              <a:off x="1791100" y="1600300"/>
              <a:ext cx="7425" cy="6025"/>
            </a:xfrm>
            <a:custGeom>
              <a:avLst/>
              <a:gdLst/>
              <a:ahLst/>
              <a:cxnLst/>
              <a:rect l="l" t="t" r="r" b="b"/>
              <a:pathLst>
                <a:path w="297" h="241" extrusionOk="0">
                  <a:moveTo>
                    <a:pt x="163" y="1"/>
                  </a:moveTo>
                  <a:cubicBezTo>
                    <a:pt x="118" y="1"/>
                    <a:pt x="62" y="8"/>
                    <a:pt x="1" y="14"/>
                  </a:cubicBezTo>
                  <a:lnTo>
                    <a:pt x="1" y="64"/>
                  </a:lnTo>
                  <a:cubicBezTo>
                    <a:pt x="1" y="64"/>
                    <a:pt x="122" y="241"/>
                    <a:pt x="197" y="241"/>
                  </a:cubicBezTo>
                  <a:cubicBezTo>
                    <a:pt x="223" y="241"/>
                    <a:pt x="243" y="220"/>
                    <a:pt x="252" y="164"/>
                  </a:cubicBezTo>
                  <a:cubicBezTo>
                    <a:pt x="297" y="30"/>
                    <a:pt x="252" y="1"/>
                    <a:pt x="1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8"/>
            <p:cNvSpPr/>
            <p:nvPr/>
          </p:nvSpPr>
          <p:spPr>
            <a:xfrm>
              <a:off x="1720400" y="1601700"/>
              <a:ext cx="11300" cy="6500"/>
            </a:xfrm>
            <a:custGeom>
              <a:avLst/>
              <a:gdLst/>
              <a:ahLst/>
              <a:cxnLst/>
              <a:rect l="l" t="t" r="r" b="b"/>
              <a:pathLst>
                <a:path w="452" h="260" extrusionOk="0">
                  <a:moveTo>
                    <a:pt x="192" y="0"/>
                  </a:moveTo>
                  <a:cubicBezTo>
                    <a:pt x="166" y="0"/>
                    <a:pt x="142" y="13"/>
                    <a:pt x="117" y="41"/>
                  </a:cubicBezTo>
                  <a:cubicBezTo>
                    <a:pt x="0" y="142"/>
                    <a:pt x="418" y="259"/>
                    <a:pt x="418" y="259"/>
                  </a:cubicBezTo>
                  <a:lnTo>
                    <a:pt x="452" y="259"/>
                  </a:lnTo>
                  <a:cubicBezTo>
                    <a:pt x="351" y="120"/>
                    <a:pt x="269" y="0"/>
                    <a:pt x="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8"/>
            <p:cNvSpPr/>
            <p:nvPr/>
          </p:nvSpPr>
          <p:spPr>
            <a:xfrm>
              <a:off x="1727500" y="1595275"/>
              <a:ext cx="11750" cy="7050"/>
            </a:xfrm>
            <a:custGeom>
              <a:avLst/>
              <a:gdLst/>
              <a:ahLst/>
              <a:cxnLst/>
              <a:rect l="l" t="t" r="r" b="b"/>
              <a:pathLst>
                <a:path w="470" h="282" extrusionOk="0">
                  <a:moveTo>
                    <a:pt x="298" y="0"/>
                  </a:moveTo>
                  <a:cubicBezTo>
                    <a:pt x="271" y="0"/>
                    <a:pt x="240" y="10"/>
                    <a:pt x="201" y="31"/>
                  </a:cubicBezTo>
                  <a:cubicBezTo>
                    <a:pt x="1" y="98"/>
                    <a:pt x="436" y="282"/>
                    <a:pt x="436" y="282"/>
                  </a:cubicBezTo>
                  <a:lnTo>
                    <a:pt x="469" y="282"/>
                  </a:lnTo>
                  <a:cubicBezTo>
                    <a:pt x="429" y="136"/>
                    <a:pt x="400"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8"/>
            <p:cNvSpPr/>
            <p:nvPr/>
          </p:nvSpPr>
          <p:spPr>
            <a:xfrm>
              <a:off x="1739225" y="1586900"/>
              <a:ext cx="12150" cy="7475"/>
            </a:xfrm>
            <a:custGeom>
              <a:avLst/>
              <a:gdLst/>
              <a:ahLst/>
              <a:cxnLst/>
              <a:rect l="l" t="t" r="r" b="b"/>
              <a:pathLst>
                <a:path w="486" h="299" extrusionOk="0">
                  <a:moveTo>
                    <a:pt x="322" y="1"/>
                  </a:moveTo>
                  <a:cubicBezTo>
                    <a:pt x="294" y="1"/>
                    <a:pt x="259" y="10"/>
                    <a:pt x="218" y="31"/>
                  </a:cubicBezTo>
                  <a:cubicBezTo>
                    <a:pt x="0" y="115"/>
                    <a:pt x="452" y="299"/>
                    <a:pt x="452" y="299"/>
                  </a:cubicBezTo>
                  <a:lnTo>
                    <a:pt x="486" y="299"/>
                  </a:lnTo>
                  <a:cubicBezTo>
                    <a:pt x="459" y="139"/>
                    <a:pt x="433" y="1"/>
                    <a:pt x="3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8"/>
            <p:cNvSpPr/>
            <p:nvPr/>
          </p:nvSpPr>
          <p:spPr>
            <a:xfrm>
              <a:off x="1756275" y="1582825"/>
              <a:ext cx="13100" cy="7375"/>
            </a:xfrm>
            <a:custGeom>
              <a:avLst/>
              <a:gdLst/>
              <a:ahLst/>
              <a:cxnLst/>
              <a:rect l="l" t="t" r="r" b="b"/>
              <a:pathLst>
                <a:path w="524" h="295" extrusionOk="0">
                  <a:moveTo>
                    <a:pt x="174" y="1"/>
                  </a:moveTo>
                  <a:cubicBezTo>
                    <a:pt x="1" y="1"/>
                    <a:pt x="222" y="278"/>
                    <a:pt x="222" y="278"/>
                  </a:cubicBezTo>
                  <a:lnTo>
                    <a:pt x="272" y="294"/>
                  </a:lnTo>
                  <a:cubicBezTo>
                    <a:pt x="390" y="160"/>
                    <a:pt x="523" y="43"/>
                    <a:pt x="239" y="10"/>
                  </a:cubicBezTo>
                  <a:cubicBezTo>
                    <a:pt x="213" y="4"/>
                    <a:pt x="192"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8"/>
            <p:cNvSpPr/>
            <p:nvPr/>
          </p:nvSpPr>
          <p:spPr>
            <a:xfrm>
              <a:off x="1682725" y="1459600"/>
              <a:ext cx="41875" cy="61975"/>
            </a:xfrm>
            <a:custGeom>
              <a:avLst/>
              <a:gdLst/>
              <a:ahLst/>
              <a:cxnLst/>
              <a:rect l="l" t="t" r="r" b="b"/>
              <a:pathLst>
                <a:path w="1675" h="2479" extrusionOk="0">
                  <a:moveTo>
                    <a:pt x="536" y="1"/>
                  </a:moveTo>
                  <a:lnTo>
                    <a:pt x="151" y="34"/>
                  </a:lnTo>
                  <a:cubicBezTo>
                    <a:pt x="1" y="2026"/>
                    <a:pt x="888" y="2478"/>
                    <a:pt x="888" y="2478"/>
                  </a:cubicBezTo>
                  <a:lnTo>
                    <a:pt x="1674" y="2009"/>
                  </a:lnTo>
                  <a:cubicBezTo>
                    <a:pt x="1674" y="1993"/>
                    <a:pt x="536" y="1156"/>
                    <a:pt x="5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8"/>
            <p:cNvSpPr/>
            <p:nvPr/>
          </p:nvSpPr>
          <p:spPr>
            <a:xfrm>
              <a:off x="2134250" y="1484075"/>
              <a:ext cx="64050" cy="18250"/>
            </a:xfrm>
            <a:custGeom>
              <a:avLst/>
              <a:gdLst/>
              <a:ahLst/>
              <a:cxnLst/>
              <a:rect l="l" t="t" r="r" b="b"/>
              <a:pathLst>
                <a:path w="2562" h="730" extrusionOk="0">
                  <a:moveTo>
                    <a:pt x="828" y="0"/>
                  </a:moveTo>
                  <a:cubicBezTo>
                    <a:pt x="393" y="0"/>
                    <a:pt x="185" y="93"/>
                    <a:pt x="185" y="93"/>
                  </a:cubicBezTo>
                  <a:lnTo>
                    <a:pt x="0" y="729"/>
                  </a:lnTo>
                  <a:cubicBezTo>
                    <a:pt x="0" y="729"/>
                    <a:pt x="673" y="494"/>
                    <a:pt x="1459" y="494"/>
                  </a:cubicBezTo>
                  <a:cubicBezTo>
                    <a:pt x="1781" y="494"/>
                    <a:pt x="2123" y="533"/>
                    <a:pt x="2444" y="645"/>
                  </a:cubicBezTo>
                  <a:lnTo>
                    <a:pt x="2561" y="361"/>
                  </a:lnTo>
                  <a:cubicBezTo>
                    <a:pt x="1792" y="75"/>
                    <a:pt x="1219" y="0"/>
                    <a:pt x="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8"/>
            <p:cNvSpPr/>
            <p:nvPr/>
          </p:nvSpPr>
          <p:spPr>
            <a:xfrm>
              <a:off x="1988200" y="1342075"/>
              <a:ext cx="37700" cy="10850"/>
            </a:xfrm>
            <a:custGeom>
              <a:avLst/>
              <a:gdLst/>
              <a:ahLst/>
              <a:cxnLst/>
              <a:rect l="l" t="t" r="r" b="b"/>
              <a:pathLst>
                <a:path w="1508" h="434" extrusionOk="0">
                  <a:moveTo>
                    <a:pt x="471" y="0"/>
                  </a:moveTo>
                  <a:cubicBezTo>
                    <a:pt x="232" y="0"/>
                    <a:pt x="118" y="49"/>
                    <a:pt x="118" y="49"/>
                  </a:cubicBezTo>
                  <a:lnTo>
                    <a:pt x="1" y="434"/>
                  </a:lnTo>
                  <a:cubicBezTo>
                    <a:pt x="1" y="434"/>
                    <a:pt x="384" y="283"/>
                    <a:pt x="851" y="283"/>
                  </a:cubicBezTo>
                  <a:cubicBezTo>
                    <a:pt x="1046" y="283"/>
                    <a:pt x="1255" y="309"/>
                    <a:pt x="1457" y="383"/>
                  </a:cubicBezTo>
                  <a:lnTo>
                    <a:pt x="1507" y="216"/>
                  </a:lnTo>
                  <a:cubicBezTo>
                    <a:pt x="1041" y="44"/>
                    <a:pt x="699" y="0"/>
                    <a:pt x="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8"/>
            <p:cNvSpPr/>
            <p:nvPr/>
          </p:nvSpPr>
          <p:spPr>
            <a:xfrm>
              <a:off x="2180700" y="1351225"/>
              <a:ext cx="27225" cy="20525"/>
            </a:xfrm>
            <a:custGeom>
              <a:avLst/>
              <a:gdLst/>
              <a:ahLst/>
              <a:cxnLst/>
              <a:rect l="l" t="t" r="r" b="b"/>
              <a:pathLst>
                <a:path w="1089" h="821" extrusionOk="0">
                  <a:moveTo>
                    <a:pt x="335" y="1"/>
                  </a:moveTo>
                  <a:lnTo>
                    <a:pt x="0" y="17"/>
                  </a:lnTo>
                  <a:cubicBezTo>
                    <a:pt x="34" y="17"/>
                    <a:pt x="670" y="402"/>
                    <a:pt x="787" y="821"/>
                  </a:cubicBezTo>
                  <a:lnTo>
                    <a:pt x="1088" y="804"/>
                  </a:lnTo>
                  <a:cubicBezTo>
                    <a:pt x="971" y="168"/>
                    <a:pt x="335" y="1"/>
                    <a:pt x="3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8"/>
            <p:cNvSpPr/>
            <p:nvPr/>
          </p:nvSpPr>
          <p:spPr>
            <a:xfrm>
              <a:off x="2362300" y="1540800"/>
              <a:ext cx="32675" cy="20950"/>
            </a:xfrm>
            <a:custGeom>
              <a:avLst/>
              <a:gdLst/>
              <a:ahLst/>
              <a:cxnLst/>
              <a:rect l="l" t="t" r="r" b="b"/>
              <a:pathLst>
                <a:path w="1307" h="838" extrusionOk="0">
                  <a:moveTo>
                    <a:pt x="905" y="0"/>
                  </a:moveTo>
                  <a:cubicBezTo>
                    <a:pt x="905" y="0"/>
                    <a:pt x="152" y="184"/>
                    <a:pt x="1" y="804"/>
                  </a:cubicBezTo>
                  <a:lnTo>
                    <a:pt x="386" y="837"/>
                  </a:lnTo>
                  <a:cubicBezTo>
                    <a:pt x="486" y="419"/>
                    <a:pt x="1307" y="34"/>
                    <a:pt x="1307" y="17"/>
                  </a:cubicBezTo>
                  <a:lnTo>
                    <a:pt x="905" y="0"/>
                  </a:lnTo>
                  <a:close/>
                </a:path>
              </a:pathLst>
            </a:custGeom>
            <a:solidFill>
              <a:srgbClr val="B2AA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8"/>
            <p:cNvSpPr/>
            <p:nvPr/>
          </p:nvSpPr>
          <p:spPr>
            <a:xfrm>
              <a:off x="1834200" y="1671775"/>
              <a:ext cx="63225" cy="31450"/>
            </a:xfrm>
            <a:custGeom>
              <a:avLst/>
              <a:gdLst/>
              <a:ahLst/>
              <a:cxnLst/>
              <a:rect l="l" t="t" r="r" b="b"/>
              <a:pathLst>
                <a:path w="2529" h="1258" extrusionOk="0">
                  <a:moveTo>
                    <a:pt x="202" y="0"/>
                  </a:moveTo>
                  <a:lnTo>
                    <a:pt x="1" y="251"/>
                  </a:lnTo>
                  <a:cubicBezTo>
                    <a:pt x="1161" y="1194"/>
                    <a:pt x="1920" y="1257"/>
                    <a:pt x="2101" y="1257"/>
                  </a:cubicBezTo>
                  <a:cubicBezTo>
                    <a:pt x="2129" y="1257"/>
                    <a:pt x="2143" y="1256"/>
                    <a:pt x="2143" y="1256"/>
                  </a:cubicBezTo>
                  <a:lnTo>
                    <a:pt x="2528" y="703"/>
                  </a:lnTo>
                  <a:cubicBezTo>
                    <a:pt x="2528" y="687"/>
                    <a:pt x="1122" y="737"/>
                    <a:pt x="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8"/>
            <p:cNvSpPr/>
            <p:nvPr/>
          </p:nvSpPr>
          <p:spPr>
            <a:xfrm>
              <a:off x="2230500" y="1402750"/>
              <a:ext cx="46475" cy="29125"/>
            </a:xfrm>
            <a:custGeom>
              <a:avLst/>
              <a:gdLst/>
              <a:ahLst/>
              <a:cxnLst/>
              <a:rect l="l" t="t" r="r" b="b"/>
              <a:pathLst>
                <a:path w="1859" h="1165" extrusionOk="0">
                  <a:moveTo>
                    <a:pt x="1040" y="191"/>
                  </a:moveTo>
                  <a:cubicBezTo>
                    <a:pt x="1211" y="191"/>
                    <a:pt x="1375" y="257"/>
                    <a:pt x="1473" y="367"/>
                  </a:cubicBezTo>
                  <a:cubicBezTo>
                    <a:pt x="1590" y="534"/>
                    <a:pt x="1507" y="768"/>
                    <a:pt x="1272" y="869"/>
                  </a:cubicBezTo>
                  <a:cubicBezTo>
                    <a:pt x="1185" y="904"/>
                    <a:pt x="1094" y="920"/>
                    <a:pt x="1006" y="920"/>
                  </a:cubicBezTo>
                  <a:cubicBezTo>
                    <a:pt x="840" y="920"/>
                    <a:pt x="685" y="861"/>
                    <a:pt x="586" y="752"/>
                  </a:cubicBezTo>
                  <a:cubicBezTo>
                    <a:pt x="436" y="584"/>
                    <a:pt x="519" y="350"/>
                    <a:pt x="770" y="249"/>
                  </a:cubicBezTo>
                  <a:cubicBezTo>
                    <a:pt x="857" y="209"/>
                    <a:pt x="950" y="191"/>
                    <a:pt x="1040" y="191"/>
                  </a:cubicBezTo>
                  <a:close/>
                  <a:moveTo>
                    <a:pt x="940" y="0"/>
                  </a:moveTo>
                  <a:cubicBezTo>
                    <a:pt x="798" y="0"/>
                    <a:pt x="653" y="26"/>
                    <a:pt x="519" y="82"/>
                  </a:cubicBezTo>
                  <a:cubicBezTo>
                    <a:pt x="134" y="249"/>
                    <a:pt x="0" y="601"/>
                    <a:pt x="235" y="869"/>
                  </a:cubicBezTo>
                  <a:cubicBezTo>
                    <a:pt x="395" y="1051"/>
                    <a:pt x="663" y="1164"/>
                    <a:pt x="946" y="1164"/>
                  </a:cubicBezTo>
                  <a:cubicBezTo>
                    <a:pt x="1077" y="1164"/>
                    <a:pt x="1212" y="1140"/>
                    <a:pt x="1339" y="1086"/>
                  </a:cubicBezTo>
                  <a:cubicBezTo>
                    <a:pt x="1741" y="919"/>
                    <a:pt x="1858" y="551"/>
                    <a:pt x="1641" y="283"/>
                  </a:cubicBezTo>
                  <a:cubicBezTo>
                    <a:pt x="1496" y="104"/>
                    <a:pt x="1224" y="0"/>
                    <a:pt x="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8"/>
            <p:cNvSpPr/>
            <p:nvPr/>
          </p:nvSpPr>
          <p:spPr>
            <a:xfrm>
              <a:off x="2255600" y="1583300"/>
              <a:ext cx="46475" cy="29000"/>
            </a:xfrm>
            <a:custGeom>
              <a:avLst/>
              <a:gdLst/>
              <a:ahLst/>
              <a:cxnLst/>
              <a:rect l="l" t="t" r="r" b="b"/>
              <a:pathLst>
                <a:path w="1859" h="1160" extrusionOk="0">
                  <a:moveTo>
                    <a:pt x="1024" y="190"/>
                  </a:moveTo>
                  <a:cubicBezTo>
                    <a:pt x="1194" y="190"/>
                    <a:pt x="1353" y="250"/>
                    <a:pt x="1440" y="359"/>
                  </a:cubicBezTo>
                  <a:cubicBezTo>
                    <a:pt x="1591" y="526"/>
                    <a:pt x="1507" y="761"/>
                    <a:pt x="1256" y="861"/>
                  </a:cubicBezTo>
                  <a:cubicBezTo>
                    <a:pt x="1169" y="902"/>
                    <a:pt x="1079" y="920"/>
                    <a:pt x="991" y="920"/>
                  </a:cubicBezTo>
                  <a:cubicBezTo>
                    <a:pt x="824" y="920"/>
                    <a:pt x="668" y="854"/>
                    <a:pt x="570" y="744"/>
                  </a:cubicBezTo>
                  <a:cubicBezTo>
                    <a:pt x="419" y="577"/>
                    <a:pt x="503" y="342"/>
                    <a:pt x="754" y="242"/>
                  </a:cubicBezTo>
                  <a:cubicBezTo>
                    <a:pt x="841" y="207"/>
                    <a:pt x="934" y="190"/>
                    <a:pt x="1024" y="190"/>
                  </a:cubicBezTo>
                  <a:close/>
                  <a:moveTo>
                    <a:pt x="929" y="0"/>
                  </a:moveTo>
                  <a:cubicBezTo>
                    <a:pt x="789" y="0"/>
                    <a:pt x="648" y="24"/>
                    <a:pt x="520" y="74"/>
                  </a:cubicBezTo>
                  <a:cubicBezTo>
                    <a:pt x="135" y="242"/>
                    <a:pt x="1" y="593"/>
                    <a:pt x="235" y="861"/>
                  </a:cubicBezTo>
                  <a:cubicBezTo>
                    <a:pt x="392" y="1052"/>
                    <a:pt x="655" y="1160"/>
                    <a:pt x="932" y="1160"/>
                  </a:cubicBezTo>
                  <a:cubicBezTo>
                    <a:pt x="1068" y="1160"/>
                    <a:pt x="1207" y="1134"/>
                    <a:pt x="1340" y="1079"/>
                  </a:cubicBezTo>
                  <a:cubicBezTo>
                    <a:pt x="1741" y="911"/>
                    <a:pt x="1859" y="560"/>
                    <a:pt x="1641" y="275"/>
                  </a:cubicBezTo>
                  <a:cubicBezTo>
                    <a:pt x="1485" y="97"/>
                    <a:pt x="1210"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8"/>
            <p:cNvSpPr/>
            <p:nvPr/>
          </p:nvSpPr>
          <p:spPr>
            <a:xfrm>
              <a:off x="1904100" y="1625425"/>
              <a:ext cx="46050" cy="28350"/>
            </a:xfrm>
            <a:custGeom>
              <a:avLst/>
              <a:gdLst/>
              <a:ahLst/>
              <a:cxnLst/>
              <a:rect l="l" t="t" r="r" b="b"/>
              <a:pathLst>
                <a:path w="1842" h="1134" extrusionOk="0">
                  <a:moveTo>
                    <a:pt x="1116" y="167"/>
                  </a:moveTo>
                  <a:cubicBezTo>
                    <a:pt x="1257" y="167"/>
                    <a:pt x="1388" y="210"/>
                    <a:pt x="1456" y="298"/>
                  </a:cubicBezTo>
                  <a:cubicBezTo>
                    <a:pt x="1590" y="432"/>
                    <a:pt x="1523" y="649"/>
                    <a:pt x="1306" y="766"/>
                  </a:cubicBezTo>
                  <a:cubicBezTo>
                    <a:pt x="1203" y="825"/>
                    <a:pt x="1081" y="852"/>
                    <a:pt x="965" y="852"/>
                  </a:cubicBezTo>
                  <a:cubicBezTo>
                    <a:pt x="817" y="852"/>
                    <a:pt x="678" y="808"/>
                    <a:pt x="603" y="733"/>
                  </a:cubicBezTo>
                  <a:cubicBezTo>
                    <a:pt x="486" y="565"/>
                    <a:pt x="569" y="348"/>
                    <a:pt x="820" y="231"/>
                  </a:cubicBezTo>
                  <a:cubicBezTo>
                    <a:pt x="911" y="189"/>
                    <a:pt x="1016" y="167"/>
                    <a:pt x="1116" y="167"/>
                  </a:cubicBezTo>
                  <a:close/>
                  <a:moveTo>
                    <a:pt x="1035" y="1"/>
                  </a:moveTo>
                  <a:cubicBezTo>
                    <a:pt x="883" y="1"/>
                    <a:pt x="725" y="30"/>
                    <a:pt x="586" y="97"/>
                  </a:cubicBezTo>
                  <a:cubicBezTo>
                    <a:pt x="184" y="281"/>
                    <a:pt x="0" y="649"/>
                    <a:pt x="235" y="917"/>
                  </a:cubicBezTo>
                  <a:cubicBezTo>
                    <a:pt x="362" y="1062"/>
                    <a:pt x="573" y="1134"/>
                    <a:pt x="804" y="1134"/>
                  </a:cubicBezTo>
                  <a:cubicBezTo>
                    <a:pt x="998" y="1134"/>
                    <a:pt x="1206" y="1083"/>
                    <a:pt x="1390" y="984"/>
                  </a:cubicBezTo>
                  <a:cubicBezTo>
                    <a:pt x="1741" y="766"/>
                    <a:pt x="1841" y="415"/>
                    <a:pt x="1607" y="180"/>
                  </a:cubicBezTo>
                  <a:cubicBezTo>
                    <a:pt x="1486" y="69"/>
                    <a:pt x="1267" y="1"/>
                    <a:pt x="10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8"/>
            <p:cNvSpPr/>
            <p:nvPr/>
          </p:nvSpPr>
          <p:spPr>
            <a:xfrm>
              <a:off x="1715775" y="1454800"/>
              <a:ext cx="36850" cy="26625"/>
            </a:xfrm>
            <a:custGeom>
              <a:avLst/>
              <a:gdLst/>
              <a:ahLst/>
              <a:cxnLst/>
              <a:rect l="l" t="t" r="r" b="b"/>
              <a:pathLst>
                <a:path w="1474" h="1065" extrusionOk="0">
                  <a:moveTo>
                    <a:pt x="622" y="100"/>
                  </a:moveTo>
                  <a:cubicBezTo>
                    <a:pt x="769" y="100"/>
                    <a:pt x="919" y="166"/>
                    <a:pt x="1005" y="277"/>
                  </a:cubicBezTo>
                  <a:cubicBezTo>
                    <a:pt x="1139" y="444"/>
                    <a:pt x="1089" y="628"/>
                    <a:pt x="905" y="712"/>
                  </a:cubicBezTo>
                  <a:cubicBezTo>
                    <a:pt x="855" y="734"/>
                    <a:pt x="801" y="745"/>
                    <a:pt x="746" y="745"/>
                  </a:cubicBezTo>
                  <a:cubicBezTo>
                    <a:pt x="595" y="745"/>
                    <a:pt x="434" y="667"/>
                    <a:pt x="336" y="544"/>
                  </a:cubicBezTo>
                  <a:cubicBezTo>
                    <a:pt x="235" y="394"/>
                    <a:pt x="302" y="210"/>
                    <a:pt x="470" y="126"/>
                  </a:cubicBezTo>
                  <a:cubicBezTo>
                    <a:pt x="518" y="108"/>
                    <a:pt x="570" y="100"/>
                    <a:pt x="622" y="100"/>
                  </a:cubicBezTo>
                  <a:close/>
                  <a:moveTo>
                    <a:pt x="652" y="1"/>
                  </a:moveTo>
                  <a:cubicBezTo>
                    <a:pt x="566" y="1"/>
                    <a:pt x="481" y="14"/>
                    <a:pt x="403" y="42"/>
                  </a:cubicBezTo>
                  <a:cubicBezTo>
                    <a:pt x="101" y="143"/>
                    <a:pt x="1" y="444"/>
                    <a:pt x="168" y="712"/>
                  </a:cubicBezTo>
                  <a:cubicBezTo>
                    <a:pt x="304" y="934"/>
                    <a:pt x="567" y="1065"/>
                    <a:pt x="830" y="1065"/>
                  </a:cubicBezTo>
                  <a:cubicBezTo>
                    <a:pt x="924" y="1065"/>
                    <a:pt x="1018" y="1048"/>
                    <a:pt x="1106" y="1013"/>
                  </a:cubicBezTo>
                  <a:cubicBezTo>
                    <a:pt x="1424" y="862"/>
                    <a:pt x="1474" y="528"/>
                    <a:pt x="1256" y="277"/>
                  </a:cubicBezTo>
                  <a:cubicBezTo>
                    <a:pt x="1111" y="95"/>
                    <a:pt x="878"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8"/>
            <p:cNvSpPr/>
            <p:nvPr/>
          </p:nvSpPr>
          <p:spPr>
            <a:xfrm>
              <a:off x="1952225" y="1364175"/>
              <a:ext cx="44375" cy="25450"/>
            </a:xfrm>
            <a:custGeom>
              <a:avLst/>
              <a:gdLst/>
              <a:ahLst/>
              <a:cxnLst/>
              <a:rect l="l" t="t" r="r" b="b"/>
              <a:pathLst>
                <a:path w="1775" h="1018" extrusionOk="0">
                  <a:moveTo>
                    <a:pt x="726" y="113"/>
                  </a:moveTo>
                  <a:cubicBezTo>
                    <a:pt x="921" y="113"/>
                    <a:pt x="1169" y="222"/>
                    <a:pt x="1272" y="370"/>
                  </a:cubicBezTo>
                  <a:cubicBezTo>
                    <a:pt x="1406" y="554"/>
                    <a:pt x="1339" y="721"/>
                    <a:pt x="1088" y="738"/>
                  </a:cubicBezTo>
                  <a:cubicBezTo>
                    <a:pt x="1052" y="745"/>
                    <a:pt x="1015" y="749"/>
                    <a:pt x="977" y="749"/>
                  </a:cubicBezTo>
                  <a:cubicBezTo>
                    <a:pt x="754" y="749"/>
                    <a:pt x="519" y="628"/>
                    <a:pt x="419" y="470"/>
                  </a:cubicBezTo>
                  <a:cubicBezTo>
                    <a:pt x="301" y="303"/>
                    <a:pt x="402" y="152"/>
                    <a:pt x="653" y="119"/>
                  </a:cubicBezTo>
                  <a:cubicBezTo>
                    <a:pt x="676" y="115"/>
                    <a:pt x="701" y="113"/>
                    <a:pt x="726" y="113"/>
                  </a:cubicBezTo>
                  <a:close/>
                  <a:moveTo>
                    <a:pt x="573" y="0"/>
                  </a:moveTo>
                  <a:cubicBezTo>
                    <a:pt x="555" y="0"/>
                    <a:pt x="537" y="1"/>
                    <a:pt x="519" y="1"/>
                  </a:cubicBezTo>
                  <a:cubicBezTo>
                    <a:pt x="168" y="52"/>
                    <a:pt x="0" y="286"/>
                    <a:pt x="168" y="554"/>
                  </a:cubicBezTo>
                  <a:cubicBezTo>
                    <a:pt x="330" y="805"/>
                    <a:pt x="741" y="1017"/>
                    <a:pt x="1123" y="1017"/>
                  </a:cubicBezTo>
                  <a:cubicBezTo>
                    <a:pt x="1173" y="1017"/>
                    <a:pt x="1223" y="1014"/>
                    <a:pt x="1272" y="1006"/>
                  </a:cubicBezTo>
                  <a:cubicBezTo>
                    <a:pt x="1674" y="972"/>
                    <a:pt x="1774" y="671"/>
                    <a:pt x="1557" y="403"/>
                  </a:cubicBezTo>
                  <a:cubicBezTo>
                    <a:pt x="1349" y="164"/>
                    <a:pt x="944" y="0"/>
                    <a:pt x="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8"/>
            <p:cNvSpPr/>
            <p:nvPr/>
          </p:nvSpPr>
          <p:spPr>
            <a:xfrm>
              <a:off x="1782325" y="1477100"/>
              <a:ext cx="98775" cy="60375"/>
            </a:xfrm>
            <a:custGeom>
              <a:avLst/>
              <a:gdLst/>
              <a:ahLst/>
              <a:cxnLst/>
              <a:rect l="l" t="t" r="r" b="b"/>
              <a:pathLst>
                <a:path w="3951" h="2415" extrusionOk="0">
                  <a:moveTo>
                    <a:pt x="1951" y="152"/>
                  </a:moveTo>
                  <a:cubicBezTo>
                    <a:pt x="1993" y="152"/>
                    <a:pt x="2034" y="153"/>
                    <a:pt x="2076" y="155"/>
                  </a:cubicBezTo>
                  <a:cubicBezTo>
                    <a:pt x="2294" y="171"/>
                    <a:pt x="2528" y="221"/>
                    <a:pt x="2712" y="288"/>
                  </a:cubicBezTo>
                  <a:cubicBezTo>
                    <a:pt x="2494" y="221"/>
                    <a:pt x="2243" y="205"/>
                    <a:pt x="1959" y="205"/>
                  </a:cubicBezTo>
                  <a:cubicBezTo>
                    <a:pt x="1524" y="205"/>
                    <a:pt x="1122" y="288"/>
                    <a:pt x="821" y="406"/>
                  </a:cubicBezTo>
                  <a:cubicBezTo>
                    <a:pt x="1097" y="237"/>
                    <a:pt x="1499" y="152"/>
                    <a:pt x="1951" y="152"/>
                  </a:cubicBezTo>
                  <a:close/>
                  <a:moveTo>
                    <a:pt x="2016" y="338"/>
                  </a:moveTo>
                  <a:cubicBezTo>
                    <a:pt x="2828" y="338"/>
                    <a:pt x="3501" y="684"/>
                    <a:pt x="3599" y="1142"/>
                  </a:cubicBezTo>
                  <a:lnTo>
                    <a:pt x="3599" y="1176"/>
                  </a:lnTo>
                  <a:cubicBezTo>
                    <a:pt x="3536" y="1677"/>
                    <a:pt x="2857" y="2017"/>
                    <a:pt x="2029" y="2017"/>
                  </a:cubicBezTo>
                  <a:cubicBezTo>
                    <a:pt x="1973" y="2017"/>
                    <a:pt x="1916" y="2016"/>
                    <a:pt x="1858" y="2012"/>
                  </a:cubicBezTo>
                  <a:cubicBezTo>
                    <a:pt x="1072" y="1979"/>
                    <a:pt x="436" y="1628"/>
                    <a:pt x="335" y="1176"/>
                  </a:cubicBezTo>
                  <a:cubicBezTo>
                    <a:pt x="419" y="707"/>
                    <a:pt x="1105" y="339"/>
                    <a:pt x="1959" y="339"/>
                  </a:cubicBezTo>
                  <a:cubicBezTo>
                    <a:pt x="1978" y="338"/>
                    <a:pt x="1997" y="338"/>
                    <a:pt x="2016" y="338"/>
                  </a:cubicBezTo>
                  <a:close/>
                  <a:moveTo>
                    <a:pt x="1911" y="0"/>
                  </a:moveTo>
                  <a:cubicBezTo>
                    <a:pt x="896" y="0"/>
                    <a:pt x="64" y="436"/>
                    <a:pt x="0" y="1008"/>
                  </a:cubicBezTo>
                  <a:cubicBezTo>
                    <a:pt x="0" y="1075"/>
                    <a:pt x="0" y="1159"/>
                    <a:pt x="17" y="1226"/>
                  </a:cubicBezTo>
                  <a:lnTo>
                    <a:pt x="17" y="1309"/>
                  </a:lnTo>
                  <a:cubicBezTo>
                    <a:pt x="17" y="1912"/>
                    <a:pt x="904" y="2414"/>
                    <a:pt x="1992" y="2414"/>
                  </a:cubicBezTo>
                  <a:cubicBezTo>
                    <a:pt x="3080" y="2414"/>
                    <a:pt x="3951" y="1912"/>
                    <a:pt x="3951" y="1309"/>
                  </a:cubicBezTo>
                  <a:cubicBezTo>
                    <a:pt x="3934" y="1243"/>
                    <a:pt x="3917" y="1176"/>
                    <a:pt x="3917" y="1142"/>
                  </a:cubicBezTo>
                  <a:cubicBezTo>
                    <a:pt x="3884" y="556"/>
                    <a:pt x="3097" y="71"/>
                    <a:pt x="2076" y="4"/>
                  </a:cubicBezTo>
                  <a:cubicBezTo>
                    <a:pt x="2021" y="1"/>
                    <a:pt x="1966" y="0"/>
                    <a:pt x="19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8"/>
            <p:cNvSpPr/>
            <p:nvPr/>
          </p:nvSpPr>
          <p:spPr>
            <a:xfrm>
              <a:off x="1781900" y="1477175"/>
              <a:ext cx="98375" cy="55700"/>
            </a:xfrm>
            <a:custGeom>
              <a:avLst/>
              <a:gdLst/>
              <a:ahLst/>
              <a:cxnLst/>
              <a:rect l="l" t="t" r="r" b="b"/>
              <a:pathLst>
                <a:path w="3935" h="2228" extrusionOk="0">
                  <a:moveTo>
                    <a:pt x="1959" y="135"/>
                  </a:moveTo>
                  <a:cubicBezTo>
                    <a:pt x="2863" y="135"/>
                    <a:pt x="3616" y="553"/>
                    <a:pt x="3616" y="1072"/>
                  </a:cubicBezTo>
                  <a:cubicBezTo>
                    <a:pt x="3616" y="1591"/>
                    <a:pt x="2880" y="2009"/>
                    <a:pt x="1959" y="2009"/>
                  </a:cubicBezTo>
                  <a:cubicBezTo>
                    <a:pt x="1055" y="2009"/>
                    <a:pt x="302" y="1591"/>
                    <a:pt x="302" y="1072"/>
                  </a:cubicBezTo>
                  <a:cubicBezTo>
                    <a:pt x="302" y="553"/>
                    <a:pt x="1038" y="135"/>
                    <a:pt x="1959" y="135"/>
                  </a:cubicBezTo>
                  <a:close/>
                  <a:moveTo>
                    <a:pt x="1959" y="1"/>
                  </a:moveTo>
                  <a:cubicBezTo>
                    <a:pt x="871" y="1"/>
                    <a:pt x="1" y="503"/>
                    <a:pt x="1" y="1122"/>
                  </a:cubicBezTo>
                  <a:cubicBezTo>
                    <a:pt x="1" y="1725"/>
                    <a:pt x="871" y="2227"/>
                    <a:pt x="1959" y="2227"/>
                  </a:cubicBezTo>
                  <a:cubicBezTo>
                    <a:pt x="3047" y="2227"/>
                    <a:pt x="3934" y="1725"/>
                    <a:pt x="3934" y="1122"/>
                  </a:cubicBezTo>
                  <a:cubicBezTo>
                    <a:pt x="3901" y="486"/>
                    <a:pt x="3030" y="1"/>
                    <a:pt x="1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8"/>
            <p:cNvSpPr/>
            <p:nvPr/>
          </p:nvSpPr>
          <p:spPr>
            <a:xfrm>
              <a:off x="1779800" y="1472425"/>
              <a:ext cx="100875" cy="55925"/>
            </a:xfrm>
            <a:custGeom>
              <a:avLst/>
              <a:gdLst/>
              <a:ahLst/>
              <a:cxnLst/>
              <a:rect l="l" t="t" r="r" b="b"/>
              <a:pathLst>
                <a:path w="4035" h="2237" extrusionOk="0">
                  <a:moveTo>
                    <a:pt x="1962" y="153"/>
                  </a:moveTo>
                  <a:cubicBezTo>
                    <a:pt x="2017" y="153"/>
                    <a:pt x="2071" y="154"/>
                    <a:pt x="2127" y="157"/>
                  </a:cubicBezTo>
                  <a:cubicBezTo>
                    <a:pt x="3031" y="191"/>
                    <a:pt x="3717" y="660"/>
                    <a:pt x="3667" y="1178"/>
                  </a:cubicBezTo>
                  <a:cubicBezTo>
                    <a:pt x="3635" y="1651"/>
                    <a:pt x="2951" y="2020"/>
                    <a:pt x="2104" y="2020"/>
                  </a:cubicBezTo>
                  <a:cubicBezTo>
                    <a:pt x="2051" y="2020"/>
                    <a:pt x="1997" y="2018"/>
                    <a:pt x="1943" y="2015"/>
                  </a:cubicBezTo>
                  <a:cubicBezTo>
                    <a:pt x="1039" y="1982"/>
                    <a:pt x="352" y="1513"/>
                    <a:pt x="386" y="994"/>
                  </a:cubicBezTo>
                  <a:cubicBezTo>
                    <a:pt x="449" y="507"/>
                    <a:pt x="1131" y="153"/>
                    <a:pt x="1962" y="153"/>
                  </a:cubicBezTo>
                  <a:close/>
                  <a:moveTo>
                    <a:pt x="1920" y="0"/>
                  </a:moveTo>
                  <a:cubicBezTo>
                    <a:pt x="924" y="0"/>
                    <a:pt x="114" y="447"/>
                    <a:pt x="51" y="1011"/>
                  </a:cubicBezTo>
                  <a:cubicBezTo>
                    <a:pt x="1" y="1614"/>
                    <a:pt x="804" y="2166"/>
                    <a:pt x="1892" y="2233"/>
                  </a:cubicBezTo>
                  <a:cubicBezTo>
                    <a:pt x="1948" y="2236"/>
                    <a:pt x="2003" y="2237"/>
                    <a:pt x="2057" y="2237"/>
                  </a:cubicBezTo>
                  <a:cubicBezTo>
                    <a:pt x="3072" y="2237"/>
                    <a:pt x="3904" y="1801"/>
                    <a:pt x="3968" y="1229"/>
                  </a:cubicBezTo>
                  <a:cubicBezTo>
                    <a:pt x="4035" y="609"/>
                    <a:pt x="3215" y="74"/>
                    <a:pt x="2127" y="7"/>
                  </a:cubicBezTo>
                  <a:cubicBezTo>
                    <a:pt x="2057" y="2"/>
                    <a:pt x="1988" y="0"/>
                    <a:pt x="1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8"/>
            <p:cNvSpPr/>
            <p:nvPr/>
          </p:nvSpPr>
          <p:spPr>
            <a:xfrm>
              <a:off x="1927100" y="1545725"/>
              <a:ext cx="103825" cy="63475"/>
            </a:xfrm>
            <a:custGeom>
              <a:avLst/>
              <a:gdLst/>
              <a:ahLst/>
              <a:cxnLst/>
              <a:rect l="l" t="t" r="r" b="b"/>
              <a:pathLst>
                <a:path w="4153" h="2539" extrusionOk="0">
                  <a:moveTo>
                    <a:pt x="2381" y="149"/>
                  </a:moveTo>
                  <a:cubicBezTo>
                    <a:pt x="2432" y="149"/>
                    <a:pt x="2481" y="151"/>
                    <a:pt x="2528" y="155"/>
                  </a:cubicBezTo>
                  <a:cubicBezTo>
                    <a:pt x="2294" y="171"/>
                    <a:pt x="2026" y="222"/>
                    <a:pt x="1775" y="272"/>
                  </a:cubicBezTo>
                  <a:cubicBezTo>
                    <a:pt x="1357" y="406"/>
                    <a:pt x="1005" y="590"/>
                    <a:pt x="737" y="807"/>
                  </a:cubicBezTo>
                  <a:cubicBezTo>
                    <a:pt x="988" y="556"/>
                    <a:pt x="1407" y="322"/>
                    <a:pt x="1859" y="222"/>
                  </a:cubicBezTo>
                  <a:cubicBezTo>
                    <a:pt x="2038" y="170"/>
                    <a:pt x="2217" y="149"/>
                    <a:pt x="2381" y="149"/>
                  </a:cubicBezTo>
                  <a:close/>
                  <a:moveTo>
                    <a:pt x="2593" y="295"/>
                  </a:moveTo>
                  <a:cubicBezTo>
                    <a:pt x="3076" y="295"/>
                    <a:pt x="3469" y="452"/>
                    <a:pt x="3616" y="724"/>
                  </a:cubicBezTo>
                  <a:cubicBezTo>
                    <a:pt x="3616" y="740"/>
                    <a:pt x="3616" y="740"/>
                    <a:pt x="3633" y="757"/>
                  </a:cubicBezTo>
                  <a:cubicBezTo>
                    <a:pt x="3734" y="1259"/>
                    <a:pt x="3097" y="1845"/>
                    <a:pt x="2210" y="2063"/>
                  </a:cubicBezTo>
                  <a:cubicBezTo>
                    <a:pt x="1999" y="2113"/>
                    <a:pt x="1793" y="2137"/>
                    <a:pt x="1600" y="2137"/>
                  </a:cubicBezTo>
                  <a:cubicBezTo>
                    <a:pt x="1091" y="2137"/>
                    <a:pt x="678" y="1969"/>
                    <a:pt x="520" y="1678"/>
                  </a:cubicBezTo>
                  <a:cubicBezTo>
                    <a:pt x="453" y="1192"/>
                    <a:pt x="1039" y="657"/>
                    <a:pt x="1859" y="406"/>
                  </a:cubicBezTo>
                  <a:cubicBezTo>
                    <a:pt x="2113" y="330"/>
                    <a:pt x="2363" y="295"/>
                    <a:pt x="2593" y="295"/>
                  </a:cubicBezTo>
                  <a:close/>
                  <a:moveTo>
                    <a:pt x="2562" y="0"/>
                  </a:moveTo>
                  <a:cubicBezTo>
                    <a:pt x="2329" y="0"/>
                    <a:pt x="2080" y="28"/>
                    <a:pt x="1825" y="88"/>
                  </a:cubicBezTo>
                  <a:cubicBezTo>
                    <a:pt x="771" y="339"/>
                    <a:pt x="1" y="1025"/>
                    <a:pt x="101" y="1611"/>
                  </a:cubicBezTo>
                  <a:lnTo>
                    <a:pt x="168" y="1812"/>
                  </a:lnTo>
                  <a:cubicBezTo>
                    <a:pt x="168" y="1828"/>
                    <a:pt x="168" y="1845"/>
                    <a:pt x="185" y="1895"/>
                  </a:cubicBezTo>
                  <a:cubicBezTo>
                    <a:pt x="303" y="2309"/>
                    <a:pt x="829" y="2539"/>
                    <a:pt x="1498" y="2539"/>
                  </a:cubicBezTo>
                  <a:cubicBezTo>
                    <a:pt x="1778" y="2539"/>
                    <a:pt x="2083" y="2498"/>
                    <a:pt x="2394" y="2414"/>
                  </a:cubicBezTo>
                  <a:cubicBezTo>
                    <a:pt x="3449" y="2113"/>
                    <a:pt x="4152" y="1393"/>
                    <a:pt x="3985" y="807"/>
                  </a:cubicBezTo>
                  <a:cubicBezTo>
                    <a:pt x="3951" y="757"/>
                    <a:pt x="3934" y="690"/>
                    <a:pt x="3918" y="657"/>
                  </a:cubicBezTo>
                  <a:cubicBezTo>
                    <a:pt x="3793" y="244"/>
                    <a:pt x="3248" y="0"/>
                    <a:pt x="25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8"/>
            <p:cNvSpPr/>
            <p:nvPr/>
          </p:nvSpPr>
          <p:spPr>
            <a:xfrm>
              <a:off x="1924600" y="1545300"/>
              <a:ext cx="102550" cy="59725"/>
            </a:xfrm>
            <a:custGeom>
              <a:avLst/>
              <a:gdLst/>
              <a:ahLst/>
              <a:cxnLst/>
              <a:rect l="l" t="t" r="r" b="b"/>
              <a:pathLst>
                <a:path w="4102" h="2389" extrusionOk="0">
                  <a:moveTo>
                    <a:pt x="2537" y="144"/>
                  </a:moveTo>
                  <a:cubicBezTo>
                    <a:pt x="3086" y="144"/>
                    <a:pt x="3511" y="339"/>
                    <a:pt x="3616" y="691"/>
                  </a:cubicBezTo>
                  <a:cubicBezTo>
                    <a:pt x="3767" y="1193"/>
                    <a:pt x="3181" y="1795"/>
                    <a:pt x="2294" y="2046"/>
                  </a:cubicBezTo>
                  <a:cubicBezTo>
                    <a:pt x="2032" y="2122"/>
                    <a:pt x="1775" y="2158"/>
                    <a:pt x="1539" y="2158"/>
                  </a:cubicBezTo>
                  <a:cubicBezTo>
                    <a:pt x="991" y="2158"/>
                    <a:pt x="558" y="1962"/>
                    <a:pt x="452" y="1611"/>
                  </a:cubicBezTo>
                  <a:cubicBezTo>
                    <a:pt x="318" y="1109"/>
                    <a:pt x="904" y="506"/>
                    <a:pt x="1775" y="255"/>
                  </a:cubicBezTo>
                  <a:cubicBezTo>
                    <a:pt x="2041" y="180"/>
                    <a:pt x="2301" y="144"/>
                    <a:pt x="2537" y="144"/>
                  </a:cubicBezTo>
                  <a:close/>
                  <a:moveTo>
                    <a:pt x="2592" y="1"/>
                  </a:moveTo>
                  <a:cubicBezTo>
                    <a:pt x="2324" y="1"/>
                    <a:pt x="2035" y="40"/>
                    <a:pt x="1741" y="121"/>
                  </a:cubicBezTo>
                  <a:cubicBezTo>
                    <a:pt x="687" y="423"/>
                    <a:pt x="0" y="1159"/>
                    <a:pt x="168" y="1745"/>
                  </a:cubicBezTo>
                  <a:cubicBezTo>
                    <a:pt x="286" y="2158"/>
                    <a:pt x="812" y="2388"/>
                    <a:pt x="1475" y="2388"/>
                  </a:cubicBezTo>
                  <a:cubicBezTo>
                    <a:pt x="1753" y="2388"/>
                    <a:pt x="2054" y="2348"/>
                    <a:pt x="2361" y="2264"/>
                  </a:cubicBezTo>
                  <a:cubicBezTo>
                    <a:pt x="3415" y="1963"/>
                    <a:pt x="4101" y="1243"/>
                    <a:pt x="3934" y="657"/>
                  </a:cubicBezTo>
                  <a:cubicBezTo>
                    <a:pt x="3791" y="240"/>
                    <a:pt x="3257" y="1"/>
                    <a:pt x="25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8"/>
            <p:cNvSpPr/>
            <p:nvPr/>
          </p:nvSpPr>
          <p:spPr>
            <a:xfrm>
              <a:off x="1923350" y="1541550"/>
              <a:ext cx="101275" cy="58825"/>
            </a:xfrm>
            <a:custGeom>
              <a:avLst/>
              <a:gdLst/>
              <a:ahLst/>
              <a:cxnLst/>
              <a:rect l="l" t="t" r="r" b="b"/>
              <a:pathLst>
                <a:path w="4051" h="2353" extrusionOk="0">
                  <a:moveTo>
                    <a:pt x="2496" y="142"/>
                  </a:moveTo>
                  <a:cubicBezTo>
                    <a:pt x="3097" y="142"/>
                    <a:pt x="3569" y="378"/>
                    <a:pt x="3632" y="757"/>
                  </a:cubicBezTo>
                  <a:cubicBezTo>
                    <a:pt x="3733" y="1276"/>
                    <a:pt x="3080" y="1862"/>
                    <a:pt x="2210" y="2062"/>
                  </a:cubicBezTo>
                  <a:cubicBezTo>
                    <a:pt x="2002" y="2110"/>
                    <a:pt x="1799" y="2132"/>
                    <a:pt x="1610" y="2132"/>
                  </a:cubicBezTo>
                  <a:cubicBezTo>
                    <a:pt x="991" y="2132"/>
                    <a:pt x="512" y="1895"/>
                    <a:pt x="435" y="1510"/>
                  </a:cubicBezTo>
                  <a:cubicBezTo>
                    <a:pt x="352" y="1008"/>
                    <a:pt x="988" y="422"/>
                    <a:pt x="1875" y="221"/>
                  </a:cubicBezTo>
                  <a:cubicBezTo>
                    <a:pt x="2089" y="168"/>
                    <a:pt x="2299" y="142"/>
                    <a:pt x="2496" y="142"/>
                  </a:cubicBezTo>
                  <a:close/>
                  <a:moveTo>
                    <a:pt x="2542" y="1"/>
                  </a:moveTo>
                  <a:cubicBezTo>
                    <a:pt x="2315" y="1"/>
                    <a:pt x="2073" y="28"/>
                    <a:pt x="1825" y="87"/>
                  </a:cubicBezTo>
                  <a:cubicBezTo>
                    <a:pt x="787" y="338"/>
                    <a:pt x="0" y="1025"/>
                    <a:pt x="117" y="1611"/>
                  </a:cubicBezTo>
                  <a:cubicBezTo>
                    <a:pt x="194" y="2068"/>
                    <a:pt x="753" y="2352"/>
                    <a:pt x="1487" y="2352"/>
                  </a:cubicBezTo>
                  <a:cubicBezTo>
                    <a:pt x="1719" y="2352"/>
                    <a:pt x="1969" y="2324"/>
                    <a:pt x="2226" y="2263"/>
                  </a:cubicBezTo>
                  <a:cubicBezTo>
                    <a:pt x="3264" y="2012"/>
                    <a:pt x="4051" y="1326"/>
                    <a:pt x="3934" y="740"/>
                  </a:cubicBezTo>
                  <a:cubicBezTo>
                    <a:pt x="3857" y="292"/>
                    <a:pt x="3281" y="1"/>
                    <a:pt x="2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8"/>
            <p:cNvSpPr/>
            <p:nvPr/>
          </p:nvSpPr>
          <p:spPr>
            <a:xfrm>
              <a:off x="2166975" y="1523200"/>
              <a:ext cx="86975" cy="61200"/>
            </a:xfrm>
            <a:custGeom>
              <a:avLst/>
              <a:gdLst/>
              <a:ahLst/>
              <a:cxnLst/>
              <a:rect l="l" t="t" r="r" b="b"/>
              <a:pathLst>
                <a:path w="3479" h="2448" extrusionOk="0">
                  <a:moveTo>
                    <a:pt x="1939" y="152"/>
                  </a:moveTo>
                  <a:cubicBezTo>
                    <a:pt x="2123" y="152"/>
                    <a:pt x="2340" y="168"/>
                    <a:pt x="2508" y="219"/>
                  </a:cubicBezTo>
                  <a:cubicBezTo>
                    <a:pt x="2388" y="191"/>
                    <a:pt x="2273" y="179"/>
                    <a:pt x="2153" y="179"/>
                  </a:cubicBezTo>
                  <a:cubicBezTo>
                    <a:pt x="2054" y="179"/>
                    <a:pt x="1951" y="187"/>
                    <a:pt x="1838" y="202"/>
                  </a:cubicBezTo>
                  <a:cubicBezTo>
                    <a:pt x="1453" y="235"/>
                    <a:pt x="1102" y="336"/>
                    <a:pt x="801" y="503"/>
                  </a:cubicBezTo>
                  <a:cubicBezTo>
                    <a:pt x="1102" y="302"/>
                    <a:pt x="1504" y="168"/>
                    <a:pt x="1939" y="152"/>
                  </a:cubicBezTo>
                  <a:close/>
                  <a:moveTo>
                    <a:pt x="2075" y="322"/>
                  </a:moveTo>
                  <a:cubicBezTo>
                    <a:pt x="2680" y="322"/>
                    <a:pt x="3137" y="604"/>
                    <a:pt x="3211" y="1005"/>
                  </a:cubicBezTo>
                  <a:lnTo>
                    <a:pt x="3211" y="1056"/>
                  </a:lnTo>
                  <a:cubicBezTo>
                    <a:pt x="3127" y="1575"/>
                    <a:pt x="2424" y="2010"/>
                    <a:pt x="1637" y="2060"/>
                  </a:cubicBezTo>
                  <a:cubicBezTo>
                    <a:pt x="1618" y="2060"/>
                    <a:pt x="1599" y="2061"/>
                    <a:pt x="1580" y="2061"/>
                  </a:cubicBezTo>
                  <a:cubicBezTo>
                    <a:pt x="923" y="2061"/>
                    <a:pt x="430" y="1780"/>
                    <a:pt x="365" y="1340"/>
                  </a:cubicBezTo>
                  <a:cubicBezTo>
                    <a:pt x="449" y="872"/>
                    <a:pt x="1102" y="420"/>
                    <a:pt x="1838" y="336"/>
                  </a:cubicBezTo>
                  <a:cubicBezTo>
                    <a:pt x="1919" y="326"/>
                    <a:pt x="1998" y="322"/>
                    <a:pt x="2075" y="322"/>
                  </a:cubicBezTo>
                  <a:close/>
                  <a:moveTo>
                    <a:pt x="1989" y="1"/>
                  </a:moveTo>
                  <a:cubicBezTo>
                    <a:pt x="1972" y="1"/>
                    <a:pt x="1956" y="1"/>
                    <a:pt x="1939" y="1"/>
                  </a:cubicBezTo>
                  <a:cubicBezTo>
                    <a:pt x="985" y="51"/>
                    <a:pt x="148" y="570"/>
                    <a:pt x="47" y="1206"/>
                  </a:cubicBezTo>
                  <a:cubicBezTo>
                    <a:pt x="31" y="1257"/>
                    <a:pt x="31" y="1340"/>
                    <a:pt x="47" y="1407"/>
                  </a:cubicBezTo>
                  <a:cubicBezTo>
                    <a:pt x="47" y="1424"/>
                    <a:pt x="47" y="1474"/>
                    <a:pt x="31" y="1491"/>
                  </a:cubicBezTo>
                  <a:cubicBezTo>
                    <a:pt x="1" y="2055"/>
                    <a:pt x="564" y="2448"/>
                    <a:pt x="1368" y="2448"/>
                  </a:cubicBezTo>
                  <a:cubicBezTo>
                    <a:pt x="1471" y="2448"/>
                    <a:pt x="1578" y="2441"/>
                    <a:pt x="1688" y="2428"/>
                  </a:cubicBezTo>
                  <a:cubicBezTo>
                    <a:pt x="2625" y="2328"/>
                    <a:pt x="3445" y="1759"/>
                    <a:pt x="3479" y="1139"/>
                  </a:cubicBezTo>
                  <a:cubicBezTo>
                    <a:pt x="3479" y="1089"/>
                    <a:pt x="3479" y="1039"/>
                    <a:pt x="3462" y="989"/>
                  </a:cubicBezTo>
                  <a:cubicBezTo>
                    <a:pt x="3478" y="414"/>
                    <a:pt x="2835" y="1"/>
                    <a:pt x="19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8"/>
            <p:cNvSpPr/>
            <p:nvPr/>
          </p:nvSpPr>
          <p:spPr>
            <a:xfrm>
              <a:off x="2168275" y="1524100"/>
              <a:ext cx="87725" cy="56850"/>
            </a:xfrm>
            <a:custGeom>
              <a:avLst/>
              <a:gdLst/>
              <a:ahLst/>
              <a:cxnLst/>
              <a:rect l="l" t="t" r="r" b="b"/>
              <a:pathLst>
                <a:path w="3509" h="2274" extrusionOk="0">
                  <a:moveTo>
                    <a:pt x="2070" y="154"/>
                  </a:moveTo>
                  <a:cubicBezTo>
                    <a:pt x="2756" y="154"/>
                    <a:pt x="3256" y="485"/>
                    <a:pt x="3226" y="953"/>
                  </a:cubicBezTo>
                  <a:cubicBezTo>
                    <a:pt x="3176" y="1472"/>
                    <a:pt x="2506" y="1957"/>
                    <a:pt x="1719" y="2041"/>
                  </a:cubicBezTo>
                  <a:cubicBezTo>
                    <a:pt x="1640" y="2049"/>
                    <a:pt x="1562" y="2053"/>
                    <a:pt x="1486" y="2053"/>
                  </a:cubicBezTo>
                  <a:cubicBezTo>
                    <a:pt x="799" y="2053"/>
                    <a:pt x="300" y="1721"/>
                    <a:pt x="330" y="1254"/>
                  </a:cubicBezTo>
                  <a:cubicBezTo>
                    <a:pt x="380" y="718"/>
                    <a:pt x="1050" y="233"/>
                    <a:pt x="1837" y="166"/>
                  </a:cubicBezTo>
                  <a:cubicBezTo>
                    <a:pt x="1916" y="158"/>
                    <a:pt x="1994" y="154"/>
                    <a:pt x="2070" y="154"/>
                  </a:cubicBezTo>
                  <a:close/>
                  <a:moveTo>
                    <a:pt x="2115" y="0"/>
                  </a:moveTo>
                  <a:cubicBezTo>
                    <a:pt x="2025" y="0"/>
                    <a:pt x="1932" y="5"/>
                    <a:pt x="1837" y="15"/>
                  </a:cubicBezTo>
                  <a:cubicBezTo>
                    <a:pt x="899" y="116"/>
                    <a:pt x="79" y="685"/>
                    <a:pt x="45" y="1304"/>
                  </a:cubicBezTo>
                  <a:cubicBezTo>
                    <a:pt x="0" y="1877"/>
                    <a:pt x="593" y="2273"/>
                    <a:pt x="1420" y="2273"/>
                  </a:cubicBezTo>
                  <a:cubicBezTo>
                    <a:pt x="1511" y="2273"/>
                    <a:pt x="1606" y="2268"/>
                    <a:pt x="1703" y="2258"/>
                  </a:cubicBezTo>
                  <a:cubicBezTo>
                    <a:pt x="2640" y="2141"/>
                    <a:pt x="3460" y="1589"/>
                    <a:pt x="3494" y="953"/>
                  </a:cubicBezTo>
                  <a:cubicBezTo>
                    <a:pt x="3509" y="395"/>
                    <a:pt x="2927" y="0"/>
                    <a:pt x="2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8"/>
            <p:cNvSpPr/>
            <p:nvPr/>
          </p:nvSpPr>
          <p:spPr>
            <a:xfrm>
              <a:off x="2166975" y="1519775"/>
              <a:ext cx="90200" cy="56650"/>
            </a:xfrm>
            <a:custGeom>
              <a:avLst/>
              <a:gdLst/>
              <a:ahLst/>
              <a:cxnLst/>
              <a:rect l="l" t="t" r="r" b="b"/>
              <a:pathLst>
                <a:path w="3608" h="2266" extrusionOk="0">
                  <a:moveTo>
                    <a:pt x="2022" y="121"/>
                  </a:moveTo>
                  <a:cubicBezTo>
                    <a:pt x="2799" y="121"/>
                    <a:pt x="3343" y="501"/>
                    <a:pt x="3261" y="1025"/>
                  </a:cubicBezTo>
                  <a:cubicBezTo>
                    <a:pt x="3177" y="1544"/>
                    <a:pt x="2474" y="2013"/>
                    <a:pt x="1688" y="2030"/>
                  </a:cubicBezTo>
                  <a:cubicBezTo>
                    <a:pt x="1671" y="2030"/>
                    <a:pt x="1655" y="2030"/>
                    <a:pt x="1639" y="2030"/>
                  </a:cubicBezTo>
                  <a:cubicBezTo>
                    <a:pt x="862" y="2030"/>
                    <a:pt x="334" y="1634"/>
                    <a:pt x="416" y="1126"/>
                  </a:cubicBezTo>
                  <a:cubicBezTo>
                    <a:pt x="499" y="607"/>
                    <a:pt x="1202" y="172"/>
                    <a:pt x="1972" y="121"/>
                  </a:cubicBezTo>
                  <a:cubicBezTo>
                    <a:pt x="1989" y="121"/>
                    <a:pt x="2006" y="121"/>
                    <a:pt x="2022" y="121"/>
                  </a:cubicBezTo>
                  <a:close/>
                  <a:moveTo>
                    <a:pt x="2107" y="1"/>
                  </a:moveTo>
                  <a:cubicBezTo>
                    <a:pt x="2063" y="1"/>
                    <a:pt x="2018" y="2"/>
                    <a:pt x="1972" y="4"/>
                  </a:cubicBezTo>
                  <a:cubicBezTo>
                    <a:pt x="1035" y="38"/>
                    <a:pt x="198" y="557"/>
                    <a:pt x="97" y="1193"/>
                  </a:cubicBezTo>
                  <a:cubicBezTo>
                    <a:pt x="0" y="1792"/>
                    <a:pt x="639" y="2266"/>
                    <a:pt x="1530" y="2266"/>
                  </a:cubicBezTo>
                  <a:cubicBezTo>
                    <a:pt x="1560" y="2266"/>
                    <a:pt x="1590" y="2265"/>
                    <a:pt x="1621" y="2264"/>
                  </a:cubicBezTo>
                  <a:cubicBezTo>
                    <a:pt x="2558" y="2214"/>
                    <a:pt x="3395" y="1695"/>
                    <a:pt x="3512" y="1059"/>
                  </a:cubicBezTo>
                  <a:cubicBezTo>
                    <a:pt x="3608" y="469"/>
                    <a:pt x="2990" y="1"/>
                    <a:pt x="2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8"/>
            <p:cNvSpPr/>
            <p:nvPr/>
          </p:nvSpPr>
          <p:spPr>
            <a:xfrm>
              <a:off x="1565550" y="1534925"/>
              <a:ext cx="41050" cy="15625"/>
            </a:xfrm>
            <a:custGeom>
              <a:avLst/>
              <a:gdLst/>
              <a:ahLst/>
              <a:cxnLst/>
              <a:rect l="l" t="t" r="r" b="b"/>
              <a:pathLst>
                <a:path w="1642" h="625" extrusionOk="0">
                  <a:moveTo>
                    <a:pt x="821" y="1"/>
                  </a:moveTo>
                  <a:cubicBezTo>
                    <a:pt x="386" y="1"/>
                    <a:pt x="1" y="151"/>
                    <a:pt x="1" y="319"/>
                  </a:cubicBezTo>
                  <a:cubicBezTo>
                    <a:pt x="1" y="503"/>
                    <a:pt x="352" y="620"/>
                    <a:pt x="821" y="620"/>
                  </a:cubicBezTo>
                  <a:cubicBezTo>
                    <a:pt x="865" y="623"/>
                    <a:pt x="909" y="625"/>
                    <a:pt x="951" y="625"/>
                  </a:cubicBezTo>
                  <a:cubicBezTo>
                    <a:pt x="1353" y="625"/>
                    <a:pt x="1641" y="486"/>
                    <a:pt x="1641" y="319"/>
                  </a:cubicBezTo>
                  <a:cubicBezTo>
                    <a:pt x="1641" y="118"/>
                    <a:pt x="1290" y="1"/>
                    <a:pt x="8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8"/>
            <p:cNvSpPr/>
            <p:nvPr/>
          </p:nvSpPr>
          <p:spPr>
            <a:xfrm>
              <a:off x="1574200" y="1376675"/>
              <a:ext cx="120550" cy="78925"/>
            </a:xfrm>
            <a:custGeom>
              <a:avLst/>
              <a:gdLst/>
              <a:ahLst/>
              <a:cxnLst/>
              <a:rect l="l" t="t" r="r" b="b"/>
              <a:pathLst>
                <a:path w="4822" h="3157" extrusionOk="0">
                  <a:moveTo>
                    <a:pt x="4687" y="0"/>
                  </a:moveTo>
                  <a:cubicBezTo>
                    <a:pt x="4252" y="0"/>
                    <a:pt x="2747" y="543"/>
                    <a:pt x="1128" y="1761"/>
                  </a:cubicBezTo>
                  <a:cubicBezTo>
                    <a:pt x="0" y="2611"/>
                    <a:pt x="323" y="3156"/>
                    <a:pt x="1001" y="3156"/>
                  </a:cubicBezTo>
                  <a:cubicBezTo>
                    <a:pt x="1511" y="3156"/>
                    <a:pt x="2222" y="2848"/>
                    <a:pt x="2668" y="2129"/>
                  </a:cubicBezTo>
                  <a:cubicBezTo>
                    <a:pt x="3588" y="673"/>
                    <a:pt x="4793" y="322"/>
                    <a:pt x="4810" y="71"/>
                  </a:cubicBezTo>
                  <a:cubicBezTo>
                    <a:pt x="4822" y="24"/>
                    <a:pt x="4778" y="0"/>
                    <a:pt x="46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8"/>
            <p:cNvSpPr/>
            <p:nvPr/>
          </p:nvSpPr>
          <p:spPr>
            <a:xfrm>
              <a:off x="1708675" y="1364525"/>
              <a:ext cx="34750" cy="8575"/>
            </a:xfrm>
            <a:custGeom>
              <a:avLst/>
              <a:gdLst/>
              <a:ahLst/>
              <a:cxnLst/>
              <a:rect l="l" t="t" r="r" b="b"/>
              <a:pathLst>
                <a:path w="1390" h="343" extrusionOk="0">
                  <a:moveTo>
                    <a:pt x="977" y="1"/>
                  </a:moveTo>
                  <a:cubicBezTo>
                    <a:pt x="887" y="1"/>
                    <a:pt x="788" y="7"/>
                    <a:pt x="687" y="21"/>
                  </a:cubicBezTo>
                  <a:cubicBezTo>
                    <a:pt x="302" y="54"/>
                    <a:pt x="0" y="155"/>
                    <a:pt x="17" y="239"/>
                  </a:cubicBezTo>
                  <a:cubicBezTo>
                    <a:pt x="17" y="299"/>
                    <a:pt x="193" y="342"/>
                    <a:pt x="430" y="342"/>
                  </a:cubicBezTo>
                  <a:cubicBezTo>
                    <a:pt x="520" y="342"/>
                    <a:pt x="619" y="336"/>
                    <a:pt x="720" y="322"/>
                  </a:cubicBezTo>
                  <a:cubicBezTo>
                    <a:pt x="1105" y="289"/>
                    <a:pt x="1390" y="188"/>
                    <a:pt x="1390" y="105"/>
                  </a:cubicBezTo>
                  <a:cubicBezTo>
                    <a:pt x="1390" y="44"/>
                    <a:pt x="1214" y="1"/>
                    <a:pt x="9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8"/>
            <p:cNvSpPr/>
            <p:nvPr/>
          </p:nvSpPr>
          <p:spPr>
            <a:xfrm>
              <a:off x="1914375" y="1683475"/>
              <a:ext cx="214875" cy="41050"/>
            </a:xfrm>
            <a:custGeom>
              <a:avLst/>
              <a:gdLst/>
              <a:ahLst/>
              <a:cxnLst/>
              <a:rect l="l" t="t" r="r" b="b"/>
              <a:pathLst>
                <a:path w="8595" h="1642" extrusionOk="0">
                  <a:moveTo>
                    <a:pt x="3437" y="1"/>
                  </a:moveTo>
                  <a:cubicBezTo>
                    <a:pt x="2593" y="1"/>
                    <a:pt x="2013" y="271"/>
                    <a:pt x="1045" y="838"/>
                  </a:cubicBezTo>
                  <a:cubicBezTo>
                    <a:pt x="0" y="1467"/>
                    <a:pt x="280" y="1641"/>
                    <a:pt x="1566" y="1641"/>
                  </a:cubicBezTo>
                  <a:cubicBezTo>
                    <a:pt x="2297" y="1641"/>
                    <a:pt x="3354" y="1585"/>
                    <a:pt x="4678" y="1524"/>
                  </a:cubicBezTo>
                  <a:cubicBezTo>
                    <a:pt x="5866" y="1474"/>
                    <a:pt x="8595" y="1039"/>
                    <a:pt x="5883" y="403"/>
                  </a:cubicBezTo>
                  <a:cubicBezTo>
                    <a:pt x="4776" y="138"/>
                    <a:pt x="4039" y="1"/>
                    <a:pt x="34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8"/>
            <p:cNvSpPr/>
            <p:nvPr/>
          </p:nvSpPr>
          <p:spPr>
            <a:xfrm>
              <a:off x="2110825" y="1696050"/>
              <a:ext cx="36425" cy="11325"/>
            </a:xfrm>
            <a:custGeom>
              <a:avLst/>
              <a:gdLst/>
              <a:ahLst/>
              <a:cxnLst/>
              <a:rect l="l" t="t" r="r" b="b"/>
              <a:pathLst>
                <a:path w="1457" h="453" extrusionOk="0">
                  <a:moveTo>
                    <a:pt x="737" y="0"/>
                  </a:moveTo>
                  <a:cubicBezTo>
                    <a:pt x="335" y="0"/>
                    <a:pt x="0" y="101"/>
                    <a:pt x="0" y="234"/>
                  </a:cubicBezTo>
                  <a:cubicBezTo>
                    <a:pt x="0" y="352"/>
                    <a:pt x="335" y="452"/>
                    <a:pt x="737" y="452"/>
                  </a:cubicBezTo>
                  <a:cubicBezTo>
                    <a:pt x="1122" y="452"/>
                    <a:pt x="1456" y="352"/>
                    <a:pt x="1456" y="234"/>
                  </a:cubicBezTo>
                  <a:cubicBezTo>
                    <a:pt x="1456" y="101"/>
                    <a:pt x="1122" y="0"/>
                    <a:pt x="7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8"/>
            <p:cNvSpPr/>
            <p:nvPr/>
          </p:nvSpPr>
          <p:spPr>
            <a:xfrm>
              <a:off x="2319625" y="1385100"/>
              <a:ext cx="100450" cy="49700"/>
            </a:xfrm>
            <a:custGeom>
              <a:avLst/>
              <a:gdLst/>
              <a:ahLst/>
              <a:cxnLst/>
              <a:rect l="l" t="t" r="r" b="b"/>
              <a:pathLst>
                <a:path w="4018" h="1988" extrusionOk="0">
                  <a:moveTo>
                    <a:pt x="922" y="0"/>
                  </a:moveTo>
                  <a:cubicBezTo>
                    <a:pt x="612" y="0"/>
                    <a:pt x="373" y="47"/>
                    <a:pt x="268" y="119"/>
                  </a:cubicBezTo>
                  <a:cubicBezTo>
                    <a:pt x="1" y="252"/>
                    <a:pt x="704" y="487"/>
                    <a:pt x="1641" y="989"/>
                  </a:cubicBezTo>
                  <a:cubicBezTo>
                    <a:pt x="2519" y="1435"/>
                    <a:pt x="3277" y="1987"/>
                    <a:pt x="3623" y="1987"/>
                  </a:cubicBezTo>
                  <a:cubicBezTo>
                    <a:pt x="3667" y="1987"/>
                    <a:pt x="3703" y="1978"/>
                    <a:pt x="3733" y="1960"/>
                  </a:cubicBezTo>
                  <a:cubicBezTo>
                    <a:pt x="4018" y="1809"/>
                    <a:pt x="3616" y="922"/>
                    <a:pt x="2645" y="420"/>
                  </a:cubicBezTo>
                  <a:cubicBezTo>
                    <a:pt x="2063" y="114"/>
                    <a:pt x="1407" y="0"/>
                    <a:pt x="9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8"/>
            <p:cNvSpPr/>
            <p:nvPr/>
          </p:nvSpPr>
          <p:spPr>
            <a:xfrm>
              <a:off x="2416400" y="1433175"/>
              <a:ext cx="20900" cy="25050"/>
            </a:xfrm>
            <a:custGeom>
              <a:avLst/>
              <a:gdLst/>
              <a:ahLst/>
              <a:cxnLst/>
              <a:rect l="l" t="t" r="r" b="b"/>
              <a:pathLst>
                <a:path w="836" h="1002" extrusionOk="0">
                  <a:moveTo>
                    <a:pt x="238" y="1"/>
                  </a:moveTo>
                  <a:cubicBezTo>
                    <a:pt x="72" y="1"/>
                    <a:pt x="0" y="299"/>
                    <a:pt x="80" y="505"/>
                  </a:cubicBezTo>
                  <a:cubicBezTo>
                    <a:pt x="164" y="723"/>
                    <a:pt x="398" y="957"/>
                    <a:pt x="565" y="991"/>
                  </a:cubicBezTo>
                  <a:cubicBezTo>
                    <a:pt x="594" y="998"/>
                    <a:pt x="620" y="1001"/>
                    <a:pt x="644" y="1001"/>
                  </a:cubicBezTo>
                  <a:cubicBezTo>
                    <a:pt x="786" y="1001"/>
                    <a:pt x="836" y="879"/>
                    <a:pt x="749" y="706"/>
                  </a:cubicBezTo>
                  <a:cubicBezTo>
                    <a:pt x="666" y="489"/>
                    <a:pt x="448" y="70"/>
                    <a:pt x="264" y="3"/>
                  </a:cubicBezTo>
                  <a:cubicBezTo>
                    <a:pt x="255" y="2"/>
                    <a:pt x="246" y="1"/>
                    <a:pt x="2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50" name="Google Shape;3250;p8"/>
          <p:cNvGrpSpPr/>
          <p:nvPr/>
        </p:nvGrpSpPr>
        <p:grpSpPr>
          <a:xfrm rot="1574134">
            <a:off x="-567062" y="2471078"/>
            <a:ext cx="2261716" cy="949902"/>
            <a:chOff x="1411350" y="554900"/>
            <a:chExt cx="1298300" cy="545275"/>
          </a:xfrm>
        </p:grpSpPr>
        <p:sp>
          <p:nvSpPr>
            <p:cNvPr id="3251" name="Google Shape;3251;p8"/>
            <p:cNvSpPr/>
            <p:nvPr/>
          </p:nvSpPr>
          <p:spPr>
            <a:xfrm>
              <a:off x="1411350" y="555300"/>
              <a:ext cx="1298300" cy="544875"/>
            </a:xfrm>
            <a:custGeom>
              <a:avLst/>
              <a:gdLst/>
              <a:ahLst/>
              <a:cxnLst/>
              <a:rect l="l" t="t" r="r" b="b"/>
              <a:pathLst>
                <a:path w="51932" h="21795" extrusionOk="0">
                  <a:moveTo>
                    <a:pt x="21160" y="685"/>
                  </a:moveTo>
                  <a:cubicBezTo>
                    <a:pt x="11439" y="685"/>
                    <a:pt x="0" y="6642"/>
                    <a:pt x="695" y="11818"/>
                  </a:cubicBezTo>
                  <a:cubicBezTo>
                    <a:pt x="1515" y="17928"/>
                    <a:pt x="11441" y="21794"/>
                    <a:pt x="26305" y="21794"/>
                  </a:cubicBezTo>
                  <a:cubicBezTo>
                    <a:pt x="39612" y="21794"/>
                    <a:pt x="51932" y="12588"/>
                    <a:pt x="47664" y="6295"/>
                  </a:cubicBezTo>
                  <a:cubicBezTo>
                    <a:pt x="43395" y="1"/>
                    <a:pt x="37219" y="4353"/>
                    <a:pt x="26171" y="1306"/>
                  </a:cubicBezTo>
                  <a:cubicBezTo>
                    <a:pt x="24611" y="879"/>
                    <a:pt x="22914" y="685"/>
                    <a:pt x="21160" y="68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8"/>
            <p:cNvSpPr/>
            <p:nvPr/>
          </p:nvSpPr>
          <p:spPr>
            <a:xfrm>
              <a:off x="1451675" y="627700"/>
              <a:ext cx="1206100" cy="430725"/>
            </a:xfrm>
            <a:custGeom>
              <a:avLst/>
              <a:gdLst/>
              <a:ahLst/>
              <a:cxnLst/>
              <a:rect l="l" t="t" r="r" b="b"/>
              <a:pathLst>
                <a:path w="48244" h="17229" extrusionOk="0">
                  <a:moveTo>
                    <a:pt x="20236" y="218"/>
                  </a:moveTo>
                  <a:cubicBezTo>
                    <a:pt x="10022" y="218"/>
                    <a:pt x="0" y="3725"/>
                    <a:pt x="773" y="8604"/>
                  </a:cubicBezTo>
                  <a:cubicBezTo>
                    <a:pt x="1610" y="13906"/>
                    <a:pt x="10561" y="17228"/>
                    <a:pt x="23915" y="17228"/>
                  </a:cubicBezTo>
                  <a:cubicBezTo>
                    <a:pt x="24178" y="17228"/>
                    <a:pt x="24443" y="17227"/>
                    <a:pt x="24709" y="17225"/>
                  </a:cubicBezTo>
                  <a:cubicBezTo>
                    <a:pt x="37062" y="17124"/>
                    <a:pt x="48243" y="8939"/>
                    <a:pt x="44293" y="3332"/>
                  </a:cubicBezTo>
                  <a:cubicBezTo>
                    <a:pt x="41950" y="1"/>
                    <a:pt x="34032" y="1122"/>
                    <a:pt x="23437" y="335"/>
                  </a:cubicBezTo>
                  <a:cubicBezTo>
                    <a:pt x="22376" y="256"/>
                    <a:pt x="21305" y="218"/>
                    <a:pt x="20236" y="21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8"/>
            <p:cNvSpPr/>
            <p:nvPr/>
          </p:nvSpPr>
          <p:spPr>
            <a:xfrm>
              <a:off x="1421225" y="554900"/>
              <a:ext cx="1204325" cy="288750"/>
            </a:xfrm>
            <a:custGeom>
              <a:avLst/>
              <a:gdLst/>
              <a:ahLst/>
              <a:cxnLst/>
              <a:rect l="l" t="t" r="r" b="b"/>
              <a:pathLst>
                <a:path w="48173" h="11550" extrusionOk="0">
                  <a:moveTo>
                    <a:pt x="20753" y="698"/>
                  </a:moveTo>
                  <a:cubicBezTo>
                    <a:pt x="11203" y="698"/>
                    <a:pt x="1" y="6446"/>
                    <a:pt x="284" y="11550"/>
                  </a:cubicBezTo>
                  <a:cubicBezTo>
                    <a:pt x="523" y="6533"/>
                    <a:pt x="11450" y="1054"/>
                    <a:pt x="20773" y="1054"/>
                  </a:cubicBezTo>
                  <a:cubicBezTo>
                    <a:pt x="22525" y="1054"/>
                    <a:pt x="24220" y="1248"/>
                    <a:pt x="25776" y="1674"/>
                  </a:cubicBezTo>
                  <a:cubicBezTo>
                    <a:pt x="36824" y="4720"/>
                    <a:pt x="43000" y="368"/>
                    <a:pt x="47269" y="6662"/>
                  </a:cubicBezTo>
                  <a:cubicBezTo>
                    <a:pt x="47821" y="7482"/>
                    <a:pt x="48089" y="8336"/>
                    <a:pt x="48122" y="9223"/>
                  </a:cubicBezTo>
                  <a:cubicBezTo>
                    <a:pt x="48173" y="8219"/>
                    <a:pt x="47905" y="7231"/>
                    <a:pt x="47269" y="6311"/>
                  </a:cubicBezTo>
                  <a:cubicBezTo>
                    <a:pt x="43000" y="0"/>
                    <a:pt x="36857" y="4352"/>
                    <a:pt x="25776" y="1322"/>
                  </a:cubicBezTo>
                  <a:cubicBezTo>
                    <a:pt x="24213" y="893"/>
                    <a:pt x="22511" y="698"/>
                    <a:pt x="20753" y="69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8"/>
            <p:cNvSpPr/>
            <p:nvPr/>
          </p:nvSpPr>
          <p:spPr>
            <a:xfrm>
              <a:off x="1429550" y="748225"/>
              <a:ext cx="1234450" cy="351525"/>
            </a:xfrm>
            <a:custGeom>
              <a:avLst/>
              <a:gdLst/>
              <a:ahLst/>
              <a:cxnLst/>
              <a:rect l="l" t="t" r="r" b="b"/>
              <a:pathLst>
                <a:path w="49378" h="14061" extrusionOk="0">
                  <a:moveTo>
                    <a:pt x="47605" y="0"/>
                  </a:moveTo>
                  <a:lnTo>
                    <a:pt x="47605" y="0"/>
                  </a:lnTo>
                  <a:cubicBezTo>
                    <a:pt x="48576" y="6093"/>
                    <a:pt x="37411" y="13508"/>
                    <a:pt x="25460" y="13508"/>
                  </a:cubicBezTo>
                  <a:cubicBezTo>
                    <a:pt x="11266" y="13508"/>
                    <a:pt x="1557" y="9960"/>
                    <a:pt x="1" y="4302"/>
                  </a:cubicBezTo>
                  <a:lnTo>
                    <a:pt x="1" y="4302"/>
                  </a:lnTo>
                  <a:cubicBezTo>
                    <a:pt x="1055" y="10278"/>
                    <a:pt x="10898" y="14061"/>
                    <a:pt x="25577" y="14061"/>
                  </a:cubicBezTo>
                  <a:cubicBezTo>
                    <a:pt x="25590" y="14061"/>
                    <a:pt x="25603" y="14061"/>
                    <a:pt x="25616" y="14061"/>
                  </a:cubicBezTo>
                  <a:cubicBezTo>
                    <a:pt x="37921" y="14061"/>
                    <a:pt x="49378" y="6170"/>
                    <a:pt x="476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8"/>
            <p:cNvSpPr/>
            <p:nvPr/>
          </p:nvSpPr>
          <p:spPr>
            <a:xfrm>
              <a:off x="1450650" y="624525"/>
              <a:ext cx="1121325" cy="423400"/>
            </a:xfrm>
            <a:custGeom>
              <a:avLst/>
              <a:gdLst/>
              <a:ahLst/>
              <a:cxnLst/>
              <a:rect l="l" t="t" r="r" b="b"/>
              <a:pathLst>
                <a:path w="44853" h="16936" extrusionOk="0">
                  <a:moveTo>
                    <a:pt x="17938" y="1"/>
                  </a:moveTo>
                  <a:cubicBezTo>
                    <a:pt x="10036" y="1"/>
                    <a:pt x="5951" y="1695"/>
                    <a:pt x="2990" y="6472"/>
                  </a:cubicBezTo>
                  <a:cubicBezTo>
                    <a:pt x="1" y="11312"/>
                    <a:pt x="11439" y="16936"/>
                    <a:pt x="22282" y="16936"/>
                  </a:cubicBezTo>
                  <a:cubicBezTo>
                    <a:pt x="23401" y="16936"/>
                    <a:pt x="24514" y="16876"/>
                    <a:pt x="25604" y="16749"/>
                  </a:cubicBezTo>
                  <a:cubicBezTo>
                    <a:pt x="38643" y="15243"/>
                    <a:pt x="44234" y="10840"/>
                    <a:pt x="44552" y="5986"/>
                  </a:cubicBezTo>
                  <a:cubicBezTo>
                    <a:pt x="44853" y="1132"/>
                    <a:pt x="30458" y="462"/>
                    <a:pt x="21084" y="77"/>
                  </a:cubicBezTo>
                  <a:cubicBezTo>
                    <a:pt x="19973" y="27"/>
                    <a:pt x="18926" y="1"/>
                    <a:pt x="179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8"/>
            <p:cNvSpPr/>
            <p:nvPr/>
          </p:nvSpPr>
          <p:spPr>
            <a:xfrm>
              <a:off x="1462975" y="628300"/>
              <a:ext cx="1104000" cy="405800"/>
            </a:xfrm>
            <a:custGeom>
              <a:avLst/>
              <a:gdLst/>
              <a:ahLst/>
              <a:cxnLst/>
              <a:rect l="l" t="t" r="r" b="b"/>
              <a:pathLst>
                <a:path w="44160" h="16232" extrusionOk="0">
                  <a:moveTo>
                    <a:pt x="17957" y="1"/>
                  </a:moveTo>
                  <a:cubicBezTo>
                    <a:pt x="10003" y="1"/>
                    <a:pt x="5931" y="1618"/>
                    <a:pt x="2982" y="6237"/>
                  </a:cubicBezTo>
                  <a:cubicBezTo>
                    <a:pt x="0" y="10899"/>
                    <a:pt x="11200" y="16232"/>
                    <a:pt x="21849" y="16232"/>
                  </a:cubicBezTo>
                  <a:cubicBezTo>
                    <a:pt x="22976" y="16232"/>
                    <a:pt x="24097" y="16172"/>
                    <a:pt x="25194" y="16046"/>
                  </a:cubicBezTo>
                  <a:cubicBezTo>
                    <a:pt x="38033" y="14573"/>
                    <a:pt x="43523" y="10355"/>
                    <a:pt x="43841" y="5701"/>
                  </a:cubicBezTo>
                  <a:cubicBezTo>
                    <a:pt x="44159" y="1048"/>
                    <a:pt x="29998" y="445"/>
                    <a:pt x="20792" y="60"/>
                  </a:cubicBezTo>
                  <a:cubicBezTo>
                    <a:pt x="19795" y="21"/>
                    <a:pt x="18852" y="1"/>
                    <a:pt x="179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8"/>
            <p:cNvSpPr/>
            <p:nvPr/>
          </p:nvSpPr>
          <p:spPr>
            <a:xfrm>
              <a:off x="1473400" y="636425"/>
              <a:ext cx="1075575" cy="406650"/>
            </a:xfrm>
            <a:custGeom>
              <a:avLst/>
              <a:gdLst/>
              <a:ahLst/>
              <a:cxnLst/>
              <a:rect l="l" t="t" r="r" b="b"/>
              <a:pathLst>
                <a:path w="43023" h="16266" extrusionOk="0">
                  <a:moveTo>
                    <a:pt x="17301" y="1"/>
                  </a:moveTo>
                  <a:cubicBezTo>
                    <a:pt x="9665" y="1"/>
                    <a:pt x="5750" y="1617"/>
                    <a:pt x="2900" y="6213"/>
                  </a:cubicBezTo>
                  <a:cubicBezTo>
                    <a:pt x="0" y="10874"/>
                    <a:pt x="10982" y="16265"/>
                    <a:pt x="21405" y="16265"/>
                  </a:cubicBezTo>
                  <a:cubicBezTo>
                    <a:pt x="22473" y="16265"/>
                    <a:pt x="23536" y="16209"/>
                    <a:pt x="24576" y="16089"/>
                  </a:cubicBezTo>
                  <a:cubicBezTo>
                    <a:pt x="37063" y="14633"/>
                    <a:pt x="42420" y="10431"/>
                    <a:pt x="42738" y="5761"/>
                  </a:cubicBezTo>
                  <a:cubicBezTo>
                    <a:pt x="43022" y="1125"/>
                    <a:pt x="29247" y="472"/>
                    <a:pt x="20258" y="70"/>
                  </a:cubicBezTo>
                  <a:cubicBezTo>
                    <a:pt x="19214" y="25"/>
                    <a:pt x="18230" y="1"/>
                    <a:pt x="17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8"/>
            <p:cNvSpPr/>
            <p:nvPr/>
          </p:nvSpPr>
          <p:spPr>
            <a:xfrm>
              <a:off x="1904500" y="714125"/>
              <a:ext cx="508725" cy="158650"/>
            </a:xfrm>
            <a:custGeom>
              <a:avLst/>
              <a:gdLst/>
              <a:ahLst/>
              <a:cxnLst/>
              <a:rect l="l" t="t" r="r" b="b"/>
              <a:pathLst>
                <a:path w="20349" h="6346" extrusionOk="0">
                  <a:moveTo>
                    <a:pt x="2195" y="1"/>
                  </a:moveTo>
                  <a:cubicBezTo>
                    <a:pt x="1938" y="1"/>
                    <a:pt x="1660" y="100"/>
                    <a:pt x="1323" y="360"/>
                  </a:cubicBezTo>
                  <a:cubicBezTo>
                    <a:pt x="1" y="1381"/>
                    <a:pt x="2060" y="1348"/>
                    <a:pt x="4939" y="1465"/>
                  </a:cubicBezTo>
                  <a:cubicBezTo>
                    <a:pt x="9408" y="1649"/>
                    <a:pt x="6696" y="5900"/>
                    <a:pt x="11300" y="6302"/>
                  </a:cubicBezTo>
                  <a:cubicBezTo>
                    <a:pt x="11621" y="6331"/>
                    <a:pt x="11942" y="6345"/>
                    <a:pt x="12261" y="6345"/>
                  </a:cubicBezTo>
                  <a:cubicBezTo>
                    <a:pt x="16517" y="6345"/>
                    <a:pt x="20349" y="3876"/>
                    <a:pt x="17141" y="2318"/>
                  </a:cubicBezTo>
                  <a:cubicBezTo>
                    <a:pt x="13693" y="645"/>
                    <a:pt x="6596" y="1214"/>
                    <a:pt x="4822" y="1013"/>
                  </a:cubicBezTo>
                  <a:cubicBezTo>
                    <a:pt x="3512" y="851"/>
                    <a:pt x="2946" y="1"/>
                    <a:pt x="21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8"/>
            <p:cNvSpPr/>
            <p:nvPr/>
          </p:nvSpPr>
          <p:spPr>
            <a:xfrm>
              <a:off x="1582800" y="653175"/>
              <a:ext cx="473325" cy="208975"/>
            </a:xfrm>
            <a:custGeom>
              <a:avLst/>
              <a:gdLst/>
              <a:ahLst/>
              <a:cxnLst/>
              <a:rect l="l" t="t" r="r" b="b"/>
              <a:pathLst>
                <a:path w="18933" h="8359" extrusionOk="0">
                  <a:moveTo>
                    <a:pt x="10267" y="0"/>
                  </a:moveTo>
                  <a:cubicBezTo>
                    <a:pt x="4054" y="0"/>
                    <a:pt x="1" y="4130"/>
                    <a:pt x="566" y="6765"/>
                  </a:cubicBezTo>
                  <a:cubicBezTo>
                    <a:pt x="812" y="7927"/>
                    <a:pt x="1246" y="8358"/>
                    <a:pt x="1632" y="8358"/>
                  </a:cubicBezTo>
                  <a:cubicBezTo>
                    <a:pt x="2192" y="8358"/>
                    <a:pt x="2653" y="7455"/>
                    <a:pt x="2307" y="6564"/>
                  </a:cubicBezTo>
                  <a:cubicBezTo>
                    <a:pt x="1201" y="3860"/>
                    <a:pt x="3990" y="1996"/>
                    <a:pt x="7269" y="1996"/>
                  </a:cubicBezTo>
                  <a:cubicBezTo>
                    <a:pt x="7663" y="1996"/>
                    <a:pt x="8064" y="2023"/>
                    <a:pt x="8467" y="2078"/>
                  </a:cubicBezTo>
                  <a:cubicBezTo>
                    <a:pt x="9081" y="2171"/>
                    <a:pt x="9834" y="2213"/>
                    <a:pt x="10620" y="2213"/>
                  </a:cubicBezTo>
                  <a:cubicBezTo>
                    <a:pt x="14392" y="2213"/>
                    <a:pt x="18933" y="1242"/>
                    <a:pt x="12685" y="204"/>
                  </a:cubicBezTo>
                  <a:cubicBezTo>
                    <a:pt x="11849" y="64"/>
                    <a:pt x="11041" y="0"/>
                    <a:pt x="1026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8"/>
            <p:cNvSpPr/>
            <p:nvPr/>
          </p:nvSpPr>
          <p:spPr>
            <a:xfrm>
              <a:off x="1634175" y="667600"/>
              <a:ext cx="907275" cy="341575"/>
            </a:xfrm>
            <a:custGeom>
              <a:avLst/>
              <a:gdLst/>
              <a:ahLst/>
              <a:cxnLst/>
              <a:rect l="l" t="t" r="r" b="b"/>
              <a:pathLst>
                <a:path w="36291" h="13663" extrusionOk="0">
                  <a:moveTo>
                    <a:pt x="19173" y="0"/>
                  </a:moveTo>
                  <a:cubicBezTo>
                    <a:pt x="17448" y="0"/>
                    <a:pt x="16147" y="196"/>
                    <a:pt x="15651" y="698"/>
                  </a:cubicBezTo>
                  <a:cubicBezTo>
                    <a:pt x="15024" y="1325"/>
                    <a:pt x="16741" y="1386"/>
                    <a:pt x="19202" y="1386"/>
                  </a:cubicBezTo>
                  <a:cubicBezTo>
                    <a:pt x="19801" y="1386"/>
                    <a:pt x="20443" y="1383"/>
                    <a:pt x="21107" y="1383"/>
                  </a:cubicBezTo>
                  <a:cubicBezTo>
                    <a:pt x="23905" y="1383"/>
                    <a:pt x="27076" y="1447"/>
                    <a:pt x="28892" y="2121"/>
                  </a:cubicBezTo>
                  <a:cubicBezTo>
                    <a:pt x="32892" y="3594"/>
                    <a:pt x="32641" y="11544"/>
                    <a:pt x="23100" y="12331"/>
                  </a:cubicBezTo>
                  <a:cubicBezTo>
                    <a:pt x="22050" y="12416"/>
                    <a:pt x="21014" y="12455"/>
                    <a:pt x="20003" y="12455"/>
                  </a:cubicBezTo>
                  <a:cubicBezTo>
                    <a:pt x="11829" y="12455"/>
                    <a:pt x="5342" y="9895"/>
                    <a:pt x="7115" y="8197"/>
                  </a:cubicBezTo>
                  <a:cubicBezTo>
                    <a:pt x="7806" y="7534"/>
                    <a:pt x="8580" y="7336"/>
                    <a:pt x="9426" y="7336"/>
                  </a:cubicBezTo>
                  <a:cubicBezTo>
                    <a:pt x="10691" y="7336"/>
                    <a:pt x="12117" y="7781"/>
                    <a:pt x="13666" y="7781"/>
                  </a:cubicBezTo>
                  <a:cubicBezTo>
                    <a:pt x="14063" y="7781"/>
                    <a:pt x="14468" y="7751"/>
                    <a:pt x="14881" y="7678"/>
                  </a:cubicBezTo>
                  <a:cubicBezTo>
                    <a:pt x="17439" y="7230"/>
                    <a:pt x="13747" y="4324"/>
                    <a:pt x="9007" y="4324"/>
                  </a:cubicBezTo>
                  <a:cubicBezTo>
                    <a:pt x="8256" y="4324"/>
                    <a:pt x="7479" y="4397"/>
                    <a:pt x="6696" y="4564"/>
                  </a:cubicBezTo>
                  <a:cubicBezTo>
                    <a:pt x="1" y="6004"/>
                    <a:pt x="3282" y="10105"/>
                    <a:pt x="6428" y="11578"/>
                  </a:cubicBezTo>
                  <a:cubicBezTo>
                    <a:pt x="9625" y="13081"/>
                    <a:pt x="13323" y="13662"/>
                    <a:pt x="16915" y="13662"/>
                  </a:cubicBezTo>
                  <a:cubicBezTo>
                    <a:pt x="23799" y="13662"/>
                    <a:pt x="30290" y="11529"/>
                    <a:pt x="32105" y="9670"/>
                  </a:cubicBezTo>
                  <a:cubicBezTo>
                    <a:pt x="34851" y="6841"/>
                    <a:pt x="36290" y="2288"/>
                    <a:pt x="30616" y="1300"/>
                  </a:cubicBezTo>
                  <a:cubicBezTo>
                    <a:pt x="26942" y="661"/>
                    <a:pt x="22341" y="0"/>
                    <a:pt x="1917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8"/>
            <p:cNvSpPr/>
            <p:nvPr/>
          </p:nvSpPr>
          <p:spPr>
            <a:xfrm>
              <a:off x="2119175" y="674975"/>
              <a:ext cx="163225" cy="58225"/>
            </a:xfrm>
            <a:custGeom>
              <a:avLst/>
              <a:gdLst/>
              <a:ahLst/>
              <a:cxnLst/>
              <a:rect l="l" t="t" r="r" b="b"/>
              <a:pathLst>
                <a:path w="6529" h="2329" extrusionOk="0">
                  <a:moveTo>
                    <a:pt x="3352" y="1"/>
                  </a:moveTo>
                  <a:cubicBezTo>
                    <a:pt x="3323" y="1"/>
                    <a:pt x="3294" y="1"/>
                    <a:pt x="3265" y="1"/>
                  </a:cubicBezTo>
                  <a:cubicBezTo>
                    <a:pt x="1457" y="18"/>
                    <a:pt x="1" y="570"/>
                    <a:pt x="1" y="1189"/>
                  </a:cubicBezTo>
                  <a:cubicBezTo>
                    <a:pt x="1" y="1832"/>
                    <a:pt x="1410" y="2328"/>
                    <a:pt x="3177" y="2328"/>
                  </a:cubicBezTo>
                  <a:cubicBezTo>
                    <a:pt x="3206" y="2328"/>
                    <a:pt x="3236" y="2328"/>
                    <a:pt x="3265" y="2328"/>
                  </a:cubicBezTo>
                  <a:cubicBezTo>
                    <a:pt x="5056" y="2328"/>
                    <a:pt x="6529" y="1775"/>
                    <a:pt x="6529" y="1123"/>
                  </a:cubicBezTo>
                  <a:cubicBezTo>
                    <a:pt x="6529" y="497"/>
                    <a:pt x="5103" y="1"/>
                    <a:pt x="335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8"/>
            <p:cNvSpPr/>
            <p:nvPr/>
          </p:nvSpPr>
          <p:spPr>
            <a:xfrm>
              <a:off x="2124200" y="685925"/>
              <a:ext cx="161150" cy="42225"/>
            </a:xfrm>
            <a:custGeom>
              <a:avLst/>
              <a:gdLst/>
              <a:ahLst/>
              <a:cxnLst/>
              <a:rect l="l" t="t" r="r" b="b"/>
              <a:pathLst>
                <a:path w="6446" h="1689" extrusionOk="0">
                  <a:moveTo>
                    <a:pt x="1428" y="0"/>
                  </a:moveTo>
                  <a:cubicBezTo>
                    <a:pt x="630" y="0"/>
                    <a:pt x="1" y="342"/>
                    <a:pt x="1" y="685"/>
                  </a:cubicBezTo>
                  <a:cubicBezTo>
                    <a:pt x="1" y="1254"/>
                    <a:pt x="1306" y="1689"/>
                    <a:pt x="2913" y="1689"/>
                  </a:cubicBezTo>
                  <a:cubicBezTo>
                    <a:pt x="4520" y="1655"/>
                    <a:pt x="6445" y="1070"/>
                    <a:pt x="5893" y="1003"/>
                  </a:cubicBezTo>
                  <a:cubicBezTo>
                    <a:pt x="5769" y="991"/>
                    <a:pt x="5635" y="988"/>
                    <a:pt x="5491" y="988"/>
                  </a:cubicBezTo>
                  <a:cubicBezTo>
                    <a:pt x="5372" y="988"/>
                    <a:pt x="5246" y="990"/>
                    <a:pt x="5115" y="990"/>
                  </a:cubicBezTo>
                  <a:cubicBezTo>
                    <a:pt x="4486" y="990"/>
                    <a:pt x="3737" y="949"/>
                    <a:pt x="2980" y="467"/>
                  </a:cubicBezTo>
                  <a:cubicBezTo>
                    <a:pt x="2471" y="129"/>
                    <a:pt x="1917" y="0"/>
                    <a:pt x="1428"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8"/>
            <p:cNvSpPr/>
            <p:nvPr/>
          </p:nvSpPr>
          <p:spPr>
            <a:xfrm>
              <a:off x="2210825" y="681675"/>
              <a:ext cx="31400" cy="11750"/>
            </a:xfrm>
            <a:custGeom>
              <a:avLst/>
              <a:gdLst/>
              <a:ahLst/>
              <a:cxnLst/>
              <a:rect l="l" t="t" r="r" b="b"/>
              <a:pathLst>
                <a:path w="1256" h="470" extrusionOk="0">
                  <a:moveTo>
                    <a:pt x="620" y="1"/>
                  </a:moveTo>
                  <a:cubicBezTo>
                    <a:pt x="268" y="1"/>
                    <a:pt x="1" y="101"/>
                    <a:pt x="1" y="235"/>
                  </a:cubicBezTo>
                  <a:cubicBezTo>
                    <a:pt x="1" y="352"/>
                    <a:pt x="268" y="470"/>
                    <a:pt x="620" y="470"/>
                  </a:cubicBezTo>
                  <a:cubicBezTo>
                    <a:pt x="955" y="470"/>
                    <a:pt x="1256" y="352"/>
                    <a:pt x="1256" y="235"/>
                  </a:cubicBezTo>
                  <a:cubicBezTo>
                    <a:pt x="1256" y="101"/>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8"/>
            <p:cNvSpPr/>
            <p:nvPr/>
          </p:nvSpPr>
          <p:spPr>
            <a:xfrm>
              <a:off x="2195350" y="706800"/>
              <a:ext cx="31400" cy="11725"/>
            </a:xfrm>
            <a:custGeom>
              <a:avLst/>
              <a:gdLst/>
              <a:ahLst/>
              <a:cxnLst/>
              <a:rect l="l" t="t" r="r" b="b"/>
              <a:pathLst>
                <a:path w="1256" h="469" extrusionOk="0">
                  <a:moveTo>
                    <a:pt x="636" y="0"/>
                  </a:moveTo>
                  <a:cubicBezTo>
                    <a:pt x="285" y="0"/>
                    <a:pt x="0" y="101"/>
                    <a:pt x="0" y="235"/>
                  </a:cubicBezTo>
                  <a:cubicBezTo>
                    <a:pt x="0" y="352"/>
                    <a:pt x="285" y="469"/>
                    <a:pt x="636" y="469"/>
                  </a:cubicBezTo>
                  <a:cubicBezTo>
                    <a:pt x="988" y="469"/>
                    <a:pt x="1256" y="352"/>
                    <a:pt x="1256" y="235"/>
                  </a:cubicBezTo>
                  <a:cubicBezTo>
                    <a:pt x="1256" y="101"/>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8"/>
            <p:cNvSpPr/>
            <p:nvPr/>
          </p:nvSpPr>
          <p:spPr>
            <a:xfrm>
              <a:off x="1992400" y="935275"/>
              <a:ext cx="185400" cy="58600"/>
            </a:xfrm>
            <a:custGeom>
              <a:avLst/>
              <a:gdLst/>
              <a:ahLst/>
              <a:cxnLst/>
              <a:rect l="l" t="t" r="r" b="b"/>
              <a:pathLst>
                <a:path w="7416" h="2344" extrusionOk="0">
                  <a:moveTo>
                    <a:pt x="3716" y="0"/>
                  </a:moveTo>
                  <a:cubicBezTo>
                    <a:pt x="1657" y="0"/>
                    <a:pt x="0" y="536"/>
                    <a:pt x="0" y="1172"/>
                  </a:cubicBezTo>
                  <a:cubicBezTo>
                    <a:pt x="0" y="1825"/>
                    <a:pt x="1657" y="2344"/>
                    <a:pt x="3716" y="2344"/>
                  </a:cubicBezTo>
                  <a:cubicBezTo>
                    <a:pt x="5758" y="2344"/>
                    <a:pt x="7415" y="1825"/>
                    <a:pt x="7415" y="1172"/>
                  </a:cubicBezTo>
                  <a:cubicBezTo>
                    <a:pt x="7415" y="536"/>
                    <a:pt x="5758" y="0"/>
                    <a:pt x="37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8"/>
            <p:cNvSpPr/>
            <p:nvPr/>
          </p:nvSpPr>
          <p:spPr>
            <a:xfrm>
              <a:off x="1946350" y="800100"/>
              <a:ext cx="185425" cy="58200"/>
            </a:xfrm>
            <a:custGeom>
              <a:avLst/>
              <a:gdLst/>
              <a:ahLst/>
              <a:cxnLst/>
              <a:rect l="l" t="t" r="r" b="b"/>
              <a:pathLst>
                <a:path w="7417" h="2328" extrusionOk="0">
                  <a:moveTo>
                    <a:pt x="3700" y="1"/>
                  </a:moveTo>
                  <a:cubicBezTo>
                    <a:pt x="1658" y="1"/>
                    <a:pt x="1" y="520"/>
                    <a:pt x="1" y="1173"/>
                  </a:cubicBezTo>
                  <a:cubicBezTo>
                    <a:pt x="1" y="1809"/>
                    <a:pt x="1658" y="2328"/>
                    <a:pt x="3700" y="2328"/>
                  </a:cubicBezTo>
                  <a:cubicBezTo>
                    <a:pt x="5759" y="2328"/>
                    <a:pt x="7416" y="1809"/>
                    <a:pt x="7416" y="1173"/>
                  </a:cubicBezTo>
                  <a:cubicBezTo>
                    <a:pt x="7416" y="520"/>
                    <a:pt x="5759" y="1"/>
                    <a:pt x="3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8"/>
            <p:cNvSpPr/>
            <p:nvPr/>
          </p:nvSpPr>
          <p:spPr>
            <a:xfrm>
              <a:off x="2266075" y="794650"/>
              <a:ext cx="166575" cy="64625"/>
            </a:xfrm>
            <a:custGeom>
              <a:avLst/>
              <a:gdLst/>
              <a:ahLst/>
              <a:cxnLst/>
              <a:rect l="l" t="t" r="r" b="b"/>
              <a:pathLst>
                <a:path w="6663" h="2585" extrusionOk="0">
                  <a:moveTo>
                    <a:pt x="3499" y="1"/>
                  </a:moveTo>
                  <a:cubicBezTo>
                    <a:pt x="1875" y="1"/>
                    <a:pt x="432" y="481"/>
                    <a:pt x="234" y="1140"/>
                  </a:cubicBezTo>
                  <a:cubicBezTo>
                    <a:pt x="0" y="1843"/>
                    <a:pt x="1255" y="2512"/>
                    <a:pt x="3113" y="2579"/>
                  </a:cubicBezTo>
                  <a:cubicBezTo>
                    <a:pt x="3212" y="2583"/>
                    <a:pt x="3311" y="2584"/>
                    <a:pt x="3408" y="2584"/>
                  </a:cubicBezTo>
                  <a:cubicBezTo>
                    <a:pt x="5169" y="2584"/>
                    <a:pt x="6613" y="2021"/>
                    <a:pt x="6629" y="1307"/>
                  </a:cubicBezTo>
                  <a:cubicBezTo>
                    <a:pt x="6662" y="587"/>
                    <a:pt x="5273" y="18"/>
                    <a:pt x="3582" y="1"/>
                  </a:cubicBezTo>
                  <a:cubicBezTo>
                    <a:pt x="3554" y="1"/>
                    <a:pt x="3527" y="1"/>
                    <a:pt x="3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8"/>
            <p:cNvSpPr/>
            <p:nvPr/>
          </p:nvSpPr>
          <p:spPr>
            <a:xfrm>
              <a:off x="2280700" y="737125"/>
              <a:ext cx="104650" cy="41075"/>
            </a:xfrm>
            <a:custGeom>
              <a:avLst/>
              <a:gdLst/>
              <a:ahLst/>
              <a:cxnLst/>
              <a:rect l="l" t="t" r="r" b="b"/>
              <a:pathLst>
                <a:path w="4186" h="1643" extrusionOk="0">
                  <a:moveTo>
                    <a:pt x="1900" y="0"/>
                  </a:moveTo>
                  <a:cubicBezTo>
                    <a:pt x="925" y="0"/>
                    <a:pt x="129" y="299"/>
                    <a:pt x="68" y="695"/>
                  </a:cubicBezTo>
                  <a:cubicBezTo>
                    <a:pt x="1" y="1147"/>
                    <a:pt x="855" y="1566"/>
                    <a:pt x="1993" y="1633"/>
                  </a:cubicBezTo>
                  <a:cubicBezTo>
                    <a:pt x="2098" y="1639"/>
                    <a:pt x="2201" y="1642"/>
                    <a:pt x="2303" y="1642"/>
                  </a:cubicBezTo>
                  <a:cubicBezTo>
                    <a:pt x="3288" y="1642"/>
                    <a:pt x="4088" y="1356"/>
                    <a:pt x="4119" y="946"/>
                  </a:cubicBezTo>
                  <a:cubicBezTo>
                    <a:pt x="4186" y="478"/>
                    <a:pt x="3332" y="59"/>
                    <a:pt x="2194" y="9"/>
                  </a:cubicBezTo>
                  <a:cubicBezTo>
                    <a:pt x="2095" y="3"/>
                    <a:pt x="1997" y="0"/>
                    <a:pt x="19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8"/>
            <p:cNvSpPr/>
            <p:nvPr/>
          </p:nvSpPr>
          <p:spPr>
            <a:xfrm>
              <a:off x="2193325" y="934275"/>
              <a:ext cx="68925" cy="31225"/>
            </a:xfrm>
            <a:custGeom>
              <a:avLst/>
              <a:gdLst/>
              <a:ahLst/>
              <a:cxnLst/>
              <a:rect l="l" t="t" r="r" b="b"/>
              <a:pathLst>
                <a:path w="2757" h="1249" extrusionOk="0">
                  <a:moveTo>
                    <a:pt x="1636" y="1"/>
                  </a:moveTo>
                  <a:cubicBezTo>
                    <a:pt x="1577" y="1"/>
                    <a:pt x="1516" y="3"/>
                    <a:pt x="1454" y="7"/>
                  </a:cubicBezTo>
                  <a:cubicBezTo>
                    <a:pt x="701" y="40"/>
                    <a:pt x="65" y="358"/>
                    <a:pt x="48" y="693"/>
                  </a:cubicBezTo>
                  <a:cubicBezTo>
                    <a:pt x="1" y="1008"/>
                    <a:pt x="515" y="1249"/>
                    <a:pt x="1189" y="1249"/>
                  </a:cubicBezTo>
                  <a:cubicBezTo>
                    <a:pt x="1232" y="1249"/>
                    <a:pt x="1276" y="1248"/>
                    <a:pt x="1320" y="1246"/>
                  </a:cubicBezTo>
                  <a:cubicBezTo>
                    <a:pt x="2056" y="1195"/>
                    <a:pt x="2676" y="911"/>
                    <a:pt x="2726" y="543"/>
                  </a:cubicBezTo>
                  <a:cubicBezTo>
                    <a:pt x="2757" y="237"/>
                    <a:pt x="2270"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8"/>
            <p:cNvSpPr/>
            <p:nvPr/>
          </p:nvSpPr>
          <p:spPr>
            <a:xfrm>
              <a:off x="2257325" y="908050"/>
              <a:ext cx="37625" cy="16925"/>
            </a:xfrm>
            <a:custGeom>
              <a:avLst/>
              <a:gdLst/>
              <a:ahLst/>
              <a:cxnLst/>
              <a:rect l="l" t="t" r="r" b="b"/>
              <a:pathLst>
                <a:path w="1505" h="677" extrusionOk="0">
                  <a:moveTo>
                    <a:pt x="853" y="0"/>
                  </a:moveTo>
                  <a:cubicBezTo>
                    <a:pt x="831" y="0"/>
                    <a:pt x="808" y="0"/>
                    <a:pt x="785" y="1"/>
                  </a:cubicBezTo>
                  <a:cubicBezTo>
                    <a:pt x="400" y="18"/>
                    <a:pt x="32" y="202"/>
                    <a:pt x="15" y="386"/>
                  </a:cubicBezTo>
                  <a:cubicBezTo>
                    <a:pt x="0" y="551"/>
                    <a:pt x="254" y="676"/>
                    <a:pt x="584" y="676"/>
                  </a:cubicBezTo>
                  <a:cubicBezTo>
                    <a:pt x="622" y="676"/>
                    <a:pt x="662" y="674"/>
                    <a:pt x="702" y="671"/>
                  </a:cubicBezTo>
                  <a:cubicBezTo>
                    <a:pt x="1120" y="654"/>
                    <a:pt x="1488" y="487"/>
                    <a:pt x="1488" y="303"/>
                  </a:cubicBezTo>
                  <a:cubicBezTo>
                    <a:pt x="1504" y="129"/>
                    <a:pt x="1222" y="0"/>
                    <a:pt x="8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8"/>
            <p:cNvSpPr/>
            <p:nvPr/>
          </p:nvSpPr>
          <p:spPr>
            <a:xfrm>
              <a:off x="2088675" y="875300"/>
              <a:ext cx="37600" cy="16925"/>
            </a:xfrm>
            <a:custGeom>
              <a:avLst/>
              <a:gdLst/>
              <a:ahLst/>
              <a:cxnLst/>
              <a:rect l="l" t="t" r="r" b="b"/>
              <a:pathLst>
                <a:path w="1504" h="677" extrusionOk="0">
                  <a:moveTo>
                    <a:pt x="924" y="1"/>
                  </a:moveTo>
                  <a:cubicBezTo>
                    <a:pt x="885" y="1"/>
                    <a:pt x="844" y="2"/>
                    <a:pt x="802" y="6"/>
                  </a:cubicBezTo>
                  <a:cubicBezTo>
                    <a:pt x="401" y="23"/>
                    <a:pt x="49" y="190"/>
                    <a:pt x="32" y="374"/>
                  </a:cubicBezTo>
                  <a:cubicBezTo>
                    <a:pt x="1" y="548"/>
                    <a:pt x="282" y="677"/>
                    <a:pt x="651" y="677"/>
                  </a:cubicBezTo>
                  <a:cubicBezTo>
                    <a:pt x="673" y="677"/>
                    <a:pt x="696" y="676"/>
                    <a:pt x="719" y="675"/>
                  </a:cubicBezTo>
                  <a:cubicBezTo>
                    <a:pt x="1137" y="642"/>
                    <a:pt x="1472" y="475"/>
                    <a:pt x="1489" y="290"/>
                  </a:cubicBezTo>
                  <a:cubicBezTo>
                    <a:pt x="1504" y="125"/>
                    <a:pt x="1263" y="1"/>
                    <a:pt x="9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8"/>
            <p:cNvSpPr/>
            <p:nvPr/>
          </p:nvSpPr>
          <p:spPr>
            <a:xfrm>
              <a:off x="2028375" y="714525"/>
              <a:ext cx="54000" cy="21300"/>
            </a:xfrm>
            <a:custGeom>
              <a:avLst/>
              <a:gdLst/>
              <a:ahLst/>
              <a:cxnLst/>
              <a:rect l="l" t="t" r="r" b="b"/>
              <a:pathLst>
                <a:path w="2160" h="852" extrusionOk="0">
                  <a:moveTo>
                    <a:pt x="932" y="0"/>
                  </a:moveTo>
                  <a:cubicBezTo>
                    <a:pt x="439" y="0"/>
                    <a:pt x="49" y="155"/>
                    <a:pt x="34" y="361"/>
                  </a:cubicBezTo>
                  <a:cubicBezTo>
                    <a:pt x="1" y="595"/>
                    <a:pt x="453" y="829"/>
                    <a:pt x="1038" y="846"/>
                  </a:cubicBezTo>
                  <a:cubicBezTo>
                    <a:pt x="1098" y="850"/>
                    <a:pt x="1156" y="851"/>
                    <a:pt x="1213" y="851"/>
                  </a:cubicBezTo>
                  <a:cubicBezTo>
                    <a:pt x="1718" y="851"/>
                    <a:pt x="2113" y="720"/>
                    <a:pt x="2143" y="495"/>
                  </a:cubicBezTo>
                  <a:cubicBezTo>
                    <a:pt x="2160" y="260"/>
                    <a:pt x="1725" y="26"/>
                    <a:pt x="1139" y="9"/>
                  </a:cubicBezTo>
                  <a:cubicBezTo>
                    <a:pt x="1068" y="3"/>
                    <a:pt x="999" y="0"/>
                    <a:pt x="9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8"/>
            <p:cNvSpPr/>
            <p:nvPr/>
          </p:nvSpPr>
          <p:spPr>
            <a:xfrm>
              <a:off x="1656775" y="734625"/>
              <a:ext cx="42725" cy="28200"/>
            </a:xfrm>
            <a:custGeom>
              <a:avLst/>
              <a:gdLst/>
              <a:ahLst/>
              <a:cxnLst/>
              <a:rect l="l" t="t" r="r" b="b"/>
              <a:pathLst>
                <a:path w="1709" h="1128" extrusionOk="0">
                  <a:moveTo>
                    <a:pt x="1155" y="0"/>
                  </a:moveTo>
                  <a:cubicBezTo>
                    <a:pt x="988" y="0"/>
                    <a:pt x="796" y="46"/>
                    <a:pt x="603" y="143"/>
                  </a:cubicBezTo>
                  <a:cubicBezTo>
                    <a:pt x="185" y="377"/>
                    <a:pt x="1" y="779"/>
                    <a:pt x="235" y="996"/>
                  </a:cubicBezTo>
                  <a:cubicBezTo>
                    <a:pt x="339" y="1086"/>
                    <a:pt x="479" y="1127"/>
                    <a:pt x="632" y="1127"/>
                  </a:cubicBezTo>
                  <a:cubicBezTo>
                    <a:pt x="850" y="1127"/>
                    <a:pt x="1093" y="1043"/>
                    <a:pt x="1290" y="896"/>
                  </a:cubicBezTo>
                  <a:cubicBezTo>
                    <a:pt x="1608" y="661"/>
                    <a:pt x="1708" y="360"/>
                    <a:pt x="1574" y="159"/>
                  </a:cubicBezTo>
                  <a:cubicBezTo>
                    <a:pt x="1487" y="55"/>
                    <a:pt x="1336"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8"/>
            <p:cNvSpPr/>
            <p:nvPr/>
          </p:nvSpPr>
          <p:spPr>
            <a:xfrm>
              <a:off x="1874375" y="871275"/>
              <a:ext cx="34350" cy="16750"/>
            </a:xfrm>
            <a:custGeom>
              <a:avLst/>
              <a:gdLst/>
              <a:ahLst/>
              <a:cxnLst/>
              <a:rect l="l" t="t" r="r" b="b"/>
              <a:pathLst>
                <a:path w="1374" h="670" extrusionOk="0">
                  <a:moveTo>
                    <a:pt x="715" y="1"/>
                  </a:moveTo>
                  <a:cubicBezTo>
                    <a:pt x="575" y="1"/>
                    <a:pt x="433" y="30"/>
                    <a:pt x="319" y="83"/>
                  </a:cubicBezTo>
                  <a:cubicBezTo>
                    <a:pt x="84" y="184"/>
                    <a:pt x="1" y="351"/>
                    <a:pt x="118" y="502"/>
                  </a:cubicBezTo>
                  <a:cubicBezTo>
                    <a:pt x="215" y="598"/>
                    <a:pt x="417" y="669"/>
                    <a:pt x="629" y="669"/>
                  </a:cubicBezTo>
                  <a:cubicBezTo>
                    <a:pt x="710" y="669"/>
                    <a:pt x="792" y="659"/>
                    <a:pt x="871" y="636"/>
                  </a:cubicBezTo>
                  <a:cubicBezTo>
                    <a:pt x="1239" y="552"/>
                    <a:pt x="1373" y="301"/>
                    <a:pt x="1156" y="133"/>
                  </a:cubicBezTo>
                  <a:cubicBezTo>
                    <a:pt x="1046" y="42"/>
                    <a:pt x="882" y="1"/>
                    <a:pt x="715" y="1"/>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8"/>
            <p:cNvSpPr/>
            <p:nvPr/>
          </p:nvSpPr>
          <p:spPr>
            <a:xfrm>
              <a:off x="1896975" y="793875"/>
              <a:ext cx="34350" cy="16725"/>
            </a:xfrm>
            <a:custGeom>
              <a:avLst/>
              <a:gdLst/>
              <a:ahLst/>
              <a:cxnLst/>
              <a:rect l="l" t="t" r="r" b="b"/>
              <a:pathLst>
                <a:path w="1374" h="669" extrusionOk="0">
                  <a:moveTo>
                    <a:pt x="704" y="0"/>
                  </a:moveTo>
                  <a:cubicBezTo>
                    <a:pt x="562" y="0"/>
                    <a:pt x="416" y="29"/>
                    <a:pt x="302" y="82"/>
                  </a:cubicBezTo>
                  <a:cubicBezTo>
                    <a:pt x="84" y="183"/>
                    <a:pt x="1" y="350"/>
                    <a:pt x="118" y="501"/>
                  </a:cubicBezTo>
                  <a:cubicBezTo>
                    <a:pt x="203" y="598"/>
                    <a:pt x="392" y="668"/>
                    <a:pt x="611" y="668"/>
                  </a:cubicBezTo>
                  <a:cubicBezTo>
                    <a:pt x="695" y="668"/>
                    <a:pt x="783" y="658"/>
                    <a:pt x="871" y="635"/>
                  </a:cubicBezTo>
                  <a:cubicBezTo>
                    <a:pt x="1223" y="551"/>
                    <a:pt x="1373" y="300"/>
                    <a:pt x="1139" y="133"/>
                  </a:cubicBezTo>
                  <a:cubicBezTo>
                    <a:pt x="1039" y="42"/>
                    <a:pt x="874" y="0"/>
                    <a:pt x="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8"/>
            <p:cNvSpPr/>
            <p:nvPr/>
          </p:nvSpPr>
          <p:spPr>
            <a:xfrm>
              <a:off x="2138850" y="700100"/>
              <a:ext cx="23050" cy="8400"/>
            </a:xfrm>
            <a:custGeom>
              <a:avLst/>
              <a:gdLst/>
              <a:ahLst/>
              <a:cxnLst/>
              <a:rect l="l" t="t" r="r" b="b"/>
              <a:pathLst>
                <a:path w="922" h="336" extrusionOk="0">
                  <a:moveTo>
                    <a:pt x="469" y="0"/>
                  </a:moveTo>
                  <a:cubicBezTo>
                    <a:pt x="218" y="0"/>
                    <a:pt x="1" y="84"/>
                    <a:pt x="1" y="168"/>
                  </a:cubicBezTo>
                  <a:cubicBezTo>
                    <a:pt x="1" y="251"/>
                    <a:pt x="218" y="335"/>
                    <a:pt x="469" y="335"/>
                  </a:cubicBezTo>
                  <a:cubicBezTo>
                    <a:pt x="720" y="335"/>
                    <a:pt x="921" y="251"/>
                    <a:pt x="921" y="168"/>
                  </a:cubicBezTo>
                  <a:cubicBezTo>
                    <a:pt x="921" y="84"/>
                    <a:pt x="720" y="0"/>
                    <a:pt x="4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8"/>
            <p:cNvSpPr/>
            <p:nvPr/>
          </p:nvSpPr>
          <p:spPr>
            <a:xfrm>
              <a:off x="1962850" y="803450"/>
              <a:ext cx="158875" cy="39750"/>
            </a:xfrm>
            <a:custGeom>
              <a:avLst/>
              <a:gdLst/>
              <a:ahLst/>
              <a:cxnLst/>
              <a:rect l="l" t="t" r="r" b="b"/>
              <a:pathLst>
                <a:path w="6355" h="1590" extrusionOk="0">
                  <a:moveTo>
                    <a:pt x="2889" y="1"/>
                  </a:moveTo>
                  <a:cubicBezTo>
                    <a:pt x="1316" y="1"/>
                    <a:pt x="10" y="419"/>
                    <a:pt x="10" y="955"/>
                  </a:cubicBezTo>
                  <a:cubicBezTo>
                    <a:pt x="0" y="1275"/>
                    <a:pt x="603" y="1590"/>
                    <a:pt x="1381" y="1590"/>
                  </a:cubicBezTo>
                  <a:cubicBezTo>
                    <a:pt x="1862" y="1590"/>
                    <a:pt x="2411" y="1469"/>
                    <a:pt x="2923" y="1156"/>
                  </a:cubicBezTo>
                  <a:cubicBezTo>
                    <a:pt x="3712" y="678"/>
                    <a:pt x="4475" y="652"/>
                    <a:pt x="5104" y="652"/>
                  </a:cubicBezTo>
                  <a:cubicBezTo>
                    <a:pt x="5179" y="652"/>
                    <a:pt x="5252" y="652"/>
                    <a:pt x="5324" y="652"/>
                  </a:cubicBezTo>
                  <a:cubicBezTo>
                    <a:pt x="5490" y="652"/>
                    <a:pt x="5645" y="650"/>
                    <a:pt x="5785" y="637"/>
                  </a:cubicBezTo>
                  <a:cubicBezTo>
                    <a:pt x="6354" y="587"/>
                    <a:pt x="4446" y="34"/>
                    <a:pt x="288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8"/>
            <p:cNvSpPr/>
            <p:nvPr/>
          </p:nvSpPr>
          <p:spPr>
            <a:xfrm>
              <a:off x="2025450" y="837775"/>
              <a:ext cx="31400" cy="10475"/>
            </a:xfrm>
            <a:custGeom>
              <a:avLst/>
              <a:gdLst/>
              <a:ahLst/>
              <a:cxnLst/>
              <a:rect l="l" t="t" r="r" b="b"/>
              <a:pathLst>
                <a:path w="1256" h="419" extrusionOk="0">
                  <a:moveTo>
                    <a:pt x="636" y="0"/>
                  </a:moveTo>
                  <a:cubicBezTo>
                    <a:pt x="268" y="0"/>
                    <a:pt x="0" y="84"/>
                    <a:pt x="0" y="201"/>
                  </a:cubicBezTo>
                  <a:cubicBezTo>
                    <a:pt x="0" y="318"/>
                    <a:pt x="268" y="419"/>
                    <a:pt x="636" y="419"/>
                  </a:cubicBezTo>
                  <a:cubicBezTo>
                    <a:pt x="988" y="419"/>
                    <a:pt x="1256" y="335"/>
                    <a:pt x="1256" y="201"/>
                  </a:cubicBezTo>
                  <a:cubicBezTo>
                    <a:pt x="1256" y="84"/>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8"/>
            <p:cNvSpPr/>
            <p:nvPr/>
          </p:nvSpPr>
          <p:spPr>
            <a:xfrm>
              <a:off x="2012475" y="813075"/>
              <a:ext cx="31400" cy="10500"/>
            </a:xfrm>
            <a:custGeom>
              <a:avLst/>
              <a:gdLst/>
              <a:ahLst/>
              <a:cxnLst/>
              <a:rect l="l" t="t" r="r" b="b"/>
              <a:pathLst>
                <a:path w="1256" h="420" extrusionOk="0">
                  <a:moveTo>
                    <a:pt x="620" y="1"/>
                  </a:moveTo>
                  <a:cubicBezTo>
                    <a:pt x="285" y="1"/>
                    <a:pt x="1" y="84"/>
                    <a:pt x="1" y="202"/>
                  </a:cubicBezTo>
                  <a:cubicBezTo>
                    <a:pt x="1" y="336"/>
                    <a:pt x="268" y="419"/>
                    <a:pt x="620" y="419"/>
                  </a:cubicBezTo>
                  <a:cubicBezTo>
                    <a:pt x="955" y="419"/>
                    <a:pt x="1256" y="319"/>
                    <a:pt x="1256" y="202"/>
                  </a:cubicBezTo>
                  <a:cubicBezTo>
                    <a:pt x="1256" y="84"/>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8"/>
            <p:cNvSpPr/>
            <p:nvPr/>
          </p:nvSpPr>
          <p:spPr>
            <a:xfrm>
              <a:off x="1975650" y="827725"/>
              <a:ext cx="22200" cy="7150"/>
            </a:xfrm>
            <a:custGeom>
              <a:avLst/>
              <a:gdLst/>
              <a:ahLst/>
              <a:cxnLst/>
              <a:rect l="l" t="t" r="r" b="b"/>
              <a:pathLst>
                <a:path w="888" h="286" extrusionOk="0">
                  <a:moveTo>
                    <a:pt x="452" y="1"/>
                  </a:moveTo>
                  <a:cubicBezTo>
                    <a:pt x="201" y="1"/>
                    <a:pt x="1" y="68"/>
                    <a:pt x="1" y="151"/>
                  </a:cubicBezTo>
                  <a:cubicBezTo>
                    <a:pt x="1" y="235"/>
                    <a:pt x="201" y="285"/>
                    <a:pt x="452" y="285"/>
                  </a:cubicBezTo>
                  <a:cubicBezTo>
                    <a:pt x="704" y="285"/>
                    <a:pt x="888" y="235"/>
                    <a:pt x="888" y="151"/>
                  </a:cubicBezTo>
                  <a:cubicBezTo>
                    <a:pt x="888" y="68"/>
                    <a:pt x="704"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8"/>
            <p:cNvSpPr/>
            <p:nvPr/>
          </p:nvSpPr>
          <p:spPr>
            <a:xfrm>
              <a:off x="2075250" y="818100"/>
              <a:ext cx="21775" cy="7550"/>
            </a:xfrm>
            <a:custGeom>
              <a:avLst/>
              <a:gdLst/>
              <a:ahLst/>
              <a:cxnLst/>
              <a:rect l="l" t="t" r="r" b="b"/>
              <a:pathLst>
                <a:path w="871" h="302" extrusionOk="0">
                  <a:moveTo>
                    <a:pt x="436" y="1"/>
                  </a:moveTo>
                  <a:cubicBezTo>
                    <a:pt x="184" y="1"/>
                    <a:pt x="0" y="68"/>
                    <a:pt x="0" y="151"/>
                  </a:cubicBezTo>
                  <a:cubicBezTo>
                    <a:pt x="0" y="235"/>
                    <a:pt x="184" y="302"/>
                    <a:pt x="436" y="302"/>
                  </a:cubicBezTo>
                  <a:cubicBezTo>
                    <a:pt x="687" y="302"/>
                    <a:pt x="871" y="235"/>
                    <a:pt x="871" y="151"/>
                  </a:cubicBezTo>
                  <a:cubicBezTo>
                    <a:pt x="871" y="68"/>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8"/>
            <p:cNvSpPr/>
            <p:nvPr/>
          </p:nvSpPr>
          <p:spPr>
            <a:xfrm>
              <a:off x="2295350" y="809325"/>
              <a:ext cx="22200" cy="7550"/>
            </a:xfrm>
            <a:custGeom>
              <a:avLst/>
              <a:gdLst/>
              <a:ahLst/>
              <a:cxnLst/>
              <a:rect l="l" t="t" r="r" b="b"/>
              <a:pathLst>
                <a:path w="888" h="302" extrusionOk="0">
                  <a:moveTo>
                    <a:pt x="436" y="0"/>
                  </a:moveTo>
                  <a:cubicBezTo>
                    <a:pt x="185" y="0"/>
                    <a:pt x="1" y="67"/>
                    <a:pt x="1" y="151"/>
                  </a:cubicBezTo>
                  <a:cubicBezTo>
                    <a:pt x="1" y="234"/>
                    <a:pt x="185" y="301"/>
                    <a:pt x="436" y="301"/>
                  </a:cubicBezTo>
                  <a:cubicBezTo>
                    <a:pt x="687" y="301"/>
                    <a:pt x="888" y="234"/>
                    <a:pt x="888" y="151"/>
                  </a:cubicBezTo>
                  <a:cubicBezTo>
                    <a:pt x="888" y="67"/>
                    <a:pt x="687"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8"/>
            <p:cNvSpPr/>
            <p:nvPr/>
          </p:nvSpPr>
          <p:spPr>
            <a:xfrm>
              <a:off x="1863925" y="897375"/>
              <a:ext cx="193725" cy="30425"/>
            </a:xfrm>
            <a:custGeom>
              <a:avLst/>
              <a:gdLst/>
              <a:ahLst/>
              <a:cxnLst/>
              <a:rect l="l" t="t" r="r" b="b"/>
              <a:pathLst>
                <a:path w="7749" h="1217" extrusionOk="0">
                  <a:moveTo>
                    <a:pt x="3619" y="0"/>
                  </a:moveTo>
                  <a:cubicBezTo>
                    <a:pt x="3223" y="0"/>
                    <a:pt x="2825" y="43"/>
                    <a:pt x="2444" y="144"/>
                  </a:cubicBezTo>
                  <a:cubicBezTo>
                    <a:pt x="0" y="763"/>
                    <a:pt x="3281" y="1098"/>
                    <a:pt x="6210" y="1215"/>
                  </a:cubicBezTo>
                  <a:cubicBezTo>
                    <a:pt x="6246" y="1216"/>
                    <a:pt x="6279" y="1217"/>
                    <a:pt x="6311" y="1217"/>
                  </a:cubicBezTo>
                  <a:cubicBezTo>
                    <a:pt x="7748" y="1217"/>
                    <a:pt x="5733" y="0"/>
                    <a:pt x="36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8"/>
            <p:cNvSpPr/>
            <p:nvPr/>
          </p:nvSpPr>
          <p:spPr>
            <a:xfrm>
              <a:off x="1662750" y="693975"/>
              <a:ext cx="142875" cy="53300"/>
            </a:xfrm>
            <a:custGeom>
              <a:avLst/>
              <a:gdLst/>
              <a:ahLst/>
              <a:cxnLst/>
              <a:rect l="l" t="t" r="r" b="b"/>
              <a:pathLst>
                <a:path w="5715" h="2132" extrusionOk="0">
                  <a:moveTo>
                    <a:pt x="3380" y="0"/>
                  </a:moveTo>
                  <a:cubicBezTo>
                    <a:pt x="3249" y="0"/>
                    <a:pt x="3114" y="4"/>
                    <a:pt x="2976" y="11"/>
                  </a:cubicBezTo>
                  <a:cubicBezTo>
                    <a:pt x="1436" y="95"/>
                    <a:pt x="113" y="647"/>
                    <a:pt x="46" y="1233"/>
                  </a:cubicBezTo>
                  <a:cubicBezTo>
                    <a:pt x="1" y="1765"/>
                    <a:pt x="977" y="2131"/>
                    <a:pt x="2310" y="2131"/>
                  </a:cubicBezTo>
                  <a:cubicBezTo>
                    <a:pt x="2445" y="2131"/>
                    <a:pt x="2583" y="2128"/>
                    <a:pt x="2724" y="2120"/>
                  </a:cubicBezTo>
                  <a:cubicBezTo>
                    <a:pt x="4281" y="2036"/>
                    <a:pt x="5570" y="1501"/>
                    <a:pt x="5654" y="915"/>
                  </a:cubicBezTo>
                  <a:cubicBezTo>
                    <a:pt x="5715" y="381"/>
                    <a:pt x="4733" y="0"/>
                    <a:pt x="33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8"/>
            <p:cNvSpPr/>
            <p:nvPr/>
          </p:nvSpPr>
          <p:spPr>
            <a:xfrm>
              <a:off x="1914550" y="708475"/>
              <a:ext cx="140225" cy="59450"/>
            </a:xfrm>
            <a:custGeom>
              <a:avLst/>
              <a:gdLst/>
              <a:ahLst/>
              <a:cxnLst/>
              <a:rect l="l" t="t" r="r" b="b"/>
              <a:pathLst>
                <a:path w="5609" h="2378" extrusionOk="0">
                  <a:moveTo>
                    <a:pt x="2813" y="0"/>
                  </a:moveTo>
                  <a:cubicBezTo>
                    <a:pt x="1256" y="0"/>
                    <a:pt x="1" y="536"/>
                    <a:pt x="1" y="1189"/>
                  </a:cubicBezTo>
                  <a:cubicBezTo>
                    <a:pt x="1" y="1841"/>
                    <a:pt x="1256" y="2377"/>
                    <a:pt x="2813" y="2377"/>
                  </a:cubicBezTo>
                  <a:cubicBezTo>
                    <a:pt x="4353" y="2377"/>
                    <a:pt x="5608" y="1841"/>
                    <a:pt x="5608" y="1189"/>
                  </a:cubicBezTo>
                  <a:cubicBezTo>
                    <a:pt x="5608" y="536"/>
                    <a:pt x="4353" y="0"/>
                    <a:pt x="28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8"/>
            <p:cNvSpPr/>
            <p:nvPr/>
          </p:nvSpPr>
          <p:spPr>
            <a:xfrm>
              <a:off x="1914550" y="590050"/>
              <a:ext cx="97525" cy="18850"/>
            </a:xfrm>
            <a:custGeom>
              <a:avLst/>
              <a:gdLst/>
              <a:ahLst/>
              <a:cxnLst/>
              <a:rect l="l" t="t" r="r" b="b"/>
              <a:pathLst>
                <a:path w="3901" h="754" extrusionOk="0">
                  <a:moveTo>
                    <a:pt x="1942" y="0"/>
                  </a:moveTo>
                  <a:cubicBezTo>
                    <a:pt x="871" y="0"/>
                    <a:pt x="1" y="168"/>
                    <a:pt x="1" y="385"/>
                  </a:cubicBezTo>
                  <a:cubicBezTo>
                    <a:pt x="1" y="586"/>
                    <a:pt x="871" y="753"/>
                    <a:pt x="1942" y="753"/>
                  </a:cubicBezTo>
                  <a:cubicBezTo>
                    <a:pt x="3014" y="753"/>
                    <a:pt x="3901" y="586"/>
                    <a:pt x="3901" y="385"/>
                  </a:cubicBezTo>
                  <a:cubicBezTo>
                    <a:pt x="3901" y="168"/>
                    <a:pt x="3014" y="0"/>
                    <a:pt x="19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8"/>
            <p:cNvSpPr/>
            <p:nvPr/>
          </p:nvSpPr>
          <p:spPr>
            <a:xfrm>
              <a:off x="2029625" y="601500"/>
              <a:ext cx="33500" cy="12600"/>
            </a:xfrm>
            <a:custGeom>
              <a:avLst/>
              <a:gdLst/>
              <a:ahLst/>
              <a:cxnLst/>
              <a:rect l="l" t="t" r="r" b="b"/>
              <a:pathLst>
                <a:path w="1340" h="504" extrusionOk="0">
                  <a:moveTo>
                    <a:pt x="426" y="1"/>
                  </a:moveTo>
                  <a:cubicBezTo>
                    <a:pt x="205" y="1"/>
                    <a:pt x="42" y="56"/>
                    <a:pt x="18" y="128"/>
                  </a:cubicBezTo>
                  <a:cubicBezTo>
                    <a:pt x="1" y="262"/>
                    <a:pt x="269" y="413"/>
                    <a:pt x="620" y="463"/>
                  </a:cubicBezTo>
                  <a:cubicBezTo>
                    <a:pt x="743" y="491"/>
                    <a:pt x="860" y="504"/>
                    <a:pt x="962" y="504"/>
                  </a:cubicBezTo>
                  <a:cubicBezTo>
                    <a:pt x="1167" y="504"/>
                    <a:pt x="1312" y="452"/>
                    <a:pt x="1323" y="362"/>
                  </a:cubicBezTo>
                  <a:cubicBezTo>
                    <a:pt x="1340" y="245"/>
                    <a:pt x="1072" y="95"/>
                    <a:pt x="704" y="28"/>
                  </a:cubicBezTo>
                  <a:cubicBezTo>
                    <a:pt x="606" y="9"/>
                    <a:pt x="511" y="1"/>
                    <a:pt x="4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8"/>
            <p:cNvSpPr/>
            <p:nvPr/>
          </p:nvSpPr>
          <p:spPr>
            <a:xfrm>
              <a:off x="2009125" y="947725"/>
              <a:ext cx="158200" cy="41975"/>
            </a:xfrm>
            <a:custGeom>
              <a:avLst/>
              <a:gdLst/>
              <a:ahLst/>
              <a:cxnLst/>
              <a:rect l="l" t="t" r="r" b="b"/>
              <a:pathLst>
                <a:path w="6328" h="1679" extrusionOk="0">
                  <a:moveTo>
                    <a:pt x="5183" y="0"/>
                  </a:moveTo>
                  <a:cubicBezTo>
                    <a:pt x="4964" y="0"/>
                    <a:pt x="4746" y="46"/>
                    <a:pt x="4554" y="139"/>
                  </a:cubicBezTo>
                  <a:cubicBezTo>
                    <a:pt x="3984" y="390"/>
                    <a:pt x="3014" y="574"/>
                    <a:pt x="1959" y="574"/>
                  </a:cubicBezTo>
                  <a:cubicBezTo>
                    <a:pt x="1289" y="574"/>
                    <a:pt x="653" y="507"/>
                    <a:pt x="135" y="390"/>
                  </a:cubicBezTo>
                  <a:cubicBezTo>
                    <a:pt x="51" y="473"/>
                    <a:pt x="1" y="574"/>
                    <a:pt x="1" y="674"/>
                  </a:cubicBezTo>
                  <a:cubicBezTo>
                    <a:pt x="1" y="1227"/>
                    <a:pt x="1423" y="1678"/>
                    <a:pt x="3164" y="1678"/>
                  </a:cubicBezTo>
                  <a:cubicBezTo>
                    <a:pt x="4905" y="1678"/>
                    <a:pt x="6328" y="1243"/>
                    <a:pt x="6328" y="674"/>
                  </a:cubicBezTo>
                  <a:cubicBezTo>
                    <a:pt x="6328" y="473"/>
                    <a:pt x="6144" y="289"/>
                    <a:pt x="5826" y="139"/>
                  </a:cubicBezTo>
                  <a:cubicBezTo>
                    <a:pt x="5625" y="46"/>
                    <a:pt x="5403" y="0"/>
                    <a:pt x="5183"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8"/>
            <p:cNvSpPr/>
            <p:nvPr/>
          </p:nvSpPr>
          <p:spPr>
            <a:xfrm>
              <a:off x="2291300" y="805325"/>
              <a:ext cx="132975" cy="50600"/>
            </a:xfrm>
            <a:custGeom>
              <a:avLst/>
              <a:gdLst/>
              <a:ahLst/>
              <a:cxnLst/>
              <a:rect l="l" t="t" r="r" b="b"/>
              <a:pathLst>
                <a:path w="5319" h="2024" extrusionOk="0">
                  <a:moveTo>
                    <a:pt x="4000" y="1"/>
                  </a:moveTo>
                  <a:cubicBezTo>
                    <a:pt x="3689" y="1"/>
                    <a:pt x="3375" y="89"/>
                    <a:pt x="3092" y="261"/>
                  </a:cubicBezTo>
                  <a:cubicBezTo>
                    <a:pt x="2539" y="608"/>
                    <a:pt x="1671" y="1001"/>
                    <a:pt x="716" y="1001"/>
                  </a:cubicBezTo>
                  <a:cubicBezTo>
                    <a:pt x="660" y="1001"/>
                    <a:pt x="604" y="1000"/>
                    <a:pt x="548" y="997"/>
                  </a:cubicBezTo>
                  <a:lnTo>
                    <a:pt x="514" y="997"/>
                  </a:lnTo>
                  <a:cubicBezTo>
                    <a:pt x="508" y="997"/>
                    <a:pt x="503" y="997"/>
                    <a:pt x="497" y="997"/>
                  </a:cubicBezTo>
                  <a:cubicBezTo>
                    <a:pt x="93" y="997"/>
                    <a:pt x="1" y="1568"/>
                    <a:pt x="380" y="1717"/>
                  </a:cubicBezTo>
                  <a:cubicBezTo>
                    <a:pt x="816" y="1884"/>
                    <a:pt x="1418" y="2001"/>
                    <a:pt x="2104" y="2018"/>
                  </a:cubicBezTo>
                  <a:cubicBezTo>
                    <a:pt x="2202" y="2022"/>
                    <a:pt x="2299" y="2024"/>
                    <a:pt x="2395" y="2024"/>
                  </a:cubicBezTo>
                  <a:cubicBezTo>
                    <a:pt x="3986" y="2024"/>
                    <a:pt x="5252" y="1511"/>
                    <a:pt x="5268" y="880"/>
                  </a:cubicBezTo>
                  <a:cubicBezTo>
                    <a:pt x="5318" y="646"/>
                    <a:pt x="5151" y="428"/>
                    <a:pt x="4850" y="244"/>
                  </a:cubicBezTo>
                  <a:cubicBezTo>
                    <a:pt x="4588" y="81"/>
                    <a:pt x="4296" y="1"/>
                    <a:pt x="400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8"/>
            <p:cNvSpPr/>
            <p:nvPr/>
          </p:nvSpPr>
          <p:spPr>
            <a:xfrm>
              <a:off x="2330925" y="832325"/>
              <a:ext cx="31400" cy="8825"/>
            </a:xfrm>
            <a:custGeom>
              <a:avLst/>
              <a:gdLst/>
              <a:ahLst/>
              <a:cxnLst/>
              <a:rect l="l" t="t" r="r" b="b"/>
              <a:pathLst>
                <a:path w="1256" h="353" extrusionOk="0">
                  <a:moveTo>
                    <a:pt x="637" y="1"/>
                  </a:moveTo>
                  <a:cubicBezTo>
                    <a:pt x="302" y="1"/>
                    <a:pt x="1" y="84"/>
                    <a:pt x="1" y="168"/>
                  </a:cubicBezTo>
                  <a:cubicBezTo>
                    <a:pt x="1" y="269"/>
                    <a:pt x="268" y="352"/>
                    <a:pt x="637" y="352"/>
                  </a:cubicBezTo>
                  <a:cubicBezTo>
                    <a:pt x="988" y="352"/>
                    <a:pt x="1256" y="302"/>
                    <a:pt x="1256" y="185"/>
                  </a:cubicBezTo>
                  <a:cubicBezTo>
                    <a:pt x="1256" y="84"/>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8"/>
            <p:cNvSpPr/>
            <p:nvPr/>
          </p:nvSpPr>
          <p:spPr>
            <a:xfrm>
              <a:off x="2369850" y="804725"/>
              <a:ext cx="21775" cy="7125"/>
            </a:xfrm>
            <a:custGeom>
              <a:avLst/>
              <a:gdLst/>
              <a:ahLst/>
              <a:cxnLst/>
              <a:rect l="l" t="t" r="r" b="b"/>
              <a:pathLst>
                <a:path w="871" h="285" extrusionOk="0">
                  <a:moveTo>
                    <a:pt x="435" y="0"/>
                  </a:moveTo>
                  <a:cubicBezTo>
                    <a:pt x="184" y="0"/>
                    <a:pt x="0" y="67"/>
                    <a:pt x="0" y="151"/>
                  </a:cubicBezTo>
                  <a:cubicBezTo>
                    <a:pt x="0" y="234"/>
                    <a:pt x="184" y="285"/>
                    <a:pt x="435" y="285"/>
                  </a:cubicBezTo>
                  <a:cubicBezTo>
                    <a:pt x="670" y="285"/>
                    <a:pt x="871" y="234"/>
                    <a:pt x="871" y="151"/>
                  </a:cubicBezTo>
                  <a:cubicBezTo>
                    <a:pt x="871" y="67"/>
                    <a:pt x="687"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8"/>
            <p:cNvSpPr/>
            <p:nvPr/>
          </p:nvSpPr>
          <p:spPr>
            <a:xfrm>
              <a:off x="2020425" y="951175"/>
              <a:ext cx="21775" cy="7150"/>
            </a:xfrm>
            <a:custGeom>
              <a:avLst/>
              <a:gdLst/>
              <a:ahLst/>
              <a:cxnLst/>
              <a:rect l="l" t="t" r="r" b="b"/>
              <a:pathLst>
                <a:path w="871" h="286" extrusionOk="0">
                  <a:moveTo>
                    <a:pt x="436" y="1"/>
                  </a:moveTo>
                  <a:cubicBezTo>
                    <a:pt x="185" y="1"/>
                    <a:pt x="1" y="67"/>
                    <a:pt x="1" y="151"/>
                  </a:cubicBezTo>
                  <a:cubicBezTo>
                    <a:pt x="1" y="235"/>
                    <a:pt x="185" y="285"/>
                    <a:pt x="436" y="285"/>
                  </a:cubicBezTo>
                  <a:cubicBezTo>
                    <a:pt x="670" y="285"/>
                    <a:pt x="871" y="235"/>
                    <a:pt x="871" y="151"/>
                  </a:cubicBezTo>
                  <a:cubicBezTo>
                    <a:pt x="871" y="67"/>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8"/>
            <p:cNvSpPr/>
            <p:nvPr/>
          </p:nvSpPr>
          <p:spPr>
            <a:xfrm>
              <a:off x="2058925" y="969175"/>
              <a:ext cx="31400" cy="9275"/>
            </a:xfrm>
            <a:custGeom>
              <a:avLst/>
              <a:gdLst/>
              <a:ahLst/>
              <a:cxnLst/>
              <a:rect l="l" t="t" r="r" b="b"/>
              <a:pathLst>
                <a:path w="1256" h="371" extrusionOk="0">
                  <a:moveTo>
                    <a:pt x="637" y="0"/>
                  </a:moveTo>
                  <a:cubicBezTo>
                    <a:pt x="302" y="0"/>
                    <a:pt x="1" y="84"/>
                    <a:pt x="1" y="184"/>
                  </a:cubicBezTo>
                  <a:cubicBezTo>
                    <a:pt x="1" y="285"/>
                    <a:pt x="268" y="369"/>
                    <a:pt x="637" y="369"/>
                  </a:cubicBezTo>
                  <a:cubicBezTo>
                    <a:pt x="667" y="370"/>
                    <a:pt x="697" y="371"/>
                    <a:pt x="726" y="371"/>
                  </a:cubicBezTo>
                  <a:cubicBezTo>
                    <a:pt x="1032" y="371"/>
                    <a:pt x="1256" y="293"/>
                    <a:pt x="1256" y="201"/>
                  </a:cubicBezTo>
                  <a:cubicBezTo>
                    <a:pt x="1256" y="84"/>
                    <a:pt x="988" y="0"/>
                    <a:pt x="6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8"/>
            <p:cNvSpPr/>
            <p:nvPr/>
          </p:nvSpPr>
          <p:spPr>
            <a:xfrm>
              <a:off x="2117100" y="961225"/>
              <a:ext cx="21775" cy="7125"/>
            </a:xfrm>
            <a:custGeom>
              <a:avLst/>
              <a:gdLst/>
              <a:ahLst/>
              <a:cxnLst/>
              <a:rect l="l" t="t" r="r" b="b"/>
              <a:pathLst>
                <a:path w="871" h="285" extrusionOk="0">
                  <a:moveTo>
                    <a:pt x="435" y="0"/>
                  </a:moveTo>
                  <a:cubicBezTo>
                    <a:pt x="184" y="0"/>
                    <a:pt x="0" y="50"/>
                    <a:pt x="0" y="134"/>
                  </a:cubicBezTo>
                  <a:cubicBezTo>
                    <a:pt x="0" y="218"/>
                    <a:pt x="184" y="285"/>
                    <a:pt x="435" y="285"/>
                  </a:cubicBezTo>
                  <a:cubicBezTo>
                    <a:pt x="686" y="285"/>
                    <a:pt x="871" y="218"/>
                    <a:pt x="871" y="134"/>
                  </a:cubicBezTo>
                  <a:cubicBezTo>
                    <a:pt x="871" y="50"/>
                    <a:pt x="686"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8"/>
            <p:cNvSpPr/>
            <p:nvPr/>
          </p:nvSpPr>
          <p:spPr>
            <a:xfrm>
              <a:off x="2082350" y="944475"/>
              <a:ext cx="22225" cy="7150"/>
            </a:xfrm>
            <a:custGeom>
              <a:avLst/>
              <a:gdLst/>
              <a:ahLst/>
              <a:cxnLst/>
              <a:rect l="l" t="t" r="r" b="b"/>
              <a:pathLst>
                <a:path w="889" h="286" extrusionOk="0">
                  <a:moveTo>
                    <a:pt x="453" y="1"/>
                  </a:moveTo>
                  <a:cubicBezTo>
                    <a:pt x="202" y="1"/>
                    <a:pt x="1" y="51"/>
                    <a:pt x="1" y="135"/>
                  </a:cubicBezTo>
                  <a:cubicBezTo>
                    <a:pt x="1" y="218"/>
                    <a:pt x="202" y="285"/>
                    <a:pt x="453" y="285"/>
                  </a:cubicBezTo>
                  <a:cubicBezTo>
                    <a:pt x="704" y="285"/>
                    <a:pt x="888" y="218"/>
                    <a:pt x="888" y="135"/>
                  </a:cubicBezTo>
                  <a:cubicBezTo>
                    <a:pt x="888" y="51"/>
                    <a:pt x="704"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8"/>
            <p:cNvSpPr/>
            <p:nvPr/>
          </p:nvSpPr>
          <p:spPr>
            <a:xfrm>
              <a:off x="1922925" y="715475"/>
              <a:ext cx="110925" cy="48250"/>
            </a:xfrm>
            <a:custGeom>
              <a:avLst/>
              <a:gdLst/>
              <a:ahLst/>
              <a:cxnLst/>
              <a:rect l="l" t="t" r="r" b="b"/>
              <a:pathLst>
                <a:path w="4437" h="1930" extrusionOk="0">
                  <a:moveTo>
                    <a:pt x="1190" y="1"/>
                  </a:moveTo>
                  <a:cubicBezTo>
                    <a:pt x="1173" y="1"/>
                    <a:pt x="1156" y="2"/>
                    <a:pt x="1139" y="5"/>
                  </a:cubicBezTo>
                  <a:cubicBezTo>
                    <a:pt x="436" y="206"/>
                    <a:pt x="0" y="507"/>
                    <a:pt x="0" y="892"/>
                  </a:cubicBezTo>
                  <a:cubicBezTo>
                    <a:pt x="0" y="1461"/>
                    <a:pt x="1088" y="1930"/>
                    <a:pt x="2428" y="1930"/>
                  </a:cubicBezTo>
                  <a:cubicBezTo>
                    <a:pt x="3264" y="1930"/>
                    <a:pt x="4001" y="1746"/>
                    <a:pt x="4436" y="1478"/>
                  </a:cubicBezTo>
                  <a:lnTo>
                    <a:pt x="4436" y="1478"/>
                  </a:lnTo>
                  <a:cubicBezTo>
                    <a:pt x="4269" y="1494"/>
                    <a:pt x="4101" y="1511"/>
                    <a:pt x="3934" y="1511"/>
                  </a:cubicBezTo>
                  <a:cubicBezTo>
                    <a:pt x="2595" y="1511"/>
                    <a:pt x="1507" y="1059"/>
                    <a:pt x="1507" y="473"/>
                  </a:cubicBezTo>
                  <a:lnTo>
                    <a:pt x="1507" y="390"/>
                  </a:lnTo>
                  <a:cubicBezTo>
                    <a:pt x="1553" y="174"/>
                    <a:pt x="1387" y="1"/>
                    <a:pt x="119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8"/>
            <p:cNvSpPr/>
            <p:nvPr/>
          </p:nvSpPr>
          <p:spPr>
            <a:xfrm>
              <a:off x="1934225" y="723525"/>
              <a:ext cx="31400" cy="10500"/>
            </a:xfrm>
            <a:custGeom>
              <a:avLst/>
              <a:gdLst/>
              <a:ahLst/>
              <a:cxnLst/>
              <a:rect l="l" t="t" r="r" b="b"/>
              <a:pathLst>
                <a:path w="1256" h="420" extrusionOk="0">
                  <a:moveTo>
                    <a:pt x="636" y="1"/>
                  </a:moveTo>
                  <a:cubicBezTo>
                    <a:pt x="302" y="1"/>
                    <a:pt x="0" y="84"/>
                    <a:pt x="0" y="218"/>
                  </a:cubicBezTo>
                  <a:cubicBezTo>
                    <a:pt x="0" y="335"/>
                    <a:pt x="285" y="419"/>
                    <a:pt x="636" y="419"/>
                  </a:cubicBezTo>
                  <a:cubicBezTo>
                    <a:pt x="988" y="419"/>
                    <a:pt x="1256" y="335"/>
                    <a:pt x="1256" y="218"/>
                  </a:cubicBezTo>
                  <a:cubicBezTo>
                    <a:pt x="1256" y="84"/>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8"/>
            <p:cNvSpPr/>
            <p:nvPr/>
          </p:nvSpPr>
          <p:spPr>
            <a:xfrm>
              <a:off x="1971875" y="747800"/>
              <a:ext cx="25150" cy="7150"/>
            </a:xfrm>
            <a:custGeom>
              <a:avLst/>
              <a:gdLst/>
              <a:ahLst/>
              <a:cxnLst/>
              <a:rect l="l" t="t" r="r" b="b"/>
              <a:pathLst>
                <a:path w="1006" h="286" extrusionOk="0">
                  <a:moveTo>
                    <a:pt x="503" y="1"/>
                  </a:moveTo>
                  <a:cubicBezTo>
                    <a:pt x="235" y="1"/>
                    <a:pt x="1" y="51"/>
                    <a:pt x="1" y="134"/>
                  </a:cubicBezTo>
                  <a:cubicBezTo>
                    <a:pt x="1" y="218"/>
                    <a:pt x="235" y="285"/>
                    <a:pt x="503" y="285"/>
                  </a:cubicBezTo>
                  <a:cubicBezTo>
                    <a:pt x="788" y="285"/>
                    <a:pt x="1005" y="218"/>
                    <a:pt x="1005" y="134"/>
                  </a:cubicBezTo>
                  <a:cubicBezTo>
                    <a:pt x="1005" y="51"/>
                    <a:pt x="788"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8"/>
            <p:cNvSpPr/>
            <p:nvPr/>
          </p:nvSpPr>
          <p:spPr>
            <a:xfrm>
              <a:off x="2022100" y="728125"/>
              <a:ext cx="19275" cy="7575"/>
            </a:xfrm>
            <a:custGeom>
              <a:avLst/>
              <a:gdLst/>
              <a:ahLst/>
              <a:cxnLst/>
              <a:rect l="l" t="t" r="r" b="b"/>
              <a:pathLst>
                <a:path w="771" h="303" extrusionOk="0">
                  <a:moveTo>
                    <a:pt x="386" y="1"/>
                  </a:moveTo>
                  <a:cubicBezTo>
                    <a:pt x="168" y="1"/>
                    <a:pt x="1" y="68"/>
                    <a:pt x="1" y="151"/>
                  </a:cubicBezTo>
                  <a:cubicBezTo>
                    <a:pt x="1" y="235"/>
                    <a:pt x="168" y="302"/>
                    <a:pt x="386" y="302"/>
                  </a:cubicBezTo>
                  <a:cubicBezTo>
                    <a:pt x="603" y="285"/>
                    <a:pt x="770" y="218"/>
                    <a:pt x="770" y="151"/>
                  </a:cubicBezTo>
                  <a:cubicBezTo>
                    <a:pt x="770" y="68"/>
                    <a:pt x="586" y="1"/>
                    <a:pt x="3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8"/>
            <p:cNvSpPr/>
            <p:nvPr/>
          </p:nvSpPr>
          <p:spPr>
            <a:xfrm>
              <a:off x="1990725" y="717675"/>
              <a:ext cx="19275" cy="7550"/>
            </a:xfrm>
            <a:custGeom>
              <a:avLst/>
              <a:gdLst/>
              <a:ahLst/>
              <a:cxnLst/>
              <a:rect l="l" t="t" r="r" b="b"/>
              <a:pathLst>
                <a:path w="771" h="302" extrusionOk="0">
                  <a:moveTo>
                    <a:pt x="385" y="0"/>
                  </a:moveTo>
                  <a:cubicBezTo>
                    <a:pt x="168" y="0"/>
                    <a:pt x="0" y="67"/>
                    <a:pt x="0" y="151"/>
                  </a:cubicBezTo>
                  <a:cubicBezTo>
                    <a:pt x="0" y="235"/>
                    <a:pt x="168" y="302"/>
                    <a:pt x="385" y="302"/>
                  </a:cubicBezTo>
                  <a:cubicBezTo>
                    <a:pt x="603" y="285"/>
                    <a:pt x="770" y="218"/>
                    <a:pt x="770" y="151"/>
                  </a:cubicBezTo>
                  <a:cubicBezTo>
                    <a:pt x="770" y="67"/>
                    <a:pt x="586" y="0"/>
                    <a:pt x="3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8"/>
            <p:cNvSpPr/>
            <p:nvPr/>
          </p:nvSpPr>
          <p:spPr>
            <a:xfrm>
              <a:off x="1674350" y="851500"/>
              <a:ext cx="161975" cy="66300"/>
            </a:xfrm>
            <a:custGeom>
              <a:avLst/>
              <a:gdLst/>
              <a:ahLst/>
              <a:cxnLst/>
              <a:rect l="l" t="t" r="r" b="b"/>
              <a:pathLst>
                <a:path w="6479" h="2652" extrusionOk="0">
                  <a:moveTo>
                    <a:pt x="3306" y="0"/>
                  </a:moveTo>
                  <a:cubicBezTo>
                    <a:pt x="3232" y="0"/>
                    <a:pt x="3156" y="2"/>
                    <a:pt x="3081" y="4"/>
                  </a:cubicBezTo>
                  <a:cubicBezTo>
                    <a:pt x="1340" y="71"/>
                    <a:pt x="1" y="723"/>
                    <a:pt x="84" y="1427"/>
                  </a:cubicBezTo>
                  <a:cubicBezTo>
                    <a:pt x="165" y="2131"/>
                    <a:pt x="1531" y="2652"/>
                    <a:pt x="3173" y="2652"/>
                  </a:cubicBezTo>
                  <a:cubicBezTo>
                    <a:pt x="3248" y="2652"/>
                    <a:pt x="3323" y="2651"/>
                    <a:pt x="3399" y="2648"/>
                  </a:cubicBezTo>
                  <a:cubicBezTo>
                    <a:pt x="5140" y="2581"/>
                    <a:pt x="6479" y="1962"/>
                    <a:pt x="6395" y="1226"/>
                  </a:cubicBezTo>
                  <a:cubicBezTo>
                    <a:pt x="6315" y="521"/>
                    <a:pt x="4948" y="0"/>
                    <a:pt x="33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8"/>
            <p:cNvSpPr/>
            <p:nvPr/>
          </p:nvSpPr>
          <p:spPr>
            <a:xfrm>
              <a:off x="1710775" y="855675"/>
              <a:ext cx="112150" cy="32850"/>
            </a:xfrm>
            <a:custGeom>
              <a:avLst/>
              <a:gdLst/>
              <a:ahLst/>
              <a:cxnLst/>
              <a:rect l="l" t="t" r="r" b="b"/>
              <a:pathLst>
                <a:path w="4486" h="1314" extrusionOk="0">
                  <a:moveTo>
                    <a:pt x="1661" y="1"/>
                  </a:moveTo>
                  <a:cubicBezTo>
                    <a:pt x="1588" y="1"/>
                    <a:pt x="1514" y="2"/>
                    <a:pt x="1440" y="4"/>
                  </a:cubicBezTo>
                  <a:cubicBezTo>
                    <a:pt x="1055" y="21"/>
                    <a:pt x="686" y="71"/>
                    <a:pt x="352" y="138"/>
                  </a:cubicBezTo>
                  <a:cubicBezTo>
                    <a:pt x="50" y="188"/>
                    <a:pt x="0" y="573"/>
                    <a:pt x="218" y="741"/>
                  </a:cubicBezTo>
                  <a:cubicBezTo>
                    <a:pt x="764" y="1100"/>
                    <a:pt x="1732" y="1313"/>
                    <a:pt x="2811" y="1313"/>
                  </a:cubicBezTo>
                  <a:cubicBezTo>
                    <a:pt x="2889" y="1313"/>
                    <a:pt x="2967" y="1312"/>
                    <a:pt x="3046" y="1310"/>
                  </a:cubicBezTo>
                  <a:cubicBezTo>
                    <a:pt x="3431" y="1293"/>
                    <a:pt x="3800" y="1243"/>
                    <a:pt x="4134" y="1176"/>
                  </a:cubicBezTo>
                  <a:cubicBezTo>
                    <a:pt x="4436" y="1126"/>
                    <a:pt x="4486" y="741"/>
                    <a:pt x="4268" y="573"/>
                  </a:cubicBezTo>
                  <a:cubicBezTo>
                    <a:pt x="3720" y="228"/>
                    <a:pt x="2745" y="1"/>
                    <a:pt x="1661"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8"/>
            <p:cNvSpPr/>
            <p:nvPr/>
          </p:nvSpPr>
          <p:spPr>
            <a:xfrm>
              <a:off x="1696950" y="868325"/>
              <a:ext cx="26400" cy="8400"/>
            </a:xfrm>
            <a:custGeom>
              <a:avLst/>
              <a:gdLst/>
              <a:ahLst/>
              <a:cxnLst/>
              <a:rect l="l" t="t" r="r" b="b"/>
              <a:pathLst>
                <a:path w="1056" h="336" extrusionOk="0">
                  <a:moveTo>
                    <a:pt x="520" y="0"/>
                  </a:moveTo>
                  <a:cubicBezTo>
                    <a:pt x="235" y="0"/>
                    <a:pt x="1" y="67"/>
                    <a:pt x="1" y="168"/>
                  </a:cubicBezTo>
                  <a:cubicBezTo>
                    <a:pt x="1" y="251"/>
                    <a:pt x="235" y="335"/>
                    <a:pt x="520" y="335"/>
                  </a:cubicBezTo>
                  <a:cubicBezTo>
                    <a:pt x="821" y="335"/>
                    <a:pt x="1055" y="285"/>
                    <a:pt x="1055" y="168"/>
                  </a:cubicBezTo>
                  <a:cubicBezTo>
                    <a:pt x="1055" y="84"/>
                    <a:pt x="821" y="0"/>
                    <a:pt x="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8"/>
            <p:cNvSpPr/>
            <p:nvPr/>
          </p:nvSpPr>
          <p:spPr>
            <a:xfrm>
              <a:off x="1770600" y="864125"/>
              <a:ext cx="31425" cy="10500"/>
            </a:xfrm>
            <a:custGeom>
              <a:avLst/>
              <a:gdLst/>
              <a:ahLst/>
              <a:cxnLst/>
              <a:rect l="l" t="t" r="r" b="b"/>
              <a:pathLst>
                <a:path w="1257" h="420" extrusionOk="0">
                  <a:moveTo>
                    <a:pt x="637" y="1"/>
                  </a:moveTo>
                  <a:cubicBezTo>
                    <a:pt x="285" y="1"/>
                    <a:pt x="1" y="85"/>
                    <a:pt x="1" y="218"/>
                  </a:cubicBezTo>
                  <a:cubicBezTo>
                    <a:pt x="1" y="336"/>
                    <a:pt x="285" y="419"/>
                    <a:pt x="637" y="419"/>
                  </a:cubicBezTo>
                  <a:cubicBezTo>
                    <a:pt x="988" y="419"/>
                    <a:pt x="1256" y="319"/>
                    <a:pt x="1256" y="218"/>
                  </a:cubicBezTo>
                  <a:cubicBezTo>
                    <a:pt x="1256" y="85"/>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8"/>
            <p:cNvSpPr/>
            <p:nvPr/>
          </p:nvSpPr>
          <p:spPr>
            <a:xfrm>
              <a:off x="1738375" y="900950"/>
              <a:ext cx="25150" cy="6300"/>
            </a:xfrm>
            <a:custGeom>
              <a:avLst/>
              <a:gdLst/>
              <a:ahLst/>
              <a:cxnLst/>
              <a:rect l="l" t="t" r="r" b="b"/>
              <a:pathLst>
                <a:path w="1006" h="252" extrusionOk="0">
                  <a:moveTo>
                    <a:pt x="503" y="1"/>
                  </a:moveTo>
                  <a:cubicBezTo>
                    <a:pt x="235" y="1"/>
                    <a:pt x="1" y="68"/>
                    <a:pt x="1" y="118"/>
                  </a:cubicBezTo>
                  <a:cubicBezTo>
                    <a:pt x="1" y="185"/>
                    <a:pt x="218" y="252"/>
                    <a:pt x="503" y="252"/>
                  </a:cubicBezTo>
                  <a:cubicBezTo>
                    <a:pt x="771" y="252"/>
                    <a:pt x="1005" y="202"/>
                    <a:pt x="1005" y="118"/>
                  </a:cubicBezTo>
                  <a:cubicBezTo>
                    <a:pt x="1005" y="68"/>
                    <a:pt x="771"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8"/>
            <p:cNvSpPr/>
            <p:nvPr/>
          </p:nvSpPr>
          <p:spPr>
            <a:xfrm>
              <a:off x="1671575" y="705125"/>
              <a:ext cx="121650" cy="39150"/>
            </a:xfrm>
            <a:custGeom>
              <a:avLst/>
              <a:gdLst/>
              <a:ahLst/>
              <a:cxnLst/>
              <a:rect l="l" t="t" r="r" b="b"/>
              <a:pathLst>
                <a:path w="4866" h="1566" extrusionOk="0">
                  <a:moveTo>
                    <a:pt x="1099" y="0"/>
                  </a:moveTo>
                  <a:lnTo>
                    <a:pt x="1099" y="0"/>
                  </a:lnTo>
                  <a:cubicBezTo>
                    <a:pt x="497" y="201"/>
                    <a:pt x="78" y="486"/>
                    <a:pt x="62" y="787"/>
                  </a:cubicBezTo>
                  <a:cubicBezTo>
                    <a:pt x="0" y="1246"/>
                    <a:pt x="863" y="1565"/>
                    <a:pt x="2035" y="1565"/>
                  </a:cubicBezTo>
                  <a:cubicBezTo>
                    <a:pt x="2145" y="1565"/>
                    <a:pt x="2257" y="1563"/>
                    <a:pt x="2371" y="1557"/>
                  </a:cubicBezTo>
                  <a:cubicBezTo>
                    <a:pt x="3610" y="1490"/>
                    <a:pt x="4681" y="1071"/>
                    <a:pt x="4866" y="620"/>
                  </a:cubicBezTo>
                  <a:lnTo>
                    <a:pt x="4866" y="620"/>
                  </a:lnTo>
                  <a:cubicBezTo>
                    <a:pt x="4447" y="753"/>
                    <a:pt x="3945" y="837"/>
                    <a:pt x="3409" y="887"/>
                  </a:cubicBezTo>
                  <a:cubicBezTo>
                    <a:pt x="3276" y="896"/>
                    <a:pt x="3146" y="900"/>
                    <a:pt x="3020" y="900"/>
                  </a:cubicBezTo>
                  <a:cubicBezTo>
                    <a:pt x="1875" y="900"/>
                    <a:pt x="1037" y="570"/>
                    <a:pt x="1083" y="117"/>
                  </a:cubicBezTo>
                  <a:cubicBezTo>
                    <a:pt x="1083" y="67"/>
                    <a:pt x="1099" y="50"/>
                    <a:pt x="109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8"/>
            <p:cNvSpPr/>
            <p:nvPr/>
          </p:nvSpPr>
          <p:spPr>
            <a:xfrm>
              <a:off x="1692775" y="708875"/>
              <a:ext cx="31400" cy="10500"/>
            </a:xfrm>
            <a:custGeom>
              <a:avLst/>
              <a:gdLst/>
              <a:ahLst/>
              <a:cxnLst/>
              <a:rect l="l" t="t" r="r" b="b"/>
              <a:pathLst>
                <a:path w="1256" h="420" extrusionOk="0">
                  <a:moveTo>
                    <a:pt x="636" y="1"/>
                  </a:moveTo>
                  <a:cubicBezTo>
                    <a:pt x="302" y="1"/>
                    <a:pt x="0" y="85"/>
                    <a:pt x="0" y="218"/>
                  </a:cubicBezTo>
                  <a:cubicBezTo>
                    <a:pt x="0" y="336"/>
                    <a:pt x="268" y="419"/>
                    <a:pt x="636" y="419"/>
                  </a:cubicBezTo>
                  <a:cubicBezTo>
                    <a:pt x="988" y="419"/>
                    <a:pt x="1256" y="336"/>
                    <a:pt x="1256" y="218"/>
                  </a:cubicBezTo>
                  <a:cubicBezTo>
                    <a:pt x="1256" y="85"/>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8"/>
            <p:cNvSpPr/>
            <p:nvPr/>
          </p:nvSpPr>
          <p:spPr>
            <a:xfrm>
              <a:off x="1722475" y="729400"/>
              <a:ext cx="22200" cy="7975"/>
            </a:xfrm>
            <a:custGeom>
              <a:avLst/>
              <a:gdLst/>
              <a:ahLst/>
              <a:cxnLst/>
              <a:rect l="l" t="t" r="r" b="b"/>
              <a:pathLst>
                <a:path w="888" h="319" extrusionOk="0">
                  <a:moveTo>
                    <a:pt x="453" y="0"/>
                  </a:moveTo>
                  <a:cubicBezTo>
                    <a:pt x="202" y="0"/>
                    <a:pt x="1" y="84"/>
                    <a:pt x="1" y="167"/>
                  </a:cubicBezTo>
                  <a:cubicBezTo>
                    <a:pt x="1" y="251"/>
                    <a:pt x="218" y="318"/>
                    <a:pt x="453" y="318"/>
                  </a:cubicBezTo>
                  <a:cubicBezTo>
                    <a:pt x="670" y="318"/>
                    <a:pt x="888" y="234"/>
                    <a:pt x="888" y="151"/>
                  </a:cubicBezTo>
                  <a:cubicBezTo>
                    <a:pt x="888" y="50"/>
                    <a:pt x="670" y="0"/>
                    <a:pt x="4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8"/>
            <p:cNvSpPr/>
            <p:nvPr/>
          </p:nvSpPr>
          <p:spPr>
            <a:xfrm>
              <a:off x="1757625" y="708050"/>
              <a:ext cx="22200" cy="7550"/>
            </a:xfrm>
            <a:custGeom>
              <a:avLst/>
              <a:gdLst/>
              <a:ahLst/>
              <a:cxnLst/>
              <a:rect l="l" t="t" r="r" b="b"/>
              <a:pathLst>
                <a:path w="888" h="302" extrusionOk="0">
                  <a:moveTo>
                    <a:pt x="436" y="0"/>
                  </a:moveTo>
                  <a:cubicBezTo>
                    <a:pt x="218" y="0"/>
                    <a:pt x="1" y="84"/>
                    <a:pt x="1" y="168"/>
                  </a:cubicBezTo>
                  <a:cubicBezTo>
                    <a:pt x="1" y="251"/>
                    <a:pt x="218" y="302"/>
                    <a:pt x="436" y="302"/>
                  </a:cubicBezTo>
                  <a:cubicBezTo>
                    <a:pt x="670" y="302"/>
                    <a:pt x="888" y="218"/>
                    <a:pt x="888" y="134"/>
                  </a:cubicBezTo>
                  <a:cubicBezTo>
                    <a:pt x="888" y="51"/>
                    <a:pt x="670"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8"/>
            <p:cNvSpPr/>
            <p:nvPr/>
          </p:nvSpPr>
          <p:spPr>
            <a:xfrm>
              <a:off x="1702800" y="949750"/>
              <a:ext cx="261600" cy="72175"/>
            </a:xfrm>
            <a:custGeom>
              <a:avLst/>
              <a:gdLst/>
              <a:ahLst/>
              <a:cxnLst/>
              <a:rect l="l" t="t" r="r" b="b"/>
              <a:pathLst>
                <a:path w="10464" h="2887" extrusionOk="0">
                  <a:moveTo>
                    <a:pt x="2079" y="1"/>
                  </a:moveTo>
                  <a:cubicBezTo>
                    <a:pt x="1950" y="1"/>
                    <a:pt x="1826" y="13"/>
                    <a:pt x="1708" y="41"/>
                  </a:cubicBezTo>
                  <a:cubicBezTo>
                    <a:pt x="1" y="426"/>
                    <a:pt x="3131" y="2836"/>
                    <a:pt x="7617" y="2886"/>
                  </a:cubicBezTo>
                  <a:cubicBezTo>
                    <a:pt x="7658" y="2887"/>
                    <a:pt x="7699" y="2887"/>
                    <a:pt x="7740" y="2887"/>
                  </a:cubicBezTo>
                  <a:cubicBezTo>
                    <a:pt x="10155" y="2887"/>
                    <a:pt x="10463" y="2401"/>
                    <a:pt x="8487" y="2401"/>
                  </a:cubicBezTo>
                  <a:cubicBezTo>
                    <a:pt x="6647" y="2385"/>
                    <a:pt x="3847" y="1"/>
                    <a:pt x="20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8"/>
            <p:cNvSpPr/>
            <p:nvPr/>
          </p:nvSpPr>
          <p:spPr>
            <a:xfrm>
              <a:off x="1680625" y="953275"/>
              <a:ext cx="47750" cy="26000"/>
            </a:xfrm>
            <a:custGeom>
              <a:avLst/>
              <a:gdLst/>
              <a:ahLst/>
              <a:cxnLst/>
              <a:rect l="l" t="t" r="r" b="b"/>
              <a:pathLst>
                <a:path w="1910" h="1040" extrusionOk="0">
                  <a:moveTo>
                    <a:pt x="562" y="0"/>
                  </a:moveTo>
                  <a:cubicBezTo>
                    <a:pt x="473" y="0"/>
                    <a:pt x="390" y="11"/>
                    <a:pt x="319" y="34"/>
                  </a:cubicBezTo>
                  <a:cubicBezTo>
                    <a:pt x="1" y="151"/>
                    <a:pt x="34" y="435"/>
                    <a:pt x="386" y="703"/>
                  </a:cubicBezTo>
                  <a:cubicBezTo>
                    <a:pt x="654" y="920"/>
                    <a:pt x="1039" y="1040"/>
                    <a:pt x="1340" y="1040"/>
                  </a:cubicBezTo>
                  <a:cubicBezTo>
                    <a:pt x="1434" y="1040"/>
                    <a:pt x="1520" y="1028"/>
                    <a:pt x="1591" y="1005"/>
                  </a:cubicBezTo>
                  <a:cubicBezTo>
                    <a:pt x="1909" y="904"/>
                    <a:pt x="1892" y="603"/>
                    <a:pt x="1541" y="335"/>
                  </a:cubicBezTo>
                  <a:cubicBezTo>
                    <a:pt x="1255" y="127"/>
                    <a:pt x="870" y="0"/>
                    <a:pt x="5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8"/>
            <p:cNvSpPr/>
            <p:nvPr/>
          </p:nvSpPr>
          <p:spPr>
            <a:xfrm>
              <a:off x="1791925" y="646025"/>
              <a:ext cx="319275" cy="16000"/>
            </a:xfrm>
            <a:custGeom>
              <a:avLst/>
              <a:gdLst/>
              <a:ahLst/>
              <a:cxnLst/>
              <a:rect l="l" t="t" r="r" b="b"/>
              <a:pathLst>
                <a:path w="12771" h="640" extrusionOk="0">
                  <a:moveTo>
                    <a:pt x="5084" y="0"/>
                  </a:moveTo>
                  <a:cubicBezTo>
                    <a:pt x="3940" y="0"/>
                    <a:pt x="2868" y="39"/>
                    <a:pt x="2127" y="138"/>
                  </a:cubicBezTo>
                  <a:cubicBezTo>
                    <a:pt x="1" y="410"/>
                    <a:pt x="1935" y="640"/>
                    <a:pt x="5329" y="640"/>
                  </a:cubicBezTo>
                  <a:cubicBezTo>
                    <a:pt x="6743" y="640"/>
                    <a:pt x="8412" y="600"/>
                    <a:pt x="10145" y="506"/>
                  </a:cubicBezTo>
                  <a:cubicBezTo>
                    <a:pt x="12770" y="367"/>
                    <a:pt x="8590" y="0"/>
                    <a:pt x="5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8"/>
            <p:cNvSpPr/>
            <p:nvPr/>
          </p:nvSpPr>
          <p:spPr>
            <a:xfrm>
              <a:off x="1853875" y="842375"/>
              <a:ext cx="22200" cy="7350"/>
            </a:xfrm>
            <a:custGeom>
              <a:avLst/>
              <a:gdLst/>
              <a:ahLst/>
              <a:cxnLst/>
              <a:rect l="l" t="t" r="r" b="b"/>
              <a:pathLst>
                <a:path w="888" h="294" extrusionOk="0">
                  <a:moveTo>
                    <a:pt x="436" y="0"/>
                  </a:moveTo>
                  <a:cubicBezTo>
                    <a:pt x="218" y="0"/>
                    <a:pt x="1" y="67"/>
                    <a:pt x="1" y="151"/>
                  </a:cubicBezTo>
                  <a:cubicBezTo>
                    <a:pt x="1" y="235"/>
                    <a:pt x="185" y="285"/>
                    <a:pt x="436" y="285"/>
                  </a:cubicBezTo>
                  <a:cubicBezTo>
                    <a:pt x="480" y="291"/>
                    <a:pt x="523" y="294"/>
                    <a:pt x="564" y="294"/>
                  </a:cubicBezTo>
                  <a:cubicBezTo>
                    <a:pt x="752" y="294"/>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8"/>
            <p:cNvSpPr/>
            <p:nvPr/>
          </p:nvSpPr>
          <p:spPr>
            <a:xfrm>
              <a:off x="2227975" y="757000"/>
              <a:ext cx="21800" cy="7575"/>
            </a:xfrm>
            <a:custGeom>
              <a:avLst/>
              <a:gdLst/>
              <a:ahLst/>
              <a:cxnLst/>
              <a:rect l="l" t="t" r="r" b="b"/>
              <a:pathLst>
                <a:path w="872" h="303" extrusionOk="0">
                  <a:moveTo>
                    <a:pt x="436" y="1"/>
                  </a:moveTo>
                  <a:cubicBezTo>
                    <a:pt x="202" y="1"/>
                    <a:pt x="1" y="68"/>
                    <a:pt x="1" y="151"/>
                  </a:cubicBezTo>
                  <a:cubicBezTo>
                    <a:pt x="1" y="235"/>
                    <a:pt x="185" y="302"/>
                    <a:pt x="436" y="302"/>
                  </a:cubicBezTo>
                  <a:cubicBezTo>
                    <a:pt x="687" y="302"/>
                    <a:pt x="871" y="235"/>
                    <a:pt x="871" y="151"/>
                  </a:cubicBezTo>
                  <a:cubicBezTo>
                    <a:pt x="871"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8"/>
            <p:cNvSpPr/>
            <p:nvPr/>
          </p:nvSpPr>
          <p:spPr>
            <a:xfrm>
              <a:off x="2092400" y="675000"/>
              <a:ext cx="22200" cy="7125"/>
            </a:xfrm>
            <a:custGeom>
              <a:avLst/>
              <a:gdLst/>
              <a:ahLst/>
              <a:cxnLst/>
              <a:rect l="l" t="t" r="r" b="b"/>
              <a:pathLst>
                <a:path w="888" h="285" extrusionOk="0">
                  <a:moveTo>
                    <a:pt x="436" y="0"/>
                  </a:moveTo>
                  <a:cubicBezTo>
                    <a:pt x="218" y="0"/>
                    <a:pt x="1" y="67"/>
                    <a:pt x="1" y="151"/>
                  </a:cubicBezTo>
                  <a:cubicBezTo>
                    <a:pt x="1" y="234"/>
                    <a:pt x="185" y="285"/>
                    <a:pt x="436" y="285"/>
                  </a:cubicBezTo>
                  <a:cubicBezTo>
                    <a:pt x="687" y="285"/>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8"/>
            <p:cNvSpPr/>
            <p:nvPr/>
          </p:nvSpPr>
          <p:spPr>
            <a:xfrm>
              <a:off x="1625400" y="879625"/>
              <a:ext cx="21775" cy="7125"/>
            </a:xfrm>
            <a:custGeom>
              <a:avLst/>
              <a:gdLst/>
              <a:ahLst/>
              <a:cxnLst/>
              <a:rect l="l" t="t" r="r" b="b"/>
              <a:pathLst>
                <a:path w="871" h="285" extrusionOk="0">
                  <a:moveTo>
                    <a:pt x="436" y="0"/>
                  </a:moveTo>
                  <a:cubicBezTo>
                    <a:pt x="201" y="0"/>
                    <a:pt x="0" y="50"/>
                    <a:pt x="0" y="134"/>
                  </a:cubicBezTo>
                  <a:cubicBezTo>
                    <a:pt x="0" y="218"/>
                    <a:pt x="184" y="285"/>
                    <a:pt x="436" y="285"/>
                  </a:cubicBezTo>
                  <a:cubicBezTo>
                    <a:pt x="687" y="285"/>
                    <a:pt x="871" y="218"/>
                    <a:pt x="871" y="134"/>
                  </a:cubicBezTo>
                  <a:cubicBezTo>
                    <a:pt x="871" y="50"/>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8"/>
            <p:cNvSpPr/>
            <p:nvPr/>
          </p:nvSpPr>
          <p:spPr>
            <a:xfrm>
              <a:off x="1838825" y="754075"/>
              <a:ext cx="21775" cy="7150"/>
            </a:xfrm>
            <a:custGeom>
              <a:avLst/>
              <a:gdLst/>
              <a:ahLst/>
              <a:cxnLst/>
              <a:rect l="l" t="t" r="r" b="b"/>
              <a:pathLst>
                <a:path w="871" h="286" extrusionOk="0">
                  <a:moveTo>
                    <a:pt x="435" y="1"/>
                  </a:moveTo>
                  <a:cubicBezTo>
                    <a:pt x="201" y="1"/>
                    <a:pt x="0" y="51"/>
                    <a:pt x="0" y="135"/>
                  </a:cubicBezTo>
                  <a:cubicBezTo>
                    <a:pt x="0" y="218"/>
                    <a:pt x="184" y="285"/>
                    <a:pt x="435" y="285"/>
                  </a:cubicBezTo>
                  <a:cubicBezTo>
                    <a:pt x="686" y="285"/>
                    <a:pt x="870" y="218"/>
                    <a:pt x="870" y="135"/>
                  </a:cubicBezTo>
                  <a:cubicBezTo>
                    <a:pt x="870" y="51"/>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8"/>
            <p:cNvSpPr/>
            <p:nvPr/>
          </p:nvSpPr>
          <p:spPr>
            <a:xfrm>
              <a:off x="2201625" y="872500"/>
              <a:ext cx="22200" cy="7550"/>
            </a:xfrm>
            <a:custGeom>
              <a:avLst/>
              <a:gdLst/>
              <a:ahLst/>
              <a:cxnLst/>
              <a:rect l="l" t="t" r="r" b="b"/>
              <a:pathLst>
                <a:path w="888" h="302" extrusionOk="0">
                  <a:moveTo>
                    <a:pt x="452" y="1"/>
                  </a:moveTo>
                  <a:cubicBezTo>
                    <a:pt x="218" y="1"/>
                    <a:pt x="0" y="68"/>
                    <a:pt x="0" y="151"/>
                  </a:cubicBezTo>
                  <a:cubicBezTo>
                    <a:pt x="0" y="235"/>
                    <a:pt x="201" y="302"/>
                    <a:pt x="452" y="302"/>
                  </a:cubicBezTo>
                  <a:cubicBezTo>
                    <a:pt x="703" y="302"/>
                    <a:pt x="888" y="235"/>
                    <a:pt x="888" y="151"/>
                  </a:cubicBezTo>
                  <a:cubicBezTo>
                    <a:pt x="888" y="68"/>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8"/>
            <p:cNvSpPr/>
            <p:nvPr/>
          </p:nvSpPr>
          <p:spPr>
            <a:xfrm>
              <a:off x="2398300" y="887975"/>
              <a:ext cx="22200" cy="7200"/>
            </a:xfrm>
            <a:custGeom>
              <a:avLst/>
              <a:gdLst/>
              <a:ahLst/>
              <a:cxnLst/>
              <a:rect l="l" t="t" r="r" b="b"/>
              <a:pathLst>
                <a:path w="888" h="288" extrusionOk="0">
                  <a:moveTo>
                    <a:pt x="452" y="1"/>
                  </a:moveTo>
                  <a:cubicBezTo>
                    <a:pt x="218" y="1"/>
                    <a:pt x="0" y="51"/>
                    <a:pt x="0" y="135"/>
                  </a:cubicBezTo>
                  <a:cubicBezTo>
                    <a:pt x="0" y="219"/>
                    <a:pt x="201" y="286"/>
                    <a:pt x="452" y="286"/>
                  </a:cubicBezTo>
                  <a:cubicBezTo>
                    <a:pt x="471" y="287"/>
                    <a:pt x="490" y="288"/>
                    <a:pt x="509" y="288"/>
                  </a:cubicBezTo>
                  <a:cubicBezTo>
                    <a:pt x="706" y="288"/>
                    <a:pt x="888" y="211"/>
                    <a:pt x="888" y="135"/>
                  </a:cubicBezTo>
                  <a:cubicBezTo>
                    <a:pt x="888" y="51"/>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8"/>
            <p:cNvSpPr/>
            <p:nvPr/>
          </p:nvSpPr>
          <p:spPr>
            <a:xfrm>
              <a:off x="1667650" y="779600"/>
              <a:ext cx="22225" cy="7150"/>
            </a:xfrm>
            <a:custGeom>
              <a:avLst/>
              <a:gdLst/>
              <a:ahLst/>
              <a:cxnLst/>
              <a:rect l="l" t="t" r="r" b="b"/>
              <a:pathLst>
                <a:path w="889" h="286" extrusionOk="0">
                  <a:moveTo>
                    <a:pt x="436" y="1"/>
                  </a:moveTo>
                  <a:cubicBezTo>
                    <a:pt x="219" y="1"/>
                    <a:pt x="1" y="68"/>
                    <a:pt x="1" y="151"/>
                  </a:cubicBezTo>
                  <a:cubicBezTo>
                    <a:pt x="1" y="235"/>
                    <a:pt x="185" y="285"/>
                    <a:pt x="436" y="285"/>
                  </a:cubicBezTo>
                  <a:cubicBezTo>
                    <a:pt x="687" y="285"/>
                    <a:pt x="888" y="235"/>
                    <a:pt x="888" y="151"/>
                  </a:cubicBezTo>
                  <a:cubicBezTo>
                    <a:pt x="888"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8"/>
            <p:cNvSpPr/>
            <p:nvPr/>
          </p:nvSpPr>
          <p:spPr>
            <a:xfrm>
              <a:off x="1912475" y="949500"/>
              <a:ext cx="21775" cy="7200"/>
            </a:xfrm>
            <a:custGeom>
              <a:avLst/>
              <a:gdLst/>
              <a:ahLst/>
              <a:cxnLst/>
              <a:rect l="l" t="t" r="r" b="b"/>
              <a:pathLst>
                <a:path w="871" h="288" extrusionOk="0">
                  <a:moveTo>
                    <a:pt x="435" y="1"/>
                  </a:moveTo>
                  <a:cubicBezTo>
                    <a:pt x="218" y="1"/>
                    <a:pt x="0" y="68"/>
                    <a:pt x="0" y="151"/>
                  </a:cubicBezTo>
                  <a:cubicBezTo>
                    <a:pt x="0" y="235"/>
                    <a:pt x="184" y="285"/>
                    <a:pt x="435" y="285"/>
                  </a:cubicBezTo>
                  <a:cubicBezTo>
                    <a:pt x="460" y="287"/>
                    <a:pt x="484" y="288"/>
                    <a:pt x="507" y="288"/>
                  </a:cubicBezTo>
                  <a:cubicBezTo>
                    <a:pt x="709" y="288"/>
                    <a:pt x="870" y="226"/>
                    <a:pt x="870" y="151"/>
                  </a:cubicBezTo>
                  <a:cubicBezTo>
                    <a:pt x="870" y="68"/>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22" name="Google Shape;3322;p8"/>
          <p:cNvSpPr txBox="1">
            <a:spLocks noGrp="1"/>
          </p:cNvSpPr>
          <p:nvPr>
            <p:ph type="title"/>
          </p:nvPr>
        </p:nvSpPr>
        <p:spPr>
          <a:xfrm>
            <a:off x="1863450" y="1415100"/>
            <a:ext cx="5417100" cy="23133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SzPts val="6000"/>
              <a:buNone/>
              <a:defRPr sz="7000">
                <a:solidFill>
                  <a:schemeClr val="accent4"/>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27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2">
    <p:spTree>
      <p:nvGrpSpPr>
        <p:cNvPr id="1" name="Shape 5274"/>
        <p:cNvGrpSpPr/>
        <p:nvPr/>
      </p:nvGrpSpPr>
      <p:grpSpPr>
        <a:xfrm>
          <a:off x="0" y="0"/>
          <a:ext cx="0" cy="0"/>
          <a:chOff x="0" y="0"/>
          <a:chExt cx="0" cy="0"/>
        </a:xfrm>
      </p:grpSpPr>
      <p:grpSp>
        <p:nvGrpSpPr>
          <p:cNvPr id="5275" name="Google Shape;5275;p13"/>
          <p:cNvGrpSpPr/>
          <p:nvPr/>
        </p:nvGrpSpPr>
        <p:grpSpPr>
          <a:xfrm rot="-531176">
            <a:off x="3739999" y="-498576"/>
            <a:ext cx="2261708" cy="949898"/>
            <a:chOff x="1411350" y="554900"/>
            <a:chExt cx="1298300" cy="545275"/>
          </a:xfrm>
        </p:grpSpPr>
        <p:sp>
          <p:nvSpPr>
            <p:cNvPr id="5276" name="Google Shape;5276;p13"/>
            <p:cNvSpPr/>
            <p:nvPr/>
          </p:nvSpPr>
          <p:spPr>
            <a:xfrm>
              <a:off x="1411350" y="555300"/>
              <a:ext cx="1298300" cy="544875"/>
            </a:xfrm>
            <a:custGeom>
              <a:avLst/>
              <a:gdLst/>
              <a:ahLst/>
              <a:cxnLst/>
              <a:rect l="l" t="t" r="r" b="b"/>
              <a:pathLst>
                <a:path w="51932" h="21795" extrusionOk="0">
                  <a:moveTo>
                    <a:pt x="21160" y="685"/>
                  </a:moveTo>
                  <a:cubicBezTo>
                    <a:pt x="11439" y="685"/>
                    <a:pt x="0" y="6642"/>
                    <a:pt x="695" y="11818"/>
                  </a:cubicBezTo>
                  <a:cubicBezTo>
                    <a:pt x="1515" y="17928"/>
                    <a:pt x="11441" y="21794"/>
                    <a:pt x="26305" y="21794"/>
                  </a:cubicBezTo>
                  <a:cubicBezTo>
                    <a:pt x="39612" y="21794"/>
                    <a:pt x="51932" y="12588"/>
                    <a:pt x="47664" y="6295"/>
                  </a:cubicBezTo>
                  <a:cubicBezTo>
                    <a:pt x="43395" y="1"/>
                    <a:pt x="37219" y="4353"/>
                    <a:pt x="26171" y="1306"/>
                  </a:cubicBezTo>
                  <a:cubicBezTo>
                    <a:pt x="24611" y="879"/>
                    <a:pt x="22914" y="685"/>
                    <a:pt x="21160" y="68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7" name="Google Shape;5277;p13"/>
            <p:cNvSpPr/>
            <p:nvPr/>
          </p:nvSpPr>
          <p:spPr>
            <a:xfrm>
              <a:off x="1451675" y="627700"/>
              <a:ext cx="1206100" cy="430725"/>
            </a:xfrm>
            <a:custGeom>
              <a:avLst/>
              <a:gdLst/>
              <a:ahLst/>
              <a:cxnLst/>
              <a:rect l="l" t="t" r="r" b="b"/>
              <a:pathLst>
                <a:path w="48244" h="17229" extrusionOk="0">
                  <a:moveTo>
                    <a:pt x="20236" y="218"/>
                  </a:moveTo>
                  <a:cubicBezTo>
                    <a:pt x="10022" y="218"/>
                    <a:pt x="0" y="3725"/>
                    <a:pt x="773" y="8604"/>
                  </a:cubicBezTo>
                  <a:cubicBezTo>
                    <a:pt x="1610" y="13906"/>
                    <a:pt x="10561" y="17228"/>
                    <a:pt x="23915" y="17228"/>
                  </a:cubicBezTo>
                  <a:cubicBezTo>
                    <a:pt x="24178" y="17228"/>
                    <a:pt x="24443" y="17227"/>
                    <a:pt x="24709" y="17225"/>
                  </a:cubicBezTo>
                  <a:cubicBezTo>
                    <a:pt x="37062" y="17124"/>
                    <a:pt x="48243" y="8939"/>
                    <a:pt x="44293" y="3332"/>
                  </a:cubicBezTo>
                  <a:cubicBezTo>
                    <a:pt x="41950" y="1"/>
                    <a:pt x="34032" y="1122"/>
                    <a:pt x="23437" y="335"/>
                  </a:cubicBezTo>
                  <a:cubicBezTo>
                    <a:pt x="22376" y="256"/>
                    <a:pt x="21305" y="218"/>
                    <a:pt x="20236" y="21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8" name="Google Shape;5278;p13"/>
            <p:cNvSpPr/>
            <p:nvPr/>
          </p:nvSpPr>
          <p:spPr>
            <a:xfrm>
              <a:off x="1421225" y="554900"/>
              <a:ext cx="1204325" cy="288750"/>
            </a:xfrm>
            <a:custGeom>
              <a:avLst/>
              <a:gdLst/>
              <a:ahLst/>
              <a:cxnLst/>
              <a:rect l="l" t="t" r="r" b="b"/>
              <a:pathLst>
                <a:path w="48173" h="11550" extrusionOk="0">
                  <a:moveTo>
                    <a:pt x="20753" y="698"/>
                  </a:moveTo>
                  <a:cubicBezTo>
                    <a:pt x="11203" y="698"/>
                    <a:pt x="1" y="6446"/>
                    <a:pt x="284" y="11550"/>
                  </a:cubicBezTo>
                  <a:cubicBezTo>
                    <a:pt x="523" y="6533"/>
                    <a:pt x="11450" y="1054"/>
                    <a:pt x="20773" y="1054"/>
                  </a:cubicBezTo>
                  <a:cubicBezTo>
                    <a:pt x="22525" y="1054"/>
                    <a:pt x="24220" y="1248"/>
                    <a:pt x="25776" y="1674"/>
                  </a:cubicBezTo>
                  <a:cubicBezTo>
                    <a:pt x="36824" y="4720"/>
                    <a:pt x="43000" y="368"/>
                    <a:pt x="47269" y="6662"/>
                  </a:cubicBezTo>
                  <a:cubicBezTo>
                    <a:pt x="47821" y="7482"/>
                    <a:pt x="48089" y="8336"/>
                    <a:pt x="48122" y="9223"/>
                  </a:cubicBezTo>
                  <a:cubicBezTo>
                    <a:pt x="48173" y="8219"/>
                    <a:pt x="47905" y="7231"/>
                    <a:pt x="47269" y="6311"/>
                  </a:cubicBezTo>
                  <a:cubicBezTo>
                    <a:pt x="43000" y="0"/>
                    <a:pt x="36857" y="4352"/>
                    <a:pt x="25776" y="1322"/>
                  </a:cubicBezTo>
                  <a:cubicBezTo>
                    <a:pt x="24213" y="893"/>
                    <a:pt x="22511" y="698"/>
                    <a:pt x="20753" y="69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9" name="Google Shape;5279;p13"/>
            <p:cNvSpPr/>
            <p:nvPr/>
          </p:nvSpPr>
          <p:spPr>
            <a:xfrm>
              <a:off x="1429550" y="748225"/>
              <a:ext cx="1234450" cy="351525"/>
            </a:xfrm>
            <a:custGeom>
              <a:avLst/>
              <a:gdLst/>
              <a:ahLst/>
              <a:cxnLst/>
              <a:rect l="l" t="t" r="r" b="b"/>
              <a:pathLst>
                <a:path w="49378" h="14061" extrusionOk="0">
                  <a:moveTo>
                    <a:pt x="47605" y="0"/>
                  </a:moveTo>
                  <a:lnTo>
                    <a:pt x="47605" y="0"/>
                  </a:lnTo>
                  <a:cubicBezTo>
                    <a:pt x="48576" y="6093"/>
                    <a:pt x="37411" y="13508"/>
                    <a:pt x="25460" y="13508"/>
                  </a:cubicBezTo>
                  <a:cubicBezTo>
                    <a:pt x="11266" y="13508"/>
                    <a:pt x="1557" y="9960"/>
                    <a:pt x="1" y="4302"/>
                  </a:cubicBezTo>
                  <a:lnTo>
                    <a:pt x="1" y="4302"/>
                  </a:lnTo>
                  <a:cubicBezTo>
                    <a:pt x="1055" y="10278"/>
                    <a:pt x="10898" y="14061"/>
                    <a:pt x="25577" y="14061"/>
                  </a:cubicBezTo>
                  <a:cubicBezTo>
                    <a:pt x="25590" y="14061"/>
                    <a:pt x="25603" y="14061"/>
                    <a:pt x="25616" y="14061"/>
                  </a:cubicBezTo>
                  <a:cubicBezTo>
                    <a:pt x="37921" y="14061"/>
                    <a:pt x="49378" y="6170"/>
                    <a:pt x="476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0" name="Google Shape;5280;p13"/>
            <p:cNvSpPr/>
            <p:nvPr/>
          </p:nvSpPr>
          <p:spPr>
            <a:xfrm>
              <a:off x="1450650" y="624525"/>
              <a:ext cx="1121325" cy="423400"/>
            </a:xfrm>
            <a:custGeom>
              <a:avLst/>
              <a:gdLst/>
              <a:ahLst/>
              <a:cxnLst/>
              <a:rect l="l" t="t" r="r" b="b"/>
              <a:pathLst>
                <a:path w="44853" h="16936" extrusionOk="0">
                  <a:moveTo>
                    <a:pt x="17938" y="1"/>
                  </a:moveTo>
                  <a:cubicBezTo>
                    <a:pt x="10036" y="1"/>
                    <a:pt x="5951" y="1695"/>
                    <a:pt x="2990" y="6472"/>
                  </a:cubicBezTo>
                  <a:cubicBezTo>
                    <a:pt x="1" y="11312"/>
                    <a:pt x="11439" y="16936"/>
                    <a:pt x="22282" y="16936"/>
                  </a:cubicBezTo>
                  <a:cubicBezTo>
                    <a:pt x="23401" y="16936"/>
                    <a:pt x="24514" y="16876"/>
                    <a:pt x="25604" y="16749"/>
                  </a:cubicBezTo>
                  <a:cubicBezTo>
                    <a:pt x="38643" y="15243"/>
                    <a:pt x="44234" y="10840"/>
                    <a:pt x="44552" y="5986"/>
                  </a:cubicBezTo>
                  <a:cubicBezTo>
                    <a:pt x="44853" y="1132"/>
                    <a:pt x="30458" y="462"/>
                    <a:pt x="21084" y="77"/>
                  </a:cubicBezTo>
                  <a:cubicBezTo>
                    <a:pt x="19973" y="27"/>
                    <a:pt x="18926" y="1"/>
                    <a:pt x="179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1" name="Google Shape;5281;p13"/>
            <p:cNvSpPr/>
            <p:nvPr/>
          </p:nvSpPr>
          <p:spPr>
            <a:xfrm>
              <a:off x="1462975" y="628300"/>
              <a:ext cx="1104000" cy="405800"/>
            </a:xfrm>
            <a:custGeom>
              <a:avLst/>
              <a:gdLst/>
              <a:ahLst/>
              <a:cxnLst/>
              <a:rect l="l" t="t" r="r" b="b"/>
              <a:pathLst>
                <a:path w="44160" h="16232" extrusionOk="0">
                  <a:moveTo>
                    <a:pt x="17957" y="1"/>
                  </a:moveTo>
                  <a:cubicBezTo>
                    <a:pt x="10003" y="1"/>
                    <a:pt x="5931" y="1618"/>
                    <a:pt x="2982" y="6237"/>
                  </a:cubicBezTo>
                  <a:cubicBezTo>
                    <a:pt x="0" y="10899"/>
                    <a:pt x="11200" y="16232"/>
                    <a:pt x="21849" y="16232"/>
                  </a:cubicBezTo>
                  <a:cubicBezTo>
                    <a:pt x="22976" y="16232"/>
                    <a:pt x="24097" y="16172"/>
                    <a:pt x="25194" y="16046"/>
                  </a:cubicBezTo>
                  <a:cubicBezTo>
                    <a:pt x="38033" y="14573"/>
                    <a:pt x="43523" y="10355"/>
                    <a:pt x="43841" y="5701"/>
                  </a:cubicBezTo>
                  <a:cubicBezTo>
                    <a:pt x="44159" y="1048"/>
                    <a:pt x="29998" y="445"/>
                    <a:pt x="20792" y="60"/>
                  </a:cubicBezTo>
                  <a:cubicBezTo>
                    <a:pt x="19795" y="21"/>
                    <a:pt x="18852" y="1"/>
                    <a:pt x="179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2" name="Google Shape;5282;p13"/>
            <p:cNvSpPr/>
            <p:nvPr/>
          </p:nvSpPr>
          <p:spPr>
            <a:xfrm>
              <a:off x="1473400" y="636425"/>
              <a:ext cx="1075575" cy="406650"/>
            </a:xfrm>
            <a:custGeom>
              <a:avLst/>
              <a:gdLst/>
              <a:ahLst/>
              <a:cxnLst/>
              <a:rect l="l" t="t" r="r" b="b"/>
              <a:pathLst>
                <a:path w="43023" h="16266" extrusionOk="0">
                  <a:moveTo>
                    <a:pt x="17301" y="1"/>
                  </a:moveTo>
                  <a:cubicBezTo>
                    <a:pt x="9665" y="1"/>
                    <a:pt x="5750" y="1617"/>
                    <a:pt x="2900" y="6213"/>
                  </a:cubicBezTo>
                  <a:cubicBezTo>
                    <a:pt x="0" y="10874"/>
                    <a:pt x="10982" y="16265"/>
                    <a:pt x="21405" y="16265"/>
                  </a:cubicBezTo>
                  <a:cubicBezTo>
                    <a:pt x="22473" y="16265"/>
                    <a:pt x="23536" y="16209"/>
                    <a:pt x="24576" y="16089"/>
                  </a:cubicBezTo>
                  <a:cubicBezTo>
                    <a:pt x="37063" y="14633"/>
                    <a:pt x="42420" y="10431"/>
                    <a:pt x="42738" y="5761"/>
                  </a:cubicBezTo>
                  <a:cubicBezTo>
                    <a:pt x="43022" y="1125"/>
                    <a:pt x="29247" y="472"/>
                    <a:pt x="20258" y="70"/>
                  </a:cubicBezTo>
                  <a:cubicBezTo>
                    <a:pt x="19214" y="25"/>
                    <a:pt x="18230" y="1"/>
                    <a:pt x="17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3" name="Google Shape;5283;p13"/>
            <p:cNvSpPr/>
            <p:nvPr/>
          </p:nvSpPr>
          <p:spPr>
            <a:xfrm>
              <a:off x="1904500" y="714125"/>
              <a:ext cx="508725" cy="158650"/>
            </a:xfrm>
            <a:custGeom>
              <a:avLst/>
              <a:gdLst/>
              <a:ahLst/>
              <a:cxnLst/>
              <a:rect l="l" t="t" r="r" b="b"/>
              <a:pathLst>
                <a:path w="20349" h="6346" extrusionOk="0">
                  <a:moveTo>
                    <a:pt x="2195" y="1"/>
                  </a:moveTo>
                  <a:cubicBezTo>
                    <a:pt x="1938" y="1"/>
                    <a:pt x="1660" y="100"/>
                    <a:pt x="1323" y="360"/>
                  </a:cubicBezTo>
                  <a:cubicBezTo>
                    <a:pt x="1" y="1381"/>
                    <a:pt x="2060" y="1348"/>
                    <a:pt x="4939" y="1465"/>
                  </a:cubicBezTo>
                  <a:cubicBezTo>
                    <a:pt x="9408" y="1649"/>
                    <a:pt x="6696" y="5900"/>
                    <a:pt x="11300" y="6302"/>
                  </a:cubicBezTo>
                  <a:cubicBezTo>
                    <a:pt x="11621" y="6331"/>
                    <a:pt x="11942" y="6345"/>
                    <a:pt x="12261" y="6345"/>
                  </a:cubicBezTo>
                  <a:cubicBezTo>
                    <a:pt x="16517" y="6345"/>
                    <a:pt x="20349" y="3876"/>
                    <a:pt x="17141" y="2318"/>
                  </a:cubicBezTo>
                  <a:cubicBezTo>
                    <a:pt x="13693" y="645"/>
                    <a:pt x="6596" y="1214"/>
                    <a:pt x="4822" y="1013"/>
                  </a:cubicBezTo>
                  <a:cubicBezTo>
                    <a:pt x="3512" y="851"/>
                    <a:pt x="2946" y="1"/>
                    <a:pt x="21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4" name="Google Shape;5284;p13"/>
            <p:cNvSpPr/>
            <p:nvPr/>
          </p:nvSpPr>
          <p:spPr>
            <a:xfrm>
              <a:off x="1582800" y="653175"/>
              <a:ext cx="473325" cy="208975"/>
            </a:xfrm>
            <a:custGeom>
              <a:avLst/>
              <a:gdLst/>
              <a:ahLst/>
              <a:cxnLst/>
              <a:rect l="l" t="t" r="r" b="b"/>
              <a:pathLst>
                <a:path w="18933" h="8359" extrusionOk="0">
                  <a:moveTo>
                    <a:pt x="10267" y="0"/>
                  </a:moveTo>
                  <a:cubicBezTo>
                    <a:pt x="4054" y="0"/>
                    <a:pt x="1" y="4130"/>
                    <a:pt x="566" y="6765"/>
                  </a:cubicBezTo>
                  <a:cubicBezTo>
                    <a:pt x="812" y="7927"/>
                    <a:pt x="1246" y="8358"/>
                    <a:pt x="1632" y="8358"/>
                  </a:cubicBezTo>
                  <a:cubicBezTo>
                    <a:pt x="2192" y="8358"/>
                    <a:pt x="2653" y="7455"/>
                    <a:pt x="2307" y="6564"/>
                  </a:cubicBezTo>
                  <a:cubicBezTo>
                    <a:pt x="1201" y="3860"/>
                    <a:pt x="3990" y="1996"/>
                    <a:pt x="7269" y="1996"/>
                  </a:cubicBezTo>
                  <a:cubicBezTo>
                    <a:pt x="7663" y="1996"/>
                    <a:pt x="8064" y="2023"/>
                    <a:pt x="8467" y="2078"/>
                  </a:cubicBezTo>
                  <a:cubicBezTo>
                    <a:pt x="9081" y="2171"/>
                    <a:pt x="9834" y="2213"/>
                    <a:pt x="10620" y="2213"/>
                  </a:cubicBezTo>
                  <a:cubicBezTo>
                    <a:pt x="14392" y="2213"/>
                    <a:pt x="18933" y="1242"/>
                    <a:pt x="12685" y="204"/>
                  </a:cubicBezTo>
                  <a:cubicBezTo>
                    <a:pt x="11849" y="64"/>
                    <a:pt x="11041" y="0"/>
                    <a:pt x="1026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5" name="Google Shape;5285;p13"/>
            <p:cNvSpPr/>
            <p:nvPr/>
          </p:nvSpPr>
          <p:spPr>
            <a:xfrm>
              <a:off x="1634175" y="667600"/>
              <a:ext cx="907275" cy="341575"/>
            </a:xfrm>
            <a:custGeom>
              <a:avLst/>
              <a:gdLst/>
              <a:ahLst/>
              <a:cxnLst/>
              <a:rect l="l" t="t" r="r" b="b"/>
              <a:pathLst>
                <a:path w="36291" h="13663" extrusionOk="0">
                  <a:moveTo>
                    <a:pt x="19173" y="0"/>
                  </a:moveTo>
                  <a:cubicBezTo>
                    <a:pt x="17448" y="0"/>
                    <a:pt x="16147" y="196"/>
                    <a:pt x="15651" y="698"/>
                  </a:cubicBezTo>
                  <a:cubicBezTo>
                    <a:pt x="15024" y="1325"/>
                    <a:pt x="16741" y="1386"/>
                    <a:pt x="19202" y="1386"/>
                  </a:cubicBezTo>
                  <a:cubicBezTo>
                    <a:pt x="19801" y="1386"/>
                    <a:pt x="20443" y="1383"/>
                    <a:pt x="21107" y="1383"/>
                  </a:cubicBezTo>
                  <a:cubicBezTo>
                    <a:pt x="23905" y="1383"/>
                    <a:pt x="27076" y="1447"/>
                    <a:pt x="28892" y="2121"/>
                  </a:cubicBezTo>
                  <a:cubicBezTo>
                    <a:pt x="32892" y="3594"/>
                    <a:pt x="32641" y="11544"/>
                    <a:pt x="23100" y="12331"/>
                  </a:cubicBezTo>
                  <a:cubicBezTo>
                    <a:pt x="22050" y="12416"/>
                    <a:pt x="21014" y="12455"/>
                    <a:pt x="20003" y="12455"/>
                  </a:cubicBezTo>
                  <a:cubicBezTo>
                    <a:pt x="11829" y="12455"/>
                    <a:pt x="5342" y="9895"/>
                    <a:pt x="7115" y="8197"/>
                  </a:cubicBezTo>
                  <a:cubicBezTo>
                    <a:pt x="7806" y="7534"/>
                    <a:pt x="8580" y="7336"/>
                    <a:pt x="9426" y="7336"/>
                  </a:cubicBezTo>
                  <a:cubicBezTo>
                    <a:pt x="10691" y="7336"/>
                    <a:pt x="12117" y="7781"/>
                    <a:pt x="13666" y="7781"/>
                  </a:cubicBezTo>
                  <a:cubicBezTo>
                    <a:pt x="14063" y="7781"/>
                    <a:pt x="14468" y="7751"/>
                    <a:pt x="14881" y="7678"/>
                  </a:cubicBezTo>
                  <a:cubicBezTo>
                    <a:pt x="17439" y="7230"/>
                    <a:pt x="13747" y="4324"/>
                    <a:pt x="9007" y="4324"/>
                  </a:cubicBezTo>
                  <a:cubicBezTo>
                    <a:pt x="8256" y="4324"/>
                    <a:pt x="7479" y="4397"/>
                    <a:pt x="6696" y="4564"/>
                  </a:cubicBezTo>
                  <a:cubicBezTo>
                    <a:pt x="1" y="6004"/>
                    <a:pt x="3282" y="10105"/>
                    <a:pt x="6428" y="11578"/>
                  </a:cubicBezTo>
                  <a:cubicBezTo>
                    <a:pt x="9625" y="13081"/>
                    <a:pt x="13323" y="13662"/>
                    <a:pt x="16915" y="13662"/>
                  </a:cubicBezTo>
                  <a:cubicBezTo>
                    <a:pt x="23799" y="13662"/>
                    <a:pt x="30290" y="11529"/>
                    <a:pt x="32105" y="9670"/>
                  </a:cubicBezTo>
                  <a:cubicBezTo>
                    <a:pt x="34851" y="6841"/>
                    <a:pt x="36290" y="2288"/>
                    <a:pt x="30616" y="1300"/>
                  </a:cubicBezTo>
                  <a:cubicBezTo>
                    <a:pt x="26942" y="661"/>
                    <a:pt x="22341" y="0"/>
                    <a:pt x="1917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13"/>
            <p:cNvSpPr/>
            <p:nvPr/>
          </p:nvSpPr>
          <p:spPr>
            <a:xfrm>
              <a:off x="2119175" y="674975"/>
              <a:ext cx="163225" cy="58225"/>
            </a:xfrm>
            <a:custGeom>
              <a:avLst/>
              <a:gdLst/>
              <a:ahLst/>
              <a:cxnLst/>
              <a:rect l="l" t="t" r="r" b="b"/>
              <a:pathLst>
                <a:path w="6529" h="2329" extrusionOk="0">
                  <a:moveTo>
                    <a:pt x="3352" y="1"/>
                  </a:moveTo>
                  <a:cubicBezTo>
                    <a:pt x="3323" y="1"/>
                    <a:pt x="3294" y="1"/>
                    <a:pt x="3265" y="1"/>
                  </a:cubicBezTo>
                  <a:cubicBezTo>
                    <a:pt x="1457" y="18"/>
                    <a:pt x="1" y="570"/>
                    <a:pt x="1" y="1189"/>
                  </a:cubicBezTo>
                  <a:cubicBezTo>
                    <a:pt x="1" y="1832"/>
                    <a:pt x="1410" y="2328"/>
                    <a:pt x="3177" y="2328"/>
                  </a:cubicBezTo>
                  <a:cubicBezTo>
                    <a:pt x="3206" y="2328"/>
                    <a:pt x="3236" y="2328"/>
                    <a:pt x="3265" y="2328"/>
                  </a:cubicBezTo>
                  <a:cubicBezTo>
                    <a:pt x="5056" y="2328"/>
                    <a:pt x="6529" y="1775"/>
                    <a:pt x="6529" y="1123"/>
                  </a:cubicBezTo>
                  <a:cubicBezTo>
                    <a:pt x="6529" y="497"/>
                    <a:pt x="5103" y="1"/>
                    <a:pt x="335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7" name="Google Shape;5287;p13"/>
            <p:cNvSpPr/>
            <p:nvPr/>
          </p:nvSpPr>
          <p:spPr>
            <a:xfrm>
              <a:off x="2124200" y="685925"/>
              <a:ext cx="161150" cy="42225"/>
            </a:xfrm>
            <a:custGeom>
              <a:avLst/>
              <a:gdLst/>
              <a:ahLst/>
              <a:cxnLst/>
              <a:rect l="l" t="t" r="r" b="b"/>
              <a:pathLst>
                <a:path w="6446" h="1689" extrusionOk="0">
                  <a:moveTo>
                    <a:pt x="1428" y="0"/>
                  </a:moveTo>
                  <a:cubicBezTo>
                    <a:pt x="630" y="0"/>
                    <a:pt x="1" y="342"/>
                    <a:pt x="1" y="685"/>
                  </a:cubicBezTo>
                  <a:cubicBezTo>
                    <a:pt x="1" y="1254"/>
                    <a:pt x="1306" y="1689"/>
                    <a:pt x="2913" y="1689"/>
                  </a:cubicBezTo>
                  <a:cubicBezTo>
                    <a:pt x="4520" y="1655"/>
                    <a:pt x="6445" y="1070"/>
                    <a:pt x="5893" y="1003"/>
                  </a:cubicBezTo>
                  <a:cubicBezTo>
                    <a:pt x="5769" y="991"/>
                    <a:pt x="5635" y="988"/>
                    <a:pt x="5491" y="988"/>
                  </a:cubicBezTo>
                  <a:cubicBezTo>
                    <a:pt x="5372" y="988"/>
                    <a:pt x="5246" y="990"/>
                    <a:pt x="5115" y="990"/>
                  </a:cubicBezTo>
                  <a:cubicBezTo>
                    <a:pt x="4486" y="990"/>
                    <a:pt x="3737" y="949"/>
                    <a:pt x="2980" y="467"/>
                  </a:cubicBezTo>
                  <a:cubicBezTo>
                    <a:pt x="2471" y="129"/>
                    <a:pt x="1917" y="0"/>
                    <a:pt x="1428"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8" name="Google Shape;5288;p13"/>
            <p:cNvSpPr/>
            <p:nvPr/>
          </p:nvSpPr>
          <p:spPr>
            <a:xfrm>
              <a:off x="2210825" y="681675"/>
              <a:ext cx="31400" cy="11750"/>
            </a:xfrm>
            <a:custGeom>
              <a:avLst/>
              <a:gdLst/>
              <a:ahLst/>
              <a:cxnLst/>
              <a:rect l="l" t="t" r="r" b="b"/>
              <a:pathLst>
                <a:path w="1256" h="470" extrusionOk="0">
                  <a:moveTo>
                    <a:pt x="620" y="1"/>
                  </a:moveTo>
                  <a:cubicBezTo>
                    <a:pt x="268" y="1"/>
                    <a:pt x="1" y="101"/>
                    <a:pt x="1" y="235"/>
                  </a:cubicBezTo>
                  <a:cubicBezTo>
                    <a:pt x="1" y="352"/>
                    <a:pt x="268" y="470"/>
                    <a:pt x="620" y="470"/>
                  </a:cubicBezTo>
                  <a:cubicBezTo>
                    <a:pt x="955" y="470"/>
                    <a:pt x="1256" y="352"/>
                    <a:pt x="1256" y="235"/>
                  </a:cubicBezTo>
                  <a:cubicBezTo>
                    <a:pt x="1256" y="101"/>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9" name="Google Shape;5289;p13"/>
            <p:cNvSpPr/>
            <p:nvPr/>
          </p:nvSpPr>
          <p:spPr>
            <a:xfrm>
              <a:off x="2195350" y="706800"/>
              <a:ext cx="31400" cy="11725"/>
            </a:xfrm>
            <a:custGeom>
              <a:avLst/>
              <a:gdLst/>
              <a:ahLst/>
              <a:cxnLst/>
              <a:rect l="l" t="t" r="r" b="b"/>
              <a:pathLst>
                <a:path w="1256" h="469" extrusionOk="0">
                  <a:moveTo>
                    <a:pt x="636" y="0"/>
                  </a:moveTo>
                  <a:cubicBezTo>
                    <a:pt x="285" y="0"/>
                    <a:pt x="0" y="101"/>
                    <a:pt x="0" y="235"/>
                  </a:cubicBezTo>
                  <a:cubicBezTo>
                    <a:pt x="0" y="352"/>
                    <a:pt x="285" y="469"/>
                    <a:pt x="636" y="469"/>
                  </a:cubicBezTo>
                  <a:cubicBezTo>
                    <a:pt x="988" y="469"/>
                    <a:pt x="1256" y="352"/>
                    <a:pt x="1256" y="235"/>
                  </a:cubicBezTo>
                  <a:cubicBezTo>
                    <a:pt x="1256" y="101"/>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0" name="Google Shape;5290;p13"/>
            <p:cNvSpPr/>
            <p:nvPr/>
          </p:nvSpPr>
          <p:spPr>
            <a:xfrm>
              <a:off x="1992400" y="935275"/>
              <a:ext cx="185400" cy="58600"/>
            </a:xfrm>
            <a:custGeom>
              <a:avLst/>
              <a:gdLst/>
              <a:ahLst/>
              <a:cxnLst/>
              <a:rect l="l" t="t" r="r" b="b"/>
              <a:pathLst>
                <a:path w="7416" h="2344" extrusionOk="0">
                  <a:moveTo>
                    <a:pt x="3716" y="0"/>
                  </a:moveTo>
                  <a:cubicBezTo>
                    <a:pt x="1657" y="0"/>
                    <a:pt x="0" y="536"/>
                    <a:pt x="0" y="1172"/>
                  </a:cubicBezTo>
                  <a:cubicBezTo>
                    <a:pt x="0" y="1825"/>
                    <a:pt x="1657" y="2344"/>
                    <a:pt x="3716" y="2344"/>
                  </a:cubicBezTo>
                  <a:cubicBezTo>
                    <a:pt x="5758" y="2344"/>
                    <a:pt x="7415" y="1825"/>
                    <a:pt x="7415" y="1172"/>
                  </a:cubicBezTo>
                  <a:cubicBezTo>
                    <a:pt x="7415" y="536"/>
                    <a:pt x="5758" y="0"/>
                    <a:pt x="37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1" name="Google Shape;5291;p13"/>
            <p:cNvSpPr/>
            <p:nvPr/>
          </p:nvSpPr>
          <p:spPr>
            <a:xfrm>
              <a:off x="1946350" y="800100"/>
              <a:ext cx="185425" cy="58200"/>
            </a:xfrm>
            <a:custGeom>
              <a:avLst/>
              <a:gdLst/>
              <a:ahLst/>
              <a:cxnLst/>
              <a:rect l="l" t="t" r="r" b="b"/>
              <a:pathLst>
                <a:path w="7417" h="2328" extrusionOk="0">
                  <a:moveTo>
                    <a:pt x="3700" y="1"/>
                  </a:moveTo>
                  <a:cubicBezTo>
                    <a:pt x="1658" y="1"/>
                    <a:pt x="1" y="520"/>
                    <a:pt x="1" y="1173"/>
                  </a:cubicBezTo>
                  <a:cubicBezTo>
                    <a:pt x="1" y="1809"/>
                    <a:pt x="1658" y="2328"/>
                    <a:pt x="3700" y="2328"/>
                  </a:cubicBezTo>
                  <a:cubicBezTo>
                    <a:pt x="5759" y="2328"/>
                    <a:pt x="7416" y="1809"/>
                    <a:pt x="7416" y="1173"/>
                  </a:cubicBezTo>
                  <a:cubicBezTo>
                    <a:pt x="7416" y="520"/>
                    <a:pt x="5759" y="1"/>
                    <a:pt x="3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13"/>
            <p:cNvSpPr/>
            <p:nvPr/>
          </p:nvSpPr>
          <p:spPr>
            <a:xfrm>
              <a:off x="2266075" y="794650"/>
              <a:ext cx="166575" cy="64625"/>
            </a:xfrm>
            <a:custGeom>
              <a:avLst/>
              <a:gdLst/>
              <a:ahLst/>
              <a:cxnLst/>
              <a:rect l="l" t="t" r="r" b="b"/>
              <a:pathLst>
                <a:path w="6663" h="2585" extrusionOk="0">
                  <a:moveTo>
                    <a:pt x="3499" y="1"/>
                  </a:moveTo>
                  <a:cubicBezTo>
                    <a:pt x="1875" y="1"/>
                    <a:pt x="432" y="481"/>
                    <a:pt x="234" y="1140"/>
                  </a:cubicBezTo>
                  <a:cubicBezTo>
                    <a:pt x="0" y="1843"/>
                    <a:pt x="1255" y="2512"/>
                    <a:pt x="3113" y="2579"/>
                  </a:cubicBezTo>
                  <a:cubicBezTo>
                    <a:pt x="3212" y="2583"/>
                    <a:pt x="3311" y="2584"/>
                    <a:pt x="3408" y="2584"/>
                  </a:cubicBezTo>
                  <a:cubicBezTo>
                    <a:pt x="5169" y="2584"/>
                    <a:pt x="6613" y="2021"/>
                    <a:pt x="6629" y="1307"/>
                  </a:cubicBezTo>
                  <a:cubicBezTo>
                    <a:pt x="6662" y="587"/>
                    <a:pt x="5273" y="18"/>
                    <a:pt x="3582" y="1"/>
                  </a:cubicBezTo>
                  <a:cubicBezTo>
                    <a:pt x="3554" y="1"/>
                    <a:pt x="3527" y="1"/>
                    <a:pt x="3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3" name="Google Shape;5293;p13"/>
            <p:cNvSpPr/>
            <p:nvPr/>
          </p:nvSpPr>
          <p:spPr>
            <a:xfrm>
              <a:off x="2280700" y="737125"/>
              <a:ext cx="104650" cy="41075"/>
            </a:xfrm>
            <a:custGeom>
              <a:avLst/>
              <a:gdLst/>
              <a:ahLst/>
              <a:cxnLst/>
              <a:rect l="l" t="t" r="r" b="b"/>
              <a:pathLst>
                <a:path w="4186" h="1643" extrusionOk="0">
                  <a:moveTo>
                    <a:pt x="1900" y="0"/>
                  </a:moveTo>
                  <a:cubicBezTo>
                    <a:pt x="925" y="0"/>
                    <a:pt x="129" y="299"/>
                    <a:pt x="68" y="695"/>
                  </a:cubicBezTo>
                  <a:cubicBezTo>
                    <a:pt x="1" y="1147"/>
                    <a:pt x="855" y="1566"/>
                    <a:pt x="1993" y="1633"/>
                  </a:cubicBezTo>
                  <a:cubicBezTo>
                    <a:pt x="2098" y="1639"/>
                    <a:pt x="2201" y="1642"/>
                    <a:pt x="2303" y="1642"/>
                  </a:cubicBezTo>
                  <a:cubicBezTo>
                    <a:pt x="3288" y="1642"/>
                    <a:pt x="4088" y="1356"/>
                    <a:pt x="4119" y="946"/>
                  </a:cubicBezTo>
                  <a:cubicBezTo>
                    <a:pt x="4186" y="478"/>
                    <a:pt x="3332" y="59"/>
                    <a:pt x="2194" y="9"/>
                  </a:cubicBezTo>
                  <a:cubicBezTo>
                    <a:pt x="2095" y="3"/>
                    <a:pt x="1997" y="0"/>
                    <a:pt x="19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4" name="Google Shape;5294;p13"/>
            <p:cNvSpPr/>
            <p:nvPr/>
          </p:nvSpPr>
          <p:spPr>
            <a:xfrm>
              <a:off x="2193325" y="934275"/>
              <a:ext cx="68925" cy="31225"/>
            </a:xfrm>
            <a:custGeom>
              <a:avLst/>
              <a:gdLst/>
              <a:ahLst/>
              <a:cxnLst/>
              <a:rect l="l" t="t" r="r" b="b"/>
              <a:pathLst>
                <a:path w="2757" h="1249" extrusionOk="0">
                  <a:moveTo>
                    <a:pt x="1636" y="1"/>
                  </a:moveTo>
                  <a:cubicBezTo>
                    <a:pt x="1577" y="1"/>
                    <a:pt x="1516" y="3"/>
                    <a:pt x="1454" y="7"/>
                  </a:cubicBezTo>
                  <a:cubicBezTo>
                    <a:pt x="701" y="40"/>
                    <a:pt x="65" y="358"/>
                    <a:pt x="48" y="693"/>
                  </a:cubicBezTo>
                  <a:cubicBezTo>
                    <a:pt x="1" y="1008"/>
                    <a:pt x="515" y="1249"/>
                    <a:pt x="1189" y="1249"/>
                  </a:cubicBezTo>
                  <a:cubicBezTo>
                    <a:pt x="1232" y="1249"/>
                    <a:pt x="1276" y="1248"/>
                    <a:pt x="1320" y="1246"/>
                  </a:cubicBezTo>
                  <a:cubicBezTo>
                    <a:pt x="2056" y="1195"/>
                    <a:pt x="2676" y="911"/>
                    <a:pt x="2726" y="543"/>
                  </a:cubicBezTo>
                  <a:cubicBezTo>
                    <a:pt x="2757" y="237"/>
                    <a:pt x="2270"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5" name="Google Shape;5295;p13"/>
            <p:cNvSpPr/>
            <p:nvPr/>
          </p:nvSpPr>
          <p:spPr>
            <a:xfrm>
              <a:off x="2257325" y="908050"/>
              <a:ext cx="37625" cy="16925"/>
            </a:xfrm>
            <a:custGeom>
              <a:avLst/>
              <a:gdLst/>
              <a:ahLst/>
              <a:cxnLst/>
              <a:rect l="l" t="t" r="r" b="b"/>
              <a:pathLst>
                <a:path w="1505" h="677" extrusionOk="0">
                  <a:moveTo>
                    <a:pt x="853" y="0"/>
                  </a:moveTo>
                  <a:cubicBezTo>
                    <a:pt x="831" y="0"/>
                    <a:pt x="808" y="0"/>
                    <a:pt x="785" y="1"/>
                  </a:cubicBezTo>
                  <a:cubicBezTo>
                    <a:pt x="400" y="18"/>
                    <a:pt x="32" y="202"/>
                    <a:pt x="15" y="386"/>
                  </a:cubicBezTo>
                  <a:cubicBezTo>
                    <a:pt x="0" y="551"/>
                    <a:pt x="254" y="676"/>
                    <a:pt x="584" y="676"/>
                  </a:cubicBezTo>
                  <a:cubicBezTo>
                    <a:pt x="622" y="676"/>
                    <a:pt x="662" y="674"/>
                    <a:pt x="702" y="671"/>
                  </a:cubicBezTo>
                  <a:cubicBezTo>
                    <a:pt x="1120" y="654"/>
                    <a:pt x="1488" y="487"/>
                    <a:pt x="1488" y="303"/>
                  </a:cubicBezTo>
                  <a:cubicBezTo>
                    <a:pt x="1504" y="129"/>
                    <a:pt x="1222" y="0"/>
                    <a:pt x="8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6" name="Google Shape;5296;p13"/>
            <p:cNvSpPr/>
            <p:nvPr/>
          </p:nvSpPr>
          <p:spPr>
            <a:xfrm>
              <a:off x="2088675" y="875300"/>
              <a:ext cx="37600" cy="16925"/>
            </a:xfrm>
            <a:custGeom>
              <a:avLst/>
              <a:gdLst/>
              <a:ahLst/>
              <a:cxnLst/>
              <a:rect l="l" t="t" r="r" b="b"/>
              <a:pathLst>
                <a:path w="1504" h="677" extrusionOk="0">
                  <a:moveTo>
                    <a:pt x="924" y="1"/>
                  </a:moveTo>
                  <a:cubicBezTo>
                    <a:pt x="885" y="1"/>
                    <a:pt x="844" y="2"/>
                    <a:pt x="802" y="6"/>
                  </a:cubicBezTo>
                  <a:cubicBezTo>
                    <a:pt x="401" y="23"/>
                    <a:pt x="49" y="190"/>
                    <a:pt x="32" y="374"/>
                  </a:cubicBezTo>
                  <a:cubicBezTo>
                    <a:pt x="1" y="548"/>
                    <a:pt x="282" y="677"/>
                    <a:pt x="651" y="677"/>
                  </a:cubicBezTo>
                  <a:cubicBezTo>
                    <a:pt x="673" y="677"/>
                    <a:pt x="696" y="676"/>
                    <a:pt x="719" y="675"/>
                  </a:cubicBezTo>
                  <a:cubicBezTo>
                    <a:pt x="1137" y="642"/>
                    <a:pt x="1472" y="475"/>
                    <a:pt x="1489" y="290"/>
                  </a:cubicBezTo>
                  <a:cubicBezTo>
                    <a:pt x="1504" y="125"/>
                    <a:pt x="1263" y="1"/>
                    <a:pt x="9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7" name="Google Shape;5297;p13"/>
            <p:cNvSpPr/>
            <p:nvPr/>
          </p:nvSpPr>
          <p:spPr>
            <a:xfrm>
              <a:off x="2028375" y="714525"/>
              <a:ext cx="54000" cy="21300"/>
            </a:xfrm>
            <a:custGeom>
              <a:avLst/>
              <a:gdLst/>
              <a:ahLst/>
              <a:cxnLst/>
              <a:rect l="l" t="t" r="r" b="b"/>
              <a:pathLst>
                <a:path w="2160" h="852" extrusionOk="0">
                  <a:moveTo>
                    <a:pt x="932" y="0"/>
                  </a:moveTo>
                  <a:cubicBezTo>
                    <a:pt x="439" y="0"/>
                    <a:pt x="49" y="155"/>
                    <a:pt x="34" y="361"/>
                  </a:cubicBezTo>
                  <a:cubicBezTo>
                    <a:pt x="1" y="595"/>
                    <a:pt x="453" y="829"/>
                    <a:pt x="1038" y="846"/>
                  </a:cubicBezTo>
                  <a:cubicBezTo>
                    <a:pt x="1098" y="850"/>
                    <a:pt x="1156" y="851"/>
                    <a:pt x="1213" y="851"/>
                  </a:cubicBezTo>
                  <a:cubicBezTo>
                    <a:pt x="1718" y="851"/>
                    <a:pt x="2113" y="720"/>
                    <a:pt x="2143" y="495"/>
                  </a:cubicBezTo>
                  <a:cubicBezTo>
                    <a:pt x="2160" y="260"/>
                    <a:pt x="1725" y="26"/>
                    <a:pt x="1139" y="9"/>
                  </a:cubicBezTo>
                  <a:cubicBezTo>
                    <a:pt x="1068" y="3"/>
                    <a:pt x="999" y="0"/>
                    <a:pt x="9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8" name="Google Shape;5298;p13"/>
            <p:cNvSpPr/>
            <p:nvPr/>
          </p:nvSpPr>
          <p:spPr>
            <a:xfrm>
              <a:off x="1656775" y="734625"/>
              <a:ext cx="42725" cy="28200"/>
            </a:xfrm>
            <a:custGeom>
              <a:avLst/>
              <a:gdLst/>
              <a:ahLst/>
              <a:cxnLst/>
              <a:rect l="l" t="t" r="r" b="b"/>
              <a:pathLst>
                <a:path w="1709" h="1128" extrusionOk="0">
                  <a:moveTo>
                    <a:pt x="1155" y="0"/>
                  </a:moveTo>
                  <a:cubicBezTo>
                    <a:pt x="988" y="0"/>
                    <a:pt x="796" y="46"/>
                    <a:pt x="603" y="143"/>
                  </a:cubicBezTo>
                  <a:cubicBezTo>
                    <a:pt x="185" y="377"/>
                    <a:pt x="1" y="779"/>
                    <a:pt x="235" y="996"/>
                  </a:cubicBezTo>
                  <a:cubicBezTo>
                    <a:pt x="339" y="1086"/>
                    <a:pt x="479" y="1127"/>
                    <a:pt x="632" y="1127"/>
                  </a:cubicBezTo>
                  <a:cubicBezTo>
                    <a:pt x="850" y="1127"/>
                    <a:pt x="1093" y="1043"/>
                    <a:pt x="1290" y="896"/>
                  </a:cubicBezTo>
                  <a:cubicBezTo>
                    <a:pt x="1608" y="661"/>
                    <a:pt x="1708" y="360"/>
                    <a:pt x="1574" y="159"/>
                  </a:cubicBezTo>
                  <a:cubicBezTo>
                    <a:pt x="1487" y="55"/>
                    <a:pt x="1336"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9" name="Google Shape;5299;p13"/>
            <p:cNvSpPr/>
            <p:nvPr/>
          </p:nvSpPr>
          <p:spPr>
            <a:xfrm>
              <a:off x="1874375" y="871275"/>
              <a:ext cx="34350" cy="16750"/>
            </a:xfrm>
            <a:custGeom>
              <a:avLst/>
              <a:gdLst/>
              <a:ahLst/>
              <a:cxnLst/>
              <a:rect l="l" t="t" r="r" b="b"/>
              <a:pathLst>
                <a:path w="1374" h="670" extrusionOk="0">
                  <a:moveTo>
                    <a:pt x="715" y="1"/>
                  </a:moveTo>
                  <a:cubicBezTo>
                    <a:pt x="575" y="1"/>
                    <a:pt x="433" y="30"/>
                    <a:pt x="319" y="83"/>
                  </a:cubicBezTo>
                  <a:cubicBezTo>
                    <a:pt x="84" y="184"/>
                    <a:pt x="1" y="351"/>
                    <a:pt x="118" y="502"/>
                  </a:cubicBezTo>
                  <a:cubicBezTo>
                    <a:pt x="215" y="598"/>
                    <a:pt x="417" y="669"/>
                    <a:pt x="629" y="669"/>
                  </a:cubicBezTo>
                  <a:cubicBezTo>
                    <a:pt x="710" y="669"/>
                    <a:pt x="792" y="659"/>
                    <a:pt x="871" y="636"/>
                  </a:cubicBezTo>
                  <a:cubicBezTo>
                    <a:pt x="1239" y="552"/>
                    <a:pt x="1373" y="301"/>
                    <a:pt x="1156" y="133"/>
                  </a:cubicBezTo>
                  <a:cubicBezTo>
                    <a:pt x="1046" y="42"/>
                    <a:pt x="882" y="1"/>
                    <a:pt x="715" y="1"/>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0" name="Google Shape;5300;p13"/>
            <p:cNvSpPr/>
            <p:nvPr/>
          </p:nvSpPr>
          <p:spPr>
            <a:xfrm>
              <a:off x="1896975" y="793875"/>
              <a:ext cx="34350" cy="16725"/>
            </a:xfrm>
            <a:custGeom>
              <a:avLst/>
              <a:gdLst/>
              <a:ahLst/>
              <a:cxnLst/>
              <a:rect l="l" t="t" r="r" b="b"/>
              <a:pathLst>
                <a:path w="1374" h="669" extrusionOk="0">
                  <a:moveTo>
                    <a:pt x="704" y="0"/>
                  </a:moveTo>
                  <a:cubicBezTo>
                    <a:pt x="562" y="0"/>
                    <a:pt x="416" y="29"/>
                    <a:pt x="302" y="82"/>
                  </a:cubicBezTo>
                  <a:cubicBezTo>
                    <a:pt x="84" y="183"/>
                    <a:pt x="1" y="350"/>
                    <a:pt x="118" y="501"/>
                  </a:cubicBezTo>
                  <a:cubicBezTo>
                    <a:pt x="203" y="598"/>
                    <a:pt x="392" y="668"/>
                    <a:pt x="611" y="668"/>
                  </a:cubicBezTo>
                  <a:cubicBezTo>
                    <a:pt x="695" y="668"/>
                    <a:pt x="783" y="658"/>
                    <a:pt x="871" y="635"/>
                  </a:cubicBezTo>
                  <a:cubicBezTo>
                    <a:pt x="1223" y="551"/>
                    <a:pt x="1373" y="300"/>
                    <a:pt x="1139" y="133"/>
                  </a:cubicBezTo>
                  <a:cubicBezTo>
                    <a:pt x="1039" y="42"/>
                    <a:pt x="874" y="0"/>
                    <a:pt x="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1" name="Google Shape;5301;p13"/>
            <p:cNvSpPr/>
            <p:nvPr/>
          </p:nvSpPr>
          <p:spPr>
            <a:xfrm>
              <a:off x="2138850" y="700100"/>
              <a:ext cx="23050" cy="8400"/>
            </a:xfrm>
            <a:custGeom>
              <a:avLst/>
              <a:gdLst/>
              <a:ahLst/>
              <a:cxnLst/>
              <a:rect l="l" t="t" r="r" b="b"/>
              <a:pathLst>
                <a:path w="922" h="336" extrusionOk="0">
                  <a:moveTo>
                    <a:pt x="469" y="0"/>
                  </a:moveTo>
                  <a:cubicBezTo>
                    <a:pt x="218" y="0"/>
                    <a:pt x="1" y="84"/>
                    <a:pt x="1" y="168"/>
                  </a:cubicBezTo>
                  <a:cubicBezTo>
                    <a:pt x="1" y="251"/>
                    <a:pt x="218" y="335"/>
                    <a:pt x="469" y="335"/>
                  </a:cubicBezTo>
                  <a:cubicBezTo>
                    <a:pt x="720" y="335"/>
                    <a:pt x="921" y="251"/>
                    <a:pt x="921" y="168"/>
                  </a:cubicBezTo>
                  <a:cubicBezTo>
                    <a:pt x="921" y="84"/>
                    <a:pt x="720" y="0"/>
                    <a:pt x="4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2" name="Google Shape;5302;p13"/>
            <p:cNvSpPr/>
            <p:nvPr/>
          </p:nvSpPr>
          <p:spPr>
            <a:xfrm>
              <a:off x="1962850" y="803450"/>
              <a:ext cx="158875" cy="39750"/>
            </a:xfrm>
            <a:custGeom>
              <a:avLst/>
              <a:gdLst/>
              <a:ahLst/>
              <a:cxnLst/>
              <a:rect l="l" t="t" r="r" b="b"/>
              <a:pathLst>
                <a:path w="6355" h="1590" extrusionOk="0">
                  <a:moveTo>
                    <a:pt x="2889" y="1"/>
                  </a:moveTo>
                  <a:cubicBezTo>
                    <a:pt x="1316" y="1"/>
                    <a:pt x="10" y="419"/>
                    <a:pt x="10" y="955"/>
                  </a:cubicBezTo>
                  <a:cubicBezTo>
                    <a:pt x="0" y="1275"/>
                    <a:pt x="603" y="1590"/>
                    <a:pt x="1381" y="1590"/>
                  </a:cubicBezTo>
                  <a:cubicBezTo>
                    <a:pt x="1862" y="1590"/>
                    <a:pt x="2411" y="1469"/>
                    <a:pt x="2923" y="1156"/>
                  </a:cubicBezTo>
                  <a:cubicBezTo>
                    <a:pt x="3712" y="678"/>
                    <a:pt x="4475" y="652"/>
                    <a:pt x="5104" y="652"/>
                  </a:cubicBezTo>
                  <a:cubicBezTo>
                    <a:pt x="5179" y="652"/>
                    <a:pt x="5252" y="652"/>
                    <a:pt x="5324" y="652"/>
                  </a:cubicBezTo>
                  <a:cubicBezTo>
                    <a:pt x="5490" y="652"/>
                    <a:pt x="5645" y="650"/>
                    <a:pt x="5785" y="637"/>
                  </a:cubicBezTo>
                  <a:cubicBezTo>
                    <a:pt x="6354" y="587"/>
                    <a:pt x="4446" y="34"/>
                    <a:pt x="288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3" name="Google Shape;5303;p13"/>
            <p:cNvSpPr/>
            <p:nvPr/>
          </p:nvSpPr>
          <p:spPr>
            <a:xfrm>
              <a:off x="2025450" y="837775"/>
              <a:ext cx="31400" cy="10475"/>
            </a:xfrm>
            <a:custGeom>
              <a:avLst/>
              <a:gdLst/>
              <a:ahLst/>
              <a:cxnLst/>
              <a:rect l="l" t="t" r="r" b="b"/>
              <a:pathLst>
                <a:path w="1256" h="419" extrusionOk="0">
                  <a:moveTo>
                    <a:pt x="636" y="0"/>
                  </a:moveTo>
                  <a:cubicBezTo>
                    <a:pt x="268" y="0"/>
                    <a:pt x="0" y="84"/>
                    <a:pt x="0" y="201"/>
                  </a:cubicBezTo>
                  <a:cubicBezTo>
                    <a:pt x="0" y="318"/>
                    <a:pt x="268" y="419"/>
                    <a:pt x="636" y="419"/>
                  </a:cubicBezTo>
                  <a:cubicBezTo>
                    <a:pt x="988" y="419"/>
                    <a:pt x="1256" y="335"/>
                    <a:pt x="1256" y="201"/>
                  </a:cubicBezTo>
                  <a:cubicBezTo>
                    <a:pt x="1256" y="84"/>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4" name="Google Shape;5304;p13"/>
            <p:cNvSpPr/>
            <p:nvPr/>
          </p:nvSpPr>
          <p:spPr>
            <a:xfrm>
              <a:off x="2012475" y="813075"/>
              <a:ext cx="31400" cy="10500"/>
            </a:xfrm>
            <a:custGeom>
              <a:avLst/>
              <a:gdLst/>
              <a:ahLst/>
              <a:cxnLst/>
              <a:rect l="l" t="t" r="r" b="b"/>
              <a:pathLst>
                <a:path w="1256" h="420" extrusionOk="0">
                  <a:moveTo>
                    <a:pt x="620" y="1"/>
                  </a:moveTo>
                  <a:cubicBezTo>
                    <a:pt x="285" y="1"/>
                    <a:pt x="1" y="84"/>
                    <a:pt x="1" y="202"/>
                  </a:cubicBezTo>
                  <a:cubicBezTo>
                    <a:pt x="1" y="336"/>
                    <a:pt x="268" y="419"/>
                    <a:pt x="620" y="419"/>
                  </a:cubicBezTo>
                  <a:cubicBezTo>
                    <a:pt x="955" y="419"/>
                    <a:pt x="1256" y="319"/>
                    <a:pt x="1256" y="202"/>
                  </a:cubicBezTo>
                  <a:cubicBezTo>
                    <a:pt x="1256" y="84"/>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5" name="Google Shape;5305;p13"/>
            <p:cNvSpPr/>
            <p:nvPr/>
          </p:nvSpPr>
          <p:spPr>
            <a:xfrm>
              <a:off x="1975650" y="827725"/>
              <a:ext cx="22200" cy="7150"/>
            </a:xfrm>
            <a:custGeom>
              <a:avLst/>
              <a:gdLst/>
              <a:ahLst/>
              <a:cxnLst/>
              <a:rect l="l" t="t" r="r" b="b"/>
              <a:pathLst>
                <a:path w="888" h="286" extrusionOk="0">
                  <a:moveTo>
                    <a:pt x="452" y="1"/>
                  </a:moveTo>
                  <a:cubicBezTo>
                    <a:pt x="201" y="1"/>
                    <a:pt x="1" y="68"/>
                    <a:pt x="1" y="151"/>
                  </a:cubicBezTo>
                  <a:cubicBezTo>
                    <a:pt x="1" y="235"/>
                    <a:pt x="201" y="285"/>
                    <a:pt x="452" y="285"/>
                  </a:cubicBezTo>
                  <a:cubicBezTo>
                    <a:pt x="704" y="285"/>
                    <a:pt x="888" y="235"/>
                    <a:pt x="888" y="151"/>
                  </a:cubicBezTo>
                  <a:cubicBezTo>
                    <a:pt x="888" y="68"/>
                    <a:pt x="704"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6" name="Google Shape;5306;p13"/>
            <p:cNvSpPr/>
            <p:nvPr/>
          </p:nvSpPr>
          <p:spPr>
            <a:xfrm>
              <a:off x="2075250" y="818100"/>
              <a:ext cx="21775" cy="7550"/>
            </a:xfrm>
            <a:custGeom>
              <a:avLst/>
              <a:gdLst/>
              <a:ahLst/>
              <a:cxnLst/>
              <a:rect l="l" t="t" r="r" b="b"/>
              <a:pathLst>
                <a:path w="871" h="302" extrusionOk="0">
                  <a:moveTo>
                    <a:pt x="436" y="1"/>
                  </a:moveTo>
                  <a:cubicBezTo>
                    <a:pt x="184" y="1"/>
                    <a:pt x="0" y="68"/>
                    <a:pt x="0" y="151"/>
                  </a:cubicBezTo>
                  <a:cubicBezTo>
                    <a:pt x="0" y="235"/>
                    <a:pt x="184" y="302"/>
                    <a:pt x="436" y="302"/>
                  </a:cubicBezTo>
                  <a:cubicBezTo>
                    <a:pt x="687" y="302"/>
                    <a:pt x="871" y="235"/>
                    <a:pt x="871" y="151"/>
                  </a:cubicBezTo>
                  <a:cubicBezTo>
                    <a:pt x="871" y="68"/>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13"/>
            <p:cNvSpPr/>
            <p:nvPr/>
          </p:nvSpPr>
          <p:spPr>
            <a:xfrm>
              <a:off x="2295350" y="809325"/>
              <a:ext cx="22200" cy="7550"/>
            </a:xfrm>
            <a:custGeom>
              <a:avLst/>
              <a:gdLst/>
              <a:ahLst/>
              <a:cxnLst/>
              <a:rect l="l" t="t" r="r" b="b"/>
              <a:pathLst>
                <a:path w="888" h="302" extrusionOk="0">
                  <a:moveTo>
                    <a:pt x="436" y="0"/>
                  </a:moveTo>
                  <a:cubicBezTo>
                    <a:pt x="185" y="0"/>
                    <a:pt x="1" y="67"/>
                    <a:pt x="1" y="151"/>
                  </a:cubicBezTo>
                  <a:cubicBezTo>
                    <a:pt x="1" y="234"/>
                    <a:pt x="185" y="301"/>
                    <a:pt x="436" y="301"/>
                  </a:cubicBezTo>
                  <a:cubicBezTo>
                    <a:pt x="687" y="301"/>
                    <a:pt x="888" y="234"/>
                    <a:pt x="888" y="151"/>
                  </a:cubicBezTo>
                  <a:cubicBezTo>
                    <a:pt x="888" y="67"/>
                    <a:pt x="687"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13"/>
            <p:cNvSpPr/>
            <p:nvPr/>
          </p:nvSpPr>
          <p:spPr>
            <a:xfrm>
              <a:off x="1863925" y="897375"/>
              <a:ext cx="193725" cy="30425"/>
            </a:xfrm>
            <a:custGeom>
              <a:avLst/>
              <a:gdLst/>
              <a:ahLst/>
              <a:cxnLst/>
              <a:rect l="l" t="t" r="r" b="b"/>
              <a:pathLst>
                <a:path w="7749" h="1217" extrusionOk="0">
                  <a:moveTo>
                    <a:pt x="3619" y="0"/>
                  </a:moveTo>
                  <a:cubicBezTo>
                    <a:pt x="3223" y="0"/>
                    <a:pt x="2825" y="43"/>
                    <a:pt x="2444" y="144"/>
                  </a:cubicBezTo>
                  <a:cubicBezTo>
                    <a:pt x="0" y="763"/>
                    <a:pt x="3281" y="1098"/>
                    <a:pt x="6210" y="1215"/>
                  </a:cubicBezTo>
                  <a:cubicBezTo>
                    <a:pt x="6246" y="1216"/>
                    <a:pt x="6279" y="1217"/>
                    <a:pt x="6311" y="1217"/>
                  </a:cubicBezTo>
                  <a:cubicBezTo>
                    <a:pt x="7748" y="1217"/>
                    <a:pt x="5733" y="0"/>
                    <a:pt x="36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13"/>
            <p:cNvSpPr/>
            <p:nvPr/>
          </p:nvSpPr>
          <p:spPr>
            <a:xfrm>
              <a:off x="1662750" y="693975"/>
              <a:ext cx="142875" cy="53300"/>
            </a:xfrm>
            <a:custGeom>
              <a:avLst/>
              <a:gdLst/>
              <a:ahLst/>
              <a:cxnLst/>
              <a:rect l="l" t="t" r="r" b="b"/>
              <a:pathLst>
                <a:path w="5715" h="2132" extrusionOk="0">
                  <a:moveTo>
                    <a:pt x="3380" y="0"/>
                  </a:moveTo>
                  <a:cubicBezTo>
                    <a:pt x="3249" y="0"/>
                    <a:pt x="3114" y="4"/>
                    <a:pt x="2976" y="11"/>
                  </a:cubicBezTo>
                  <a:cubicBezTo>
                    <a:pt x="1436" y="95"/>
                    <a:pt x="113" y="647"/>
                    <a:pt x="46" y="1233"/>
                  </a:cubicBezTo>
                  <a:cubicBezTo>
                    <a:pt x="1" y="1765"/>
                    <a:pt x="977" y="2131"/>
                    <a:pt x="2310" y="2131"/>
                  </a:cubicBezTo>
                  <a:cubicBezTo>
                    <a:pt x="2445" y="2131"/>
                    <a:pt x="2583" y="2128"/>
                    <a:pt x="2724" y="2120"/>
                  </a:cubicBezTo>
                  <a:cubicBezTo>
                    <a:pt x="4281" y="2036"/>
                    <a:pt x="5570" y="1501"/>
                    <a:pt x="5654" y="915"/>
                  </a:cubicBezTo>
                  <a:cubicBezTo>
                    <a:pt x="5715" y="381"/>
                    <a:pt x="4733" y="0"/>
                    <a:pt x="33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0" name="Google Shape;5310;p13"/>
            <p:cNvSpPr/>
            <p:nvPr/>
          </p:nvSpPr>
          <p:spPr>
            <a:xfrm>
              <a:off x="1914550" y="708475"/>
              <a:ext cx="140225" cy="59450"/>
            </a:xfrm>
            <a:custGeom>
              <a:avLst/>
              <a:gdLst/>
              <a:ahLst/>
              <a:cxnLst/>
              <a:rect l="l" t="t" r="r" b="b"/>
              <a:pathLst>
                <a:path w="5609" h="2378" extrusionOk="0">
                  <a:moveTo>
                    <a:pt x="2813" y="0"/>
                  </a:moveTo>
                  <a:cubicBezTo>
                    <a:pt x="1256" y="0"/>
                    <a:pt x="1" y="536"/>
                    <a:pt x="1" y="1189"/>
                  </a:cubicBezTo>
                  <a:cubicBezTo>
                    <a:pt x="1" y="1841"/>
                    <a:pt x="1256" y="2377"/>
                    <a:pt x="2813" y="2377"/>
                  </a:cubicBezTo>
                  <a:cubicBezTo>
                    <a:pt x="4353" y="2377"/>
                    <a:pt x="5608" y="1841"/>
                    <a:pt x="5608" y="1189"/>
                  </a:cubicBezTo>
                  <a:cubicBezTo>
                    <a:pt x="5608" y="536"/>
                    <a:pt x="4353" y="0"/>
                    <a:pt x="28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1" name="Google Shape;5311;p13"/>
            <p:cNvSpPr/>
            <p:nvPr/>
          </p:nvSpPr>
          <p:spPr>
            <a:xfrm>
              <a:off x="1914550" y="590050"/>
              <a:ext cx="97525" cy="18850"/>
            </a:xfrm>
            <a:custGeom>
              <a:avLst/>
              <a:gdLst/>
              <a:ahLst/>
              <a:cxnLst/>
              <a:rect l="l" t="t" r="r" b="b"/>
              <a:pathLst>
                <a:path w="3901" h="754" extrusionOk="0">
                  <a:moveTo>
                    <a:pt x="1942" y="0"/>
                  </a:moveTo>
                  <a:cubicBezTo>
                    <a:pt x="871" y="0"/>
                    <a:pt x="1" y="168"/>
                    <a:pt x="1" y="385"/>
                  </a:cubicBezTo>
                  <a:cubicBezTo>
                    <a:pt x="1" y="586"/>
                    <a:pt x="871" y="753"/>
                    <a:pt x="1942" y="753"/>
                  </a:cubicBezTo>
                  <a:cubicBezTo>
                    <a:pt x="3014" y="753"/>
                    <a:pt x="3901" y="586"/>
                    <a:pt x="3901" y="385"/>
                  </a:cubicBezTo>
                  <a:cubicBezTo>
                    <a:pt x="3901" y="168"/>
                    <a:pt x="3014" y="0"/>
                    <a:pt x="19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2" name="Google Shape;5312;p13"/>
            <p:cNvSpPr/>
            <p:nvPr/>
          </p:nvSpPr>
          <p:spPr>
            <a:xfrm>
              <a:off x="2029625" y="601500"/>
              <a:ext cx="33500" cy="12600"/>
            </a:xfrm>
            <a:custGeom>
              <a:avLst/>
              <a:gdLst/>
              <a:ahLst/>
              <a:cxnLst/>
              <a:rect l="l" t="t" r="r" b="b"/>
              <a:pathLst>
                <a:path w="1340" h="504" extrusionOk="0">
                  <a:moveTo>
                    <a:pt x="426" y="1"/>
                  </a:moveTo>
                  <a:cubicBezTo>
                    <a:pt x="205" y="1"/>
                    <a:pt x="42" y="56"/>
                    <a:pt x="18" y="128"/>
                  </a:cubicBezTo>
                  <a:cubicBezTo>
                    <a:pt x="1" y="262"/>
                    <a:pt x="269" y="413"/>
                    <a:pt x="620" y="463"/>
                  </a:cubicBezTo>
                  <a:cubicBezTo>
                    <a:pt x="743" y="491"/>
                    <a:pt x="860" y="504"/>
                    <a:pt x="962" y="504"/>
                  </a:cubicBezTo>
                  <a:cubicBezTo>
                    <a:pt x="1167" y="504"/>
                    <a:pt x="1312" y="452"/>
                    <a:pt x="1323" y="362"/>
                  </a:cubicBezTo>
                  <a:cubicBezTo>
                    <a:pt x="1340" y="245"/>
                    <a:pt x="1072" y="95"/>
                    <a:pt x="704" y="28"/>
                  </a:cubicBezTo>
                  <a:cubicBezTo>
                    <a:pt x="606" y="9"/>
                    <a:pt x="511" y="1"/>
                    <a:pt x="4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3" name="Google Shape;5313;p13"/>
            <p:cNvSpPr/>
            <p:nvPr/>
          </p:nvSpPr>
          <p:spPr>
            <a:xfrm>
              <a:off x="2009125" y="947725"/>
              <a:ext cx="158200" cy="41975"/>
            </a:xfrm>
            <a:custGeom>
              <a:avLst/>
              <a:gdLst/>
              <a:ahLst/>
              <a:cxnLst/>
              <a:rect l="l" t="t" r="r" b="b"/>
              <a:pathLst>
                <a:path w="6328" h="1679" extrusionOk="0">
                  <a:moveTo>
                    <a:pt x="5183" y="0"/>
                  </a:moveTo>
                  <a:cubicBezTo>
                    <a:pt x="4964" y="0"/>
                    <a:pt x="4746" y="46"/>
                    <a:pt x="4554" y="139"/>
                  </a:cubicBezTo>
                  <a:cubicBezTo>
                    <a:pt x="3984" y="390"/>
                    <a:pt x="3014" y="574"/>
                    <a:pt x="1959" y="574"/>
                  </a:cubicBezTo>
                  <a:cubicBezTo>
                    <a:pt x="1289" y="574"/>
                    <a:pt x="653" y="507"/>
                    <a:pt x="135" y="390"/>
                  </a:cubicBezTo>
                  <a:cubicBezTo>
                    <a:pt x="51" y="473"/>
                    <a:pt x="1" y="574"/>
                    <a:pt x="1" y="674"/>
                  </a:cubicBezTo>
                  <a:cubicBezTo>
                    <a:pt x="1" y="1227"/>
                    <a:pt x="1423" y="1678"/>
                    <a:pt x="3164" y="1678"/>
                  </a:cubicBezTo>
                  <a:cubicBezTo>
                    <a:pt x="4905" y="1678"/>
                    <a:pt x="6328" y="1243"/>
                    <a:pt x="6328" y="674"/>
                  </a:cubicBezTo>
                  <a:cubicBezTo>
                    <a:pt x="6328" y="473"/>
                    <a:pt x="6144" y="289"/>
                    <a:pt x="5826" y="139"/>
                  </a:cubicBezTo>
                  <a:cubicBezTo>
                    <a:pt x="5625" y="46"/>
                    <a:pt x="5403" y="0"/>
                    <a:pt x="5183"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4" name="Google Shape;5314;p13"/>
            <p:cNvSpPr/>
            <p:nvPr/>
          </p:nvSpPr>
          <p:spPr>
            <a:xfrm>
              <a:off x="2291300" y="805325"/>
              <a:ext cx="132975" cy="50600"/>
            </a:xfrm>
            <a:custGeom>
              <a:avLst/>
              <a:gdLst/>
              <a:ahLst/>
              <a:cxnLst/>
              <a:rect l="l" t="t" r="r" b="b"/>
              <a:pathLst>
                <a:path w="5319" h="2024" extrusionOk="0">
                  <a:moveTo>
                    <a:pt x="4000" y="1"/>
                  </a:moveTo>
                  <a:cubicBezTo>
                    <a:pt x="3689" y="1"/>
                    <a:pt x="3375" y="89"/>
                    <a:pt x="3092" y="261"/>
                  </a:cubicBezTo>
                  <a:cubicBezTo>
                    <a:pt x="2539" y="608"/>
                    <a:pt x="1671" y="1001"/>
                    <a:pt x="716" y="1001"/>
                  </a:cubicBezTo>
                  <a:cubicBezTo>
                    <a:pt x="660" y="1001"/>
                    <a:pt x="604" y="1000"/>
                    <a:pt x="548" y="997"/>
                  </a:cubicBezTo>
                  <a:lnTo>
                    <a:pt x="514" y="997"/>
                  </a:lnTo>
                  <a:cubicBezTo>
                    <a:pt x="508" y="997"/>
                    <a:pt x="503" y="997"/>
                    <a:pt x="497" y="997"/>
                  </a:cubicBezTo>
                  <a:cubicBezTo>
                    <a:pt x="93" y="997"/>
                    <a:pt x="1" y="1568"/>
                    <a:pt x="380" y="1717"/>
                  </a:cubicBezTo>
                  <a:cubicBezTo>
                    <a:pt x="816" y="1884"/>
                    <a:pt x="1418" y="2001"/>
                    <a:pt x="2104" y="2018"/>
                  </a:cubicBezTo>
                  <a:cubicBezTo>
                    <a:pt x="2202" y="2022"/>
                    <a:pt x="2299" y="2024"/>
                    <a:pt x="2395" y="2024"/>
                  </a:cubicBezTo>
                  <a:cubicBezTo>
                    <a:pt x="3986" y="2024"/>
                    <a:pt x="5252" y="1511"/>
                    <a:pt x="5268" y="880"/>
                  </a:cubicBezTo>
                  <a:cubicBezTo>
                    <a:pt x="5318" y="646"/>
                    <a:pt x="5151" y="428"/>
                    <a:pt x="4850" y="244"/>
                  </a:cubicBezTo>
                  <a:cubicBezTo>
                    <a:pt x="4588" y="81"/>
                    <a:pt x="4296" y="1"/>
                    <a:pt x="400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5" name="Google Shape;5315;p13"/>
            <p:cNvSpPr/>
            <p:nvPr/>
          </p:nvSpPr>
          <p:spPr>
            <a:xfrm>
              <a:off x="2330925" y="832325"/>
              <a:ext cx="31400" cy="8825"/>
            </a:xfrm>
            <a:custGeom>
              <a:avLst/>
              <a:gdLst/>
              <a:ahLst/>
              <a:cxnLst/>
              <a:rect l="l" t="t" r="r" b="b"/>
              <a:pathLst>
                <a:path w="1256" h="353" extrusionOk="0">
                  <a:moveTo>
                    <a:pt x="637" y="1"/>
                  </a:moveTo>
                  <a:cubicBezTo>
                    <a:pt x="302" y="1"/>
                    <a:pt x="1" y="84"/>
                    <a:pt x="1" y="168"/>
                  </a:cubicBezTo>
                  <a:cubicBezTo>
                    <a:pt x="1" y="269"/>
                    <a:pt x="268" y="352"/>
                    <a:pt x="637" y="352"/>
                  </a:cubicBezTo>
                  <a:cubicBezTo>
                    <a:pt x="988" y="352"/>
                    <a:pt x="1256" y="302"/>
                    <a:pt x="1256" y="185"/>
                  </a:cubicBezTo>
                  <a:cubicBezTo>
                    <a:pt x="1256" y="84"/>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6" name="Google Shape;5316;p13"/>
            <p:cNvSpPr/>
            <p:nvPr/>
          </p:nvSpPr>
          <p:spPr>
            <a:xfrm>
              <a:off x="2369850" y="804725"/>
              <a:ext cx="21775" cy="7125"/>
            </a:xfrm>
            <a:custGeom>
              <a:avLst/>
              <a:gdLst/>
              <a:ahLst/>
              <a:cxnLst/>
              <a:rect l="l" t="t" r="r" b="b"/>
              <a:pathLst>
                <a:path w="871" h="285" extrusionOk="0">
                  <a:moveTo>
                    <a:pt x="435" y="0"/>
                  </a:moveTo>
                  <a:cubicBezTo>
                    <a:pt x="184" y="0"/>
                    <a:pt x="0" y="67"/>
                    <a:pt x="0" y="151"/>
                  </a:cubicBezTo>
                  <a:cubicBezTo>
                    <a:pt x="0" y="234"/>
                    <a:pt x="184" y="285"/>
                    <a:pt x="435" y="285"/>
                  </a:cubicBezTo>
                  <a:cubicBezTo>
                    <a:pt x="670" y="285"/>
                    <a:pt x="871" y="234"/>
                    <a:pt x="871" y="151"/>
                  </a:cubicBezTo>
                  <a:cubicBezTo>
                    <a:pt x="871" y="67"/>
                    <a:pt x="687"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7" name="Google Shape;5317;p13"/>
            <p:cNvSpPr/>
            <p:nvPr/>
          </p:nvSpPr>
          <p:spPr>
            <a:xfrm>
              <a:off x="2020425" y="951175"/>
              <a:ext cx="21775" cy="7150"/>
            </a:xfrm>
            <a:custGeom>
              <a:avLst/>
              <a:gdLst/>
              <a:ahLst/>
              <a:cxnLst/>
              <a:rect l="l" t="t" r="r" b="b"/>
              <a:pathLst>
                <a:path w="871" h="286" extrusionOk="0">
                  <a:moveTo>
                    <a:pt x="436" y="1"/>
                  </a:moveTo>
                  <a:cubicBezTo>
                    <a:pt x="185" y="1"/>
                    <a:pt x="1" y="67"/>
                    <a:pt x="1" y="151"/>
                  </a:cubicBezTo>
                  <a:cubicBezTo>
                    <a:pt x="1" y="235"/>
                    <a:pt x="185" y="285"/>
                    <a:pt x="436" y="285"/>
                  </a:cubicBezTo>
                  <a:cubicBezTo>
                    <a:pt x="670" y="285"/>
                    <a:pt x="871" y="235"/>
                    <a:pt x="871" y="151"/>
                  </a:cubicBezTo>
                  <a:cubicBezTo>
                    <a:pt x="871" y="67"/>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8" name="Google Shape;5318;p13"/>
            <p:cNvSpPr/>
            <p:nvPr/>
          </p:nvSpPr>
          <p:spPr>
            <a:xfrm>
              <a:off x="2058925" y="969175"/>
              <a:ext cx="31400" cy="9275"/>
            </a:xfrm>
            <a:custGeom>
              <a:avLst/>
              <a:gdLst/>
              <a:ahLst/>
              <a:cxnLst/>
              <a:rect l="l" t="t" r="r" b="b"/>
              <a:pathLst>
                <a:path w="1256" h="371" extrusionOk="0">
                  <a:moveTo>
                    <a:pt x="637" y="0"/>
                  </a:moveTo>
                  <a:cubicBezTo>
                    <a:pt x="302" y="0"/>
                    <a:pt x="1" y="84"/>
                    <a:pt x="1" y="184"/>
                  </a:cubicBezTo>
                  <a:cubicBezTo>
                    <a:pt x="1" y="285"/>
                    <a:pt x="268" y="369"/>
                    <a:pt x="637" y="369"/>
                  </a:cubicBezTo>
                  <a:cubicBezTo>
                    <a:pt x="667" y="370"/>
                    <a:pt x="697" y="371"/>
                    <a:pt x="726" y="371"/>
                  </a:cubicBezTo>
                  <a:cubicBezTo>
                    <a:pt x="1032" y="371"/>
                    <a:pt x="1256" y="293"/>
                    <a:pt x="1256" y="201"/>
                  </a:cubicBezTo>
                  <a:cubicBezTo>
                    <a:pt x="1256" y="84"/>
                    <a:pt x="988" y="0"/>
                    <a:pt x="6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9" name="Google Shape;5319;p13"/>
            <p:cNvSpPr/>
            <p:nvPr/>
          </p:nvSpPr>
          <p:spPr>
            <a:xfrm>
              <a:off x="2117100" y="961225"/>
              <a:ext cx="21775" cy="7125"/>
            </a:xfrm>
            <a:custGeom>
              <a:avLst/>
              <a:gdLst/>
              <a:ahLst/>
              <a:cxnLst/>
              <a:rect l="l" t="t" r="r" b="b"/>
              <a:pathLst>
                <a:path w="871" h="285" extrusionOk="0">
                  <a:moveTo>
                    <a:pt x="435" y="0"/>
                  </a:moveTo>
                  <a:cubicBezTo>
                    <a:pt x="184" y="0"/>
                    <a:pt x="0" y="50"/>
                    <a:pt x="0" y="134"/>
                  </a:cubicBezTo>
                  <a:cubicBezTo>
                    <a:pt x="0" y="218"/>
                    <a:pt x="184" y="285"/>
                    <a:pt x="435" y="285"/>
                  </a:cubicBezTo>
                  <a:cubicBezTo>
                    <a:pt x="686" y="285"/>
                    <a:pt x="871" y="218"/>
                    <a:pt x="871" y="134"/>
                  </a:cubicBezTo>
                  <a:cubicBezTo>
                    <a:pt x="871" y="50"/>
                    <a:pt x="686"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0" name="Google Shape;5320;p13"/>
            <p:cNvSpPr/>
            <p:nvPr/>
          </p:nvSpPr>
          <p:spPr>
            <a:xfrm>
              <a:off x="2082350" y="944475"/>
              <a:ext cx="22225" cy="7150"/>
            </a:xfrm>
            <a:custGeom>
              <a:avLst/>
              <a:gdLst/>
              <a:ahLst/>
              <a:cxnLst/>
              <a:rect l="l" t="t" r="r" b="b"/>
              <a:pathLst>
                <a:path w="889" h="286" extrusionOk="0">
                  <a:moveTo>
                    <a:pt x="453" y="1"/>
                  </a:moveTo>
                  <a:cubicBezTo>
                    <a:pt x="202" y="1"/>
                    <a:pt x="1" y="51"/>
                    <a:pt x="1" y="135"/>
                  </a:cubicBezTo>
                  <a:cubicBezTo>
                    <a:pt x="1" y="218"/>
                    <a:pt x="202" y="285"/>
                    <a:pt x="453" y="285"/>
                  </a:cubicBezTo>
                  <a:cubicBezTo>
                    <a:pt x="704" y="285"/>
                    <a:pt x="888" y="218"/>
                    <a:pt x="888" y="135"/>
                  </a:cubicBezTo>
                  <a:cubicBezTo>
                    <a:pt x="888" y="51"/>
                    <a:pt x="704"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1" name="Google Shape;5321;p13"/>
            <p:cNvSpPr/>
            <p:nvPr/>
          </p:nvSpPr>
          <p:spPr>
            <a:xfrm>
              <a:off x="1922925" y="715475"/>
              <a:ext cx="110925" cy="48250"/>
            </a:xfrm>
            <a:custGeom>
              <a:avLst/>
              <a:gdLst/>
              <a:ahLst/>
              <a:cxnLst/>
              <a:rect l="l" t="t" r="r" b="b"/>
              <a:pathLst>
                <a:path w="4437" h="1930" extrusionOk="0">
                  <a:moveTo>
                    <a:pt x="1190" y="1"/>
                  </a:moveTo>
                  <a:cubicBezTo>
                    <a:pt x="1173" y="1"/>
                    <a:pt x="1156" y="2"/>
                    <a:pt x="1139" y="5"/>
                  </a:cubicBezTo>
                  <a:cubicBezTo>
                    <a:pt x="436" y="206"/>
                    <a:pt x="0" y="507"/>
                    <a:pt x="0" y="892"/>
                  </a:cubicBezTo>
                  <a:cubicBezTo>
                    <a:pt x="0" y="1461"/>
                    <a:pt x="1088" y="1930"/>
                    <a:pt x="2428" y="1930"/>
                  </a:cubicBezTo>
                  <a:cubicBezTo>
                    <a:pt x="3264" y="1930"/>
                    <a:pt x="4001" y="1746"/>
                    <a:pt x="4436" y="1478"/>
                  </a:cubicBezTo>
                  <a:lnTo>
                    <a:pt x="4436" y="1478"/>
                  </a:lnTo>
                  <a:cubicBezTo>
                    <a:pt x="4269" y="1494"/>
                    <a:pt x="4101" y="1511"/>
                    <a:pt x="3934" y="1511"/>
                  </a:cubicBezTo>
                  <a:cubicBezTo>
                    <a:pt x="2595" y="1511"/>
                    <a:pt x="1507" y="1059"/>
                    <a:pt x="1507" y="473"/>
                  </a:cubicBezTo>
                  <a:lnTo>
                    <a:pt x="1507" y="390"/>
                  </a:lnTo>
                  <a:cubicBezTo>
                    <a:pt x="1553" y="174"/>
                    <a:pt x="1387" y="1"/>
                    <a:pt x="119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2" name="Google Shape;5322;p13"/>
            <p:cNvSpPr/>
            <p:nvPr/>
          </p:nvSpPr>
          <p:spPr>
            <a:xfrm>
              <a:off x="1934225" y="723525"/>
              <a:ext cx="31400" cy="10500"/>
            </a:xfrm>
            <a:custGeom>
              <a:avLst/>
              <a:gdLst/>
              <a:ahLst/>
              <a:cxnLst/>
              <a:rect l="l" t="t" r="r" b="b"/>
              <a:pathLst>
                <a:path w="1256" h="420" extrusionOk="0">
                  <a:moveTo>
                    <a:pt x="636" y="1"/>
                  </a:moveTo>
                  <a:cubicBezTo>
                    <a:pt x="302" y="1"/>
                    <a:pt x="0" y="84"/>
                    <a:pt x="0" y="218"/>
                  </a:cubicBezTo>
                  <a:cubicBezTo>
                    <a:pt x="0" y="335"/>
                    <a:pt x="285" y="419"/>
                    <a:pt x="636" y="419"/>
                  </a:cubicBezTo>
                  <a:cubicBezTo>
                    <a:pt x="988" y="419"/>
                    <a:pt x="1256" y="335"/>
                    <a:pt x="1256" y="218"/>
                  </a:cubicBezTo>
                  <a:cubicBezTo>
                    <a:pt x="1256" y="84"/>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3" name="Google Shape;5323;p13"/>
            <p:cNvSpPr/>
            <p:nvPr/>
          </p:nvSpPr>
          <p:spPr>
            <a:xfrm>
              <a:off x="1971875" y="747800"/>
              <a:ext cx="25150" cy="7150"/>
            </a:xfrm>
            <a:custGeom>
              <a:avLst/>
              <a:gdLst/>
              <a:ahLst/>
              <a:cxnLst/>
              <a:rect l="l" t="t" r="r" b="b"/>
              <a:pathLst>
                <a:path w="1006" h="286" extrusionOk="0">
                  <a:moveTo>
                    <a:pt x="503" y="1"/>
                  </a:moveTo>
                  <a:cubicBezTo>
                    <a:pt x="235" y="1"/>
                    <a:pt x="1" y="51"/>
                    <a:pt x="1" y="134"/>
                  </a:cubicBezTo>
                  <a:cubicBezTo>
                    <a:pt x="1" y="218"/>
                    <a:pt x="235" y="285"/>
                    <a:pt x="503" y="285"/>
                  </a:cubicBezTo>
                  <a:cubicBezTo>
                    <a:pt x="788" y="285"/>
                    <a:pt x="1005" y="218"/>
                    <a:pt x="1005" y="134"/>
                  </a:cubicBezTo>
                  <a:cubicBezTo>
                    <a:pt x="1005" y="51"/>
                    <a:pt x="788"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4" name="Google Shape;5324;p13"/>
            <p:cNvSpPr/>
            <p:nvPr/>
          </p:nvSpPr>
          <p:spPr>
            <a:xfrm>
              <a:off x="2022100" y="728125"/>
              <a:ext cx="19275" cy="7575"/>
            </a:xfrm>
            <a:custGeom>
              <a:avLst/>
              <a:gdLst/>
              <a:ahLst/>
              <a:cxnLst/>
              <a:rect l="l" t="t" r="r" b="b"/>
              <a:pathLst>
                <a:path w="771" h="303" extrusionOk="0">
                  <a:moveTo>
                    <a:pt x="386" y="1"/>
                  </a:moveTo>
                  <a:cubicBezTo>
                    <a:pt x="168" y="1"/>
                    <a:pt x="1" y="68"/>
                    <a:pt x="1" y="151"/>
                  </a:cubicBezTo>
                  <a:cubicBezTo>
                    <a:pt x="1" y="235"/>
                    <a:pt x="168" y="302"/>
                    <a:pt x="386" y="302"/>
                  </a:cubicBezTo>
                  <a:cubicBezTo>
                    <a:pt x="603" y="285"/>
                    <a:pt x="770" y="218"/>
                    <a:pt x="770" y="151"/>
                  </a:cubicBezTo>
                  <a:cubicBezTo>
                    <a:pt x="770" y="68"/>
                    <a:pt x="586" y="1"/>
                    <a:pt x="3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5" name="Google Shape;5325;p13"/>
            <p:cNvSpPr/>
            <p:nvPr/>
          </p:nvSpPr>
          <p:spPr>
            <a:xfrm>
              <a:off x="1990725" y="717675"/>
              <a:ext cx="19275" cy="7550"/>
            </a:xfrm>
            <a:custGeom>
              <a:avLst/>
              <a:gdLst/>
              <a:ahLst/>
              <a:cxnLst/>
              <a:rect l="l" t="t" r="r" b="b"/>
              <a:pathLst>
                <a:path w="771" h="302" extrusionOk="0">
                  <a:moveTo>
                    <a:pt x="385" y="0"/>
                  </a:moveTo>
                  <a:cubicBezTo>
                    <a:pt x="168" y="0"/>
                    <a:pt x="0" y="67"/>
                    <a:pt x="0" y="151"/>
                  </a:cubicBezTo>
                  <a:cubicBezTo>
                    <a:pt x="0" y="235"/>
                    <a:pt x="168" y="302"/>
                    <a:pt x="385" y="302"/>
                  </a:cubicBezTo>
                  <a:cubicBezTo>
                    <a:pt x="603" y="285"/>
                    <a:pt x="770" y="218"/>
                    <a:pt x="770" y="151"/>
                  </a:cubicBezTo>
                  <a:cubicBezTo>
                    <a:pt x="770" y="67"/>
                    <a:pt x="586" y="0"/>
                    <a:pt x="3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6" name="Google Shape;5326;p13"/>
            <p:cNvSpPr/>
            <p:nvPr/>
          </p:nvSpPr>
          <p:spPr>
            <a:xfrm>
              <a:off x="1674350" y="851500"/>
              <a:ext cx="161975" cy="66300"/>
            </a:xfrm>
            <a:custGeom>
              <a:avLst/>
              <a:gdLst/>
              <a:ahLst/>
              <a:cxnLst/>
              <a:rect l="l" t="t" r="r" b="b"/>
              <a:pathLst>
                <a:path w="6479" h="2652" extrusionOk="0">
                  <a:moveTo>
                    <a:pt x="3306" y="0"/>
                  </a:moveTo>
                  <a:cubicBezTo>
                    <a:pt x="3232" y="0"/>
                    <a:pt x="3156" y="2"/>
                    <a:pt x="3081" y="4"/>
                  </a:cubicBezTo>
                  <a:cubicBezTo>
                    <a:pt x="1340" y="71"/>
                    <a:pt x="1" y="723"/>
                    <a:pt x="84" y="1427"/>
                  </a:cubicBezTo>
                  <a:cubicBezTo>
                    <a:pt x="165" y="2131"/>
                    <a:pt x="1531" y="2652"/>
                    <a:pt x="3173" y="2652"/>
                  </a:cubicBezTo>
                  <a:cubicBezTo>
                    <a:pt x="3248" y="2652"/>
                    <a:pt x="3323" y="2651"/>
                    <a:pt x="3399" y="2648"/>
                  </a:cubicBezTo>
                  <a:cubicBezTo>
                    <a:pt x="5140" y="2581"/>
                    <a:pt x="6479" y="1962"/>
                    <a:pt x="6395" y="1226"/>
                  </a:cubicBezTo>
                  <a:cubicBezTo>
                    <a:pt x="6315" y="521"/>
                    <a:pt x="4948" y="0"/>
                    <a:pt x="33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7" name="Google Shape;5327;p13"/>
            <p:cNvSpPr/>
            <p:nvPr/>
          </p:nvSpPr>
          <p:spPr>
            <a:xfrm>
              <a:off x="1710775" y="855675"/>
              <a:ext cx="112150" cy="32850"/>
            </a:xfrm>
            <a:custGeom>
              <a:avLst/>
              <a:gdLst/>
              <a:ahLst/>
              <a:cxnLst/>
              <a:rect l="l" t="t" r="r" b="b"/>
              <a:pathLst>
                <a:path w="4486" h="1314" extrusionOk="0">
                  <a:moveTo>
                    <a:pt x="1661" y="1"/>
                  </a:moveTo>
                  <a:cubicBezTo>
                    <a:pt x="1588" y="1"/>
                    <a:pt x="1514" y="2"/>
                    <a:pt x="1440" y="4"/>
                  </a:cubicBezTo>
                  <a:cubicBezTo>
                    <a:pt x="1055" y="21"/>
                    <a:pt x="686" y="71"/>
                    <a:pt x="352" y="138"/>
                  </a:cubicBezTo>
                  <a:cubicBezTo>
                    <a:pt x="50" y="188"/>
                    <a:pt x="0" y="573"/>
                    <a:pt x="218" y="741"/>
                  </a:cubicBezTo>
                  <a:cubicBezTo>
                    <a:pt x="764" y="1100"/>
                    <a:pt x="1732" y="1313"/>
                    <a:pt x="2811" y="1313"/>
                  </a:cubicBezTo>
                  <a:cubicBezTo>
                    <a:pt x="2889" y="1313"/>
                    <a:pt x="2967" y="1312"/>
                    <a:pt x="3046" y="1310"/>
                  </a:cubicBezTo>
                  <a:cubicBezTo>
                    <a:pt x="3431" y="1293"/>
                    <a:pt x="3800" y="1243"/>
                    <a:pt x="4134" y="1176"/>
                  </a:cubicBezTo>
                  <a:cubicBezTo>
                    <a:pt x="4436" y="1126"/>
                    <a:pt x="4486" y="741"/>
                    <a:pt x="4268" y="573"/>
                  </a:cubicBezTo>
                  <a:cubicBezTo>
                    <a:pt x="3720" y="228"/>
                    <a:pt x="2745" y="1"/>
                    <a:pt x="1661"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8" name="Google Shape;5328;p13"/>
            <p:cNvSpPr/>
            <p:nvPr/>
          </p:nvSpPr>
          <p:spPr>
            <a:xfrm>
              <a:off x="1696950" y="868325"/>
              <a:ext cx="26400" cy="8400"/>
            </a:xfrm>
            <a:custGeom>
              <a:avLst/>
              <a:gdLst/>
              <a:ahLst/>
              <a:cxnLst/>
              <a:rect l="l" t="t" r="r" b="b"/>
              <a:pathLst>
                <a:path w="1056" h="336" extrusionOk="0">
                  <a:moveTo>
                    <a:pt x="520" y="0"/>
                  </a:moveTo>
                  <a:cubicBezTo>
                    <a:pt x="235" y="0"/>
                    <a:pt x="1" y="67"/>
                    <a:pt x="1" y="168"/>
                  </a:cubicBezTo>
                  <a:cubicBezTo>
                    <a:pt x="1" y="251"/>
                    <a:pt x="235" y="335"/>
                    <a:pt x="520" y="335"/>
                  </a:cubicBezTo>
                  <a:cubicBezTo>
                    <a:pt x="821" y="335"/>
                    <a:pt x="1055" y="285"/>
                    <a:pt x="1055" y="168"/>
                  </a:cubicBezTo>
                  <a:cubicBezTo>
                    <a:pt x="1055" y="84"/>
                    <a:pt x="821" y="0"/>
                    <a:pt x="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9" name="Google Shape;5329;p13"/>
            <p:cNvSpPr/>
            <p:nvPr/>
          </p:nvSpPr>
          <p:spPr>
            <a:xfrm>
              <a:off x="1770600" y="864125"/>
              <a:ext cx="31425" cy="10500"/>
            </a:xfrm>
            <a:custGeom>
              <a:avLst/>
              <a:gdLst/>
              <a:ahLst/>
              <a:cxnLst/>
              <a:rect l="l" t="t" r="r" b="b"/>
              <a:pathLst>
                <a:path w="1257" h="420" extrusionOk="0">
                  <a:moveTo>
                    <a:pt x="637" y="1"/>
                  </a:moveTo>
                  <a:cubicBezTo>
                    <a:pt x="285" y="1"/>
                    <a:pt x="1" y="85"/>
                    <a:pt x="1" y="218"/>
                  </a:cubicBezTo>
                  <a:cubicBezTo>
                    <a:pt x="1" y="336"/>
                    <a:pt x="285" y="419"/>
                    <a:pt x="637" y="419"/>
                  </a:cubicBezTo>
                  <a:cubicBezTo>
                    <a:pt x="988" y="419"/>
                    <a:pt x="1256" y="319"/>
                    <a:pt x="1256" y="218"/>
                  </a:cubicBezTo>
                  <a:cubicBezTo>
                    <a:pt x="1256" y="85"/>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0" name="Google Shape;5330;p13"/>
            <p:cNvSpPr/>
            <p:nvPr/>
          </p:nvSpPr>
          <p:spPr>
            <a:xfrm>
              <a:off x="1738375" y="900950"/>
              <a:ext cx="25150" cy="6300"/>
            </a:xfrm>
            <a:custGeom>
              <a:avLst/>
              <a:gdLst/>
              <a:ahLst/>
              <a:cxnLst/>
              <a:rect l="l" t="t" r="r" b="b"/>
              <a:pathLst>
                <a:path w="1006" h="252" extrusionOk="0">
                  <a:moveTo>
                    <a:pt x="503" y="1"/>
                  </a:moveTo>
                  <a:cubicBezTo>
                    <a:pt x="235" y="1"/>
                    <a:pt x="1" y="68"/>
                    <a:pt x="1" y="118"/>
                  </a:cubicBezTo>
                  <a:cubicBezTo>
                    <a:pt x="1" y="185"/>
                    <a:pt x="218" y="252"/>
                    <a:pt x="503" y="252"/>
                  </a:cubicBezTo>
                  <a:cubicBezTo>
                    <a:pt x="771" y="252"/>
                    <a:pt x="1005" y="202"/>
                    <a:pt x="1005" y="118"/>
                  </a:cubicBezTo>
                  <a:cubicBezTo>
                    <a:pt x="1005" y="68"/>
                    <a:pt x="771"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1" name="Google Shape;5331;p13"/>
            <p:cNvSpPr/>
            <p:nvPr/>
          </p:nvSpPr>
          <p:spPr>
            <a:xfrm>
              <a:off x="1671575" y="705125"/>
              <a:ext cx="121650" cy="39150"/>
            </a:xfrm>
            <a:custGeom>
              <a:avLst/>
              <a:gdLst/>
              <a:ahLst/>
              <a:cxnLst/>
              <a:rect l="l" t="t" r="r" b="b"/>
              <a:pathLst>
                <a:path w="4866" h="1566" extrusionOk="0">
                  <a:moveTo>
                    <a:pt x="1099" y="0"/>
                  </a:moveTo>
                  <a:lnTo>
                    <a:pt x="1099" y="0"/>
                  </a:lnTo>
                  <a:cubicBezTo>
                    <a:pt x="497" y="201"/>
                    <a:pt x="78" y="486"/>
                    <a:pt x="62" y="787"/>
                  </a:cubicBezTo>
                  <a:cubicBezTo>
                    <a:pt x="0" y="1246"/>
                    <a:pt x="863" y="1565"/>
                    <a:pt x="2035" y="1565"/>
                  </a:cubicBezTo>
                  <a:cubicBezTo>
                    <a:pt x="2145" y="1565"/>
                    <a:pt x="2257" y="1563"/>
                    <a:pt x="2371" y="1557"/>
                  </a:cubicBezTo>
                  <a:cubicBezTo>
                    <a:pt x="3610" y="1490"/>
                    <a:pt x="4681" y="1071"/>
                    <a:pt x="4866" y="620"/>
                  </a:cubicBezTo>
                  <a:lnTo>
                    <a:pt x="4866" y="620"/>
                  </a:lnTo>
                  <a:cubicBezTo>
                    <a:pt x="4447" y="753"/>
                    <a:pt x="3945" y="837"/>
                    <a:pt x="3409" y="887"/>
                  </a:cubicBezTo>
                  <a:cubicBezTo>
                    <a:pt x="3276" y="896"/>
                    <a:pt x="3146" y="900"/>
                    <a:pt x="3020" y="900"/>
                  </a:cubicBezTo>
                  <a:cubicBezTo>
                    <a:pt x="1875" y="900"/>
                    <a:pt x="1037" y="570"/>
                    <a:pt x="1083" y="117"/>
                  </a:cubicBezTo>
                  <a:cubicBezTo>
                    <a:pt x="1083" y="67"/>
                    <a:pt x="1099" y="50"/>
                    <a:pt x="109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2" name="Google Shape;5332;p13"/>
            <p:cNvSpPr/>
            <p:nvPr/>
          </p:nvSpPr>
          <p:spPr>
            <a:xfrm>
              <a:off x="1692775" y="708875"/>
              <a:ext cx="31400" cy="10500"/>
            </a:xfrm>
            <a:custGeom>
              <a:avLst/>
              <a:gdLst/>
              <a:ahLst/>
              <a:cxnLst/>
              <a:rect l="l" t="t" r="r" b="b"/>
              <a:pathLst>
                <a:path w="1256" h="420" extrusionOk="0">
                  <a:moveTo>
                    <a:pt x="636" y="1"/>
                  </a:moveTo>
                  <a:cubicBezTo>
                    <a:pt x="302" y="1"/>
                    <a:pt x="0" y="85"/>
                    <a:pt x="0" y="218"/>
                  </a:cubicBezTo>
                  <a:cubicBezTo>
                    <a:pt x="0" y="336"/>
                    <a:pt x="268" y="419"/>
                    <a:pt x="636" y="419"/>
                  </a:cubicBezTo>
                  <a:cubicBezTo>
                    <a:pt x="988" y="419"/>
                    <a:pt x="1256" y="336"/>
                    <a:pt x="1256" y="218"/>
                  </a:cubicBezTo>
                  <a:cubicBezTo>
                    <a:pt x="1256" y="85"/>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3" name="Google Shape;5333;p13"/>
            <p:cNvSpPr/>
            <p:nvPr/>
          </p:nvSpPr>
          <p:spPr>
            <a:xfrm>
              <a:off x="1722475" y="729400"/>
              <a:ext cx="22200" cy="7975"/>
            </a:xfrm>
            <a:custGeom>
              <a:avLst/>
              <a:gdLst/>
              <a:ahLst/>
              <a:cxnLst/>
              <a:rect l="l" t="t" r="r" b="b"/>
              <a:pathLst>
                <a:path w="888" h="319" extrusionOk="0">
                  <a:moveTo>
                    <a:pt x="453" y="0"/>
                  </a:moveTo>
                  <a:cubicBezTo>
                    <a:pt x="202" y="0"/>
                    <a:pt x="1" y="84"/>
                    <a:pt x="1" y="167"/>
                  </a:cubicBezTo>
                  <a:cubicBezTo>
                    <a:pt x="1" y="251"/>
                    <a:pt x="218" y="318"/>
                    <a:pt x="453" y="318"/>
                  </a:cubicBezTo>
                  <a:cubicBezTo>
                    <a:pt x="670" y="318"/>
                    <a:pt x="888" y="234"/>
                    <a:pt x="888" y="151"/>
                  </a:cubicBezTo>
                  <a:cubicBezTo>
                    <a:pt x="888" y="50"/>
                    <a:pt x="670" y="0"/>
                    <a:pt x="4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4" name="Google Shape;5334;p13"/>
            <p:cNvSpPr/>
            <p:nvPr/>
          </p:nvSpPr>
          <p:spPr>
            <a:xfrm>
              <a:off x="1757625" y="708050"/>
              <a:ext cx="22200" cy="7550"/>
            </a:xfrm>
            <a:custGeom>
              <a:avLst/>
              <a:gdLst/>
              <a:ahLst/>
              <a:cxnLst/>
              <a:rect l="l" t="t" r="r" b="b"/>
              <a:pathLst>
                <a:path w="888" h="302" extrusionOk="0">
                  <a:moveTo>
                    <a:pt x="436" y="0"/>
                  </a:moveTo>
                  <a:cubicBezTo>
                    <a:pt x="218" y="0"/>
                    <a:pt x="1" y="84"/>
                    <a:pt x="1" y="168"/>
                  </a:cubicBezTo>
                  <a:cubicBezTo>
                    <a:pt x="1" y="251"/>
                    <a:pt x="218" y="302"/>
                    <a:pt x="436" y="302"/>
                  </a:cubicBezTo>
                  <a:cubicBezTo>
                    <a:pt x="670" y="302"/>
                    <a:pt x="888" y="218"/>
                    <a:pt x="888" y="134"/>
                  </a:cubicBezTo>
                  <a:cubicBezTo>
                    <a:pt x="888" y="51"/>
                    <a:pt x="670"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5" name="Google Shape;5335;p13"/>
            <p:cNvSpPr/>
            <p:nvPr/>
          </p:nvSpPr>
          <p:spPr>
            <a:xfrm>
              <a:off x="1702800" y="949750"/>
              <a:ext cx="261600" cy="72175"/>
            </a:xfrm>
            <a:custGeom>
              <a:avLst/>
              <a:gdLst/>
              <a:ahLst/>
              <a:cxnLst/>
              <a:rect l="l" t="t" r="r" b="b"/>
              <a:pathLst>
                <a:path w="10464" h="2887" extrusionOk="0">
                  <a:moveTo>
                    <a:pt x="2079" y="1"/>
                  </a:moveTo>
                  <a:cubicBezTo>
                    <a:pt x="1950" y="1"/>
                    <a:pt x="1826" y="13"/>
                    <a:pt x="1708" y="41"/>
                  </a:cubicBezTo>
                  <a:cubicBezTo>
                    <a:pt x="1" y="426"/>
                    <a:pt x="3131" y="2836"/>
                    <a:pt x="7617" y="2886"/>
                  </a:cubicBezTo>
                  <a:cubicBezTo>
                    <a:pt x="7658" y="2887"/>
                    <a:pt x="7699" y="2887"/>
                    <a:pt x="7740" y="2887"/>
                  </a:cubicBezTo>
                  <a:cubicBezTo>
                    <a:pt x="10155" y="2887"/>
                    <a:pt x="10463" y="2401"/>
                    <a:pt x="8487" y="2401"/>
                  </a:cubicBezTo>
                  <a:cubicBezTo>
                    <a:pt x="6647" y="2385"/>
                    <a:pt x="3847" y="1"/>
                    <a:pt x="20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6" name="Google Shape;5336;p13"/>
            <p:cNvSpPr/>
            <p:nvPr/>
          </p:nvSpPr>
          <p:spPr>
            <a:xfrm>
              <a:off x="1680625" y="953275"/>
              <a:ext cx="47750" cy="26000"/>
            </a:xfrm>
            <a:custGeom>
              <a:avLst/>
              <a:gdLst/>
              <a:ahLst/>
              <a:cxnLst/>
              <a:rect l="l" t="t" r="r" b="b"/>
              <a:pathLst>
                <a:path w="1910" h="1040" extrusionOk="0">
                  <a:moveTo>
                    <a:pt x="562" y="0"/>
                  </a:moveTo>
                  <a:cubicBezTo>
                    <a:pt x="473" y="0"/>
                    <a:pt x="390" y="11"/>
                    <a:pt x="319" y="34"/>
                  </a:cubicBezTo>
                  <a:cubicBezTo>
                    <a:pt x="1" y="151"/>
                    <a:pt x="34" y="435"/>
                    <a:pt x="386" y="703"/>
                  </a:cubicBezTo>
                  <a:cubicBezTo>
                    <a:pt x="654" y="920"/>
                    <a:pt x="1039" y="1040"/>
                    <a:pt x="1340" y="1040"/>
                  </a:cubicBezTo>
                  <a:cubicBezTo>
                    <a:pt x="1434" y="1040"/>
                    <a:pt x="1520" y="1028"/>
                    <a:pt x="1591" y="1005"/>
                  </a:cubicBezTo>
                  <a:cubicBezTo>
                    <a:pt x="1909" y="904"/>
                    <a:pt x="1892" y="603"/>
                    <a:pt x="1541" y="335"/>
                  </a:cubicBezTo>
                  <a:cubicBezTo>
                    <a:pt x="1255" y="127"/>
                    <a:pt x="870" y="0"/>
                    <a:pt x="5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7" name="Google Shape;5337;p13"/>
            <p:cNvSpPr/>
            <p:nvPr/>
          </p:nvSpPr>
          <p:spPr>
            <a:xfrm>
              <a:off x="1791925" y="646025"/>
              <a:ext cx="319275" cy="16000"/>
            </a:xfrm>
            <a:custGeom>
              <a:avLst/>
              <a:gdLst/>
              <a:ahLst/>
              <a:cxnLst/>
              <a:rect l="l" t="t" r="r" b="b"/>
              <a:pathLst>
                <a:path w="12771" h="640" extrusionOk="0">
                  <a:moveTo>
                    <a:pt x="5084" y="0"/>
                  </a:moveTo>
                  <a:cubicBezTo>
                    <a:pt x="3940" y="0"/>
                    <a:pt x="2868" y="39"/>
                    <a:pt x="2127" y="138"/>
                  </a:cubicBezTo>
                  <a:cubicBezTo>
                    <a:pt x="1" y="410"/>
                    <a:pt x="1935" y="640"/>
                    <a:pt x="5329" y="640"/>
                  </a:cubicBezTo>
                  <a:cubicBezTo>
                    <a:pt x="6743" y="640"/>
                    <a:pt x="8412" y="600"/>
                    <a:pt x="10145" y="506"/>
                  </a:cubicBezTo>
                  <a:cubicBezTo>
                    <a:pt x="12770" y="367"/>
                    <a:pt x="8590" y="0"/>
                    <a:pt x="5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8" name="Google Shape;5338;p13"/>
            <p:cNvSpPr/>
            <p:nvPr/>
          </p:nvSpPr>
          <p:spPr>
            <a:xfrm>
              <a:off x="1853875" y="842375"/>
              <a:ext cx="22200" cy="7350"/>
            </a:xfrm>
            <a:custGeom>
              <a:avLst/>
              <a:gdLst/>
              <a:ahLst/>
              <a:cxnLst/>
              <a:rect l="l" t="t" r="r" b="b"/>
              <a:pathLst>
                <a:path w="888" h="294" extrusionOk="0">
                  <a:moveTo>
                    <a:pt x="436" y="0"/>
                  </a:moveTo>
                  <a:cubicBezTo>
                    <a:pt x="218" y="0"/>
                    <a:pt x="1" y="67"/>
                    <a:pt x="1" y="151"/>
                  </a:cubicBezTo>
                  <a:cubicBezTo>
                    <a:pt x="1" y="235"/>
                    <a:pt x="185" y="285"/>
                    <a:pt x="436" y="285"/>
                  </a:cubicBezTo>
                  <a:cubicBezTo>
                    <a:pt x="480" y="291"/>
                    <a:pt x="523" y="294"/>
                    <a:pt x="564" y="294"/>
                  </a:cubicBezTo>
                  <a:cubicBezTo>
                    <a:pt x="752" y="294"/>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9" name="Google Shape;5339;p13"/>
            <p:cNvSpPr/>
            <p:nvPr/>
          </p:nvSpPr>
          <p:spPr>
            <a:xfrm>
              <a:off x="2227975" y="757000"/>
              <a:ext cx="21800" cy="7575"/>
            </a:xfrm>
            <a:custGeom>
              <a:avLst/>
              <a:gdLst/>
              <a:ahLst/>
              <a:cxnLst/>
              <a:rect l="l" t="t" r="r" b="b"/>
              <a:pathLst>
                <a:path w="872" h="303" extrusionOk="0">
                  <a:moveTo>
                    <a:pt x="436" y="1"/>
                  </a:moveTo>
                  <a:cubicBezTo>
                    <a:pt x="202" y="1"/>
                    <a:pt x="1" y="68"/>
                    <a:pt x="1" y="151"/>
                  </a:cubicBezTo>
                  <a:cubicBezTo>
                    <a:pt x="1" y="235"/>
                    <a:pt x="185" y="302"/>
                    <a:pt x="436" y="302"/>
                  </a:cubicBezTo>
                  <a:cubicBezTo>
                    <a:pt x="687" y="302"/>
                    <a:pt x="871" y="235"/>
                    <a:pt x="871" y="151"/>
                  </a:cubicBezTo>
                  <a:cubicBezTo>
                    <a:pt x="871"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13"/>
            <p:cNvSpPr/>
            <p:nvPr/>
          </p:nvSpPr>
          <p:spPr>
            <a:xfrm>
              <a:off x="2092400" y="675000"/>
              <a:ext cx="22200" cy="7125"/>
            </a:xfrm>
            <a:custGeom>
              <a:avLst/>
              <a:gdLst/>
              <a:ahLst/>
              <a:cxnLst/>
              <a:rect l="l" t="t" r="r" b="b"/>
              <a:pathLst>
                <a:path w="888" h="285" extrusionOk="0">
                  <a:moveTo>
                    <a:pt x="436" y="0"/>
                  </a:moveTo>
                  <a:cubicBezTo>
                    <a:pt x="218" y="0"/>
                    <a:pt x="1" y="67"/>
                    <a:pt x="1" y="151"/>
                  </a:cubicBezTo>
                  <a:cubicBezTo>
                    <a:pt x="1" y="234"/>
                    <a:pt x="185" y="285"/>
                    <a:pt x="436" y="285"/>
                  </a:cubicBezTo>
                  <a:cubicBezTo>
                    <a:pt x="687" y="285"/>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13"/>
            <p:cNvSpPr/>
            <p:nvPr/>
          </p:nvSpPr>
          <p:spPr>
            <a:xfrm>
              <a:off x="1625400" y="879625"/>
              <a:ext cx="21775" cy="7125"/>
            </a:xfrm>
            <a:custGeom>
              <a:avLst/>
              <a:gdLst/>
              <a:ahLst/>
              <a:cxnLst/>
              <a:rect l="l" t="t" r="r" b="b"/>
              <a:pathLst>
                <a:path w="871" h="285" extrusionOk="0">
                  <a:moveTo>
                    <a:pt x="436" y="0"/>
                  </a:moveTo>
                  <a:cubicBezTo>
                    <a:pt x="201" y="0"/>
                    <a:pt x="0" y="50"/>
                    <a:pt x="0" y="134"/>
                  </a:cubicBezTo>
                  <a:cubicBezTo>
                    <a:pt x="0" y="218"/>
                    <a:pt x="184" y="285"/>
                    <a:pt x="436" y="285"/>
                  </a:cubicBezTo>
                  <a:cubicBezTo>
                    <a:pt x="687" y="285"/>
                    <a:pt x="871" y="218"/>
                    <a:pt x="871" y="134"/>
                  </a:cubicBezTo>
                  <a:cubicBezTo>
                    <a:pt x="871" y="50"/>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2" name="Google Shape;5342;p13"/>
            <p:cNvSpPr/>
            <p:nvPr/>
          </p:nvSpPr>
          <p:spPr>
            <a:xfrm>
              <a:off x="1838825" y="754075"/>
              <a:ext cx="21775" cy="7150"/>
            </a:xfrm>
            <a:custGeom>
              <a:avLst/>
              <a:gdLst/>
              <a:ahLst/>
              <a:cxnLst/>
              <a:rect l="l" t="t" r="r" b="b"/>
              <a:pathLst>
                <a:path w="871" h="286" extrusionOk="0">
                  <a:moveTo>
                    <a:pt x="435" y="1"/>
                  </a:moveTo>
                  <a:cubicBezTo>
                    <a:pt x="201" y="1"/>
                    <a:pt x="0" y="51"/>
                    <a:pt x="0" y="135"/>
                  </a:cubicBezTo>
                  <a:cubicBezTo>
                    <a:pt x="0" y="218"/>
                    <a:pt x="184" y="285"/>
                    <a:pt x="435" y="285"/>
                  </a:cubicBezTo>
                  <a:cubicBezTo>
                    <a:pt x="686" y="285"/>
                    <a:pt x="870" y="218"/>
                    <a:pt x="870" y="135"/>
                  </a:cubicBezTo>
                  <a:cubicBezTo>
                    <a:pt x="870" y="51"/>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3" name="Google Shape;5343;p13"/>
            <p:cNvSpPr/>
            <p:nvPr/>
          </p:nvSpPr>
          <p:spPr>
            <a:xfrm>
              <a:off x="2201625" y="872500"/>
              <a:ext cx="22200" cy="7550"/>
            </a:xfrm>
            <a:custGeom>
              <a:avLst/>
              <a:gdLst/>
              <a:ahLst/>
              <a:cxnLst/>
              <a:rect l="l" t="t" r="r" b="b"/>
              <a:pathLst>
                <a:path w="888" h="302" extrusionOk="0">
                  <a:moveTo>
                    <a:pt x="452" y="1"/>
                  </a:moveTo>
                  <a:cubicBezTo>
                    <a:pt x="218" y="1"/>
                    <a:pt x="0" y="68"/>
                    <a:pt x="0" y="151"/>
                  </a:cubicBezTo>
                  <a:cubicBezTo>
                    <a:pt x="0" y="235"/>
                    <a:pt x="201" y="302"/>
                    <a:pt x="452" y="302"/>
                  </a:cubicBezTo>
                  <a:cubicBezTo>
                    <a:pt x="703" y="302"/>
                    <a:pt x="888" y="235"/>
                    <a:pt x="888" y="151"/>
                  </a:cubicBezTo>
                  <a:cubicBezTo>
                    <a:pt x="888" y="68"/>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13"/>
            <p:cNvSpPr/>
            <p:nvPr/>
          </p:nvSpPr>
          <p:spPr>
            <a:xfrm>
              <a:off x="2398300" y="887975"/>
              <a:ext cx="22200" cy="7200"/>
            </a:xfrm>
            <a:custGeom>
              <a:avLst/>
              <a:gdLst/>
              <a:ahLst/>
              <a:cxnLst/>
              <a:rect l="l" t="t" r="r" b="b"/>
              <a:pathLst>
                <a:path w="888" h="288" extrusionOk="0">
                  <a:moveTo>
                    <a:pt x="452" y="1"/>
                  </a:moveTo>
                  <a:cubicBezTo>
                    <a:pt x="218" y="1"/>
                    <a:pt x="0" y="51"/>
                    <a:pt x="0" y="135"/>
                  </a:cubicBezTo>
                  <a:cubicBezTo>
                    <a:pt x="0" y="219"/>
                    <a:pt x="201" y="286"/>
                    <a:pt x="452" y="286"/>
                  </a:cubicBezTo>
                  <a:cubicBezTo>
                    <a:pt x="471" y="287"/>
                    <a:pt x="490" y="288"/>
                    <a:pt x="509" y="288"/>
                  </a:cubicBezTo>
                  <a:cubicBezTo>
                    <a:pt x="706" y="288"/>
                    <a:pt x="888" y="211"/>
                    <a:pt x="888" y="135"/>
                  </a:cubicBezTo>
                  <a:cubicBezTo>
                    <a:pt x="888" y="51"/>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5" name="Google Shape;5345;p13"/>
            <p:cNvSpPr/>
            <p:nvPr/>
          </p:nvSpPr>
          <p:spPr>
            <a:xfrm>
              <a:off x="1667650" y="779600"/>
              <a:ext cx="22225" cy="7150"/>
            </a:xfrm>
            <a:custGeom>
              <a:avLst/>
              <a:gdLst/>
              <a:ahLst/>
              <a:cxnLst/>
              <a:rect l="l" t="t" r="r" b="b"/>
              <a:pathLst>
                <a:path w="889" h="286" extrusionOk="0">
                  <a:moveTo>
                    <a:pt x="436" y="1"/>
                  </a:moveTo>
                  <a:cubicBezTo>
                    <a:pt x="219" y="1"/>
                    <a:pt x="1" y="68"/>
                    <a:pt x="1" y="151"/>
                  </a:cubicBezTo>
                  <a:cubicBezTo>
                    <a:pt x="1" y="235"/>
                    <a:pt x="185" y="285"/>
                    <a:pt x="436" y="285"/>
                  </a:cubicBezTo>
                  <a:cubicBezTo>
                    <a:pt x="687" y="285"/>
                    <a:pt x="888" y="235"/>
                    <a:pt x="888" y="151"/>
                  </a:cubicBezTo>
                  <a:cubicBezTo>
                    <a:pt x="888"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6" name="Google Shape;5346;p13"/>
            <p:cNvSpPr/>
            <p:nvPr/>
          </p:nvSpPr>
          <p:spPr>
            <a:xfrm>
              <a:off x="1912475" y="949500"/>
              <a:ext cx="21775" cy="7200"/>
            </a:xfrm>
            <a:custGeom>
              <a:avLst/>
              <a:gdLst/>
              <a:ahLst/>
              <a:cxnLst/>
              <a:rect l="l" t="t" r="r" b="b"/>
              <a:pathLst>
                <a:path w="871" h="288" extrusionOk="0">
                  <a:moveTo>
                    <a:pt x="435" y="1"/>
                  </a:moveTo>
                  <a:cubicBezTo>
                    <a:pt x="218" y="1"/>
                    <a:pt x="0" y="68"/>
                    <a:pt x="0" y="151"/>
                  </a:cubicBezTo>
                  <a:cubicBezTo>
                    <a:pt x="0" y="235"/>
                    <a:pt x="184" y="285"/>
                    <a:pt x="435" y="285"/>
                  </a:cubicBezTo>
                  <a:cubicBezTo>
                    <a:pt x="460" y="287"/>
                    <a:pt x="484" y="288"/>
                    <a:pt x="507" y="288"/>
                  </a:cubicBezTo>
                  <a:cubicBezTo>
                    <a:pt x="709" y="288"/>
                    <a:pt x="870" y="226"/>
                    <a:pt x="870" y="151"/>
                  </a:cubicBezTo>
                  <a:cubicBezTo>
                    <a:pt x="870" y="68"/>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47" name="Google Shape;5347;p13"/>
          <p:cNvGrpSpPr/>
          <p:nvPr/>
        </p:nvGrpSpPr>
        <p:grpSpPr>
          <a:xfrm rot="-2378607">
            <a:off x="8096210" y="2678522"/>
            <a:ext cx="2095578" cy="1058786"/>
            <a:chOff x="1423500" y="1965000"/>
            <a:chExt cx="1202875" cy="607750"/>
          </a:xfrm>
        </p:grpSpPr>
        <p:sp>
          <p:nvSpPr>
            <p:cNvPr id="5348" name="Google Shape;5348;p13"/>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9" name="Google Shape;5349;p13"/>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0" name="Google Shape;5350;p13"/>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1" name="Google Shape;5351;p13"/>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2" name="Google Shape;5352;p13"/>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13"/>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4" name="Google Shape;5354;p13"/>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5" name="Google Shape;5355;p13"/>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6" name="Google Shape;5356;p13"/>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13"/>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8" name="Google Shape;5358;p13"/>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9" name="Google Shape;5359;p13"/>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13"/>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1" name="Google Shape;5361;p13"/>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2" name="Google Shape;5362;p13"/>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3" name="Google Shape;5363;p13"/>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13"/>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5" name="Google Shape;5365;p13"/>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6" name="Google Shape;5366;p13"/>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7" name="Google Shape;5367;p13"/>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8" name="Google Shape;5368;p13"/>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9" name="Google Shape;5369;p13"/>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0" name="Google Shape;5370;p13"/>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1" name="Google Shape;5371;p13"/>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2" name="Google Shape;5372;p13"/>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3" name="Google Shape;5373;p13"/>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4" name="Google Shape;5374;p13"/>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5" name="Google Shape;5375;p13"/>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6" name="Google Shape;5376;p13"/>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7" name="Google Shape;5377;p13"/>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13"/>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9" name="Google Shape;5379;p13"/>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0" name="Google Shape;5380;p13"/>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1" name="Google Shape;5381;p13"/>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2" name="Google Shape;5382;p13"/>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3" name="Google Shape;5383;p13"/>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13"/>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5" name="Google Shape;5385;p13"/>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6" name="Google Shape;5386;p13"/>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7" name="Google Shape;5387;p13"/>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13"/>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9" name="Google Shape;5389;p13"/>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0" name="Google Shape;5390;p13"/>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1" name="Google Shape;5391;p13"/>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13"/>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13"/>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4" name="Google Shape;5394;p13"/>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5" name="Google Shape;5395;p13"/>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13"/>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13"/>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8" name="Google Shape;5398;p13"/>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9" name="Google Shape;5399;p13"/>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0" name="Google Shape;5400;p13"/>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13"/>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13"/>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13"/>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13"/>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5" name="Google Shape;5405;p13"/>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13"/>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13"/>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13"/>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13"/>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0" name="Google Shape;5410;p13"/>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1" name="Google Shape;5411;p13"/>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13"/>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13"/>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13"/>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13"/>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13"/>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13"/>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13"/>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13"/>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13"/>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1" name="Google Shape;5421;p13"/>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2" name="Google Shape;5422;p13"/>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13"/>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13"/>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13"/>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13"/>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13"/>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13"/>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13"/>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13"/>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13"/>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13"/>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13"/>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13"/>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13"/>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13"/>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13"/>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8" name="Google Shape;5438;p13"/>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9" name="Google Shape;5439;p13"/>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13"/>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13"/>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13"/>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13"/>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13"/>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5" name="Google Shape;5445;p13"/>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6" name="Google Shape;5446;p13"/>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13"/>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13"/>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9" name="Google Shape;5449;p13"/>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0" name="Google Shape;5450;p13"/>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1" name="Google Shape;5451;p13"/>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2" name="Google Shape;5452;p13"/>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3" name="Google Shape;5453;p13"/>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13"/>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13"/>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6" name="Google Shape;5456;p13"/>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7" name="Google Shape;5457;p13"/>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8" name="Google Shape;5458;p13"/>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13"/>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13"/>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13"/>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13"/>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3" name="Google Shape;5463;p13"/>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4" name="Google Shape;5464;p13"/>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5" name="Google Shape;5465;p13"/>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6" name="Google Shape;5466;p13"/>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7" name="Google Shape;5467;p13"/>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8" name="Google Shape;5468;p13"/>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9" name="Google Shape;5469;p13"/>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0" name="Google Shape;5470;p13"/>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1" name="Google Shape;5471;p13"/>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13"/>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13"/>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13"/>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13"/>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13"/>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7" name="Google Shape;5477;p13"/>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8" name="Google Shape;5478;p13"/>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9" name="Google Shape;5479;p13"/>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80" name="Google Shape;5480;p13"/>
          <p:cNvGrpSpPr/>
          <p:nvPr/>
        </p:nvGrpSpPr>
        <p:grpSpPr>
          <a:xfrm rot="-1303462">
            <a:off x="8014210" y="144243"/>
            <a:ext cx="608451" cy="494435"/>
            <a:chOff x="3883850" y="1662875"/>
            <a:chExt cx="361150" cy="293475"/>
          </a:xfrm>
        </p:grpSpPr>
        <p:sp>
          <p:nvSpPr>
            <p:cNvPr id="5481" name="Google Shape;5481;p13"/>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2" name="Google Shape;5482;p13"/>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13"/>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4" name="Google Shape;5484;p13"/>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5" name="Google Shape;5485;p13"/>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6" name="Google Shape;5486;p13"/>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7" name="Google Shape;5487;p13"/>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8" name="Google Shape;5488;p13"/>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13"/>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13"/>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13"/>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13"/>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13"/>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13"/>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13"/>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13"/>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13"/>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13"/>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13"/>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13"/>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13"/>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13"/>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13"/>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13"/>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13"/>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13"/>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07" name="Google Shape;5507;p13"/>
          <p:cNvGrpSpPr/>
          <p:nvPr/>
        </p:nvGrpSpPr>
        <p:grpSpPr>
          <a:xfrm rot="3208156">
            <a:off x="8681654" y="519614"/>
            <a:ext cx="260745" cy="160462"/>
            <a:chOff x="5492850" y="1205450"/>
            <a:chExt cx="260725" cy="160450"/>
          </a:xfrm>
        </p:grpSpPr>
        <p:sp>
          <p:nvSpPr>
            <p:cNvPr id="5508" name="Google Shape;5508;p13"/>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13"/>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13"/>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13"/>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13"/>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13"/>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14" name="Google Shape;5514;p13"/>
          <p:cNvGrpSpPr/>
          <p:nvPr/>
        </p:nvGrpSpPr>
        <p:grpSpPr>
          <a:xfrm rot="-414966" flipH="1">
            <a:off x="8477649" y="626539"/>
            <a:ext cx="193353" cy="118989"/>
            <a:chOff x="5492850" y="1205450"/>
            <a:chExt cx="260725" cy="160450"/>
          </a:xfrm>
        </p:grpSpPr>
        <p:sp>
          <p:nvSpPr>
            <p:cNvPr id="5515" name="Google Shape;5515;p13"/>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13"/>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13"/>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13"/>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13"/>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13"/>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1" name="Google Shape;5521;p13"/>
          <p:cNvGrpSpPr/>
          <p:nvPr/>
        </p:nvGrpSpPr>
        <p:grpSpPr>
          <a:xfrm rot="1926705">
            <a:off x="862417" y="-250863"/>
            <a:ext cx="784617" cy="494768"/>
            <a:chOff x="4015675" y="2112550"/>
            <a:chExt cx="545275" cy="343875"/>
          </a:xfrm>
        </p:grpSpPr>
        <p:sp>
          <p:nvSpPr>
            <p:cNvPr id="5522" name="Google Shape;5522;p13"/>
            <p:cNvSpPr/>
            <p:nvPr/>
          </p:nvSpPr>
          <p:spPr>
            <a:xfrm>
              <a:off x="4015675" y="2112550"/>
              <a:ext cx="378725" cy="343875"/>
            </a:xfrm>
            <a:custGeom>
              <a:avLst/>
              <a:gdLst/>
              <a:ahLst/>
              <a:cxnLst/>
              <a:rect l="l" t="t" r="r" b="b"/>
              <a:pathLst>
                <a:path w="15149" h="13755" extrusionOk="0">
                  <a:moveTo>
                    <a:pt x="8012" y="1286"/>
                  </a:moveTo>
                  <a:cubicBezTo>
                    <a:pt x="8877" y="1286"/>
                    <a:pt x="9725" y="1673"/>
                    <a:pt x="10344" y="2372"/>
                  </a:cubicBezTo>
                  <a:cubicBezTo>
                    <a:pt x="11734" y="3962"/>
                    <a:pt x="12705" y="5519"/>
                    <a:pt x="12872" y="6205"/>
                  </a:cubicBezTo>
                  <a:cubicBezTo>
                    <a:pt x="13374" y="8381"/>
                    <a:pt x="11215" y="8967"/>
                    <a:pt x="11031" y="9687"/>
                  </a:cubicBezTo>
                  <a:cubicBezTo>
                    <a:pt x="10813" y="10390"/>
                    <a:pt x="11399" y="12917"/>
                    <a:pt x="9524" y="12967"/>
                  </a:cubicBezTo>
                  <a:lnTo>
                    <a:pt x="4536" y="13051"/>
                  </a:lnTo>
                  <a:cubicBezTo>
                    <a:pt x="4525" y="13051"/>
                    <a:pt x="4515" y="13051"/>
                    <a:pt x="4504" y="13051"/>
                  </a:cubicBezTo>
                  <a:cubicBezTo>
                    <a:pt x="3379" y="13051"/>
                    <a:pt x="2374" y="12186"/>
                    <a:pt x="2109" y="10942"/>
                  </a:cubicBezTo>
                  <a:cubicBezTo>
                    <a:pt x="1925" y="10055"/>
                    <a:pt x="1925" y="9084"/>
                    <a:pt x="2109" y="8130"/>
                  </a:cubicBezTo>
                  <a:cubicBezTo>
                    <a:pt x="2578" y="5853"/>
                    <a:pt x="4335" y="6473"/>
                    <a:pt x="4586" y="5117"/>
                  </a:cubicBezTo>
                  <a:cubicBezTo>
                    <a:pt x="4770" y="4129"/>
                    <a:pt x="5089" y="2338"/>
                    <a:pt x="6762" y="1568"/>
                  </a:cubicBezTo>
                  <a:cubicBezTo>
                    <a:pt x="7167" y="1377"/>
                    <a:pt x="7592" y="1286"/>
                    <a:pt x="8012" y="1286"/>
                  </a:cubicBezTo>
                  <a:close/>
                  <a:moveTo>
                    <a:pt x="7572" y="0"/>
                  </a:moveTo>
                  <a:cubicBezTo>
                    <a:pt x="7036" y="0"/>
                    <a:pt x="6500" y="102"/>
                    <a:pt x="5992" y="313"/>
                  </a:cubicBezTo>
                  <a:cubicBezTo>
                    <a:pt x="3833" y="1183"/>
                    <a:pt x="3515" y="3276"/>
                    <a:pt x="3314" y="4447"/>
                  </a:cubicBezTo>
                  <a:cubicBezTo>
                    <a:pt x="3046" y="6054"/>
                    <a:pt x="703" y="5284"/>
                    <a:pt x="218" y="7946"/>
                  </a:cubicBezTo>
                  <a:cubicBezTo>
                    <a:pt x="0" y="9067"/>
                    <a:pt x="67" y="10206"/>
                    <a:pt x="385" y="11243"/>
                  </a:cubicBezTo>
                  <a:cubicBezTo>
                    <a:pt x="820" y="12716"/>
                    <a:pt x="2209" y="13754"/>
                    <a:pt x="3733" y="13754"/>
                  </a:cubicBezTo>
                  <a:lnTo>
                    <a:pt x="10328" y="13754"/>
                  </a:lnTo>
                  <a:cubicBezTo>
                    <a:pt x="12805" y="13754"/>
                    <a:pt x="11750" y="10741"/>
                    <a:pt x="11968" y="9904"/>
                  </a:cubicBezTo>
                  <a:cubicBezTo>
                    <a:pt x="12202" y="9051"/>
                    <a:pt x="15148" y="8431"/>
                    <a:pt x="14362" y="5853"/>
                  </a:cubicBezTo>
                  <a:cubicBezTo>
                    <a:pt x="14111" y="5050"/>
                    <a:pt x="12721" y="3209"/>
                    <a:pt x="10780" y="1334"/>
                  </a:cubicBezTo>
                  <a:cubicBezTo>
                    <a:pt x="9898" y="475"/>
                    <a:pt x="8734" y="0"/>
                    <a:pt x="7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13"/>
            <p:cNvSpPr/>
            <p:nvPr/>
          </p:nvSpPr>
          <p:spPr>
            <a:xfrm>
              <a:off x="4083450" y="2190250"/>
              <a:ext cx="60700" cy="59850"/>
            </a:xfrm>
            <a:custGeom>
              <a:avLst/>
              <a:gdLst/>
              <a:ahLst/>
              <a:cxnLst/>
              <a:rect l="l" t="t" r="r" b="b"/>
              <a:pathLst>
                <a:path w="2428" h="2394" extrusionOk="0">
                  <a:moveTo>
                    <a:pt x="1507" y="0"/>
                  </a:moveTo>
                  <a:cubicBezTo>
                    <a:pt x="1290" y="0"/>
                    <a:pt x="1055" y="0"/>
                    <a:pt x="871" y="17"/>
                  </a:cubicBezTo>
                  <a:cubicBezTo>
                    <a:pt x="754" y="503"/>
                    <a:pt x="670" y="938"/>
                    <a:pt x="603" y="1306"/>
                  </a:cubicBezTo>
                  <a:cubicBezTo>
                    <a:pt x="536" y="1741"/>
                    <a:pt x="285" y="2009"/>
                    <a:pt x="1" y="2193"/>
                  </a:cubicBezTo>
                  <a:cubicBezTo>
                    <a:pt x="436" y="2327"/>
                    <a:pt x="955" y="2394"/>
                    <a:pt x="1507" y="2394"/>
                  </a:cubicBezTo>
                  <a:lnTo>
                    <a:pt x="1708" y="2394"/>
                  </a:lnTo>
                  <a:cubicBezTo>
                    <a:pt x="1775" y="2277"/>
                    <a:pt x="1842" y="2143"/>
                    <a:pt x="1859" y="1992"/>
                  </a:cubicBezTo>
                  <a:cubicBezTo>
                    <a:pt x="1959" y="1490"/>
                    <a:pt x="2093" y="754"/>
                    <a:pt x="2428" y="67"/>
                  </a:cubicBezTo>
                  <a:cubicBezTo>
                    <a:pt x="2126" y="17"/>
                    <a:pt x="1808" y="0"/>
                    <a:pt x="1507"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13"/>
            <p:cNvSpPr/>
            <p:nvPr/>
          </p:nvSpPr>
          <p:spPr>
            <a:xfrm>
              <a:off x="4044950" y="2112550"/>
              <a:ext cx="363675" cy="343875"/>
            </a:xfrm>
            <a:custGeom>
              <a:avLst/>
              <a:gdLst/>
              <a:ahLst/>
              <a:cxnLst/>
              <a:rect l="l" t="t" r="r" b="b"/>
              <a:pathLst>
                <a:path w="14547" h="13755" extrusionOk="0">
                  <a:moveTo>
                    <a:pt x="7946" y="1273"/>
                  </a:moveTo>
                  <a:cubicBezTo>
                    <a:pt x="8817" y="1273"/>
                    <a:pt x="9671" y="1669"/>
                    <a:pt x="10295" y="2372"/>
                  </a:cubicBezTo>
                  <a:cubicBezTo>
                    <a:pt x="11701" y="3962"/>
                    <a:pt x="12655" y="5519"/>
                    <a:pt x="12839" y="6205"/>
                  </a:cubicBezTo>
                  <a:cubicBezTo>
                    <a:pt x="13358" y="8381"/>
                    <a:pt x="10831" y="8900"/>
                    <a:pt x="10630" y="9636"/>
                  </a:cubicBezTo>
                  <a:cubicBezTo>
                    <a:pt x="10429" y="10339"/>
                    <a:pt x="11366" y="12951"/>
                    <a:pt x="9491" y="12967"/>
                  </a:cubicBezTo>
                  <a:lnTo>
                    <a:pt x="4503" y="13051"/>
                  </a:lnTo>
                  <a:cubicBezTo>
                    <a:pt x="4493" y="13051"/>
                    <a:pt x="4482" y="13051"/>
                    <a:pt x="4471" y="13051"/>
                  </a:cubicBezTo>
                  <a:cubicBezTo>
                    <a:pt x="3330" y="13051"/>
                    <a:pt x="2325" y="12169"/>
                    <a:pt x="2076" y="10925"/>
                  </a:cubicBezTo>
                  <a:cubicBezTo>
                    <a:pt x="1892" y="10055"/>
                    <a:pt x="1892" y="9084"/>
                    <a:pt x="2076" y="8130"/>
                  </a:cubicBezTo>
                  <a:cubicBezTo>
                    <a:pt x="2545" y="5853"/>
                    <a:pt x="4303" y="6473"/>
                    <a:pt x="4554" y="5117"/>
                  </a:cubicBezTo>
                  <a:cubicBezTo>
                    <a:pt x="4738" y="4129"/>
                    <a:pt x="5039" y="2338"/>
                    <a:pt x="6713" y="1552"/>
                  </a:cubicBezTo>
                  <a:cubicBezTo>
                    <a:pt x="7112" y="1363"/>
                    <a:pt x="7531" y="1273"/>
                    <a:pt x="7946" y="1273"/>
                  </a:cubicBezTo>
                  <a:close/>
                  <a:moveTo>
                    <a:pt x="7259" y="0"/>
                  </a:moveTo>
                  <a:cubicBezTo>
                    <a:pt x="6743" y="0"/>
                    <a:pt x="6228" y="102"/>
                    <a:pt x="5742" y="313"/>
                  </a:cubicBezTo>
                  <a:cubicBezTo>
                    <a:pt x="3666" y="1183"/>
                    <a:pt x="3348" y="3276"/>
                    <a:pt x="3164" y="4447"/>
                  </a:cubicBezTo>
                  <a:cubicBezTo>
                    <a:pt x="2913" y="6054"/>
                    <a:pt x="637" y="5284"/>
                    <a:pt x="202" y="7946"/>
                  </a:cubicBezTo>
                  <a:cubicBezTo>
                    <a:pt x="1" y="9067"/>
                    <a:pt x="68" y="10206"/>
                    <a:pt x="335" y="11243"/>
                  </a:cubicBezTo>
                  <a:cubicBezTo>
                    <a:pt x="754" y="12716"/>
                    <a:pt x="2076" y="13754"/>
                    <a:pt x="3566" y="13754"/>
                  </a:cubicBezTo>
                  <a:lnTo>
                    <a:pt x="9910" y="13754"/>
                  </a:lnTo>
                  <a:cubicBezTo>
                    <a:pt x="12287" y="13754"/>
                    <a:pt x="10948" y="10724"/>
                    <a:pt x="11182" y="9871"/>
                  </a:cubicBezTo>
                  <a:cubicBezTo>
                    <a:pt x="11366" y="9017"/>
                    <a:pt x="14547" y="8431"/>
                    <a:pt x="13777" y="5853"/>
                  </a:cubicBezTo>
                  <a:cubicBezTo>
                    <a:pt x="13542" y="5050"/>
                    <a:pt x="12203" y="3209"/>
                    <a:pt x="10345" y="1334"/>
                  </a:cubicBezTo>
                  <a:cubicBezTo>
                    <a:pt x="9498" y="475"/>
                    <a:pt x="8376" y="0"/>
                    <a:pt x="7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13"/>
            <p:cNvSpPr/>
            <p:nvPr/>
          </p:nvSpPr>
          <p:spPr>
            <a:xfrm>
              <a:off x="4169650" y="2136025"/>
              <a:ext cx="385025" cy="320400"/>
            </a:xfrm>
            <a:custGeom>
              <a:avLst/>
              <a:gdLst/>
              <a:ahLst/>
              <a:cxnLst/>
              <a:rect l="l" t="t" r="r" b="b"/>
              <a:pathLst>
                <a:path w="15401" h="12816" extrusionOk="0">
                  <a:moveTo>
                    <a:pt x="11120" y="1162"/>
                  </a:moveTo>
                  <a:cubicBezTo>
                    <a:pt x="11994" y="1162"/>
                    <a:pt x="12716" y="1528"/>
                    <a:pt x="13090" y="2186"/>
                  </a:cubicBezTo>
                  <a:cubicBezTo>
                    <a:pt x="13944" y="3676"/>
                    <a:pt x="14396" y="5115"/>
                    <a:pt x="14312" y="5751"/>
                  </a:cubicBezTo>
                  <a:cubicBezTo>
                    <a:pt x="14061" y="7794"/>
                    <a:pt x="11617" y="8296"/>
                    <a:pt x="11149" y="8965"/>
                  </a:cubicBezTo>
                  <a:cubicBezTo>
                    <a:pt x="10713" y="9635"/>
                    <a:pt x="10513" y="12045"/>
                    <a:pt x="8638" y="12062"/>
                  </a:cubicBezTo>
                  <a:lnTo>
                    <a:pt x="3633" y="12129"/>
                  </a:lnTo>
                  <a:cubicBezTo>
                    <a:pt x="3621" y="12129"/>
                    <a:pt x="3609" y="12129"/>
                    <a:pt x="3597" y="12129"/>
                  </a:cubicBezTo>
                  <a:cubicBezTo>
                    <a:pt x="2447" y="12129"/>
                    <a:pt x="1760" y="11330"/>
                    <a:pt x="1926" y="10170"/>
                  </a:cubicBezTo>
                  <a:cubicBezTo>
                    <a:pt x="2026" y="9350"/>
                    <a:pt x="2361" y="8446"/>
                    <a:pt x="2880" y="7542"/>
                  </a:cubicBezTo>
                  <a:cubicBezTo>
                    <a:pt x="4118" y="5433"/>
                    <a:pt x="5658" y="6003"/>
                    <a:pt x="6395" y="4747"/>
                  </a:cubicBezTo>
                  <a:cubicBezTo>
                    <a:pt x="6914" y="3826"/>
                    <a:pt x="7868" y="2153"/>
                    <a:pt x="9793" y="1416"/>
                  </a:cubicBezTo>
                  <a:cubicBezTo>
                    <a:pt x="10256" y="1244"/>
                    <a:pt x="10705" y="1162"/>
                    <a:pt x="11120" y="1162"/>
                  </a:cubicBezTo>
                  <a:close/>
                  <a:moveTo>
                    <a:pt x="10818" y="0"/>
                  </a:moveTo>
                  <a:cubicBezTo>
                    <a:pt x="10310" y="0"/>
                    <a:pt x="9771" y="90"/>
                    <a:pt x="9224" y="278"/>
                  </a:cubicBezTo>
                  <a:cubicBezTo>
                    <a:pt x="6847" y="1098"/>
                    <a:pt x="5809" y="3073"/>
                    <a:pt x="5257" y="4128"/>
                  </a:cubicBezTo>
                  <a:cubicBezTo>
                    <a:pt x="4453" y="5618"/>
                    <a:pt x="2445" y="4914"/>
                    <a:pt x="1072" y="7392"/>
                  </a:cubicBezTo>
                  <a:cubicBezTo>
                    <a:pt x="486" y="8463"/>
                    <a:pt x="151" y="9518"/>
                    <a:pt x="84" y="10472"/>
                  </a:cubicBezTo>
                  <a:cubicBezTo>
                    <a:pt x="1" y="11861"/>
                    <a:pt x="955" y="12815"/>
                    <a:pt x="2445" y="12815"/>
                  </a:cubicBezTo>
                  <a:lnTo>
                    <a:pt x="8789" y="12815"/>
                  </a:lnTo>
                  <a:cubicBezTo>
                    <a:pt x="11165" y="12815"/>
                    <a:pt x="11098" y="9986"/>
                    <a:pt x="11601" y="9200"/>
                  </a:cubicBezTo>
                  <a:cubicBezTo>
                    <a:pt x="12120" y="8413"/>
                    <a:pt x="15250" y="7860"/>
                    <a:pt x="15350" y="5450"/>
                  </a:cubicBezTo>
                  <a:cubicBezTo>
                    <a:pt x="15400" y="4730"/>
                    <a:pt x="14681" y="2990"/>
                    <a:pt x="13475" y="1249"/>
                  </a:cubicBezTo>
                  <a:cubicBezTo>
                    <a:pt x="12910" y="442"/>
                    <a:pt x="11941" y="0"/>
                    <a:pt x="108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13"/>
            <p:cNvSpPr/>
            <p:nvPr/>
          </p:nvSpPr>
          <p:spPr>
            <a:xfrm>
              <a:off x="4264650" y="2188575"/>
              <a:ext cx="74925" cy="89150"/>
            </a:xfrm>
            <a:custGeom>
              <a:avLst/>
              <a:gdLst/>
              <a:ahLst/>
              <a:cxnLst/>
              <a:rect l="l" t="t" r="r" b="b"/>
              <a:pathLst>
                <a:path w="2997" h="3566" extrusionOk="0">
                  <a:moveTo>
                    <a:pt x="2746" y="0"/>
                  </a:moveTo>
                  <a:cubicBezTo>
                    <a:pt x="2110" y="737"/>
                    <a:pt x="1725" y="1490"/>
                    <a:pt x="1423" y="2043"/>
                  </a:cubicBezTo>
                  <a:cubicBezTo>
                    <a:pt x="1122" y="2628"/>
                    <a:pt x="586" y="2879"/>
                    <a:pt x="0" y="3097"/>
                  </a:cubicBezTo>
                  <a:cubicBezTo>
                    <a:pt x="452" y="3264"/>
                    <a:pt x="921" y="3432"/>
                    <a:pt x="1423" y="3566"/>
                  </a:cubicBezTo>
                  <a:cubicBezTo>
                    <a:pt x="1892" y="3348"/>
                    <a:pt x="2310" y="3147"/>
                    <a:pt x="2578" y="2645"/>
                  </a:cubicBezTo>
                  <a:cubicBezTo>
                    <a:pt x="2712" y="2428"/>
                    <a:pt x="2829" y="2210"/>
                    <a:pt x="2997" y="1925"/>
                  </a:cubicBezTo>
                  <a:cubicBezTo>
                    <a:pt x="2879" y="1473"/>
                    <a:pt x="2762" y="787"/>
                    <a:pt x="2746"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7" name="Google Shape;5527;p13"/>
            <p:cNvSpPr/>
            <p:nvPr/>
          </p:nvSpPr>
          <p:spPr>
            <a:xfrm>
              <a:off x="4369275" y="2135800"/>
              <a:ext cx="79100" cy="64100"/>
            </a:xfrm>
            <a:custGeom>
              <a:avLst/>
              <a:gdLst/>
              <a:ahLst/>
              <a:cxnLst/>
              <a:rect l="l" t="t" r="r" b="b"/>
              <a:pathLst>
                <a:path w="3164" h="2564" extrusionOk="0">
                  <a:moveTo>
                    <a:pt x="2829" y="1"/>
                  </a:moveTo>
                  <a:cubicBezTo>
                    <a:pt x="2326" y="1"/>
                    <a:pt x="1782" y="99"/>
                    <a:pt x="1239" y="270"/>
                  </a:cubicBezTo>
                  <a:cubicBezTo>
                    <a:pt x="770" y="438"/>
                    <a:pt x="352" y="638"/>
                    <a:pt x="0" y="856"/>
                  </a:cubicBezTo>
                  <a:cubicBezTo>
                    <a:pt x="50" y="1174"/>
                    <a:pt x="50" y="1526"/>
                    <a:pt x="50" y="1894"/>
                  </a:cubicBezTo>
                  <a:cubicBezTo>
                    <a:pt x="50" y="2111"/>
                    <a:pt x="50" y="2329"/>
                    <a:pt x="17" y="2563"/>
                  </a:cubicBezTo>
                  <a:cubicBezTo>
                    <a:pt x="502" y="2111"/>
                    <a:pt x="1088" y="1693"/>
                    <a:pt x="1808" y="1425"/>
                  </a:cubicBezTo>
                  <a:cubicBezTo>
                    <a:pt x="2277" y="1241"/>
                    <a:pt x="2745" y="1174"/>
                    <a:pt x="3164" y="1174"/>
                  </a:cubicBezTo>
                  <a:cubicBezTo>
                    <a:pt x="3063" y="772"/>
                    <a:pt x="2980" y="387"/>
                    <a:pt x="2946" y="2"/>
                  </a:cubicBezTo>
                  <a:cubicBezTo>
                    <a:pt x="2907" y="1"/>
                    <a:pt x="2868" y="1"/>
                    <a:pt x="282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8" name="Google Shape;5528;p13"/>
            <p:cNvSpPr/>
            <p:nvPr/>
          </p:nvSpPr>
          <p:spPr>
            <a:xfrm>
              <a:off x="4199375" y="2154175"/>
              <a:ext cx="361575" cy="302250"/>
            </a:xfrm>
            <a:custGeom>
              <a:avLst/>
              <a:gdLst/>
              <a:ahLst/>
              <a:cxnLst/>
              <a:rect l="l" t="t" r="r" b="b"/>
              <a:pathLst>
                <a:path w="14463" h="12090" extrusionOk="0">
                  <a:moveTo>
                    <a:pt x="10496" y="955"/>
                  </a:moveTo>
                  <a:cubicBezTo>
                    <a:pt x="11383" y="955"/>
                    <a:pt x="12149" y="1322"/>
                    <a:pt x="12521" y="1996"/>
                  </a:cubicBezTo>
                  <a:cubicBezTo>
                    <a:pt x="13291" y="3419"/>
                    <a:pt x="13542" y="4808"/>
                    <a:pt x="13458" y="5427"/>
                  </a:cubicBezTo>
                  <a:cubicBezTo>
                    <a:pt x="13224" y="7369"/>
                    <a:pt x="10713" y="7804"/>
                    <a:pt x="10294" y="8440"/>
                  </a:cubicBezTo>
                  <a:cubicBezTo>
                    <a:pt x="9876" y="9059"/>
                    <a:pt x="9926" y="11369"/>
                    <a:pt x="8135" y="11386"/>
                  </a:cubicBezTo>
                  <a:lnTo>
                    <a:pt x="3348" y="11453"/>
                  </a:lnTo>
                  <a:cubicBezTo>
                    <a:pt x="3336" y="11453"/>
                    <a:pt x="3325" y="11453"/>
                    <a:pt x="3314" y="11453"/>
                  </a:cubicBezTo>
                  <a:cubicBezTo>
                    <a:pt x="2212" y="11453"/>
                    <a:pt x="1508" y="10655"/>
                    <a:pt x="1674" y="9528"/>
                  </a:cubicBezTo>
                  <a:cubicBezTo>
                    <a:pt x="1775" y="8725"/>
                    <a:pt x="2109" y="7854"/>
                    <a:pt x="2611" y="6967"/>
                  </a:cubicBezTo>
                  <a:cubicBezTo>
                    <a:pt x="3833" y="4925"/>
                    <a:pt x="5323" y="5528"/>
                    <a:pt x="6026" y="4289"/>
                  </a:cubicBezTo>
                  <a:cubicBezTo>
                    <a:pt x="6528" y="3419"/>
                    <a:pt x="7432" y="1828"/>
                    <a:pt x="9273" y="1176"/>
                  </a:cubicBezTo>
                  <a:cubicBezTo>
                    <a:pt x="9689" y="1027"/>
                    <a:pt x="10104" y="955"/>
                    <a:pt x="10496" y="955"/>
                  </a:cubicBezTo>
                  <a:close/>
                  <a:moveTo>
                    <a:pt x="10398" y="1"/>
                  </a:moveTo>
                  <a:cubicBezTo>
                    <a:pt x="9919" y="1"/>
                    <a:pt x="9399" y="86"/>
                    <a:pt x="8855" y="255"/>
                  </a:cubicBezTo>
                  <a:cubicBezTo>
                    <a:pt x="6595" y="958"/>
                    <a:pt x="5708" y="2866"/>
                    <a:pt x="5139" y="3921"/>
                  </a:cubicBezTo>
                  <a:cubicBezTo>
                    <a:pt x="4369" y="5360"/>
                    <a:pt x="2411" y="4607"/>
                    <a:pt x="1038" y="7017"/>
                  </a:cubicBezTo>
                  <a:cubicBezTo>
                    <a:pt x="469" y="8038"/>
                    <a:pt x="151" y="9059"/>
                    <a:pt x="84" y="10030"/>
                  </a:cubicBezTo>
                  <a:cubicBezTo>
                    <a:pt x="0" y="11369"/>
                    <a:pt x="737" y="12089"/>
                    <a:pt x="2176" y="12089"/>
                  </a:cubicBezTo>
                  <a:lnTo>
                    <a:pt x="8269" y="12089"/>
                  </a:lnTo>
                  <a:cubicBezTo>
                    <a:pt x="10512" y="12089"/>
                    <a:pt x="10244" y="9394"/>
                    <a:pt x="10713" y="8658"/>
                  </a:cubicBezTo>
                  <a:cubicBezTo>
                    <a:pt x="11198" y="7904"/>
                    <a:pt x="14295" y="7436"/>
                    <a:pt x="14412" y="5176"/>
                  </a:cubicBezTo>
                  <a:cubicBezTo>
                    <a:pt x="14462" y="4473"/>
                    <a:pt x="13826" y="2833"/>
                    <a:pt x="12722" y="1125"/>
                  </a:cubicBezTo>
                  <a:cubicBezTo>
                    <a:pt x="12213" y="369"/>
                    <a:pt x="11393" y="1"/>
                    <a:pt x="103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9" name="Google Shape;5529;p13"/>
          <p:cNvGrpSpPr/>
          <p:nvPr/>
        </p:nvGrpSpPr>
        <p:grpSpPr>
          <a:xfrm rot="2952480">
            <a:off x="318087" y="4571076"/>
            <a:ext cx="348372" cy="283092"/>
            <a:chOff x="3883850" y="1662875"/>
            <a:chExt cx="361150" cy="293475"/>
          </a:xfrm>
        </p:grpSpPr>
        <p:sp>
          <p:nvSpPr>
            <p:cNvPr id="5530" name="Google Shape;5530;p13"/>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1" name="Google Shape;5531;p13"/>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2" name="Google Shape;5532;p13"/>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3" name="Google Shape;5533;p13"/>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4" name="Google Shape;5534;p13"/>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5" name="Google Shape;5535;p13"/>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6" name="Google Shape;5536;p13"/>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7" name="Google Shape;5537;p13"/>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8" name="Google Shape;5538;p13"/>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9" name="Google Shape;5539;p13"/>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0" name="Google Shape;5540;p13"/>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1" name="Google Shape;5541;p13"/>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2" name="Google Shape;5542;p13"/>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3" name="Google Shape;5543;p13"/>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4" name="Google Shape;5544;p13"/>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5" name="Google Shape;5545;p13"/>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6" name="Google Shape;5546;p13"/>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7" name="Google Shape;5547;p13"/>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8" name="Google Shape;5548;p13"/>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9" name="Google Shape;5549;p13"/>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0" name="Google Shape;5550;p13"/>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1" name="Google Shape;5551;p13"/>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2" name="Google Shape;5552;p13"/>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3" name="Google Shape;5553;p13"/>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4" name="Google Shape;5554;p13"/>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5" name="Google Shape;5555;p13"/>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56" name="Google Shape;5556;p13"/>
          <p:cNvGrpSpPr/>
          <p:nvPr/>
        </p:nvGrpSpPr>
        <p:grpSpPr>
          <a:xfrm rot="-1811716" flipH="1">
            <a:off x="267564" y="4125706"/>
            <a:ext cx="193361" cy="118994"/>
            <a:chOff x="5492850" y="1205450"/>
            <a:chExt cx="260725" cy="160450"/>
          </a:xfrm>
        </p:grpSpPr>
        <p:sp>
          <p:nvSpPr>
            <p:cNvPr id="5557" name="Google Shape;5557;p13"/>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rgbClr val="8E8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8" name="Google Shape;5558;p13"/>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B5A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9" name="Google Shape;5559;p13"/>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0" name="Google Shape;5560;p13"/>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1" name="Google Shape;5561;p13"/>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rgbClr val="5952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2" name="Google Shape;5562;p13"/>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rgbClr val="443E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63" name="Google Shape;5563;p13"/>
          <p:cNvSpPr txBox="1">
            <a:spLocks noGrp="1"/>
          </p:cNvSpPr>
          <p:nvPr>
            <p:ph type="title"/>
          </p:nvPr>
        </p:nvSpPr>
        <p:spPr>
          <a:xfrm>
            <a:off x="1690644" y="1254800"/>
            <a:ext cx="2661900" cy="3921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accent2"/>
              </a:buClr>
              <a:buSzPts val="2500"/>
              <a:buNone/>
              <a:defRPr sz="2200">
                <a:solidFill>
                  <a:schemeClr val="accent5"/>
                </a:solidFill>
              </a:defRPr>
            </a:lvl1pPr>
            <a:lvl2pPr lvl="1" algn="ctr" rtl="0">
              <a:spcBef>
                <a:spcPts val="0"/>
              </a:spcBef>
              <a:spcAft>
                <a:spcPts val="0"/>
              </a:spcAft>
              <a:buClr>
                <a:schemeClr val="accent2"/>
              </a:buClr>
              <a:buSzPts val="2500"/>
              <a:buNone/>
              <a:defRPr sz="2500">
                <a:solidFill>
                  <a:schemeClr val="accent2"/>
                </a:solidFill>
              </a:defRPr>
            </a:lvl2pPr>
            <a:lvl3pPr lvl="2" algn="ctr" rtl="0">
              <a:spcBef>
                <a:spcPts val="0"/>
              </a:spcBef>
              <a:spcAft>
                <a:spcPts val="0"/>
              </a:spcAft>
              <a:buClr>
                <a:schemeClr val="accent2"/>
              </a:buClr>
              <a:buSzPts val="2500"/>
              <a:buNone/>
              <a:defRPr sz="2500">
                <a:solidFill>
                  <a:schemeClr val="accent2"/>
                </a:solidFill>
              </a:defRPr>
            </a:lvl3pPr>
            <a:lvl4pPr lvl="3" algn="ctr" rtl="0">
              <a:spcBef>
                <a:spcPts val="0"/>
              </a:spcBef>
              <a:spcAft>
                <a:spcPts val="0"/>
              </a:spcAft>
              <a:buClr>
                <a:schemeClr val="accent2"/>
              </a:buClr>
              <a:buSzPts val="2500"/>
              <a:buNone/>
              <a:defRPr sz="2500">
                <a:solidFill>
                  <a:schemeClr val="accent2"/>
                </a:solidFill>
              </a:defRPr>
            </a:lvl4pPr>
            <a:lvl5pPr lvl="4" algn="ctr" rtl="0">
              <a:spcBef>
                <a:spcPts val="0"/>
              </a:spcBef>
              <a:spcAft>
                <a:spcPts val="0"/>
              </a:spcAft>
              <a:buClr>
                <a:schemeClr val="accent2"/>
              </a:buClr>
              <a:buSzPts val="2500"/>
              <a:buNone/>
              <a:defRPr sz="2500">
                <a:solidFill>
                  <a:schemeClr val="accent2"/>
                </a:solidFill>
              </a:defRPr>
            </a:lvl5pPr>
            <a:lvl6pPr lvl="5" algn="ctr" rtl="0">
              <a:spcBef>
                <a:spcPts val="0"/>
              </a:spcBef>
              <a:spcAft>
                <a:spcPts val="0"/>
              </a:spcAft>
              <a:buClr>
                <a:schemeClr val="accent2"/>
              </a:buClr>
              <a:buSzPts val="2500"/>
              <a:buNone/>
              <a:defRPr sz="2500">
                <a:solidFill>
                  <a:schemeClr val="accent2"/>
                </a:solidFill>
              </a:defRPr>
            </a:lvl6pPr>
            <a:lvl7pPr lvl="6" algn="ctr" rtl="0">
              <a:spcBef>
                <a:spcPts val="0"/>
              </a:spcBef>
              <a:spcAft>
                <a:spcPts val="0"/>
              </a:spcAft>
              <a:buClr>
                <a:schemeClr val="accent2"/>
              </a:buClr>
              <a:buSzPts val="2500"/>
              <a:buNone/>
              <a:defRPr sz="2500">
                <a:solidFill>
                  <a:schemeClr val="accent2"/>
                </a:solidFill>
              </a:defRPr>
            </a:lvl7pPr>
            <a:lvl8pPr lvl="7" algn="ctr" rtl="0">
              <a:spcBef>
                <a:spcPts val="0"/>
              </a:spcBef>
              <a:spcAft>
                <a:spcPts val="0"/>
              </a:spcAft>
              <a:buClr>
                <a:schemeClr val="accent2"/>
              </a:buClr>
              <a:buSzPts val="2500"/>
              <a:buNone/>
              <a:defRPr sz="2500">
                <a:solidFill>
                  <a:schemeClr val="accent2"/>
                </a:solidFill>
              </a:defRPr>
            </a:lvl8pPr>
            <a:lvl9pPr lvl="8" algn="ctr" rtl="0">
              <a:spcBef>
                <a:spcPts val="0"/>
              </a:spcBef>
              <a:spcAft>
                <a:spcPts val="0"/>
              </a:spcAft>
              <a:buClr>
                <a:schemeClr val="accent2"/>
              </a:buClr>
              <a:buSzPts val="2500"/>
              <a:buNone/>
              <a:defRPr sz="2500">
                <a:solidFill>
                  <a:schemeClr val="accent2"/>
                </a:solidFill>
              </a:defRPr>
            </a:lvl9pPr>
          </a:lstStyle>
          <a:p>
            <a:endParaRPr/>
          </a:p>
        </p:txBody>
      </p:sp>
      <p:sp>
        <p:nvSpPr>
          <p:cNvPr id="5564" name="Google Shape;5564;p13"/>
          <p:cNvSpPr txBox="1">
            <a:spLocks noGrp="1"/>
          </p:cNvSpPr>
          <p:nvPr>
            <p:ph type="title" idx="2" hasCustomPrompt="1"/>
          </p:nvPr>
        </p:nvSpPr>
        <p:spPr>
          <a:xfrm>
            <a:off x="916631" y="1378025"/>
            <a:ext cx="676200" cy="502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accent2"/>
              </a:buClr>
              <a:buSzPts val="3000"/>
              <a:buNone/>
              <a:defRPr>
                <a:solidFill>
                  <a:schemeClr val="lt1"/>
                </a:solidFill>
              </a:defRPr>
            </a:lvl1pPr>
            <a:lvl2pPr lvl="1" rtl="0">
              <a:spcBef>
                <a:spcPts val="0"/>
              </a:spcBef>
              <a:spcAft>
                <a:spcPts val="0"/>
              </a:spcAft>
              <a:buClr>
                <a:schemeClr val="accent2"/>
              </a:buClr>
              <a:buSzPts val="3000"/>
              <a:buNone/>
              <a:defRPr sz="3000">
                <a:solidFill>
                  <a:schemeClr val="accent2"/>
                </a:solidFill>
              </a:defRPr>
            </a:lvl2pPr>
            <a:lvl3pPr lvl="2" rtl="0">
              <a:spcBef>
                <a:spcPts val="0"/>
              </a:spcBef>
              <a:spcAft>
                <a:spcPts val="0"/>
              </a:spcAft>
              <a:buClr>
                <a:schemeClr val="accent2"/>
              </a:buClr>
              <a:buSzPts val="3000"/>
              <a:buNone/>
              <a:defRPr sz="3000">
                <a:solidFill>
                  <a:schemeClr val="accent2"/>
                </a:solidFill>
              </a:defRPr>
            </a:lvl3pPr>
            <a:lvl4pPr lvl="3" rtl="0">
              <a:spcBef>
                <a:spcPts val="0"/>
              </a:spcBef>
              <a:spcAft>
                <a:spcPts val="0"/>
              </a:spcAft>
              <a:buClr>
                <a:schemeClr val="accent2"/>
              </a:buClr>
              <a:buSzPts val="3000"/>
              <a:buNone/>
              <a:defRPr sz="3000">
                <a:solidFill>
                  <a:schemeClr val="accent2"/>
                </a:solidFill>
              </a:defRPr>
            </a:lvl4pPr>
            <a:lvl5pPr lvl="4" rtl="0">
              <a:spcBef>
                <a:spcPts val="0"/>
              </a:spcBef>
              <a:spcAft>
                <a:spcPts val="0"/>
              </a:spcAft>
              <a:buClr>
                <a:schemeClr val="accent2"/>
              </a:buClr>
              <a:buSzPts val="3000"/>
              <a:buNone/>
              <a:defRPr sz="3000">
                <a:solidFill>
                  <a:schemeClr val="accent2"/>
                </a:solidFill>
              </a:defRPr>
            </a:lvl5pPr>
            <a:lvl6pPr lvl="5" rtl="0">
              <a:spcBef>
                <a:spcPts val="0"/>
              </a:spcBef>
              <a:spcAft>
                <a:spcPts val="0"/>
              </a:spcAft>
              <a:buClr>
                <a:schemeClr val="accent2"/>
              </a:buClr>
              <a:buSzPts val="3000"/>
              <a:buNone/>
              <a:defRPr sz="3000">
                <a:solidFill>
                  <a:schemeClr val="accent2"/>
                </a:solidFill>
              </a:defRPr>
            </a:lvl6pPr>
            <a:lvl7pPr lvl="6" rtl="0">
              <a:spcBef>
                <a:spcPts val="0"/>
              </a:spcBef>
              <a:spcAft>
                <a:spcPts val="0"/>
              </a:spcAft>
              <a:buClr>
                <a:schemeClr val="accent2"/>
              </a:buClr>
              <a:buSzPts val="3000"/>
              <a:buNone/>
              <a:defRPr sz="3000">
                <a:solidFill>
                  <a:schemeClr val="accent2"/>
                </a:solidFill>
              </a:defRPr>
            </a:lvl7pPr>
            <a:lvl8pPr lvl="7" rtl="0">
              <a:spcBef>
                <a:spcPts val="0"/>
              </a:spcBef>
              <a:spcAft>
                <a:spcPts val="0"/>
              </a:spcAft>
              <a:buClr>
                <a:schemeClr val="accent2"/>
              </a:buClr>
              <a:buSzPts val="3000"/>
              <a:buNone/>
              <a:defRPr sz="3000">
                <a:solidFill>
                  <a:schemeClr val="accent2"/>
                </a:solidFill>
              </a:defRPr>
            </a:lvl8pPr>
            <a:lvl9pPr lvl="8" rtl="0">
              <a:spcBef>
                <a:spcPts val="0"/>
              </a:spcBef>
              <a:spcAft>
                <a:spcPts val="0"/>
              </a:spcAft>
              <a:buClr>
                <a:schemeClr val="accent2"/>
              </a:buClr>
              <a:buSzPts val="3000"/>
              <a:buNone/>
              <a:defRPr sz="3000">
                <a:solidFill>
                  <a:schemeClr val="accent2"/>
                </a:solidFill>
              </a:defRPr>
            </a:lvl9pPr>
          </a:lstStyle>
          <a:p>
            <a:r>
              <a:t>xx%</a:t>
            </a:r>
          </a:p>
        </p:txBody>
      </p:sp>
      <p:sp>
        <p:nvSpPr>
          <p:cNvPr id="5565" name="Google Shape;5565;p13"/>
          <p:cNvSpPr txBox="1">
            <a:spLocks noGrp="1"/>
          </p:cNvSpPr>
          <p:nvPr>
            <p:ph type="subTitle" idx="1"/>
          </p:nvPr>
        </p:nvSpPr>
        <p:spPr>
          <a:xfrm>
            <a:off x="1690644" y="1558548"/>
            <a:ext cx="26619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566" name="Google Shape;5566;p13"/>
          <p:cNvSpPr txBox="1">
            <a:spLocks noGrp="1"/>
          </p:cNvSpPr>
          <p:nvPr>
            <p:ph type="title" idx="3"/>
          </p:nvPr>
        </p:nvSpPr>
        <p:spPr>
          <a:xfrm>
            <a:off x="713225" y="539500"/>
            <a:ext cx="7717500" cy="5904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567" name="Google Shape;5567;p13"/>
          <p:cNvSpPr txBox="1">
            <a:spLocks noGrp="1"/>
          </p:cNvSpPr>
          <p:nvPr>
            <p:ph type="title" idx="4"/>
          </p:nvPr>
        </p:nvSpPr>
        <p:spPr>
          <a:xfrm>
            <a:off x="1690644" y="3810875"/>
            <a:ext cx="2661900" cy="3921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accent2"/>
              </a:buClr>
              <a:buSzPts val="2500"/>
              <a:buNone/>
              <a:defRPr sz="2200">
                <a:solidFill>
                  <a:schemeClr val="accent5"/>
                </a:solidFill>
              </a:defRPr>
            </a:lvl1pPr>
            <a:lvl2pPr lvl="1" algn="ctr" rtl="0">
              <a:spcBef>
                <a:spcPts val="0"/>
              </a:spcBef>
              <a:spcAft>
                <a:spcPts val="0"/>
              </a:spcAft>
              <a:buClr>
                <a:schemeClr val="accent2"/>
              </a:buClr>
              <a:buSzPts val="2500"/>
              <a:buNone/>
              <a:defRPr sz="2500">
                <a:solidFill>
                  <a:schemeClr val="accent2"/>
                </a:solidFill>
              </a:defRPr>
            </a:lvl2pPr>
            <a:lvl3pPr lvl="2" algn="ctr" rtl="0">
              <a:spcBef>
                <a:spcPts val="0"/>
              </a:spcBef>
              <a:spcAft>
                <a:spcPts val="0"/>
              </a:spcAft>
              <a:buClr>
                <a:schemeClr val="accent2"/>
              </a:buClr>
              <a:buSzPts val="2500"/>
              <a:buNone/>
              <a:defRPr sz="2500">
                <a:solidFill>
                  <a:schemeClr val="accent2"/>
                </a:solidFill>
              </a:defRPr>
            </a:lvl3pPr>
            <a:lvl4pPr lvl="3" algn="ctr" rtl="0">
              <a:spcBef>
                <a:spcPts val="0"/>
              </a:spcBef>
              <a:spcAft>
                <a:spcPts val="0"/>
              </a:spcAft>
              <a:buClr>
                <a:schemeClr val="accent2"/>
              </a:buClr>
              <a:buSzPts val="2500"/>
              <a:buNone/>
              <a:defRPr sz="2500">
                <a:solidFill>
                  <a:schemeClr val="accent2"/>
                </a:solidFill>
              </a:defRPr>
            </a:lvl4pPr>
            <a:lvl5pPr lvl="4" algn="ctr" rtl="0">
              <a:spcBef>
                <a:spcPts val="0"/>
              </a:spcBef>
              <a:spcAft>
                <a:spcPts val="0"/>
              </a:spcAft>
              <a:buClr>
                <a:schemeClr val="accent2"/>
              </a:buClr>
              <a:buSzPts val="2500"/>
              <a:buNone/>
              <a:defRPr sz="2500">
                <a:solidFill>
                  <a:schemeClr val="accent2"/>
                </a:solidFill>
              </a:defRPr>
            </a:lvl5pPr>
            <a:lvl6pPr lvl="5" algn="ctr" rtl="0">
              <a:spcBef>
                <a:spcPts val="0"/>
              </a:spcBef>
              <a:spcAft>
                <a:spcPts val="0"/>
              </a:spcAft>
              <a:buClr>
                <a:schemeClr val="accent2"/>
              </a:buClr>
              <a:buSzPts val="2500"/>
              <a:buNone/>
              <a:defRPr sz="2500">
                <a:solidFill>
                  <a:schemeClr val="accent2"/>
                </a:solidFill>
              </a:defRPr>
            </a:lvl6pPr>
            <a:lvl7pPr lvl="6" algn="ctr" rtl="0">
              <a:spcBef>
                <a:spcPts val="0"/>
              </a:spcBef>
              <a:spcAft>
                <a:spcPts val="0"/>
              </a:spcAft>
              <a:buClr>
                <a:schemeClr val="accent2"/>
              </a:buClr>
              <a:buSzPts val="2500"/>
              <a:buNone/>
              <a:defRPr sz="2500">
                <a:solidFill>
                  <a:schemeClr val="accent2"/>
                </a:solidFill>
              </a:defRPr>
            </a:lvl7pPr>
            <a:lvl8pPr lvl="7" algn="ctr" rtl="0">
              <a:spcBef>
                <a:spcPts val="0"/>
              </a:spcBef>
              <a:spcAft>
                <a:spcPts val="0"/>
              </a:spcAft>
              <a:buClr>
                <a:schemeClr val="accent2"/>
              </a:buClr>
              <a:buSzPts val="2500"/>
              <a:buNone/>
              <a:defRPr sz="2500">
                <a:solidFill>
                  <a:schemeClr val="accent2"/>
                </a:solidFill>
              </a:defRPr>
            </a:lvl8pPr>
            <a:lvl9pPr lvl="8" algn="ctr" rtl="0">
              <a:spcBef>
                <a:spcPts val="0"/>
              </a:spcBef>
              <a:spcAft>
                <a:spcPts val="0"/>
              </a:spcAft>
              <a:buClr>
                <a:schemeClr val="accent2"/>
              </a:buClr>
              <a:buSzPts val="2500"/>
              <a:buNone/>
              <a:defRPr sz="2500">
                <a:solidFill>
                  <a:schemeClr val="accent2"/>
                </a:solidFill>
              </a:defRPr>
            </a:lvl9pPr>
          </a:lstStyle>
          <a:p>
            <a:endParaRPr/>
          </a:p>
        </p:txBody>
      </p:sp>
      <p:sp>
        <p:nvSpPr>
          <p:cNvPr id="5568" name="Google Shape;5568;p13"/>
          <p:cNvSpPr txBox="1">
            <a:spLocks noGrp="1"/>
          </p:cNvSpPr>
          <p:nvPr>
            <p:ph type="title" idx="5" hasCustomPrompt="1"/>
          </p:nvPr>
        </p:nvSpPr>
        <p:spPr>
          <a:xfrm>
            <a:off x="916631" y="3934100"/>
            <a:ext cx="676200" cy="502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accent2"/>
              </a:buClr>
              <a:buSzPts val="3000"/>
              <a:buNone/>
              <a:defRPr>
                <a:solidFill>
                  <a:schemeClr val="lt1"/>
                </a:solidFill>
              </a:defRPr>
            </a:lvl1pPr>
            <a:lvl2pPr lvl="1" rtl="0">
              <a:spcBef>
                <a:spcPts val="0"/>
              </a:spcBef>
              <a:spcAft>
                <a:spcPts val="0"/>
              </a:spcAft>
              <a:buClr>
                <a:schemeClr val="accent2"/>
              </a:buClr>
              <a:buSzPts val="3000"/>
              <a:buNone/>
              <a:defRPr sz="3000">
                <a:solidFill>
                  <a:schemeClr val="accent2"/>
                </a:solidFill>
              </a:defRPr>
            </a:lvl2pPr>
            <a:lvl3pPr lvl="2" rtl="0">
              <a:spcBef>
                <a:spcPts val="0"/>
              </a:spcBef>
              <a:spcAft>
                <a:spcPts val="0"/>
              </a:spcAft>
              <a:buClr>
                <a:schemeClr val="accent2"/>
              </a:buClr>
              <a:buSzPts val="3000"/>
              <a:buNone/>
              <a:defRPr sz="3000">
                <a:solidFill>
                  <a:schemeClr val="accent2"/>
                </a:solidFill>
              </a:defRPr>
            </a:lvl3pPr>
            <a:lvl4pPr lvl="3" rtl="0">
              <a:spcBef>
                <a:spcPts val="0"/>
              </a:spcBef>
              <a:spcAft>
                <a:spcPts val="0"/>
              </a:spcAft>
              <a:buClr>
                <a:schemeClr val="accent2"/>
              </a:buClr>
              <a:buSzPts val="3000"/>
              <a:buNone/>
              <a:defRPr sz="3000">
                <a:solidFill>
                  <a:schemeClr val="accent2"/>
                </a:solidFill>
              </a:defRPr>
            </a:lvl4pPr>
            <a:lvl5pPr lvl="4" rtl="0">
              <a:spcBef>
                <a:spcPts val="0"/>
              </a:spcBef>
              <a:spcAft>
                <a:spcPts val="0"/>
              </a:spcAft>
              <a:buClr>
                <a:schemeClr val="accent2"/>
              </a:buClr>
              <a:buSzPts val="3000"/>
              <a:buNone/>
              <a:defRPr sz="3000">
                <a:solidFill>
                  <a:schemeClr val="accent2"/>
                </a:solidFill>
              </a:defRPr>
            </a:lvl5pPr>
            <a:lvl6pPr lvl="5" rtl="0">
              <a:spcBef>
                <a:spcPts val="0"/>
              </a:spcBef>
              <a:spcAft>
                <a:spcPts val="0"/>
              </a:spcAft>
              <a:buClr>
                <a:schemeClr val="accent2"/>
              </a:buClr>
              <a:buSzPts val="3000"/>
              <a:buNone/>
              <a:defRPr sz="3000">
                <a:solidFill>
                  <a:schemeClr val="accent2"/>
                </a:solidFill>
              </a:defRPr>
            </a:lvl6pPr>
            <a:lvl7pPr lvl="6" rtl="0">
              <a:spcBef>
                <a:spcPts val="0"/>
              </a:spcBef>
              <a:spcAft>
                <a:spcPts val="0"/>
              </a:spcAft>
              <a:buClr>
                <a:schemeClr val="accent2"/>
              </a:buClr>
              <a:buSzPts val="3000"/>
              <a:buNone/>
              <a:defRPr sz="3000">
                <a:solidFill>
                  <a:schemeClr val="accent2"/>
                </a:solidFill>
              </a:defRPr>
            </a:lvl7pPr>
            <a:lvl8pPr lvl="7" rtl="0">
              <a:spcBef>
                <a:spcPts val="0"/>
              </a:spcBef>
              <a:spcAft>
                <a:spcPts val="0"/>
              </a:spcAft>
              <a:buClr>
                <a:schemeClr val="accent2"/>
              </a:buClr>
              <a:buSzPts val="3000"/>
              <a:buNone/>
              <a:defRPr sz="3000">
                <a:solidFill>
                  <a:schemeClr val="accent2"/>
                </a:solidFill>
              </a:defRPr>
            </a:lvl8pPr>
            <a:lvl9pPr lvl="8" rtl="0">
              <a:spcBef>
                <a:spcPts val="0"/>
              </a:spcBef>
              <a:spcAft>
                <a:spcPts val="0"/>
              </a:spcAft>
              <a:buClr>
                <a:schemeClr val="accent2"/>
              </a:buClr>
              <a:buSzPts val="3000"/>
              <a:buNone/>
              <a:defRPr sz="3000">
                <a:solidFill>
                  <a:schemeClr val="accent2"/>
                </a:solidFill>
              </a:defRPr>
            </a:lvl9pPr>
          </a:lstStyle>
          <a:p>
            <a:r>
              <a:t>xx%</a:t>
            </a:r>
          </a:p>
        </p:txBody>
      </p:sp>
      <p:sp>
        <p:nvSpPr>
          <p:cNvPr id="5569" name="Google Shape;5569;p13"/>
          <p:cNvSpPr txBox="1">
            <a:spLocks noGrp="1"/>
          </p:cNvSpPr>
          <p:nvPr>
            <p:ph type="subTitle" idx="6"/>
          </p:nvPr>
        </p:nvSpPr>
        <p:spPr>
          <a:xfrm>
            <a:off x="1690644" y="4114623"/>
            <a:ext cx="26619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570" name="Google Shape;5570;p13"/>
          <p:cNvSpPr txBox="1">
            <a:spLocks noGrp="1"/>
          </p:cNvSpPr>
          <p:nvPr>
            <p:ph type="title" idx="7"/>
          </p:nvPr>
        </p:nvSpPr>
        <p:spPr>
          <a:xfrm>
            <a:off x="1690644" y="2532838"/>
            <a:ext cx="2661900" cy="3921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accent2"/>
              </a:buClr>
              <a:buSzPts val="2500"/>
              <a:buNone/>
              <a:defRPr sz="2200">
                <a:solidFill>
                  <a:schemeClr val="accent5"/>
                </a:solidFill>
              </a:defRPr>
            </a:lvl1pPr>
            <a:lvl2pPr lvl="1" algn="ctr" rtl="0">
              <a:spcBef>
                <a:spcPts val="0"/>
              </a:spcBef>
              <a:spcAft>
                <a:spcPts val="0"/>
              </a:spcAft>
              <a:buClr>
                <a:schemeClr val="accent2"/>
              </a:buClr>
              <a:buSzPts val="2500"/>
              <a:buNone/>
              <a:defRPr sz="2500">
                <a:solidFill>
                  <a:schemeClr val="accent2"/>
                </a:solidFill>
              </a:defRPr>
            </a:lvl2pPr>
            <a:lvl3pPr lvl="2" algn="ctr" rtl="0">
              <a:spcBef>
                <a:spcPts val="0"/>
              </a:spcBef>
              <a:spcAft>
                <a:spcPts val="0"/>
              </a:spcAft>
              <a:buClr>
                <a:schemeClr val="accent2"/>
              </a:buClr>
              <a:buSzPts val="2500"/>
              <a:buNone/>
              <a:defRPr sz="2500">
                <a:solidFill>
                  <a:schemeClr val="accent2"/>
                </a:solidFill>
              </a:defRPr>
            </a:lvl3pPr>
            <a:lvl4pPr lvl="3" algn="ctr" rtl="0">
              <a:spcBef>
                <a:spcPts val="0"/>
              </a:spcBef>
              <a:spcAft>
                <a:spcPts val="0"/>
              </a:spcAft>
              <a:buClr>
                <a:schemeClr val="accent2"/>
              </a:buClr>
              <a:buSzPts val="2500"/>
              <a:buNone/>
              <a:defRPr sz="2500">
                <a:solidFill>
                  <a:schemeClr val="accent2"/>
                </a:solidFill>
              </a:defRPr>
            </a:lvl4pPr>
            <a:lvl5pPr lvl="4" algn="ctr" rtl="0">
              <a:spcBef>
                <a:spcPts val="0"/>
              </a:spcBef>
              <a:spcAft>
                <a:spcPts val="0"/>
              </a:spcAft>
              <a:buClr>
                <a:schemeClr val="accent2"/>
              </a:buClr>
              <a:buSzPts val="2500"/>
              <a:buNone/>
              <a:defRPr sz="2500">
                <a:solidFill>
                  <a:schemeClr val="accent2"/>
                </a:solidFill>
              </a:defRPr>
            </a:lvl5pPr>
            <a:lvl6pPr lvl="5" algn="ctr" rtl="0">
              <a:spcBef>
                <a:spcPts val="0"/>
              </a:spcBef>
              <a:spcAft>
                <a:spcPts val="0"/>
              </a:spcAft>
              <a:buClr>
                <a:schemeClr val="accent2"/>
              </a:buClr>
              <a:buSzPts val="2500"/>
              <a:buNone/>
              <a:defRPr sz="2500">
                <a:solidFill>
                  <a:schemeClr val="accent2"/>
                </a:solidFill>
              </a:defRPr>
            </a:lvl6pPr>
            <a:lvl7pPr lvl="6" algn="ctr" rtl="0">
              <a:spcBef>
                <a:spcPts val="0"/>
              </a:spcBef>
              <a:spcAft>
                <a:spcPts val="0"/>
              </a:spcAft>
              <a:buClr>
                <a:schemeClr val="accent2"/>
              </a:buClr>
              <a:buSzPts val="2500"/>
              <a:buNone/>
              <a:defRPr sz="2500">
                <a:solidFill>
                  <a:schemeClr val="accent2"/>
                </a:solidFill>
              </a:defRPr>
            </a:lvl7pPr>
            <a:lvl8pPr lvl="7" algn="ctr" rtl="0">
              <a:spcBef>
                <a:spcPts val="0"/>
              </a:spcBef>
              <a:spcAft>
                <a:spcPts val="0"/>
              </a:spcAft>
              <a:buClr>
                <a:schemeClr val="accent2"/>
              </a:buClr>
              <a:buSzPts val="2500"/>
              <a:buNone/>
              <a:defRPr sz="2500">
                <a:solidFill>
                  <a:schemeClr val="accent2"/>
                </a:solidFill>
              </a:defRPr>
            </a:lvl8pPr>
            <a:lvl9pPr lvl="8" algn="ctr" rtl="0">
              <a:spcBef>
                <a:spcPts val="0"/>
              </a:spcBef>
              <a:spcAft>
                <a:spcPts val="0"/>
              </a:spcAft>
              <a:buClr>
                <a:schemeClr val="accent2"/>
              </a:buClr>
              <a:buSzPts val="2500"/>
              <a:buNone/>
              <a:defRPr sz="2500">
                <a:solidFill>
                  <a:schemeClr val="accent2"/>
                </a:solidFill>
              </a:defRPr>
            </a:lvl9pPr>
          </a:lstStyle>
          <a:p>
            <a:endParaRPr/>
          </a:p>
        </p:txBody>
      </p:sp>
      <p:sp>
        <p:nvSpPr>
          <p:cNvPr id="5571" name="Google Shape;5571;p13"/>
          <p:cNvSpPr txBox="1">
            <a:spLocks noGrp="1"/>
          </p:cNvSpPr>
          <p:nvPr>
            <p:ph type="title" idx="8" hasCustomPrompt="1"/>
          </p:nvPr>
        </p:nvSpPr>
        <p:spPr>
          <a:xfrm>
            <a:off x="916631" y="2656063"/>
            <a:ext cx="676200" cy="502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accent2"/>
              </a:buClr>
              <a:buSzPts val="3000"/>
              <a:buNone/>
              <a:defRPr>
                <a:solidFill>
                  <a:schemeClr val="lt1"/>
                </a:solidFill>
              </a:defRPr>
            </a:lvl1pPr>
            <a:lvl2pPr lvl="1" rtl="0">
              <a:spcBef>
                <a:spcPts val="0"/>
              </a:spcBef>
              <a:spcAft>
                <a:spcPts val="0"/>
              </a:spcAft>
              <a:buClr>
                <a:schemeClr val="accent2"/>
              </a:buClr>
              <a:buSzPts val="3000"/>
              <a:buNone/>
              <a:defRPr sz="3000">
                <a:solidFill>
                  <a:schemeClr val="accent2"/>
                </a:solidFill>
              </a:defRPr>
            </a:lvl2pPr>
            <a:lvl3pPr lvl="2" rtl="0">
              <a:spcBef>
                <a:spcPts val="0"/>
              </a:spcBef>
              <a:spcAft>
                <a:spcPts val="0"/>
              </a:spcAft>
              <a:buClr>
                <a:schemeClr val="accent2"/>
              </a:buClr>
              <a:buSzPts val="3000"/>
              <a:buNone/>
              <a:defRPr sz="3000">
                <a:solidFill>
                  <a:schemeClr val="accent2"/>
                </a:solidFill>
              </a:defRPr>
            </a:lvl3pPr>
            <a:lvl4pPr lvl="3" rtl="0">
              <a:spcBef>
                <a:spcPts val="0"/>
              </a:spcBef>
              <a:spcAft>
                <a:spcPts val="0"/>
              </a:spcAft>
              <a:buClr>
                <a:schemeClr val="accent2"/>
              </a:buClr>
              <a:buSzPts val="3000"/>
              <a:buNone/>
              <a:defRPr sz="3000">
                <a:solidFill>
                  <a:schemeClr val="accent2"/>
                </a:solidFill>
              </a:defRPr>
            </a:lvl4pPr>
            <a:lvl5pPr lvl="4" rtl="0">
              <a:spcBef>
                <a:spcPts val="0"/>
              </a:spcBef>
              <a:spcAft>
                <a:spcPts val="0"/>
              </a:spcAft>
              <a:buClr>
                <a:schemeClr val="accent2"/>
              </a:buClr>
              <a:buSzPts val="3000"/>
              <a:buNone/>
              <a:defRPr sz="3000">
                <a:solidFill>
                  <a:schemeClr val="accent2"/>
                </a:solidFill>
              </a:defRPr>
            </a:lvl5pPr>
            <a:lvl6pPr lvl="5" rtl="0">
              <a:spcBef>
                <a:spcPts val="0"/>
              </a:spcBef>
              <a:spcAft>
                <a:spcPts val="0"/>
              </a:spcAft>
              <a:buClr>
                <a:schemeClr val="accent2"/>
              </a:buClr>
              <a:buSzPts val="3000"/>
              <a:buNone/>
              <a:defRPr sz="3000">
                <a:solidFill>
                  <a:schemeClr val="accent2"/>
                </a:solidFill>
              </a:defRPr>
            </a:lvl6pPr>
            <a:lvl7pPr lvl="6" rtl="0">
              <a:spcBef>
                <a:spcPts val="0"/>
              </a:spcBef>
              <a:spcAft>
                <a:spcPts val="0"/>
              </a:spcAft>
              <a:buClr>
                <a:schemeClr val="accent2"/>
              </a:buClr>
              <a:buSzPts val="3000"/>
              <a:buNone/>
              <a:defRPr sz="3000">
                <a:solidFill>
                  <a:schemeClr val="accent2"/>
                </a:solidFill>
              </a:defRPr>
            </a:lvl7pPr>
            <a:lvl8pPr lvl="7" rtl="0">
              <a:spcBef>
                <a:spcPts val="0"/>
              </a:spcBef>
              <a:spcAft>
                <a:spcPts val="0"/>
              </a:spcAft>
              <a:buClr>
                <a:schemeClr val="accent2"/>
              </a:buClr>
              <a:buSzPts val="3000"/>
              <a:buNone/>
              <a:defRPr sz="3000">
                <a:solidFill>
                  <a:schemeClr val="accent2"/>
                </a:solidFill>
              </a:defRPr>
            </a:lvl8pPr>
            <a:lvl9pPr lvl="8" rtl="0">
              <a:spcBef>
                <a:spcPts val="0"/>
              </a:spcBef>
              <a:spcAft>
                <a:spcPts val="0"/>
              </a:spcAft>
              <a:buClr>
                <a:schemeClr val="accent2"/>
              </a:buClr>
              <a:buSzPts val="3000"/>
              <a:buNone/>
              <a:defRPr sz="3000">
                <a:solidFill>
                  <a:schemeClr val="accent2"/>
                </a:solidFill>
              </a:defRPr>
            </a:lvl9pPr>
          </a:lstStyle>
          <a:p>
            <a:r>
              <a:t>xx%</a:t>
            </a:r>
          </a:p>
        </p:txBody>
      </p:sp>
      <p:sp>
        <p:nvSpPr>
          <p:cNvPr id="5572" name="Google Shape;5572;p13"/>
          <p:cNvSpPr txBox="1">
            <a:spLocks noGrp="1"/>
          </p:cNvSpPr>
          <p:nvPr>
            <p:ph type="subTitle" idx="9"/>
          </p:nvPr>
        </p:nvSpPr>
        <p:spPr>
          <a:xfrm>
            <a:off x="1690644" y="2836585"/>
            <a:ext cx="26619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573" name="Google Shape;5573;p13"/>
          <p:cNvSpPr txBox="1">
            <a:spLocks noGrp="1"/>
          </p:cNvSpPr>
          <p:nvPr>
            <p:ph type="title" idx="13"/>
          </p:nvPr>
        </p:nvSpPr>
        <p:spPr>
          <a:xfrm>
            <a:off x="5565469" y="1254800"/>
            <a:ext cx="2661900" cy="3921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accent2"/>
              </a:buClr>
              <a:buSzPts val="2500"/>
              <a:buNone/>
              <a:defRPr sz="2200">
                <a:solidFill>
                  <a:schemeClr val="accent5"/>
                </a:solidFill>
              </a:defRPr>
            </a:lvl1pPr>
            <a:lvl2pPr lvl="1" algn="ctr" rtl="0">
              <a:spcBef>
                <a:spcPts val="0"/>
              </a:spcBef>
              <a:spcAft>
                <a:spcPts val="0"/>
              </a:spcAft>
              <a:buClr>
                <a:schemeClr val="accent2"/>
              </a:buClr>
              <a:buSzPts val="2500"/>
              <a:buNone/>
              <a:defRPr sz="2500">
                <a:solidFill>
                  <a:schemeClr val="accent2"/>
                </a:solidFill>
              </a:defRPr>
            </a:lvl2pPr>
            <a:lvl3pPr lvl="2" algn="ctr" rtl="0">
              <a:spcBef>
                <a:spcPts val="0"/>
              </a:spcBef>
              <a:spcAft>
                <a:spcPts val="0"/>
              </a:spcAft>
              <a:buClr>
                <a:schemeClr val="accent2"/>
              </a:buClr>
              <a:buSzPts val="2500"/>
              <a:buNone/>
              <a:defRPr sz="2500">
                <a:solidFill>
                  <a:schemeClr val="accent2"/>
                </a:solidFill>
              </a:defRPr>
            </a:lvl3pPr>
            <a:lvl4pPr lvl="3" algn="ctr" rtl="0">
              <a:spcBef>
                <a:spcPts val="0"/>
              </a:spcBef>
              <a:spcAft>
                <a:spcPts val="0"/>
              </a:spcAft>
              <a:buClr>
                <a:schemeClr val="accent2"/>
              </a:buClr>
              <a:buSzPts val="2500"/>
              <a:buNone/>
              <a:defRPr sz="2500">
                <a:solidFill>
                  <a:schemeClr val="accent2"/>
                </a:solidFill>
              </a:defRPr>
            </a:lvl4pPr>
            <a:lvl5pPr lvl="4" algn="ctr" rtl="0">
              <a:spcBef>
                <a:spcPts val="0"/>
              </a:spcBef>
              <a:spcAft>
                <a:spcPts val="0"/>
              </a:spcAft>
              <a:buClr>
                <a:schemeClr val="accent2"/>
              </a:buClr>
              <a:buSzPts val="2500"/>
              <a:buNone/>
              <a:defRPr sz="2500">
                <a:solidFill>
                  <a:schemeClr val="accent2"/>
                </a:solidFill>
              </a:defRPr>
            </a:lvl5pPr>
            <a:lvl6pPr lvl="5" algn="ctr" rtl="0">
              <a:spcBef>
                <a:spcPts val="0"/>
              </a:spcBef>
              <a:spcAft>
                <a:spcPts val="0"/>
              </a:spcAft>
              <a:buClr>
                <a:schemeClr val="accent2"/>
              </a:buClr>
              <a:buSzPts val="2500"/>
              <a:buNone/>
              <a:defRPr sz="2500">
                <a:solidFill>
                  <a:schemeClr val="accent2"/>
                </a:solidFill>
              </a:defRPr>
            </a:lvl6pPr>
            <a:lvl7pPr lvl="6" algn="ctr" rtl="0">
              <a:spcBef>
                <a:spcPts val="0"/>
              </a:spcBef>
              <a:spcAft>
                <a:spcPts val="0"/>
              </a:spcAft>
              <a:buClr>
                <a:schemeClr val="accent2"/>
              </a:buClr>
              <a:buSzPts val="2500"/>
              <a:buNone/>
              <a:defRPr sz="2500">
                <a:solidFill>
                  <a:schemeClr val="accent2"/>
                </a:solidFill>
              </a:defRPr>
            </a:lvl7pPr>
            <a:lvl8pPr lvl="7" algn="ctr" rtl="0">
              <a:spcBef>
                <a:spcPts val="0"/>
              </a:spcBef>
              <a:spcAft>
                <a:spcPts val="0"/>
              </a:spcAft>
              <a:buClr>
                <a:schemeClr val="accent2"/>
              </a:buClr>
              <a:buSzPts val="2500"/>
              <a:buNone/>
              <a:defRPr sz="2500">
                <a:solidFill>
                  <a:schemeClr val="accent2"/>
                </a:solidFill>
              </a:defRPr>
            </a:lvl8pPr>
            <a:lvl9pPr lvl="8" algn="ctr" rtl="0">
              <a:spcBef>
                <a:spcPts val="0"/>
              </a:spcBef>
              <a:spcAft>
                <a:spcPts val="0"/>
              </a:spcAft>
              <a:buClr>
                <a:schemeClr val="accent2"/>
              </a:buClr>
              <a:buSzPts val="2500"/>
              <a:buNone/>
              <a:defRPr sz="2500">
                <a:solidFill>
                  <a:schemeClr val="accent2"/>
                </a:solidFill>
              </a:defRPr>
            </a:lvl9pPr>
          </a:lstStyle>
          <a:p>
            <a:endParaRPr/>
          </a:p>
        </p:txBody>
      </p:sp>
      <p:sp>
        <p:nvSpPr>
          <p:cNvPr id="5574" name="Google Shape;5574;p13"/>
          <p:cNvSpPr txBox="1">
            <a:spLocks noGrp="1"/>
          </p:cNvSpPr>
          <p:nvPr>
            <p:ph type="title" idx="14" hasCustomPrompt="1"/>
          </p:nvPr>
        </p:nvSpPr>
        <p:spPr>
          <a:xfrm>
            <a:off x="4791456" y="1378025"/>
            <a:ext cx="676200" cy="502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accent2"/>
              </a:buClr>
              <a:buSzPts val="3000"/>
              <a:buNone/>
              <a:defRPr>
                <a:solidFill>
                  <a:schemeClr val="lt1"/>
                </a:solidFill>
              </a:defRPr>
            </a:lvl1pPr>
            <a:lvl2pPr lvl="1" rtl="0">
              <a:spcBef>
                <a:spcPts val="0"/>
              </a:spcBef>
              <a:spcAft>
                <a:spcPts val="0"/>
              </a:spcAft>
              <a:buClr>
                <a:schemeClr val="accent2"/>
              </a:buClr>
              <a:buSzPts val="3000"/>
              <a:buNone/>
              <a:defRPr sz="3000">
                <a:solidFill>
                  <a:schemeClr val="accent2"/>
                </a:solidFill>
              </a:defRPr>
            </a:lvl2pPr>
            <a:lvl3pPr lvl="2" rtl="0">
              <a:spcBef>
                <a:spcPts val="0"/>
              </a:spcBef>
              <a:spcAft>
                <a:spcPts val="0"/>
              </a:spcAft>
              <a:buClr>
                <a:schemeClr val="accent2"/>
              </a:buClr>
              <a:buSzPts val="3000"/>
              <a:buNone/>
              <a:defRPr sz="3000">
                <a:solidFill>
                  <a:schemeClr val="accent2"/>
                </a:solidFill>
              </a:defRPr>
            </a:lvl3pPr>
            <a:lvl4pPr lvl="3" rtl="0">
              <a:spcBef>
                <a:spcPts val="0"/>
              </a:spcBef>
              <a:spcAft>
                <a:spcPts val="0"/>
              </a:spcAft>
              <a:buClr>
                <a:schemeClr val="accent2"/>
              </a:buClr>
              <a:buSzPts val="3000"/>
              <a:buNone/>
              <a:defRPr sz="3000">
                <a:solidFill>
                  <a:schemeClr val="accent2"/>
                </a:solidFill>
              </a:defRPr>
            </a:lvl4pPr>
            <a:lvl5pPr lvl="4" rtl="0">
              <a:spcBef>
                <a:spcPts val="0"/>
              </a:spcBef>
              <a:spcAft>
                <a:spcPts val="0"/>
              </a:spcAft>
              <a:buClr>
                <a:schemeClr val="accent2"/>
              </a:buClr>
              <a:buSzPts val="3000"/>
              <a:buNone/>
              <a:defRPr sz="3000">
                <a:solidFill>
                  <a:schemeClr val="accent2"/>
                </a:solidFill>
              </a:defRPr>
            </a:lvl5pPr>
            <a:lvl6pPr lvl="5" rtl="0">
              <a:spcBef>
                <a:spcPts val="0"/>
              </a:spcBef>
              <a:spcAft>
                <a:spcPts val="0"/>
              </a:spcAft>
              <a:buClr>
                <a:schemeClr val="accent2"/>
              </a:buClr>
              <a:buSzPts val="3000"/>
              <a:buNone/>
              <a:defRPr sz="3000">
                <a:solidFill>
                  <a:schemeClr val="accent2"/>
                </a:solidFill>
              </a:defRPr>
            </a:lvl6pPr>
            <a:lvl7pPr lvl="6" rtl="0">
              <a:spcBef>
                <a:spcPts val="0"/>
              </a:spcBef>
              <a:spcAft>
                <a:spcPts val="0"/>
              </a:spcAft>
              <a:buClr>
                <a:schemeClr val="accent2"/>
              </a:buClr>
              <a:buSzPts val="3000"/>
              <a:buNone/>
              <a:defRPr sz="3000">
                <a:solidFill>
                  <a:schemeClr val="accent2"/>
                </a:solidFill>
              </a:defRPr>
            </a:lvl7pPr>
            <a:lvl8pPr lvl="7" rtl="0">
              <a:spcBef>
                <a:spcPts val="0"/>
              </a:spcBef>
              <a:spcAft>
                <a:spcPts val="0"/>
              </a:spcAft>
              <a:buClr>
                <a:schemeClr val="accent2"/>
              </a:buClr>
              <a:buSzPts val="3000"/>
              <a:buNone/>
              <a:defRPr sz="3000">
                <a:solidFill>
                  <a:schemeClr val="accent2"/>
                </a:solidFill>
              </a:defRPr>
            </a:lvl8pPr>
            <a:lvl9pPr lvl="8" rtl="0">
              <a:spcBef>
                <a:spcPts val="0"/>
              </a:spcBef>
              <a:spcAft>
                <a:spcPts val="0"/>
              </a:spcAft>
              <a:buClr>
                <a:schemeClr val="accent2"/>
              </a:buClr>
              <a:buSzPts val="3000"/>
              <a:buNone/>
              <a:defRPr sz="3000">
                <a:solidFill>
                  <a:schemeClr val="accent2"/>
                </a:solidFill>
              </a:defRPr>
            </a:lvl9pPr>
          </a:lstStyle>
          <a:p>
            <a:r>
              <a:t>xx%</a:t>
            </a:r>
          </a:p>
        </p:txBody>
      </p:sp>
      <p:sp>
        <p:nvSpPr>
          <p:cNvPr id="5575" name="Google Shape;5575;p13"/>
          <p:cNvSpPr txBox="1">
            <a:spLocks noGrp="1"/>
          </p:cNvSpPr>
          <p:nvPr>
            <p:ph type="subTitle" idx="15"/>
          </p:nvPr>
        </p:nvSpPr>
        <p:spPr>
          <a:xfrm>
            <a:off x="5565469" y="1558548"/>
            <a:ext cx="26619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576" name="Google Shape;5576;p13"/>
          <p:cNvSpPr txBox="1">
            <a:spLocks noGrp="1"/>
          </p:cNvSpPr>
          <p:nvPr>
            <p:ph type="title" idx="16"/>
          </p:nvPr>
        </p:nvSpPr>
        <p:spPr>
          <a:xfrm>
            <a:off x="5565469" y="3810875"/>
            <a:ext cx="2661900" cy="3921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accent2"/>
              </a:buClr>
              <a:buSzPts val="2500"/>
              <a:buNone/>
              <a:defRPr sz="2200">
                <a:solidFill>
                  <a:schemeClr val="accent5"/>
                </a:solidFill>
              </a:defRPr>
            </a:lvl1pPr>
            <a:lvl2pPr lvl="1" algn="ctr" rtl="0">
              <a:spcBef>
                <a:spcPts val="0"/>
              </a:spcBef>
              <a:spcAft>
                <a:spcPts val="0"/>
              </a:spcAft>
              <a:buClr>
                <a:schemeClr val="accent2"/>
              </a:buClr>
              <a:buSzPts val="2500"/>
              <a:buNone/>
              <a:defRPr sz="2500">
                <a:solidFill>
                  <a:schemeClr val="accent2"/>
                </a:solidFill>
              </a:defRPr>
            </a:lvl2pPr>
            <a:lvl3pPr lvl="2" algn="ctr" rtl="0">
              <a:spcBef>
                <a:spcPts val="0"/>
              </a:spcBef>
              <a:spcAft>
                <a:spcPts val="0"/>
              </a:spcAft>
              <a:buClr>
                <a:schemeClr val="accent2"/>
              </a:buClr>
              <a:buSzPts val="2500"/>
              <a:buNone/>
              <a:defRPr sz="2500">
                <a:solidFill>
                  <a:schemeClr val="accent2"/>
                </a:solidFill>
              </a:defRPr>
            </a:lvl3pPr>
            <a:lvl4pPr lvl="3" algn="ctr" rtl="0">
              <a:spcBef>
                <a:spcPts val="0"/>
              </a:spcBef>
              <a:spcAft>
                <a:spcPts val="0"/>
              </a:spcAft>
              <a:buClr>
                <a:schemeClr val="accent2"/>
              </a:buClr>
              <a:buSzPts val="2500"/>
              <a:buNone/>
              <a:defRPr sz="2500">
                <a:solidFill>
                  <a:schemeClr val="accent2"/>
                </a:solidFill>
              </a:defRPr>
            </a:lvl4pPr>
            <a:lvl5pPr lvl="4" algn="ctr" rtl="0">
              <a:spcBef>
                <a:spcPts val="0"/>
              </a:spcBef>
              <a:spcAft>
                <a:spcPts val="0"/>
              </a:spcAft>
              <a:buClr>
                <a:schemeClr val="accent2"/>
              </a:buClr>
              <a:buSzPts val="2500"/>
              <a:buNone/>
              <a:defRPr sz="2500">
                <a:solidFill>
                  <a:schemeClr val="accent2"/>
                </a:solidFill>
              </a:defRPr>
            </a:lvl5pPr>
            <a:lvl6pPr lvl="5" algn="ctr" rtl="0">
              <a:spcBef>
                <a:spcPts val="0"/>
              </a:spcBef>
              <a:spcAft>
                <a:spcPts val="0"/>
              </a:spcAft>
              <a:buClr>
                <a:schemeClr val="accent2"/>
              </a:buClr>
              <a:buSzPts val="2500"/>
              <a:buNone/>
              <a:defRPr sz="2500">
                <a:solidFill>
                  <a:schemeClr val="accent2"/>
                </a:solidFill>
              </a:defRPr>
            </a:lvl6pPr>
            <a:lvl7pPr lvl="6" algn="ctr" rtl="0">
              <a:spcBef>
                <a:spcPts val="0"/>
              </a:spcBef>
              <a:spcAft>
                <a:spcPts val="0"/>
              </a:spcAft>
              <a:buClr>
                <a:schemeClr val="accent2"/>
              </a:buClr>
              <a:buSzPts val="2500"/>
              <a:buNone/>
              <a:defRPr sz="2500">
                <a:solidFill>
                  <a:schemeClr val="accent2"/>
                </a:solidFill>
              </a:defRPr>
            </a:lvl7pPr>
            <a:lvl8pPr lvl="7" algn="ctr" rtl="0">
              <a:spcBef>
                <a:spcPts val="0"/>
              </a:spcBef>
              <a:spcAft>
                <a:spcPts val="0"/>
              </a:spcAft>
              <a:buClr>
                <a:schemeClr val="accent2"/>
              </a:buClr>
              <a:buSzPts val="2500"/>
              <a:buNone/>
              <a:defRPr sz="2500">
                <a:solidFill>
                  <a:schemeClr val="accent2"/>
                </a:solidFill>
              </a:defRPr>
            </a:lvl8pPr>
            <a:lvl9pPr lvl="8" algn="ctr" rtl="0">
              <a:spcBef>
                <a:spcPts val="0"/>
              </a:spcBef>
              <a:spcAft>
                <a:spcPts val="0"/>
              </a:spcAft>
              <a:buClr>
                <a:schemeClr val="accent2"/>
              </a:buClr>
              <a:buSzPts val="2500"/>
              <a:buNone/>
              <a:defRPr sz="2500">
                <a:solidFill>
                  <a:schemeClr val="accent2"/>
                </a:solidFill>
              </a:defRPr>
            </a:lvl9pPr>
          </a:lstStyle>
          <a:p>
            <a:endParaRPr/>
          </a:p>
        </p:txBody>
      </p:sp>
      <p:sp>
        <p:nvSpPr>
          <p:cNvPr id="5577" name="Google Shape;5577;p13"/>
          <p:cNvSpPr txBox="1">
            <a:spLocks noGrp="1"/>
          </p:cNvSpPr>
          <p:nvPr>
            <p:ph type="title" idx="17" hasCustomPrompt="1"/>
          </p:nvPr>
        </p:nvSpPr>
        <p:spPr>
          <a:xfrm>
            <a:off x="4791456" y="3934100"/>
            <a:ext cx="676200" cy="502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accent2"/>
              </a:buClr>
              <a:buSzPts val="3000"/>
              <a:buNone/>
              <a:defRPr>
                <a:solidFill>
                  <a:schemeClr val="lt1"/>
                </a:solidFill>
              </a:defRPr>
            </a:lvl1pPr>
            <a:lvl2pPr lvl="1" rtl="0">
              <a:spcBef>
                <a:spcPts val="0"/>
              </a:spcBef>
              <a:spcAft>
                <a:spcPts val="0"/>
              </a:spcAft>
              <a:buClr>
                <a:schemeClr val="accent2"/>
              </a:buClr>
              <a:buSzPts val="3000"/>
              <a:buNone/>
              <a:defRPr sz="3000">
                <a:solidFill>
                  <a:schemeClr val="accent2"/>
                </a:solidFill>
              </a:defRPr>
            </a:lvl2pPr>
            <a:lvl3pPr lvl="2" rtl="0">
              <a:spcBef>
                <a:spcPts val="0"/>
              </a:spcBef>
              <a:spcAft>
                <a:spcPts val="0"/>
              </a:spcAft>
              <a:buClr>
                <a:schemeClr val="accent2"/>
              </a:buClr>
              <a:buSzPts val="3000"/>
              <a:buNone/>
              <a:defRPr sz="3000">
                <a:solidFill>
                  <a:schemeClr val="accent2"/>
                </a:solidFill>
              </a:defRPr>
            </a:lvl3pPr>
            <a:lvl4pPr lvl="3" rtl="0">
              <a:spcBef>
                <a:spcPts val="0"/>
              </a:spcBef>
              <a:spcAft>
                <a:spcPts val="0"/>
              </a:spcAft>
              <a:buClr>
                <a:schemeClr val="accent2"/>
              </a:buClr>
              <a:buSzPts val="3000"/>
              <a:buNone/>
              <a:defRPr sz="3000">
                <a:solidFill>
                  <a:schemeClr val="accent2"/>
                </a:solidFill>
              </a:defRPr>
            </a:lvl4pPr>
            <a:lvl5pPr lvl="4" rtl="0">
              <a:spcBef>
                <a:spcPts val="0"/>
              </a:spcBef>
              <a:spcAft>
                <a:spcPts val="0"/>
              </a:spcAft>
              <a:buClr>
                <a:schemeClr val="accent2"/>
              </a:buClr>
              <a:buSzPts val="3000"/>
              <a:buNone/>
              <a:defRPr sz="3000">
                <a:solidFill>
                  <a:schemeClr val="accent2"/>
                </a:solidFill>
              </a:defRPr>
            </a:lvl5pPr>
            <a:lvl6pPr lvl="5" rtl="0">
              <a:spcBef>
                <a:spcPts val="0"/>
              </a:spcBef>
              <a:spcAft>
                <a:spcPts val="0"/>
              </a:spcAft>
              <a:buClr>
                <a:schemeClr val="accent2"/>
              </a:buClr>
              <a:buSzPts val="3000"/>
              <a:buNone/>
              <a:defRPr sz="3000">
                <a:solidFill>
                  <a:schemeClr val="accent2"/>
                </a:solidFill>
              </a:defRPr>
            </a:lvl6pPr>
            <a:lvl7pPr lvl="6" rtl="0">
              <a:spcBef>
                <a:spcPts val="0"/>
              </a:spcBef>
              <a:spcAft>
                <a:spcPts val="0"/>
              </a:spcAft>
              <a:buClr>
                <a:schemeClr val="accent2"/>
              </a:buClr>
              <a:buSzPts val="3000"/>
              <a:buNone/>
              <a:defRPr sz="3000">
                <a:solidFill>
                  <a:schemeClr val="accent2"/>
                </a:solidFill>
              </a:defRPr>
            </a:lvl7pPr>
            <a:lvl8pPr lvl="7" rtl="0">
              <a:spcBef>
                <a:spcPts val="0"/>
              </a:spcBef>
              <a:spcAft>
                <a:spcPts val="0"/>
              </a:spcAft>
              <a:buClr>
                <a:schemeClr val="accent2"/>
              </a:buClr>
              <a:buSzPts val="3000"/>
              <a:buNone/>
              <a:defRPr sz="3000">
                <a:solidFill>
                  <a:schemeClr val="accent2"/>
                </a:solidFill>
              </a:defRPr>
            </a:lvl8pPr>
            <a:lvl9pPr lvl="8" rtl="0">
              <a:spcBef>
                <a:spcPts val="0"/>
              </a:spcBef>
              <a:spcAft>
                <a:spcPts val="0"/>
              </a:spcAft>
              <a:buClr>
                <a:schemeClr val="accent2"/>
              </a:buClr>
              <a:buSzPts val="3000"/>
              <a:buNone/>
              <a:defRPr sz="3000">
                <a:solidFill>
                  <a:schemeClr val="accent2"/>
                </a:solidFill>
              </a:defRPr>
            </a:lvl9pPr>
          </a:lstStyle>
          <a:p>
            <a:r>
              <a:t>xx%</a:t>
            </a:r>
          </a:p>
        </p:txBody>
      </p:sp>
      <p:sp>
        <p:nvSpPr>
          <p:cNvPr id="5578" name="Google Shape;5578;p13"/>
          <p:cNvSpPr txBox="1">
            <a:spLocks noGrp="1"/>
          </p:cNvSpPr>
          <p:nvPr>
            <p:ph type="subTitle" idx="18"/>
          </p:nvPr>
        </p:nvSpPr>
        <p:spPr>
          <a:xfrm>
            <a:off x="5565469" y="4114623"/>
            <a:ext cx="26619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579" name="Google Shape;5579;p13"/>
          <p:cNvSpPr txBox="1">
            <a:spLocks noGrp="1"/>
          </p:cNvSpPr>
          <p:nvPr>
            <p:ph type="title" idx="19"/>
          </p:nvPr>
        </p:nvSpPr>
        <p:spPr>
          <a:xfrm>
            <a:off x="5565469" y="2532838"/>
            <a:ext cx="2661900" cy="3921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accent2"/>
              </a:buClr>
              <a:buSzPts val="2500"/>
              <a:buNone/>
              <a:defRPr sz="2200">
                <a:solidFill>
                  <a:schemeClr val="accent5"/>
                </a:solidFill>
              </a:defRPr>
            </a:lvl1pPr>
            <a:lvl2pPr lvl="1" algn="ctr" rtl="0">
              <a:spcBef>
                <a:spcPts val="0"/>
              </a:spcBef>
              <a:spcAft>
                <a:spcPts val="0"/>
              </a:spcAft>
              <a:buClr>
                <a:schemeClr val="accent2"/>
              </a:buClr>
              <a:buSzPts val="2500"/>
              <a:buNone/>
              <a:defRPr sz="2500">
                <a:solidFill>
                  <a:schemeClr val="accent2"/>
                </a:solidFill>
              </a:defRPr>
            </a:lvl2pPr>
            <a:lvl3pPr lvl="2" algn="ctr" rtl="0">
              <a:spcBef>
                <a:spcPts val="0"/>
              </a:spcBef>
              <a:spcAft>
                <a:spcPts val="0"/>
              </a:spcAft>
              <a:buClr>
                <a:schemeClr val="accent2"/>
              </a:buClr>
              <a:buSzPts val="2500"/>
              <a:buNone/>
              <a:defRPr sz="2500">
                <a:solidFill>
                  <a:schemeClr val="accent2"/>
                </a:solidFill>
              </a:defRPr>
            </a:lvl3pPr>
            <a:lvl4pPr lvl="3" algn="ctr" rtl="0">
              <a:spcBef>
                <a:spcPts val="0"/>
              </a:spcBef>
              <a:spcAft>
                <a:spcPts val="0"/>
              </a:spcAft>
              <a:buClr>
                <a:schemeClr val="accent2"/>
              </a:buClr>
              <a:buSzPts val="2500"/>
              <a:buNone/>
              <a:defRPr sz="2500">
                <a:solidFill>
                  <a:schemeClr val="accent2"/>
                </a:solidFill>
              </a:defRPr>
            </a:lvl4pPr>
            <a:lvl5pPr lvl="4" algn="ctr" rtl="0">
              <a:spcBef>
                <a:spcPts val="0"/>
              </a:spcBef>
              <a:spcAft>
                <a:spcPts val="0"/>
              </a:spcAft>
              <a:buClr>
                <a:schemeClr val="accent2"/>
              </a:buClr>
              <a:buSzPts val="2500"/>
              <a:buNone/>
              <a:defRPr sz="2500">
                <a:solidFill>
                  <a:schemeClr val="accent2"/>
                </a:solidFill>
              </a:defRPr>
            </a:lvl5pPr>
            <a:lvl6pPr lvl="5" algn="ctr" rtl="0">
              <a:spcBef>
                <a:spcPts val="0"/>
              </a:spcBef>
              <a:spcAft>
                <a:spcPts val="0"/>
              </a:spcAft>
              <a:buClr>
                <a:schemeClr val="accent2"/>
              </a:buClr>
              <a:buSzPts val="2500"/>
              <a:buNone/>
              <a:defRPr sz="2500">
                <a:solidFill>
                  <a:schemeClr val="accent2"/>
                </a:solidFill>
              </a:defRPr>
            </a:lvl6pPr>
            <a:lvl7pPr lvl="6" algn="ctr" rtl="0">
              <a:spcBef>
                <a:spcPts val="0"/>
              </a:spcBef>
              <a:spcAft>
                <a:spcPts val="0"/>
              </a:spcAft>
              <a:buClr>
                <a:schemeClr val="accent2"/>
              </a:buClr>
              <a:buSzPts val="2500"/>
              <a:buNone/>
              <a:defRPr sz="2500">
                <a:solidFill>
                  <a:schemeClr val="accent2"/>
                </a:solidFill>
              </a:defRPr>
            </a:lvl7pPr>
            <a:lvl8pPr lvl="7" algn="ctr" rtl="0">
              <a:spcBef>
                <a:spcPts val="0"/>
              </a:spcBef>
              <a:spcAft>
                <a:spcPts val="0"/>
              </a:spcAft>
              <a:buClr>
                <a:schemeClr val="accent2"/>
              </a:buClr>
              <a:buSzPts val="2500"/>
              <a:buNone/>
              <a:defRPr sz="2500">
                <a:solidFill>
                  <a:schemeClr val="accent2"/>
                </a:solidFill>
              </a:defRPr>
            </a:lvl8pPr>
            <a:lvl9pPr lvl="8" algn="ctr" rtl="0">
              <a:spcBef>
                <a:spcPts val="0"/>
              </a:spcBef>
              <a:spcAft>
                <a:spcPts val="0"/>
              </a:spcAft>
              <a:buClr>
                <a:schemeClr val="accent2"/>
              </a:buClr>
              <a:buSzPts val="2500"/>
              <a:buNone/>
              <a:defRPr sz="2500">
                <a:solidFill>
                  <a:schemeClr val="accent2"/>
                </a:solidFill>
              </a:defRPr>
            </a:lvl9pPr>
          </a:lstStyle>
          <a:p>
            <a:endParaRPr/>
          </a:p>
        </p:txBody>
      </p:sp>
      <p:sp>
        <p:nvSpPr>
          <p:cNvPr id="5580" name="Google Shape;5580;p13"/>
          <p:cNvSpPr txBox="1">
            <a:spLocks noGrp="1"/>
          </p:cNvSpPr>
          <p:nvPr>
            <p:ph type="title" idx="20" hasCustomPrompt="1"/>
          </p:nvPr>
        </p:nvSpPr>
        <p:spPr>
          <a:xfrm>
            <a:off x="4791456" y="2656063"/>
            <a:ext cx="676200" cy="502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accent2"/>
              </a:buClr>
              <a:buSzPts val="3000"/>
              <a:buNone/>
              <a:defRPr>
                <a:solidFill>
                  <a:schemeClr val="lt1"/>
                </a:solidFill>
              </a:defRPr>
            </a:lvl1pPr>
            <a:lvl2pPr lvl="1" rtl="0">
              <a:spcBef>
                <a:spcPts val="0"/>
              </a:spcBef>
              <a:spcAft>
                <a:spcPts val="0"/>
              </a:spcAft>
              <a:buClr>
                <a:schemeClr val="accent2"/>
              </a:buClr>
              <a:buSzPts val="3000"/>
              <a:buNone/>
              <a:defRPr sz="3000">
                <a:solidFill>
                  <a:schemeClr val="accent2"/>
                </a:solidFill>
              </a:defRPr>
            </a:lvl2pPr>
            <a:lvl3pPr lvl="2" rtl="0">
              <a:spcBef>
                <a:spcPts val="0"/>
              </a:spcBef>
              <a:spcAft>
                <a:spcPts val="0"/>
              </a:spcAft>
              <a:buClr>
                <a:schemeClr val="accent2"/>
              </a:buClr>
              <a:buSzPts val="3000"/>
              <a:buNone/>
              <a:defRPr sz="3000">
                <a:solidFill>
                  <a:schemeClr val="accent2"/>
                </a:solidFill>
              </a:defRPr>
            </a:lvl3pPr>
            <a:lvl4pPr lvl="3" rtl="0">
              <a:spcBef>
                <a:spcPts val="0"/>
              </a:spcBef>
              <a:spcAft>
                <a:spcPts val="0"/>
              </a:spcAft>
              <a:buClr>
                <a:schemeClr val="accent2"/>
              </a:buClr>
              <a:buSzPts val="3000"/>
              <a:buNone/>
              <a:defRPr sz="3000">
                <a:solidFill>
                  <a:schemeClr val="accent2"/>
                </a:solidFill>
              </a:defRPr>
            </a:lvl4pPr>
            <a:lvl5pPr lvl="4" rtl="0">
              <a:spcBef>
                <a:spcPts val="0"/>
              </a:spcBef>
              <a:spcAft>
                <a:spcPts val="0"/>
              </a:spcAft>
              <a:buClr>
                <a:schemeClr val="accent2"/>
              </a:buClr>
              <a:buSzPts val="3000"/>
              <a:buNone/>
              <a:defRPr sz="3000">
                <a:solidFill>
                  <a:schemeClr val="accent2"/>
                </a:solidFill>
              </a:defRPr>
            </a:lvl5pPr>
            <a:lvl6pPr lvl="5" rtl="0">
              <a:spcBef>
                <a:spcPts val="0"/>
              </a:spcBef>
              <a:spcAft>
                <a:spcPts val="0"/>
              </a:spcAft>
              <a:buClr>
                <a:schemeClr val="accent2"/>
              </a:buClr>
              <a:buSzPts val="3000"/>
              <a:buNone/>
              <a:defRPr sz="3000">
                <a:solidFill>
                  <a:schemeClr val="accent2"/>
                </a:solidFill>
              </a:defRPr>
            </a:lvl6pPr>
            <a:lvl7pPr lvl="6" rtl="0">
              <a:spcBef>
                <a:spcPts val="0"/>
              </a:spcBef>
              <a:spcAft>
                <a:spcPts val="0"/>
              </a:spcAft>
              <a:buClr>
                <a:schemeClr val="accent2"/>
              </a:buClr>
              <a:buSzPts val="3000"/>
              <a:buNone/>
              <a:defRPr sz="3000">
                <a:solidFill>
                  <a:schemeClr val="accent2"/>
                </a:solidFill>
              </a:defRPr>
            </a:lvl7pPr>
            <a:lvl8pPr lvl="7" rtl="0">
              <a:spcBef>
                <a:spcPts val="0"/>
              </a:spcBef>
              <a:spcAft>
                <a:spcPts val="0"/>
              </a:spcAft>
              <a:buClr>
                <a:schemeClr val="accent2"/>
              </a:buClr>
              <a:buSzPts val="3000"/>
              <a:buNone/>
              <a:defRPr sz="3000">
                <a:solidFill>
                  <a:schemeClr val="accent2"/>
                </a:solidFill>
              </a:defRPr>
            </a:lvl8pPr>
            <a:lvl9pPr lvl="8" rtl="0">
              <a:spcBef>
                <a:spcPts val="0"/>
              </a:spcBef>
              <a:spcAft>
                <a:spcPts val="0"/>
              </a:spcAft>
              <a:buClr>
                <a:schemeClr val="accent2"/>
              </a:buClr>
              <a:buSzPts val="3000"/>
              <a:buNone/>
              <a:defRPr sz="3000">
                <a:solidFill>
                  <a:schemeClr val="accent2"/>
                </a:solidFill>
              </a:defRPr>
            </a:lvl9pPr>
          </a:lstStyle>
          <a:p>
            <a:r>
              <a:t>xx%</a:t>
            </a:r>
          </a:p>
        </p:txBody>
      </p:sp>
      <p:sp>
        <p:nvSpPr>
          <p:cNvPr id="5581" name="Google Shape;5581;p13"/>
          <p:cNvSpPr txBox="1">
            <a:spLocks noGrp="1"/>
          </p:cNvSpPr>
          <p:nvPr>
            <p:ph type="subTitle" idx="21"/>
          </p:nvPr>
        </p:nvSpPr>
        <p:spPr>
          <a:xfrm>
            <a:off x="5565469" y="2836585"/>
            <a:ext cx="26619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CUSTOM_11">
    <p:spTree>
      <p:nvGrpSpPr>
        <p:cNvPr id="1" name="Shape 5881"/>
        <p:cNvGrpSpPr/>
        <p:nvPr/>
      </p:nvGrpSpPr>
      <p:grpSpPr>
        <a:xfrm>
          <a:off x="0" y="0"/>
          <a:ext cx="0" cy="0"/>
          <a:chOff x="0" y="0"/>
          <a:chExt cx="0" cy="0"/>
        </a:xfrm>
      </p:grpSpPr>
      <p:grpSp>
        <p:nvGrpSpPr>
          <p:cNvPr id="5882" name="Google Shape;5882;p15"/>
          <p:cNvGrpSpPr/>
          <p:nvPr/>
        </p:nvGrpSpPr>
        <p:grpSpPr>
          <a:xfrm rot="1574134">
            <a:off x="6702538" y="-39334"/>
            <a:ext cx="2261716" cy="949902"/>
            <a:chOff x="1411350" y="554900"/>
            <a:chExt cx="1298300" cy="545275"/>
          </a:xfrm>
        </p:grpSpPr>
        <p:sp>
          <p:nvSpPr>
            <p:cNvPr id="5883" name="Google Shape;5883;p15"/>
            <p:cNvSpPr/>
            <p:nvPr/>
          </p:nvSpPr>
          <p:spPr>
            <a:xfrm>
              <a:off x="1411350" y="555300"/>
              <a:ext cx="1298300" cy="544875"/>
            </a:xfrm>
            <a:custGeom>
              <a:avLst/>
              <a:gdLst/>
              <a:ahLst/>
              <a:cxnLst/>
              <a:rect l="l" t="t" r="r" b="b"/>
              <a:pathLst>
                <a:path w="51932" h="21795" extrusionOk="0">
                  <a:moveTo>
                    <a:pt x="21160" y="685"/>
                  </a:moveTo>
                  <a:cubicBezTo>
                    <a:pt x="11439" y="685"/>
                    <a:pt x="0" y="6642"/>
                    <a:pt x="695" y="11818"/>
                  </a:cubicBezTo>
                  <a:cubicBezTo>
                    <a:pt x="1515" y="17928"/>
                    <a:pt x="11441" y="21794"/>
                    <a:pt x="26305" y="21794"/>
                  </a:cubicBezTo>
                  <a:cubicBezTo>
                    <a:pt x="39612" y="21794"/>
                    <a:pt x="51932" y="12588"/>
                    <a:pt x="47664" y="6295"/>
                  </a:cubicBezTo>
                  <a:cubicBezTo>
                    <a:pt x="43395" y="1"/>
                    <a:pt x="37219" y="4353"/>
                    <a:pt x="26171" y="1306"/>
                  </a:cubicBezTo>
                  <a:cubicBezTo>
                    <a:pt x="24611" y="879"/>
                    <a:pt x="22914" y="685"/>
                    <a:pt x="21160" y="68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4" name="Google Shape;5884;p15"/>
            <p:cNvSpPr/>
            <p:nvPr/>
          </p:nvSpPr>
          <p:spPr>
            <a:xfrm>
              <a:off x="1451675" y="627700"/>
              <a:ext cx="1206100" cy="430725"/>
            </a:xfrm>
            <a:custGeom>
              <a:avLst/>
              <a:gdLst/>
              <a:ahLst/>
              <a:cxnLst/>
              <a:rect l="l" t="t" r="r" b="b"/>
              <a:pathLst>
                <a:path w="48244" h="17229" extrusionOk="0">
                  <a:moveTo>
                    <a:pt x="20236" y="218"/>
                  </a:moveTo>
                  <a:cubicBezTo>
                    <a:pt x="10022" y="218"/>
                    <a:pt x="0" y="3725"/>
                    <a:pt x="773" y="8604"/>
                  </a:cubicBezTo>
                  <a:cubicBezTo>
                    <a:pt x="1610" y="13906"/>
                    <a:pt x="10561" y="17228"/>
                    <a:pt x="23915" y="17228"/>
                  </a:cubicBezTo>
                  <a:cubicBezTo>
                    <a:pt x="24178" y="17228"/>
                    <a:pt x="24443" y="17227"/>
                    <a:pt x="24709" y="17225"/>
                  </a:cubicBezTo>
                  <a:cubicBezTo>
                    <a:pt x="37062" y="17124"/>
                    <a:pt x="48243" y="8939"/>
                    <a:pt x="44293" y="3332"/>
                  </a:cubicBezTo>
                  <a:cubicBezTo>
                    <a:pt x="41950" y="1"/>
                    <a:pt x="34032" y="1122"/>
                    <a:pt x="23437" y="335"/>
                  </a:cubicBezTo>
                  <a:cubicBezTo>
                    <a:pt x="22376" y="256"/>
                    <a:pt x="21305" y="218"/>
                    <a:pt x="20236" y="21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5" name="Google Shape;5885;p15"/>
            <p:cNvSpPr/>
            <p:nvPr/>
          </p:nvSpPr>
          <p:spPr>
            <a:xfrm>
              <a:off x="1421225" y="554900"/>
              <a:ext cx="1204325" cy="288750"/>
            </a:xfrm>
            <a:custGeom>
              <a:avLst/>
              <a:gdLst/>
              <a:ahLst/>
              <a:cxnLst/>
              <a:rect l="l" t="t" r="r" b="b"/>
              <a:pathLst>
                <a:path w="48173" h="11550" extrusionOk="0">
                  <a:moveTo>
                    <a:pt x="20753" y="698"/>
                  </a:moveTo>
                  <a:cubicBezTo>
                    <a:pt x="11203" y="698"/>
                    <a:pt x="1" y="6446"/>
                    <a:pt x="284" y="11550"/>
                  </a:cubicBezTo>
                  <a:cubicBezTo>
                    <a:pt x="523" y="6533"/>
                    <a:pt x="11450" y="1054"/>
                    <a:pt x="20773" y="1054"/>
                  </a:cubicBezTo>
                  <a:cubicBezTo>
                    <a:pt x="22525" y="1054"/>
                    <a:pt x="24220" y="1248"/>
                    <a:pt x="25776" y="1674"/>
                  </a:cubicBezTo>
                  <a:cubicBezTo>
                    <a:pt x="36824" y="4720"/>
                    <a:pt x="43000" y="368"/>
                    <a:pt x="47269" y="6662"/>
                  </a:cubicBezTo>
                  <a:cubicBezTo>
                    <a:pt x="47821" y="7482"/>
                    <a:pt x="48089" y="8336"/>
                    <a:pt x="48122" y="9223"/>
                  </a:cubicBezTo>
                  <a:cubicBezTo>
                    <a:pt x="48173" y="8219"/>
                    <a:pt x="47905" y="7231"/>
                    <a:pt x="47269" y="6311"/>
                  </a:cubicBezTo>
                  <a:cubicBezTo>
                    <a:pt x="43000" y="0"/>
                    <a:pt x="36857" y="4352"/>
                    <a:pt x="25776" y="1322"/>
                  </a:cubicBezTo>
                  <a:cubicBezTo>
                    <a:pt x="24213" y="893"/>
                    <a:pt x="22511" y="698"/>
                    <a:pt x="20753" y="69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6" name="Google Shape;5886;p15"/>
            <p:cNvSpPr/>
            <p:nvPr/>
          </p:nvSpPr>
          <p:spPr>
            <a:xfrm>
              <a:off x="1429550" y="748225"/>
              <a:ext cx="1234450" cy="351525"/>
            </a:xfrm>
            <a:custGeom>
              <a:avLst/>
              <a:gdLst/>
              <a:ahLst/>
              <a:cxnLst/>
              <a:rect l="l" t="t" r="r" b="b"/>
              <a:pathLst>
                <a:path w="49378" h="14061" extrusionOk="0">
                  <a:moveTo>
                    <a:pt x="47605" y="0"/>
                  </a:moveTo>
                  <a:lnTo>
                    <a:pt x="47605" y="0"/>
                  </a:lnTo>
                  <a:cubicBezTo>
                    <a:pt x="48576" y="6093"/>
                    <a:pt x="37411" y="13508"/>
                    <a:pt x="25460" y="13508"/>
                  </a:cubicBezTo>
                  <a:cubicBezTo>
                    <a:pt x="11266" y="13508"/>
                    <a:pt x="1557" y="9960"/>
                    <a:pt x="1" y="4302"/>
                  </a:cubicBezTo>
                  <a:lnTo>
                    <a:pt x="1" y="4302"/>
                  </a:lnTo>
                  <a:cubicBezTo>
                    <a:pt x="1055" y="10278"/>
                    <a:pt x="10898" y="14061"/>
                    <a:pt x="25577" y="14061"/>
                  </a:cubicBezTo>
                  <a:cubicBezTo>
                    <a:pt x="25590" y="14061"/>
                    <a:pt x="25603" y="14061"/>
                    <a:pt x="25616" y="14061"/>
                  </a:cubicBezTo>
                  <a:cubicBezTo>
                    <a:pt x="37921" y="14061"/>
                    <a:pt x="49378" y="6170"/>
                    <a:pt x="476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7" name="Google Shape;5887;p15"/>
            <p:cNvSpPr/>
            <p:nvPr/>
          </p:nvSpPr>
          <p:spPr>
            <a:xfrm>
              <a:off x="1450650" y="624525"/>
              <a:ext cx="1121325" cy="423400"/>
            </a:xfrm>
            <a:custGeom>
              <a:avLst/>
              <a:gdLst/>
              <a:ahLst/>
              <a:cxnLst/>
              <a:rect l="l" t="t" r="r" b="b"/>
              <a:pathLst>
                <a:path w="44853" h="16936" extrusionOk="0">
                  <a:moveTo>
                    <a:pt x="17938" y="1"/>
                  </a:moveTo>
                  <a:cubicBezTo>
                    <a:pt x="10036" y="1"/>
                    <a:pt x="5951" y="1695"/>
                    <a:pt x="2990" y="6472"/>
                  </a:cubicBezTo>
                  <a:cubicBezTo>
                    <a:pt x="1" y="11312"/>
                    <a:pt x="11439" y="16936"/>
                    <a:pt x="22282" y="16936"/>
                  </a:cubicBezTo>
                  <a:cubicBezTo>
                    <a:pt x="23401" y="16936"/>
                    <a:pt x="24514" y="16876"/>
                    <a:pt x="25604" y="16749"/>
                  </a:cubicBezTo>
                  <a:cubicBezTo>
                    <a:pt x="38643" y="15243"/>
                    <a:pt x="44234" y="10840"/>
                    <a:pt x="44552" y="5986"/>
                  </a:cubicBezTo>
                  <a:cubicBezTo>
                    <a:pt x="44853" y="1132"/>
                    <a:pt x="30458" y="462"/>
                    <a:pt x="21084" y="77"/>
                  </a:cubicBezTo>
                  <a:cubicBezTo>
                    <a:pt x="19973" y="27"/>
                    <a:pt x="18926" y="1"/>
                    <a:pt x="179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8" name="Google Shape;5888;p15"/>
            <p:cNvSpPr/>
            <p:nvPr/>
          </p:nvSpPr>
          <p:spPr>
            <a:xfrm>
              <a:off x="1462975" y="628300"/>
              <a:ext cx="1104000" cy="405800"/>
            </a:xfrm>
            <a:custGeom>
              <a:avLst/>
              <a:gdLst/>
              <a:ahLst/>
              <a:cxnLst/>
              <a:rect l="l" t="t" r="r" b="b"/>
              <a:pathLst>
                <a:path w="44160" h="16232" extrusionOk="0">
                  <a:moveTo>
                    <a:pt x="17957" y="1"/>
                  </a:moveTo>
                  <a:cubicBezTo>
                    <a:pt x="10003" y="1"/>
                    <a:pt x="5931" y="1618"/>
                    <a:pt x="2982" y="6237"/>
                  </a:cubicBezTo>
                  <a:cubicBezTo>
                    <a:pt x="0" y="10899"/>
                    <a:pt x="11200" y="16232"/>
                    <a:pt x="21849" y="16232"/>
                  </a:cubicBezTo>
                  <a:cubicBezTo>
                    <a:pt x="22976" y="16232"/>
                    <a:pt x="24097" y="16172"/>
                    <a:pt x="25194" y="16046"/>
                  </a:cubicBezTo>
                  <a:cubicBezTo>
                    <a:pt x="38033" y="14573"/>
                    <a:pt x="43523" y="10355"/>
                    <a:pt x="43841" y="5701"/>
                  </a:cubicBezTo>
                  <a:cubicBezTo>
                    <a:pt x="44159" y="1048"/>
                    <a:pt x="29998" y="445"/>
                    <a:pt x="20792" y="60"/>
                  </a:cubicBezTo>
                  <a:cubicBezTo>
                    <a:pt x="19795" y="21"/>
                    <a:pt x="18852" y="1"/>
                    <a:pt x="179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9" name="Google Shape;5889;p15"/>
            <p:cNvSpPr/>
            <p:nvPr/>
          </p:nvSpPr>
          <p:spPr>
            <a:xfrm>
              <a:off x="1473400" y="636425"/>
              <a:ext cx="1075575" cy="406650"/>
            </a:xfrm>
            <a:custGeom>
              <a:avLst/>
              <a:gdLst/>
              <a:ahLst/>
              <a:cxnLst/>
              <a:rect l="l" t="t" r="r" b="b"/>
              <a:pathLst>
                <a:path w="43023" h="16266" extrusionOk="0">
                  <a:moveTo>
                    <a:pt x="17301" y="1"/>
                  </a:moveTo>
                  <a:cubicBezTo>
                    <a:pt x="9665" y="1"/>
                    <a:pt x="5750" y="1617"/>
                    <a:pt x="2900" y="6213"/>
                  </a:cubicBezTo>
                  <a:cubicBezTo>
                    <a:pt x="0" y="10874"/>
                    <a:pt x="10982" y="16265"/>
                    <a:pt x="21405" y="16265"/>
                  </a:cubicBezTo>
                  <a:cubicBezTo>
                    <a:pt x="22473" y="16265"/>
                    <a:pt x="23536" y="16209"/>
                    <a:pt x="24576" y="16089"/>
                  </a:cubicBezTo>
                  <a:cubicBezTo>
                    <a:pt x="37063" y="14633"/>
                    <a:pt x="42420" y="10431"/>
                    <a:pt x="42738" y="5761"/>
                  </a:cubicBezTo>
                  <a:cubicBezTo>
                    <a:pt x="43022" y="1125"/>
                    <a:pt x="29247" y="472"/>
                    <a:pt x="20258" y="70"/>
                  </a:cubicBezTo>
                  <a:cubicBezTo>
                    <a:pt x="19214" y="25"/>
                    <a:pt x="18230" y="1"/>
                    <a:pt x="17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0" name="Google Shape;5890;p15"/>
            <p:cNvSpPr/>
            <p:nvPr/>
          </p:nvSpPr>
          <p:spPr>
            <a:xfrm>
              <a:off x="1904500" y="714125"/>
              <a:ext cx="508725" cy="158650"/>
            </a:xfrm>
            <a:custGeom>
              <a:avLst/>
              <a:gdLst/>
              <a:ahLst/>
              <a:cxnLst/>
              <a:rect l="l" t="t" r="r" b="b"/>
              <a:pathLst>
                <a:path w="20349" h="6346" extrusionOk="0">
                  <a:moveTo>
                    <a:pt x="2195" y="1"/>
                  </a:moveTo>
                  <a:cubicBezTo>
                    <a:pt x="1938" y="1"/>
                    <a:pt x="1660" y="100"/>
                    <a:pt x="1323" y="360"/>
                  </a:cubicBezTo>
                  <a:cubicBezTo>
                    <a:pt x="1" y="1381"/>
                    <a:pt x="2060" y="1348"/>
                    <a:pt x="4939" y="1465"/>
                  </a:cubicBezTo>
                  <a:cubicBezTo>
                    <a:pt x="9408" y="1649"/>
                    <a:pt x="6696" y="5900"/>
                    <a:pt x="11300" y="6302"/>
                  </a:cubicBezTo>
                  <a:cubicBezTo>
                    <a:pt x="11621" y="6331"/>
                    <a:pt x="11942" y="6345"/>
                    <a:pt x="12261" y="6345"/>
                  </a:cubicBezTo>
                  <a:cubicBezTo>
                    <a:pt x="16517" y="6345"/>
                    <a:pt x="20349" y="3876"/>
                    <a:pt x="17141" y="2318"/>
                  </a:cubicBezTo>
                  <a:cubicBezTo>
                    <a:pt x="13693" y="645"/>
                    <a:pt x="6596" y="1214"/>
                    <a:pt x="4822" y="1013"/>
                  </a:cubicBezTo>
                  <a:cubicBezTo>
                    <a:pt x="3512" y="851"/>
                    <a:pt x="2946" y="1"/>
                    <a:pt x="21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1" name="Google Shape;5891;p15"/>
            <p:cNvSpPr/>
            <p:nvPr/>
          </p:nvSpPr>
          <p:spPr>
            <a:xfrm>
              <a:off x="1582800" y="653175"/>
              <a:ext cx="473325" cy="208975"/>
            </a:xfrm>
            <a:custGeom>
              <a:avLst/>
              <a:gdLst/>
              <a:ahLst/>
              <a:cxnLst/>
              <a:rect l="l" t="t" r="r" b="b"/>
              <a:pathLst>
                <a:path w="18933" h="8359" extrusionOk="0">
                  <a:moveTo>
                    <a:pt x="10267" y="0"/>
                  </a:moveTo>
                  <a:cubicBezTo>
                    <a:pt x="4054" y="0"/>
                    <a:pt x="1" y="4130"/>
                    <a:pt x="566" y="6765"/>
                  </a:cubicBezTo>
                  <a:cubicBezTo>
                    <a:pt x="812" y="7927"/>
                    <a:pt x="1246" y="8358"/>
                    <a:pt x="1632" y="8358"/>
                  </a:cubicBezTo>
                  <a:cubicBezTo>
                    <a:pt x="2192" y="8358"/>
                    <a:pt x="2653" y="7455"/>
                    <a:pt x="2307" y="6564"/>
                  </a:cubicBezTo>
                  <a:cubicBezTo>
                    <a:pt x="1201" y="3860"/>
                    <a:pt x="3990" y="1996"/>
                    <a:pt x="7269" y="1996"/>
                  </a:cubicBezTo>
                  <a:cubicBezTo>
                    <a:pt x="7663" y="1996"/>
                    <a:pt x="8064" y="2023"/>
                    <a:pt x="8467" y="2078"/>
                  </a:cubicBezTo>
                  <a:cubicBezTo>
                    <a:pt x="9081" y="2171"/>
                    <a:pt x="9834" y="2213"/>
                    <a:pt x="10620" y="2213"/>
                  </a:cubicBezTo>
                  <a:cubicBezTo>
                    <a:pt x="14392" y="2213"/>
                    <a:pt x="18933" y="1242"/>
                    <a:pt x="12685" y="204"/>
                  </a:cubicBezTo>
                  <a:cubicBezTo>
                    <a:pt x="11849" y="64"/>
                    <a:pt x="11041" y="0"/>
                    <a:pt x="1026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2" name="Google Shape;5892;p15"/>
            <p:cNvSpPr/>
            <p:nvPr/>
          </p:nvSpPr>
          <p:spPr>
            <a:xfrm>
              <a:off x="1634175" y="667600"/>
              <a:ext cx="907275" cy="341575"/>
            </a:xfrm>
            <a:custGeom>
              <a:avLst/>
              <a:gdLst/>
              <a:ahLst/>
              <a:cxnLst/>
              <a:rect l="l" t="t" r="r" b="b"/>
              <a:pathLst>
                <a:path w="36291" h="13663" extrusionOk="0">
                  <a:moveTo>
                    <a:pt x="19173" y="0"/>
                  </a:moveTo>
                  <a:cubicBezTo>
                    <a:pt x="17448" y="0"/>
                    <a:pt x="16147" y="196"/>
                    <a:pt x="15651" y="698"/>
                  </a:cubicBezTo>
                  <a:cubicBezTo>
                    <a:pt x="15024" y="1325"/>
                    <a:pt x="16741" y="1386"/>
                    <a:pt x="19202" y="1386"/>
                  </a:cubicBezTo>
                  <a:cubicBezTo>
                    <a:pt x="19801" y="1386"/>
                    <a:pt x="20443" y="1383"/>
                    <a:pt x="21107" y="1383"/>
                  </a:cubicBezTo>
                  <a:cubicBezTo>
                    <a:pt x="23905" y="1383"/>
                    <a:pt x="27076" y="1447"/>
                    <a:pt x="28892" y="2121"/>
                  </a:cubicBezTo>
                  <a:cubicBezTo>
                    <a:pt x="32892" y="3594"/>
                    <a:pt x="32641" y="11544"/>
                    <a:pt x="23100" y="12331"/>
                  </a:cubicBezTo>
                  <a:cubicBezTo>
                    <a:pt x="22050" y="12416"/>
                    <a:pt x="21014" y="12455"/>
                    <a:pt x="20003" y="12455"/>
                  </a:cubicBezTo>
                  <a:cubicBezTo>
                    <a:pt x="11829" y="12455"/>
                    <a:pt x="5342" y="9895"/>
                    <a:pt x="7115" y="8197"/>
                  </a:cubicBezTo>
                  <a:cubicBezTo>
                    <a:pt x="7806" y="7534"/>
                    <a:pt x="8580" y="7336"/>
                    <a:pt x="9426" y="7336"/>
                  </a:cubicBezTo>
                  <a:cubicBezTo>
                    <a:pt x="10691" y="7336"/>
                    <a:pt x="12117" y="7781"/>
                    <a:pt x="13666" y="7781"/>
                  </a:cubicBezTo>
                  <a:cubicBezTo>
                    <a:pt x="14063" y="7781"/>
                    <a:pt x="14468" y="7751"/>
                    <a:pt x="14881" y="7678"/>
                  </a:cubicBezTo>
                  <a:cubicBezTo>
                    <a:pt x="17439" y="7230"/>
                    <a:pt x="13747" y="4324"/>
                    <a:pt x="9007" y="4324"/>
                  </a:cubicBezTo>
                  <a:cubicBezTo>
                    <a:pt x="8256" y="4324"/>
                    <a:pt x="7479" y="4397"/>
                    <a:pt x="6696" y="4564"/>
                  </a:cubicBezTo>
                  <a:cubicBezTo>
                    <a:pt x="1" y="6004"/>
                    <a:pt x="3282" y="10105"/>
                    <a:pt x="6428" y="11578"/>
                  </a:cubicBezTo>
                  <a:cubicBezTo>
                    <a:pt x="9625" y="13081"/>
                    <a:pt x="13323" y="13662"/>
                    <a:pt x="16915" y="13662"/>
                  </a:cubicBezTo>
                  <a:cubicBezTo>
                    <a:pt x="23799" y="13662"/>
                    <a:pt x="30290" y="11529"/>
                    <a:pt x="32105" y="9670"/>
                  </a:cubicBezTo>
                  <a:cubicBezTo>
                    <a:pt x="34851" y="6841"/>
                    <a:pt x="36290" y="2288"/>
                    <a:pt x="30616" y="1300"/>
                  </a:cubicBezTo>
                  <a:cubicBezTo>
                    <a:pt x="26942" y="661"/>
                    <a:pt x="22341" y="0"/>
                    <a:pt x="1917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3" name="Google Shape;5893;p15"/>
            <p:cNvSpPr/>
            <p:nvPr/>
          </p:nvSpPr>
          <p:spPr>
            <a:xfrm>
              <a:off x="2119175" y="674975"/>
              <a:ext cx="163225" cy="58225"/>
            </a:xfrm>
            <a:custGeom>
              <a:avLst/>
              <a:gdLst/>
              <a:ahLst/>
              <a:cxnLst/>
              <a:rect l="l" t="t" r="r" b="b"/>
              <a:pathLst>
                <a:path w="6529" h="2329" extrusionOk="0">
                  <a:moveTo>
                    <a:pt x="3352" y="1"/>
                  </a:moveTo>
                  <a:cubicBezTo>
                    <a:pt x="3323" y="1"/>
                    <a:pt x="3294" y="1"/>
                    <a:pt x="3265" y="1"/>
                  </a:cubicBezTo>
                  <a:cubicBezTo>
                    <a:pt x="1457" y="18"/>
                    <a:pt x="1" y="570"/>
                    <a:pt x="1" y="1189"/>
                  </a:cubicBezTo>
                  <a:cubicBezTo>
                    <a:pt x="1" y="1832"/>
                    <a:pt x="1410" y="2328"/>
                    <a:pt x="3177" y="2328"/>
                  </a:cubicBezTo>
                  <a:cubicBezTo>
                    <a:pt x="3206" y="2328"/>
                    <a:pt x="3236" y="2328"/>
                    <a:pt x="3265" y="2328"/>
                  </a:cubicBezTo>
                  <a:cubicBezTo>
                    <a:pt x="5056" y="2328"/>
                    <a:pt x="6529" y="1775"/>
                    <a:pt x="6529" y="1123"/>
                  </a:cubicBezTo>
                  <a:cubicBezTo>
                    <a:pt x="6529" y="497"/>
                    <a:pt x="5103" y="1"/>
                    <a:pt x="335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4" name="Google Shape;5894;p15"/>
            <p:cNvSpPr/>
            <p:nvPr/>
          </p:nvSpPr>
          <p:spPr>
            <a:xfrm>
              <a:off x="2124200" y="685925"/>
              <a:ext cx="161150" cy="42225"/>
            </a:xfrm>
            <a:custGeom>
              <a:avLst/>
              <a:gdLst/>
              <a:ahLst/>
              <a:cxnLst/>
              <a:rect l="l" t="t" r="r" b="b"/>
              <a:pathLst>
                <a:path w="6446" h="1689" extrusionOk="0">
                  <a:moveTo>
                    <a:pt x="1428" y="0"/>
                  </a:moveTo>
                  <a:cubicBezTo>
                    <a:pt x="630" y="0"/>
                    <a:pt x="1" y="342"/>
                    <a:pt x="1" y="685"/>
                  </a:cubicBezTo>
                  <a:cubicBezTo>
                    <a:pt x="1" y="1254"/>
                    <a:pt x="1306" y="1689"/>
                    <a:pt x="2913" y="1689"/>
                  </a:cubicBezTo>
                  <a:cubicBezTo>
                    <a:pt x="4520" y="1655"/>
                    <a:pt x="6445" y="1070"/>
                    <a:pt x="5893" y="1003"/>
                  </a:cubicBezTo>
                  <a:cubicBezTo>
                    <a:pt x="5769" y="991"/>
                    <a:pt x="5635" y="988"/>
                    <a:pt x="5491" y="988"/>
                  </a:cubicBezTo>
                  <a:cubicBezTo>
                    <a:pt x="5372" y="988"/>
                    <a:pt x="5246" y="990"/>
                    <a:pt x="5115" y="990"/>
                  </a:cubicBezTo>
                  <a:cubicBezTo>
                    <a:pt x="4486" y="990"/>
                    <a:pt x="3737" y="949"/>
                    <a:pt x="2980" y="467"/>
                  </a:cubicBezTo>
                  <a:cubicBezTo>
                    <a:pt x="2471" y="129"/>
                    <a:pt x="1917" y="0"/>
                    <a:pt x="1428"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5" name="Google Shape;5895;p15"/>
            <p:cNvSpPr/>
            <p:nvPr/>
          </p:nvSpPr>
          <p:spPr>
            <a:xfrm>
              <a:off x="2210825" y="681675"/>
              <a:ext cx="31400" cy="11750"/>
            </a:xfrm>
            <a:custGeom>
              <a:avLst/>
              <a:gdLst/>
              <a:ahLst/>
              <a:cxnLst/>
              <a:rect l="l" t="t" r="r" b="b"/>
              <a:pathLst>
                <a:path w="1256" h="470" extrusionOk="0">
                  <a:moveTo>
                    <a:pt x="620" y="1"/>
                  </a:moveTo>
                  <a:cubicBezTo>
                    <a:pt x="268" y="1"/>
                    <a:pt x="1" y="101"/>
                    <a:pt x="1" y="235"/>
                  </a:cubicBezTo>
                  <a:cubicBezTo>
                    <a:pt x="1" y="352"/>
                    <a:pt x="268" y="470"/>
                    <a:pt x="620" y="470"/>
                  </a:cubicBezTo>
                  <a:cubicBezTo>
                    <a:pt x="955" y="470"/>
                    <a:pt x="1256" y="352"/>
                    <a:pt x="1256" y="235"/>
                  </a:cubicBezTo>
                  <a:cubicBezTo>
                    <a:pt x="1256" y="101"/>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6" name="Google Shape;5896;p15"/>
            <p:cNvSpPr/>
            <p:nvPr/>
          </p:nvSpPr>
          <p:spPr>
            <a:xfrm>
              <a:off x="2195350" y="706800"/>
              <a:ext cx="31400" cy="11725"/>
            </a:xfrm>
            <a:custGeom>
              <a:avLst/>
              <a:gdLst/>
              <a:ahLst/>
              <a:cxnLst/>
              <a:rect l="l" t="t" r="r" b="b"/>
              <a:pathLst>
                <a:path w="1256" h="469" extrusionOk="0">
                  <a:moveTo>
                    <a:pt x="636" y="0"/>
                  </a:moveTo>
                  <a:cubicBezTo>
                    <a:pt x="285" y="0"/>
                    <a:pt x="0" y="101"/>
                    <a:pt x="0" y="235"/>
                  </a:cubicBezTo>
                  <a:cubicBezTo>
                    <a:pt x="0" y="352"/>
                    <a:pt x="285" y="469"/>
                    <a:pt x="636" y="469"/>
                  </a:cubicBezTo>
                  <a:cubicBezTo>
                    <a:pt x="988" y="469"/>
                    <a:pt x="1256" y="352"/>
                    <a:pt x="1256" y="235"/>
                  </a:cubicBezTo>
                  <a:cubicBezTo>
                    <a:pt x="1256" y="101"/>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7" name="Google Shape;5897;p15"/>
            <p:cNvSpPr/>
            <p:nvPr/>
          </p:nvSpPr>
          <p:spPr>
            <a:xfrm>
              <a:off x="1992400" y="935275"/>
              <a:ext cx="185400" cy="58600"/>
            </a:xfrm>
            <a:custGeom>
              <a:avLst/>
              <a:gdLst/>
              <a:ahLst/>
              <a:cxnLst/>
              <a:rect l="l" t="t" r="r" b="b"/>
              <a:pathLst>
                <a:path w="7416" h="2344" extrusionOk="0">
                  <a:moveTo>
                    <a:pt x="3716" y="0"/>
                  </a:moveTo>
                  <a:cubicBezTo>
                    <a:pt x="1657" y="0"/>
                    <a:pt x="0" y="536"/>
                    <a:pt x="0" y="1172"/>
                  </a:cubicBezTo>
                  <a:cubicBezTo>
                    <a:pt x="0" y="1825"/>
                    <a:pt x="1657" y="2344"/>
                    <a:pt x="3716" y="2344"/>
                  </a:cubicBezTo>
                  <a:cubicBezTo>
                    <a:pt x="5758" y="2344"/>
                    <a:pt x="7415" y="1825"/>
                    <a:pt x="7415" y="1172"/>
                  </a:cubicBezTo>
                  <a:cubicBezTo>
                    <a:pt x="7415" y="536"/>
                    <a:pt x="5758" y="0"/>
                    <a:pt x="37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8" name="Google Shape;5898;p15"/>
            <p:cNvSpPr/>
            <p:nvPr/>
          </p:nvSpPr>
          <p:spPr>
            <a:xfrm>
              <a:off x="1946350" y="800100"/>
              <a:ext cx="185425" cy="58200"/>
            </a:xfrm>
            <a:custGeom>
              <a:avLst/>
              <a:gdLst/>
              <a:ahLst/>
              <a:cxnLst/>
              <a:rect l="l" t="t" r="r" b="b"/>
              <a:pathLst>
                <a:path w="7417" h="2328" extrusionOk="0">
                  <a:moveTo>
                    <a:pt x="3700" y="1"/>
                  </a:moveTo>
                  <a:cubicBezTo>
                    <a:pt x="1658" y="1"/>
                    <a:pt x="1" y="520"/>
                    <a:pt x="1" y="1173"/>
                  </a:cubicBezTo>
                  <a:cubicBezTo>
                    <a:pt x="1" y="1809"/>
                    <a:pt x="1658" y="2328"/>
                    <a:pt x="3700" y="2328"/>
                  </a:cubicBezTo>
                  <a:cubicBezTo>
                    <a:pt x="5759" y="2328"/>
                    <a:pt x="7416" y="1809"/>
                    <a:pt x="7416" y="1173"/>
                  </a:cubicBezTo>
                  <a:cubicBezTo>
                    <a:pt x="7416" y="520"/>
                    <a:pt x="5759" y="1"/>
                    <a:pt x="3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9" name="Google Shape;5899;p15"/>
            <p:cNvSpPr/>
            <p:nvPr/>
          </p:nvSpPr>
          <p:spPr>
            <a:xfrm>
              <a:off x="2266075" y="794650"/>
              <a:ext cx="166575" cy="64625"/>
            </a:xfrm>
            <a:custGeom>
              <a:avLst/>
              <a:gdLst/>
              <a:ahLst/>
              <a:cxnLst/>
              <a:rect l="l" t="t" r="r" b="b"/>
              <a:pathLst>
                <a:path w="6663" h="2585" extrusionOk="0">
                  <a:moveTo>
                    <a:pt x="3499" y="1"/>
                  </a:moveTo>
                  <a:cubicBezTo>
                    <a:pt x="1875" y="1"/>
                    <a:pt x="432" y="481"/>
                    <a:pt x="234" y="1140"/>
                  </a:cubicBezTo>
                  <a:cubicBezTo>
                    <a:pt x="0" y="1843"/>
                    <a:pt x="1255" y="2512"/>
                    <a:pt x="3113" y="2579"/>
                  </a:cubicBezTo>
                  <a:cubicBezTo>
                    <a:pt x="3212" y="2583"/>
                    <a:pt x="3311" y="2584"/>
                    <a:pt x="3408" y="2584"/>
                  </a:cubicBezTo>
                  <a:cubicBezTo>
                    <a:pt x="5169" y="2584"/>
                    <a:pt x="6613" y="2021"/>
                    <a:pt x="6629" y="1307"/>
                  </a:cubicBezTo>
                  <a:cubicBezTo>
                    <a:pt x="6662" y="587"/>
                    <a:pt x="5273" y="18"/>
                    <a:pt x="3582" y="1"/>
                  </a:cubicBezTo>
                  <a:cubicBezTo>
                    <a:pt x="3554" y="1"/>
                    <a:pt x="3527" y="1"/>
                    <a:pt x="3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0" name="Google Shape;5900;p15"/>
            <p:cNvSpPr/>
            <p:nvPr/>
          </p:nvSpPr>
          <p:spPr>
            <a:xfrm>
              <a:off x="2280700" y="737125"/>
              <a:ext cx="104650" cy="41075"/>
            </a:xfrm>
            <a:custGeom>
              <a:avLst/>
              <a:gdLst/>
              <a:ahLst/>
              <a:cxnLst/>
              <a:rect l="l" t="t" r="r" b="b"/>
              <a:pathLst>
                <a:path w="4186" h="1643" extrusionOk="0">
                  <a:moveTo>
                    <a:pt x="1900" y="0"/>
                  </a:moveTo>
                  <a:cubicBezTo>
                    <a:pt x="925" y="0"/>
                    <a:pt x="129" y="299"/>
                    <a:pt x="68" y="695"/>
                  </a:cubicBezTo>
                  <a:cubicBezTo>
                    <a:pt x="1" y="1147"/>
                    <a:pt x="855" y="1566"/>
                    <a:pt x="1993" y="1633"/>
                  </a:cubicBezTo>
                  <a:cubicBezTo>
                    <a:pt x="2098" y="1639"/>
                    <a:pt x="2201" y="1642"/>
                    <a:pt x="2303" y="1642"/>
                  </a:cubicBezTo>
                  <a:cubicBezTo>
                    <a:pt x="3288" y="1642"/>
                    <a:pt x="4088" y="1356"/>
                    <a:pt x="4119" y="946"/>
                  </a:cubicBezTo>
                  <a:cubicBezTo>
                    <a:pt x="4186" y="478"/>
                    <a:pt x="3332" y="59"/>
                    <a:pt x="2194" y="9"/>
                  </a:cubicBezTo>
                  <a:cubicBezTo>
                    <a:pt x="2095" y="3"/>
                    <a:pt x="1997" y="0"/>
                    <a:pt x="19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1" name="Google Shape;5901;p15"/>
            <p:cNvSpPr/>
            <p:nvPr/>
          </p:nvSpPr>
          <p:spPr>
            <a:xfrm>
              <a:off x="2193325" y="934275"/>
              <a:ext cx="68925" cy="31225"/>
            </a:xfrm>
            <a:custGeom>
              <a:avLst/>
              <a:gdLst/>
              <a:ahLst/>
              <a:cxnLst/>
              <a:rect l="l" t="t" r="r" b="b"/>
              <a:pathLst>
                <a:path w="2757" h="1249" extrusionOk="0">
                  <a:moveTo>
                    <a:pt x="1636" y="1"/>
                  </a:moveTo>
                  <a:cubicBezTo>
                    <a:pt x="1577" y="1"/>
                    <a:pt x="1516" y="3"/>
                    <a:pt x="1454" y="7"/>
                  </a:cubicBezTo>
                  <a:cubicBezTo>
                    <a:pt x="701" y="40"/>
                    <a:pt x="65" y="358"/>
                    <a:pt x="48" y="693"/>
                  </a:cubicBezTo>
                  <a:cubicBezTo>
                    <a:pt x="1" y="1008"/>
                    <a:pt x="515" y="1249"/>
                    <a:pt x="1189" y="1249"/>
                  </a:cubicBezTo>
                  <a:cubicBezTo>
                    <a:pt x="1232" y="1249"/>
                    <a:pt x="1276" y="1248"/>
                    <a:pt x="1320" y="1246"/>
                  </a:cubicBezTo>
                  <a:cubicBezTo>
                    <a:pt x="2056" y="1195"/>
                    <a:pt x="2676" y="911"/>
                    <a:pt x="2726" y="543"/>
                  </a:cubicBezTo>
                  <a:cubicBezTo>
                    <a:pt x="2757" y="237"/>
                    <a:pt x="2270"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2" name="Google Shape;5902;p15"/>
            <p:cNvSpPr/>
            <p:nvPr/>
          </p:nvSpPr>
          <p:spPr>
            <a:xfrm>
              <a:off x="2257325" y="908050"/>
              <a:ext cx="37625" cy="16925"/>
            </a:xfrm>
            <a:custGeom>
              <a:avLst/>
              <a:gdLst/>
              <a:ahLst/>
              <a:cxnLst/>
              <a:rect l="l" t="t" r="r" b="b"/>
              <a:pathLst>
                <a:path w="1505" h="677" extrusionOk="0">
                  <a:moveTo>
                    <a:pt x="853" y="0"/>
                  </a:moveTo>
                  <a:cubicBezTo>
                    <a:pt x="831" y="0"/>
                    <a:pt x="808" y="0"/>
                    <a:pt x="785" y="1"/>
                  </a:cubicBezTo>
                  <a:cubicBezTo>
                    <a:pt x="400" y="18"/>
                    <a:pt x="32" y="202"/>
                    <a:pt x="15" y="386"/>
                  </a:cubicBezTo>
                  <a:cubicBezTo>
                    <a:pt x="0" y="551"/>
                    <a:pt x="254" y="676"/>
                    <a:pt x="584" y="676"/>
                  </a:cubicBezTo>
                  <a:cubicBezTo>
                    <a:pt x="622" y="676"/>
                    <a:pt x="662" y="674"/>
                    <a:pt x="702" y="671"/>
                  </a:cubicBezTo>
                  <a:cubicBezTo>
                    <a:pt x="1120" y="654"/>
                    <a:pt x="1488" y="487"/>
                    <a:pt x="1488" y="303"/>
                  </a:cubicBezTo>
                  <a:cubicBezTo>
                    <a:pt x="1504" y="129"/>
                    <a:pt x="1222" y="0"/>
                    <a:pt x="8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3" name="Google Shape;5903;p15"/>
            <p:cNvSpPr/>
            <p:nvPr/>
          </p:nvSpPr>
          <p:spPr>
            <a:xfrm>
              <a:off x="2088675" y="875300"/>
              <a:ext cx="37600" cy="16925"/>
            </a:xfrm>
            <a:custGeom>
              <a:avLst/>
              <a:gdLst/>
              <a:ahLst/>
              <a:cxnLst/>
              <a:rect l="l" t="t" r="r" b="b"/>
              <a:pathLst>
                <a:path w="1504" h="677" extrusionOk="0">
                  <a:moveTo>
                    <a:pt x="924" y="1"/>
                  </a:moveTo>
                  <a:cubicBezTo>
                    <a:pt x="885" y="1"/>
                    <a:pt x="844" y="2"/>
                    <a:pt x="802" y="6"/>
                  </a:cubicBezTo>
                  <a:cubicBezTo>
                    <a:pt x="401" y="23"/>
                    <a:pt x="49" y="190"/>
                    <a:pt x="32" y="374"/>
                  </a:cubicBezTo>
                  <a:cubicBezTo>
                    <a:pt x="1" y="548"/>
                    <a:pt x="282" y="677"/>
                    <a:pt x="651" y="677"/>
                  </a:cubicBezTo>
                  <a:cubicBezTo>
                    <a:pt x="673" y="677"/>
                    <a:pt x="696" y="676"/>
                    <a:pt x="719" y="675"/>
                  </a:cubicBezTo>
                  <a:cubicBezTo>
                    <a:pt x="1137" y="642"/>
                    <a:pt x="1472" y="475"/>
                    <a:pt x="1489" y="290"/>
                  </a:cubicBezTo>
                  <a:cubicBezTo>
                    <a:pt x="1504" y="125"/>
                    <a:pt x="1263" y="1"/>
                    <a:pt x="9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4" name="Google Shape;5904;p15"/>
            <p:cNvSpPr/>
            <p:nvPr/>
          </p:nvSpPr>
          <p:spPr>
            <a:xfrm>
              <a:off x="2028375" y="714525"/>
              <a:ext cx="54000" cy="21300"/>
            </a:xfrm>
            <a:custGeom>
              <a:avLst/>
              <a:gdLst/>
              <a:ahLst/>
              <a:cxnLst/>
              <a:rect l="l" t="t" r="r" b="b"/>
              <a:pathLst>
                <a:path w="2160" h="852" extrusionOk="0">
                  <a:moveTo>
                    <a:pt x="932" y="0"/>
                  </a:moveTo>
                  <a:cubicBezTo>
                    <a:pt x="439" y="0"/>
                    <a:pt x="49" y="155"/>
                    <a:pt x="34" y="361"/>
                  </a:cubicBezTo>
                  <a:cubicBezTo>
                    <a:pt x="1" y="595"/>
                    <a:pt x="453" y="829"/>
                    <a:pt x="1038" y="846"/>
                  </a:cubicBezTo>
                  <a:cubicBezTo>
                    <a:pt x="1098" y="850"/>
                    <a:pt x="1156" y="851"/>
                    <a:pt x="1213" y="851"/>
                  </a:cubicBezTo>
                  <a:cubicBezTo>
                    <a:pt x="1718" y="851"/>
                    <a:pt x="2113" y="720"/>
                    <a:pt x="2143" y="495"/>
                  </a:cubicBezTo>
                  <a:cubicBezTo>
                    <a:pt x="2160" y="260"/>
                    <a:pt x="1725" y="26"/>
                    <a:pt x="1139" y="9"/>
                  </a:cubicBezTo>
                  <a:cubicBezTo>
                    <a:pt x="1068" y="3"/>
                    <a:pt x="999" y="0"/>
                    <a:pt x="9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5" name="Google Shape;5905;p15"/>
            <p:cNvSpPr/>
            <p:nvPr/>
          </p:nvSpPr>
          <p:spPr>
            <a:xfrm>
              <a:off x="1656775" y="734625"/>
              <a:ext cx="42725" cy="28200"/>
            </a:xfrm>
            <a:custGeom>
              <a:avLst/>
              <a:gdLst/>
              <a:ahLst/>
              <a:cxnLst/>
              <a:rect l="l" t="t" r="r" b="b"/>
              <a:pathLst>
                <a:path w="1709" h="1128" extrusionOk="0">
                  <a:moveTo>
                    <a:pt x="1155" y="0"/>
                  </a:moveTo>
                  <a:cubicBezTo>
                    <a:pt x="988" y="0"/>
                    <a:pt x="796" y="46"/>
                    <a:pt x="603" y="143"/>
                  </a:cubicBezTo>
                  <a:cubicBezTo>
                    <a:pt x="185" y="377"/>
                    <a:pt x="1" y="779"/>
                    <a:pt x="235" y="996"/>
                  </a:cubicBezTo>
                  <a:cubicBezTo>
                    <a:pt x="339" y="1086"/>
                    <a:pt x="479" y="1127"/>
                    <a:pt x="632" y="1127"/>
                  </a:cubicBezTo>
                  <a:cubicBezTo>
                    <a:pt x="850" y="1127"/>
                    <a:pt x="1093" y="1043"/>
                    <a:pt x="1290" y="896"/>
                  </a:cubicBezTo>
                  <a:cubicBezTo>
                    <a:pt x="1608" y="661"/>
                    <a:pt x="1708" y="360"/>
                    <a:pt x="1574" y="159"/>
                  </a:cubicBezTo>
                  <a:cubicBezTo>
                    <a:pt x="1487" y="55"/>
                    <a:pt x="1336"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6" name="Google Shape;5906;p15"/>
            <p:cNvSpPr/>
            <p:nvPr/>
          </p:nvSpPr>
          <p:spPr>
            <a:xfrm>
              <a:off x="1874375" y="871275"/>
              <a:ext cx="34350" cy="16750"/>
            </a:xfrm>
            <a:custGeom>
              <a:avLst/>
              <a:gdLst/>
              <a:ahLst/>
              <a:cxnLst/>
              <a:rect l="l" t="t" r="r" b="b"/>
              <a:pathLst>
                <a:path w="1374" h="670" extrusionOk="0">
                  <a:moveTo>
                    <a:pt x="715" y="1"/>
                  </a:moveTo>
                  <a:cubicBezTo>
                    <a:pt x="575" y="1"/>
                    <a:pt x="433" y="30"/>
                    <a:pt x="319" y="83"/>
                  </a:cubicBezTo>
                  <a:cubicBezTo>
                    <a:pt x="84" y="184"/>
                    <a:pt x="1" y="351"/>
                    <a:pt x="118" y="502"/>
                  </a:cubicBezTo>
                  <a:cubicBezTo>
                    <a:pt x="215" y="598"/>
                    <a:pt x="417" y="669"/>
                    <a:pt x="629" y="669"/>
                  </a:cubicBezTo>
                  <a:cubicBezTo>
                    <a:pt x="710" y="669"/>
                    <a:pt x="792" y="659"/>
                    <a:pt x="871" y="636"/>
                  </a:cubicBezTo>
                  <a:cubicBezTo>
                    <a:pt x="1239" y="552"/>
                    <a:pt x="1373" y="301"/>
                    <a:pt x="1156" y="133"/>
                  </a:cubicBezTo>
                  <a:cubicBezTo>
                    <a:pt x="1046" y="42"/>
                    <a:pt x="882" y="1"/>
                    <a:pt x="715" y="1"/>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7" name="Google Shape;5907;p15"/>
            <p:cNvSpPr/>
            <p:nvPr/>
          </p:nvSpPr>
          <p:spPr>
            <a:xfrm>
              <a:off x="1896975" y="793875"/>
              <a:ext cx="34350" cy="16725"/>
            </a:xfrm>
            <a:custGeom>
              <a:avLst/>
              <a:gdLst/>
              <a:ahLst/>
              <a:cxnLst/>
              <a:rect l="l" t="t" r="r" b="b"/>
              <a:pathLst>
                <a:path w="1374" h="669" extrusionOk="0">
                  <a:moveTo>
                    <a:pt x="704" y="0"/>
                  </a:moveTo>
                  <a:cubicBezTo>
                    <a:pt x="562" y="0"/>
                    <a:pt x="416" y="29"/>
                    <a:pt x="302" y="82"/>
                  </a:cubicBezTo>
                  <a:cubicBezTo>
                    <a:pt x="84" y="183"/>
                    <a:pt x="1" y="350"/>
                    <a:pt x="118" y="501"/>
                  </a:cubicBezTo>
                  <a:cubicBezTo>
                    <a:pt x="203" y="598"/>
                    <a:pt x="392" y="668"/>
                    <a:pt x="611" y="668"/>
                  </a:cubicBezTo>
                  <a:cubicBezTo>
                    <a:pt x="695" y="668"/>
                    <a:pt x="783" y="658"/>
                    <a:pt x="871" y="635"/>
                  </a:cubicBezTo>
                  <a:cubicBezTo>
                    <a:pt x="1223" y="551"/>
                    <a:pt x="1373" y="300"/>
                    <a:pt x="1139" y="133"/>
                  </a:cubicBezTo>
                  <a:cubicBezTo>
                    <a:pt x="1039" y="42"/>
                    <a:pt x="874" y="0"/>
                    <a:pt x="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8" name="Google Shape;5908;p15"/>
            <p:cNvSpPr/>
            <p:nvPr/>
          </p:nvSpPr>
          <p:spPr>
            <a:xfrm>
              <a:off x="2138850" y="700100"/>
              <a:ext cx="23050" cy="8400"/>
            </a:xfrm>
            <a:custGeom>
              <a:avLst/>
              <a:gdLst/>
              <a:ahLst/>
              <a:cxnLst/>
              <a:rect l="l" t="t" r="r" b="b"/>
              <a:pathLst>
                <a:path w="922" h="336" extrusionOk="0">
                  <a:moveTo>
                    <a:pt x="469" y="0"/>
                  </a:moveTo>
                  <a:cubicBezTo>
                    <a:pt x="218" y="0"/>
                    <a:pt x="1" y="84"/>
                    <a:pt x="1" y="168"/>
                  </a:cubicBezTo>
                  <a:cubicBezTo>
                    <a:pt x="1" y="251"/>
                    <a:pt x="218" y="335"/>
                    <a:pt x="469" y="335"/>
                  </a:cubicBezTo>
                  <a:cubicBezTo>
                    <a:pt x="720" y="335"/>
                    <a:pt x="921" y="251"/>
                    <a:pt x="921" y="168"/>
                  </a:cubicBezTo>
                  <a:cubicBezTo>
                    <a:pt x="921" y="84"/>
                    <a:pt x="720" y="0"/>
                    <a:pt x="4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9" name="Google Shape;5909;p15"/>
            <p:cNvSpPr/>
            <p:nvPr/>
          </p:nvSpPr>
          <p:spPr>
            <a:xfrm>
              <a:off x="1962850" y="803450"/>
              <a:ext cx="158875" cy="39750"/>
            </a:xfrm>
            <a:custGeom>
              <a:avLst/>
              <a:gdLst/>
              <a:ahLst/>
              <a:cxnLst/>
              <a:rect l="l" t="t" r="r" b="b"/>
              <a:pathLst>
                <a:path w="6355" h="1590" extrusionOk="0">
                  <a:moveTo>
                    <a:pt x="2889" y="1"/>
                  </a:moveTo>
                  <a:cubicBezTo>
                    <a:pt x="1316" y="1"/>
                    <a:pt x="10" y="419"/>
                    <a:pt x="10" y="955"/>
                  </a:cubicBezTo>
                  <a:cubicBezTo>
                    <a:pt x="0" y="1275"/>
                    <a:pt x="603" y="1590"/>
                    <a:pt x="1381" y="1590"/>
                  </a:cubicBezTo>
                  <a:cubicBezTo>
                    <a:pt x="1862" y="1590"/>
                    <a:pt x="2411" y="1469"/>
                    <a:pt x="2923" y="1156"/>
                  </a:cubicBezTo>
                  <a:cubicBezTo>
                    <a:pt x="3712" y="678"/>
                    <a:pt x="4475" y="652"/>
                    <a:pt x="5104" y="652"/>
                  </a:cubicBezTo>
                  <a:cubicBezTo>
                    <a:pt x="5179" y="652"/>
                    <a:pt x="5252" y="652"/>
                    <a:pt x="5324" y="652"/>
                  </a:cubicBezTo>
                  <a:cubicBezTo>
                    <a:pt x="5490" y="652"/>
                    <a:pt x="5645" y="650"/>
                    <a:pt x="5785" y="637"/>
                  </a:cubicBezTo>
                  <a:cubicBezTo>
                    <a:pt x="6354" y="587"/>
                    <a:pt x="4446" y="34"/>
                    <a:pt x="288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0" name="Google Shape;5910;p15"/>
            <p:cNvSpPr/>
            <p:nvPr/>
          </p:nvSpPr>
          <p:spPr>
            <a:xfrm>
              <a:off x="2025450" y="837775"/>
              <a:ext cx="31400" cy="10475"/>
            </a:xfrm>
            <a:custGeom>
              <a:avLst/>
              <a:gdLst/>
              <a:ahLst/>
              <a:cxnLst/>
              <a:rect l="l" t="t" r="r" b="b"/>
              <a:pathLst>
                <a:path w="1256" h="419" extrusionOk="0">
                  <a:moveTo>
                    <a:pt x="636" y="0"/>
                  </a:moveTo>
                  <a:cubicBezTo>
                    <a:pt x="268" y="0"/>
                    <a:pt x="0" y="84"/>
                    <a:pt x="0" y="201"/>
                  </a:cubicBezTo>
                  <a:cubicBezTo>
                    <a:pt x="0" y="318"/>
                    <a:pt x="268" y="419"/>
                    <a:pt x="636" y="419"/>
                  </a:cubicBezTo>
                  <a:cubicBezTo>
                    <a:pt x="988" y="419"/>
                    <a:pt x="1256" y="335"/>
                    <a:pt x="1256" y="201"/>
                  </a:cubicBezTo>
                  <a:cubicBezTo>
                    <a:pt x="1256" y="84"/>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1" name="Google Shape;5911;p15"/>
            <p:cNvSpPr/>
            <p:nvPr/>
          </p:nvSpPr>
          <p:spPr>
            <a:xfrm>
              <a:off x="2012475" y="813075"/>
              <a:ext cx="31400" cy="10500"/>
            </a:xfrm>
            <a:custGeom>
              <a:avLst/>
              <a:gdLst/>
              <a:ahLst/>
              <a:cxnLst/>
              <a:rect l="l" t="t" r="r" b="b"/>
              <a:pathLst>
                <a:path w="1256" h="420" extrusionOk="0">
                  <a:moveTo>
                    <a:pt x="620" y="1"/>
                  </a:moveTo>
                  <a:cubicBezTo>
                    <a:pt x="285" y="1"/>
                    <a:pt x="1" y="84"/>
                    <a:pt x="1" y="202"/>
                  </a:cubicBezTo>
                  <a:cubicBezTo>
                    <a:pt x="1" y="336"/>
                    <a:pt x="268" y="419"/>
                    <a:pt x="620" y="419"/>
                  </a:cubicBezTo>
                  <a:cubicBezTo>
                    <a:pt x="955" y="419"/>
                    <a:pt x="1256" y="319"/>
                    <a:pt x="1256" y="202"/>
                  </a:cubicBezTo>
                  <a:cubicBezTo>
                    <a:pt x="1256" y="84"/>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2" name="Google Shape;5912;p15"/>
            <p:cNvSpPr/>
            <p:nvPr/>
          </p:nvSpPr>
          <p:spPr>
            <a:xfrm>
              <a:off x="1975650" y="827725"/>
              <a:ext cx="22200" cy="7150"/>
            </a:xfrm>
            <a:custGeom>
              <a:avLst/>
              <a:gdLst/>
              <a:ahLst/>
              <a:cxnLst/>
              <a:rect l="l" t="t" r="r" b="b"/>
              <a:pathLst>
                <a:path w="888" h="286" extrusionOk="0">
                  <a:moveTo>
                    <a:pt x="452" y="1"/>
                  </a:moveTo>
                  <a:cubicBezTo>
                    <a:pt x="201" y="1"/>
                    <a:pt x="1" y="68"/>
                    <a:pt x="1" y="151"/>
                  </a:cubicBezTo>
                  <a:cubicBezTo>
                    <a:pt x="1" y="235"/>
                    <a:pt x="201" y="285"/>
                    <a:pt x="452" y="285"/>
                  </a:cubicBezTo>
                  <a:cubicBezTo>
                    <a:pt x="704" y="285"/>
                    <a:pt x="888" y="235"/>
                    <a:pt x="888" y="151"/>
                  </a:cubicBezTo>
                  <a:cubicBezTo>
                    <a:pt x="888" y="68"/>
                    <a:pt x="704"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3" name="Google Shape;5913;p15"/>
            <p:cNvSpPr/>
            <p:nvPr/>
          </p:nvSpPr>
          <p:spPr>
            <a:xfrm>
              <a:off x="2075250" y="818100"/>
              <a:ext cx="21775" cy="7550"/>
            </a:xfrm>
            <a:custGeom>
              <a:avLst/>
              <a:gdLst/>
              <a:ahLst/>
              <a:cxnLst/>
              <a:rect l="l" t="t" r="r" b="b"/>
              <a:pathLst>
                <a:path w="871" h="302" extrusionOk="0">
                  <a:moveTo>
                    <a:pt x="436" y="1"/>
                  </a:moveTo>
                  <a:cubicBezTo>
                    <a:pt x="184" y="1"/>
                    <a:pt x="0" y="68"/>
                    <a:pt x="0" y="151"/>
                  </a:cubicBezTo>
                  <a:cubicBezTo>
                    <a:pt x="0" y="235"/>
                    <a:pt x="184" y="302"/>
                    <a:pt x="436" y="302"/>
                  </a:cubicBezTo>
                  <a:cubicBezTo>
                    <a:pt x="687" y="302"/>
                    <a:pt x="871" y="235"/>
                    <a:pt x="871" y="151"/>
                  </a:cubicBezTo>
                  <a:cubicBezTo>
                    <a:pt x="871" y="68"/>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4" name="Google Shape;5914;p15"/>
            <p:cNvSpPr/>
            <p:nvPr/>
          </p:nvSpPr>
          <p:spPr>
            <a:xfrm>
              <a:off x="2295350" y="809325"/>
              <a:ext cx="22200" cy="7550"/>
            </a:xfrm>
            <a:custGeom>
              <a:avLst/>
              <a:gdLst/>
              <a:ahLst/>
              <a:cxnLst/>
              <a:rect l="l" t="t" r="r" b="b"/>
              <a:pathLst>
                <a:path w="888" h="302" extrusionOk="0">
                  <a:moveTo>
                    <a:pt x="436" y="0"/>
                  </a:moveTo>
                  <a:cubicBezTo>
                    <a:pt x="185" y="0"/>
                    <a:pt x="1" y="67"/>
                    <a:pt x="1" y="151"/>
                  </a:cubicBezTo>
                  <a:cubicBezTo>
                    <a:pt x="1" y="234"/>
                    <a:pt x="185" y="301"/>
                    <a:pt x="436" y="301"/>
                  </a:cubicBezTo>
                  <a:cubicBezTo>
                    <a:pt x="687" y="301"/>
                    <a:pt x="888" y="234"/>
                    <a:pt x="888" y="151"/>
                  </a:cubicBezTo>
                  <a:cubicBezTo>
                    <a:pt x="888" y="67"/>
                    <a:pt x="687"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5" name="Google Shape;5915;p15"/>
            <p:cNvSpPr/>
            <p:nvPr/>
          </p:nvSpPr>
          <p:spPr>
            <a:xfrm>
              <a:off x="1863925" y="897375"/>
              <a:ext cx="193725" cy="30425"/>
            </a:xfrm>
            <a:custGeom>
              <a:avLst/>
              <a:gdLst/>
              <a:ahLst/>
              <a:cxnLst/>
              <a:rect l="l" t="t" r="r" b="b"/>
              <a:pathLst>
                <a:path w="7749" h="1217" extrusionOk="0">
                  <a:moveTo>
                    <a:pt x="3619" y="0"/>
                  </a:moveTo>
                  <a:cubicBezTo>
                    <a:pt x="3223" y="0"/>
                    <a:pt x="2825" y="43"/>
                    <a:pt x="2444" y="144"/>
                  </a:cubicBezTo>
                  <a:cubicBezTo>
                    <a:pt x="0" y="763"/>
                    <a:pt x="3281" y="1098"/>
                    <a:pt x="6210" y="1215"/>
                  </a:cubicBezTo>
                  <a:cubicBezTo>
                    <a:pt x="6246" y="1216"/>
                    <a:pt x="6279" y="1217"/>
                    <a:pt x="6311" y="1217"/>
                  </a:cubicBezTo>
                  <a:cubicBezTo>
                    <a:pt x="7748" y="1217"/>
                    <a:pt x="5733" y="0"/>
                    <a:pt x="36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6" name="Google Shape;5916;p15"/>
            <p:cNvSpPr/>
            <p:nvPr/>
          </p:nvSpPr>
          <p:spPr>
            <a:xfrm>
              <a:off x="1662750" y="693975"/>
              <a:ext cx="142875" cy="53300"/>
            </a:xfrm>
            <a:custGeom>
              <a:avLst/>
              <a:gdLst/>
              <a:ahLst/>
              <a:cxnLst/>
              <a:rect l="l" t="t" r="r" b="b"/>
              <a:pathLst>
                <a:path w="5715" h="2132" extrusionOk="0">
                  <a:moveTo>
                    <a:pt x="3380" y="0"/>
                  </a:moveTo>
                  <a:cubicBezTo>
                    <a:pt x="3249" y="0"/>
                    <a:pt x="3114" y="4"/>
                    <a:pt x="2976" y="11"/>
                  </a:cubicBezTo>
                  <a:cubicBezTo>
                    <a:pt x="1436" y="95"/>
                    <a:pt x="113" y="647"/>
                    <a:pt x="46" y="1233"/>
                  </a:cubicBezTo>
                  <a:cubicBezTo>
                    <a:pt x="1" y="1765"/>
                    <a:pt x="977" y="2131"/>
                    <a:pt x="2310" y="2131"/>
                  </a:cubicBezTo>
                  <a:cubicBezTo>
                    <a:pt x="2445" y="2131"/>
                    <a:pt x="2583" y="2128"/>
                    <a:pt x="2724" y="2120"/>
                  </a:cubicBezTo>
                  <a:cubicBezTo>
                    <a:pt x="4281" y="2036"/>
                    <a:pt x="5570" y="1501"/>
                    <a:pt x="5654" y="915"/>
                  </a:cubicBezTo>
                  <a:cubicBezTo>
                    <a:pt x="5715" y="381"/>
                    <a:pt x="4733" y="0"/>
                    <a:pt x="33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7" name="Google Shape;5917;p15"/>
            <p:cNvSpPr/>
            <p:nvPr/>
          </p:nvSpPr>
          <p:spPr>
            <a:xfrm>
              <a:off x="1914550" y="708475"/>
              <a:ext cx="140225" cy="59450"/>
            </a:xfrm>
            <a:custGeom>
              <a:avLst/>
              <a:gdLst/>
              <a:ahLst/>
              <a:cxnLst/>
              <a:rect l="l" t="t" r="r" b="b"/>
              <a:pathLst>
                <a:path w="5609" h="2378" extrusionOk="0">
                  <a:moveTo>
                    <a:pt x="2813" y="0"/>
                  </a:moveTo>
                  <a:cubicBezTo>
                    <a:pt x="1256" y="0"/>
                    <a:pt x="1" y="536"/>
                    <a:pt x="1" y="1189"/>
                  </a:cubicBezTo>
                  <a:cubicBezTo>
                    <a:pt x="1" y="1841"/>
                    <a:pt x="1256" y="2377"/>
                    <a:pt x="2813" y="2377"/>
                  </a:cubicBezTo>
                  <a:cubicBezTo>
                    <a:pt x="4353" y="2377"/>
                    <a:pt x="5608" y="1841"/>
                    <a:pt x="5608" y="1189"/>
                  </a:cubicBezTo>
                  <a:cubicBezTo>
                    <a:pt x="5608" y="536"/>
                    <a:pt x="4353" y="0"/>
                    <a:pt x="28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8" name="Google Shape;5918;p15"/>
            <p:cNvSpPr/>
            <p:nvPr/>
          </p:nvSpPr>
          <p:spPr>
            <a:xfrm>
              <a:off x="1914550" y="590050"/>
              <a:ext cx="97525" cy="18850"/>
            </a:xfrm>
            <a:custGeom>
              <a:avLst/>
              <a:gdLst/>
              <a:ahLst/>
              <a:cxnLst/>
              <a:rect l="l" t="t" r="r" b="b"/>
              <a:pathLst>
                <a:path w="3901" h="754" extrusionOk="0">
                  <a:moveTo>
                    <a:pt x="1942" y="0"/>
                  </a:moveTo>
                  <a:cubicBezTo>
                    <a:pt x="871" y="0"/>
                    <a:pt x="1" y="168"/>
                    <a:pt x="1" y="385"/>
                  </a:cubicBezTo>
                  <a:cubicBezTo>
                    <a:pt x="1" y="586"/>
                    <a:pt x="871" y="753"/>
                    <a:pt x="1942" y="753"/>
                  </a:cubicBezTo>
                  <a:cubicBezTo>
                    <a:pt x="3014" y="753"/>
                    <a:pt x="3901" y="586"/>
                    <a:pt x="3901" y="385"/>
                  </a:cubicBezTo>
                  <a:cubicBezTo>
                    <a:pt x="3901" y="168"/>
                    <a:pt x="3014" y="0"/>
                    <a:pt x="19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9" name="Google Shape;5919;p15"/>
            <p:cNvSpPr/>
            <p:nvPr/>
          </p:nvSpPr>
          <p:spPr>
            <a:xfrm>
              <a:off x="2029625" y="601500"/>
              <a:ext cx="33500" cy="12600"/>
            </a:xfrm>
            <a:custGeom>
              <a:avLst/>
              <a:gdLst/>
              <a:ahLst/>
              <a:cxnLst/>
              <a:rect l="l" t="t" r="r" b="b"/>
              <a:pathLst>
                <a:path w="1340" h="504" extrusionOk="0">
                  <a:moveTo>
                    <a:pt x="426" y="1"/>
                  </a:moveTo>
                  <a:cubicBezTo>
                    <a:pt x="205" y="1"/>
                    <a:pt x="42" y="56"/>
                    <a:pt x="18" y="128"/>
                  </a:cubicBezTo>
                  <a:cubicBezTo>
                    <a:pt x="1" y="262"/>
                    <a:pt x="269" y="413"/>
                    <a:pt x="620" y="463"/>
                  </a:cubicBezTo>
                  <a:cubicBezTo>
                    <a:pt x="743" y="491"/>
                    <a:pt x="860" y="504"/>
                    <a:pt x="962" y="504"/>
                  </a:cubicBezTo>
                  <a:cubicBezTo>
                    <a:pt x="1167" y="504"/>
                    <a:pt x="1312" y="452"/>
                    <a:pt x="1323" y="362"/>
                  </a:cubicBezTo>
                  <a:cubicBezTo>
                    <a:pt x="1340" y="245"/>
                    <a:pt x="1072" y="95"/>
                    <a:pt x="704" y="28"/>
                  </a:cubicBezTo>
                  <a:cubicBezTo>
                    <a:pt x="606" y="9"/>
                    <a:pt x="511" y="1"/>
                    <a:pt x="4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0" name="Google Shape;5920;p15"/>
            <p:cNvSpPr/>
            <p:nvPr/>
          </p:nvSpPr>
          <p:spPr>
            <a:xfrm>
              <a:off x="2009125" y="947725"/>
              <a:ext cx="158200" cy="41975"/>
            </a:xfrm>
            <a:custGeom>
              <a:avLst/>
              <a:gdLst/>
              <a:ahLst/>
              <a:cxnLst/>
              <a:rect l="l" t="t" r="r" b="b"/>
              <a:pathLst>
                <a:path w="6328" h="1679" extrusionOk="0">
                  <a:moveTo>
                    <a:pt x="5183" y="0"/>
                  </a:moveTo>
                  <a:cubicBezTo>
                    <a:pt x="4964" y="0"/>
                    <a:pt x="4746" y="46"/>
                    <a:pt x="4554" y="139"/>
                  </a:cubicBezTo>
                  <a:cubicBezTo>
                    <a:pt x="3984" y="390"/>
                    <a:pt x="3014" y="574"/>
                    <a:pt x="1959" y="574"/>
                  </a:cubicBezTo>
                  <a:cubicBezTo>
                    <a:pt x="1289" y="574"/>
                    <a:pt x="653" y="507"/>
                    <a:pt x="135" y="390"/>
                  </a:cubicBezTo>
                  <a:cubicBezTo>
                    <a:pt x="51" y="473"/>
                    <a:pt x="1" y="574"/>
                    <a:pt x="1" y="674"/>
                  </a:cubicBezTo>
                  <a:cubicBezTo>
                    <a:pt x="1" y="1227"/>
                    <a:pt x="1423" y="1678"/>
                    <a:pt x="3164" y="1678"/>
                  </a:cubicBezTo>
                  <a:cubicBezTo>
                    <a:pt x="4905" y="1678"/>
                    <a:pt x="6328" y="1243"/>
                    <a:pt x="6328" y="674"/>
                  </a:cubicBezTo>
                  <a:cubicBezTo>
                    <a:pt x="6328" y="473"/>
                    <a:pt x="6144" y="289"/>
                    <a:pt x="5826" y="139"/>
                  </a:cubicBezTo>
                  <a:cubicBezTo>
                    <a:pt x="5625" y="46"/>
                    <a:pt x="5403" y="0"/>
                    <a:pt x="5183"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1" name="Google Shape;5921;p15"/>
            <p:cNvSpPr/>
            <p:nvPr/>
          </p:nvSpPr>
          <p:spPr>
            <a:xfrm>
              <a:off x="2291300" y="805325"/>
              <a:ext cx="132975" cy="50600"/>
            </a:xfrm>
            <a:custGeom>
              <a:avLst/>
              <a:gdLst/>
              <a:ahLst/>
              <a:cxnLst/>
              <a:rect l="l" t="t" r="r" b="b"/>
              <a:pathLst>
                <a:path w="5319" h="2024" extrusionOk="0">
                  <a:moveTo>
                    <a:pt x="4000" y="1"/>
                  </a:moveTo>
                  <a:cubicBezTo>
                    <a:pt x="3689" y="1"/>
                    <a:pt x="3375" y="89"/>
                    <a:pt x="3092" y="261"/>
                  </a:cubicBezTo>
                  <a:cubicBezTo>
                    <a:pt x="2539" y="608"/>
                    <a:pt x="1671" y="1001"/>
                    <a:pt x="716" y="1001"/>
                  </a:cubicBezTo>
                  <a:cubicBezTo>
                    <a:pt x="660" y="1001"/>
                    <a:pt x="604" y="1000"/>
                    <a:pt x="548" y="997"/>
                  </a:cubicBezTo>
                  <a:lnTo>
                    <a:pt x="514" y="997"/>
                  </a:lnTo>
                  <a:cubicBezTo>
                    <a:pt x="508" y="997"/>
                    <a:pt x="503" y="997"/>
                    <a:pt x="497" y="997"/>
                  </a:cubicBezTo>
                  <a:cubicBezTo>
                    <a:pt x="93" y="997"/>
                    <a:pt x="1" y="1568"/>
                    <a:pt x="380" y="1717"/>
                  </a:cubicBezTo>
                  <a:cubicBezTo>
                    <a:pt x="816" y="1884"/>
                    <a:pt x="1418" y="2001"/>
                    <a:pt x="2104" y="2018"/>
                  </a:cubicBezTo>
                  <a:cubicBezTo>
                    <a:pt x="2202" y="2022"/>
                    <a:pt x="2299" y="2024"/>
                    <a:pt x="2395" y="2024"/>
                  </a:cubicBezTo>
                  <a:cubicBezTo>
                    <a:pt x="3986" y="2024"/>
                    <a:pt x="5252" y="1511"/>
                    <a:pt x="5268" y="880"/>
                  </a:cubicBezTo>
                  <a:cubicBezTo>
                    <a:pt x="5318" y="646"/>
                    <a:pt x="5151" y="428"/>
                    <a:pt x="4850" y="244"/>
                  </a:cubicBezTo>
                  <a:cubicBezTo>
                    <a:pt x="4588" y="81"/>
                    <a:pt x="4296" y="1"/>
                    <a:pt x="400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2" name="Google Shape;5922;p15"/>
            <p:cNvSpPr/>
            <p:nvPr/>
          </p:nvSpPr>
          <p:spPr>
            <a:xfrm>
              <a:off x="2330925" y="832325"/>
              <a:ext cx="31400" cy="8825"/>
            </a:xfrm>
            <a:custGeom>
              <a:avLst/>
              <a:gdLst/>
              <a:ahLst/>
              <a:cxnLst/>
              <a:rect l="l" t="t" r="r" b="b"/>
              <a:pathLst>
                <a:path w="1256" h="353" extrusionOk="0">
                  <a:moveTo>
                    <a:pt x="637" y="1"/>
                  </a:moveTo>
                  <a:cubicBezTo>
                    <a:pt x="302" y="1"/>
                    <a:pt x="1" y="84"/>
                    <a:pt x="1" y="168"/>
                  </a:cubicBezTo>
                  <a:cubicBezTo>
                    <a:pt x="1" y="269"/>
                    <a:pt x="268" y="352"/>
                    <a:pt x="637" y="352"/>
                  </a:cubicBezTo>
                  <a:cubicBezTo>
                    <a:pt x="988" y="352"/>
                    <a:pt x="1256" y="302"/>
                    <a:pt x="1256" y="185"/>
                  </a:cubicBezTo>
                  <a:cubicBezTo>
                    <a:pt x="1256" y="84"/>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3" name="Google Shape;5923;p15"/>
            <p:cNvSpPr/>
            <p:nvPr/>
          </p:nvSpPr>
          <p:spPr>
            <a:xfrm>
              <a:off x="2369850" y="804725"/>
              <a:ext cx="21775" cy="7125"/>
            </a:xfrm>
            <a:custGeom>
              <a:avLst/>
              <a:gdLst/>
              <a:ahLst/>
              <a:cxnLst/>
              <a:rect l="l" t="t" r="r" b="b"/>
              <a:pathLst>
                <a:path w="871" h="285" extrusionOk="0">
                  <a:moveTo>
                    <a:pt x="435" y="0"/>
                  </a:moveTo>
                  <a:cubicBezTo>
                    <a:pt x="184" y="0"/>
                    <a:pt x="0" y="67"/>
                    <a:pt x="0" y="151"/>
                  </a:cubicBezTo>
                  <a:cubicBezTo>
                    <a:pt x="0" y="234"/>
                    <a:pt x="184" y="285"/>
                    <a:pt x="435" y="285"/>
                  </a:cubicBezTo>
                  <a:cubicBezTo>
                    <a:pt x="670" y="285"/>
                    <a:pt x="871" y="234"/>
                    <a:pt x="871" y="151"/>
                  </a:cubicBezTo>
                  <a:cubicBezTo>
                    <a:pt x="871" y="67"/>
                    <a:pt x="687"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4" name="Google Shape;5924;p15"/>
            <p:cNvSpPr/>
            <p:nvPr/>
          </p:nvSpPr>
          <p:spPr>
            <a:xfrm>
              <a:off x="2020425" y="951175"/>
              <a:ext cx="21775" cy="7150"/>
            </a:xfrm>
            <a:custGeom>
              <a:avLst/>
              <a:gdLst/>
              <a:ahLst/>
              <a:cxnLst/>
              <a:rect l="l" t="t" r="r" b="b"/>
              <a:pathLst>
                <a:path w="871" h="286" extrusionOk="0">
                  <a:moveTo>
                    <a:pt x="436" y="1"/>
                  </a:moveTo>
                  <a:cubicBezTo>
                    <a:pt x="185" y="1"/>
                    <a:pt x="1" y="67"/>
                    <a:pt x="1" y="151"/>
                  </a:cubicBezTo>
                  <a:cubicBezTo>
                    <a:pt x="1" y="235"/>
                    <a:pt x="185" y="285"/>
                    <a:pt x="436" y="285"/>
                  </a:cubicBezTo>
                  <a:cubicBezTo>
                    <a:pt x="670" y="285"/>
                    <a:pt x="871" y="235"/>
                    <a:pt x="871" y="151"/>
                  </a:cubicBezTo>
                  <a:cubicBezTo>
                    <a:pt x="871" y="67"/>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5" name="Google Shape;5925;p15"/>
            <p:cNvSpPr/>
            <p:nvPr/>
          </p:nvSpPr>
          <p:spPr>
            <a:xfrm>
              <a:off x="2058925" y="969175"/>
              <a:ext cx="31400" cy="9275"/>
            </a:xfrm>
            <a:custGeom>
              <a:avLst/>
              <a:gdLst/>
              <a:ahLst/>
              <a:cxnLst/>
              <a:rect l="l" t="t" r="r" b="b"/>
              <a:pathLst>
                <a:path w="1256" h="371" extrusionOk="0">
                  <a:moveTo>
                    <a:pt x="637" y="0"/>
                  </a:moveTo>
                  <a:cubicBezTo>
                    <a:pt x="302" y="0"/>
                    <a:pt x="1" y="84"/>
                    <a:pt x="1" y="184"/>
                  </a:cubicBezTo>
                  <a:cubicBezTo>
                    <a:pt x="1" y="285"/>
                    <a:pt x="268" y="369"/>
                    <a:pt x="637" y="369"/>
                  </a:cubicBezTo>
                  <a:cubicBezTo>
                    <a:pt x="667" y="370"/>
                    <a:pt x="697" y="371"/>
                    <a:pt x="726" y="371"/>
                  </a:cubicBezTo>
                  <a:cubicBezTo>
                    <a:pt x="1032" y="371"/>
                    <a:pt x="1256" y="293"/>
                    <a:pt x="1256" y="201"/>
                  </a:cubicBezTo>
                  <a:cubicBezTo>
                    <a:pt x="1256" y="84"/>
                    <a:pt x="988" y="0"/>
                    <a:pt x="6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6" name="Google Shape;5926;p15"/>
            <p:cNvSpPr/>
            <p:nvPr/>
          </p:nvSpPr>
          <p:spPr>
            <a:xfrm>
              <a:off x="2117100" y="961225"/>
              <a:ext cx="21775" cy="7125"/>
            </a:xfrm>
            <a:custGeom>
              <a:avLst/>
              <a:gdLst/>
              <a:ahLst/>
              <a:cxnLst/>
              <a:rect l="l" t="t" r="r" b="b"/>
              <a:pathLst>
                <a:path w="871" h="285" extrusionOk="0">
                  <a:moveTo>
                    <a:pt x="435" y="0"/>
                  </a:moveTo>
                  <a:cubicBezTo>
                    <a:pt x="184" y="0"/>
                    <a:pt x="0" y="50"/>
                    <a:pt x="0" y="134"/>
                  </a:cubicBezTo>
                  <a:cubicBezTo>
                    <a:pt x="0" y="218"/>
                    <a:pt x="184" y="285"/>
                    <a:pt x="435" y="285"/>
                  </a:cubicBezTo>
                  <a:cubicBezTo>
                    <a:pt x="686" y="285"/>
                    <a:pt x="871" y="218"/>
                    <a:pt x="871" y="134"/>
                  </a:cubicBezTo>
                  <a:cubicBezTo>
                    <a:pt x="871" y="50"/>
                    <a:pt x="686"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7" name="Google Shape;5927;p15"/>
            <p:cNvSpPr/>
            <p:nvPr/>
          </p:nvSpPr>
          <p:spPr>
            <a:xfrm>
              <a:off x="2082350" y="944475"/>
              <a:ext cx="22225" cy="7150"/>
            </a:xfrm>
            <a:custGeom>
              <a:avLst/>
              <a:gdLst/>
              <a:ahLst/>
              <a:cxnLst/>
              <a:rect l="l" t="t" r="r" b="b"/>
              <a:pathLst>
                <a:path w="889" h="286" extrusionOk="0">
                  <a:moveTo>
                    <a:pt x="453" y="1"/>
                  </a:moveTo>
                  <a:cubicBezTo>
                    <a:pt x="202" y="1"/>
                    <a:pt x="1" y="51"/>
                    <a:pt x="1" y="135"/>
                  </a:cubicBezTo>
                  <a:cubicBezTo>
                    <a:pt x="1" y="218"/>
                    <a:pt x="202" y="285"/>
                    <a:pt x="453" y="285"/>
                  </a:cubicBezTo>
                  <a:cubicBezTo>
                    <a:pt x="704" y="285"/>
                    <a:pt x="888" y="218"/>
                    <a:pt x="888" y="135"/>
                  </a:cubicBezTo>
                  <a:cubicBezTo>
                    <a:pt x="888" y="51"/>
                    <a:pt x="704"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8" name="Google Shape;5928;p15"/>
            <p:cNvSpPr/>
            <p:nvPr/>
          </p:nvSpPr>
          <p:spPr>
            <a:xfrm>
              <a:off x="1922925" y="715475"/>
              <a:ext cx="110925" cy="48250"/>
            </a:xfrm>
            <a:custGeom>
              <a:avLst/>
              <a:gdLst/>
              <a:ahLst/>
              <a:cxnLst/>
              <a:rect l="l" t="t" r="r" b="b"/>
              <a:pathLst>
                <a:path w="4437" h="1930" extrusionOk="0">
                  <a:moveTo>
                    <a:pt x="1190" y="1"/>
                  </a:moveTo>
                  <a:cubicBezTo>
                    <a:pt x="1173" y="1"/>
                    <a:pt x="1156" y="2"/>
                    <a:pt x="1139" y="5"/>
                  </a:cubicBezTo>
                  <a:cubicBezTo>
                    <a:pt x="436" y="206"/>
                    <a:pt x="0" y="507"/>
                    <a:pt x="0" y="892"/>
                  </a:cubicBezTo>
                  <a:cubicBezTo>
                    <a:pt x="0" y="1461"/>
                    <a:pt x="1088" y="1930"/>
                    <a:pt x="2428" y="1930"/>
                  </a:cubicBezTo>
                  <a:cubicBezTo>
                    <a:pt x="3264" y="1930"/>
                    <a:pt x="4001" y="1746"/>
                    <a:pt x="4436" y="1478"/>
                  </a:cubicBezTo>
                  <a:lnTo>
                    <a:pt x="4436" y="1478"/>
                  </a:lnTo>
                  <a:cubicBezTo>
                    <a:pt x="4269" y="1494"/>
                    <a:pt x="4101" y="1511"/>
                    <a:pt x="3934" y="1511"/>
                  </a:cubicBezTo>
                  <a:cubicBezTo>
                    <a:pt x="2595" y="1511"/>
                    <a:pt x="1507" y="1059"/>
                    <a:pt x="1507" y="473"/>
                  </a:cubicBezTo>
                  <a:lnTo>
                    <a:pt x="1507" y="390"/>
                  </a:lnTo>
                  <a:cubicBezTo>
                    <a:pt x="1553" y="174"/>
                    <a:pt x="1387" y="1"/>
                    <a:pt x="119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9" name="Google Shape;5929;p15"/>
            <p:cNvSpPr/>
            <p:nvPr/>
          </p:nvSpPr>
          <p:spPr>
            <a:xfrm>
              <a:off x="1934225" y="723525"/>
              <a:ext cx="31400" cy="10500"/>
            </a:xfrm>
            <a:custGeom>
              <a:avLst/>
              <a:gdLst/>
              <a:ahLst/>
              <a:cxnLst/>
              <a:rect l="l" t="t" r="r" b="b"/>
              <a:pathLst>
                <a:path w="1256" h="420" extrusionOk="0">
                  <a:moveTo>
                    <a:pt x="636" y="1"/>
                  </a:moveTo>
                  <a:cubicBezTo>
                    <a:pt x="302" y="1"/>
                    <a:pt x="0" y="84"/>
                    <a:pt x="0" y="218"/>
                  </a:cubicBezTo>
                  <a:cubicBezTo>
                    <a:pt x="0" y="335"/>
                    <a:pt x="285" y="419"/>
                    <a:pt x="636" y="419"/>
                  </a:cubicBezTo>
                  <a:cubicBezTo>
                    <a:pt x="988" y="419"/>
                    <a:pt x="1256" y="335"/>
                    <a:pt x="1256" y="218"/>
                  </a:cubicBezTo>
                  <a:cubicBezTo>
                    <a:pt x="1256" y="84"/>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0" name="Google Shape;5930;p15"/>
            <p:cNvSpPr/>
            <p:nvPr/>
          </p:nvSpPr>
          <p:spPr>
            <a:xfrm>
              <a:off x="1971875" y="747800"/>
              <a:ext cx="25150" cy="7150"/>
            </a:xfrm>
            <a:custGeom>
              <a:avLst/>
              <a:gdLst/>
              <a:ahLst/>
              <a:cxnLst/>
              <a:rect l="l" t="t" r="r" b="b"/>
              <a:pathLst>
                <a:path w="1006" h="286" extrusionOk="0">
                  <a:moveTo>
                    <a:pt x="503" y="1"/>
                  </a:moveTo>
                  <a:cubicBezTo>
                    <a:pt x="235" y="1"/>
                    <a:pt x="1" y="51"/>
                    <a:pt x="1" y="134"/>
                  </a:cubicBezTo>
                  <a:cubicBezTo>
                    <a:pt x="1" y="218"/>
                    <a:pt x="235" y="285"/>
                    <a:pt x="503" y="285"/>
                  </a:cubicBezTo>
                  <a:cubicBezTo>
                    <a:pt x="788" y="285"/>
                    <a:pt x="1005" y="218"/>
                    <a:pt x="1005" y="134"/>
                  </a:cubicBezTo>
                  <a:cubicBezTo>
                    <a:pt x="1005" y="51"/>
                    <a:pt x="788"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1" name="Google Shape;5931;p15"/>
            <p:cNvSpPr/>
            <p:nvPr/>
          </p:nvSpPr>
          <p:spPr>
            <a:xfrm>
              <a:off x="2022100" y="728125"/>
              <a:ext cx="19275" cy="7575"/>
            </a:xfrm>
            <a:custGeom>
              <a:avLst/>
              <a:gdLst/>
              <a:ahLst/>
              <a:cxnLst/>
              <a:rect l="l" t="t" r="r" b="b"/>
              <a:pathLst>
                <a:path w="771" h="303" extrusionOk="0">
                  <a:moveTo>
                    <a:pt x="386" y="1"/>
                  </a:moveTo>
                  <a:cubicBezTo>
                    <a:pt x="168" y="1"/>
                    <a:pt x="1" y="68"/>
                    <a:pt x="1" y="151"/>
                  </a:cubicBezTo>
                  <a:cubicBezTo>
                    <a:pt x="1" y="235"/>
                    <a:pt x="168" y="302"/>
                    <a:pt x="386" y="302"/>
                  </a:cubicBezTo>
                  <a:cubicBezTo>
                    <a:pt x="603" y="285"/>
                    <a:pt x="770" y="218"/>
                    <a:pt x="770" y="151"/>
                  </a:cubicBezTo>
                  <a:cubicBezTo>
                    <a:pt x="770" y="68"/>
                    <a:pt x="586" y="1"/>
                    <a:pt x="3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2" name="Google Shape;5932;p15"/>
            <p:cNvSpPr/>
            <p:nvPr/>
          </p:nvSpPr>
          <p:spPr>
            <a:xfrm>
              <a:off x="1990725" y="717675"/>
              <a:ext cx="19275" cy="7550"/>
            </a:xfrm>
            <a:custGeom>
              <a:avLst/>
              <a:gdLst/>
              <a:ahLst/>
              <a:cxnLst/>
              <a:rect l="l" t="t" r="r" b="b"/>
              <a:pathLst>
                <a:path w="771" h="302" extrusionOk="0">
                  <a:moveTo>
                    <a:pt x="385" y="0"/>
                  </a:moveTo>
                  <a:cubicBezTo>
                    <a:pt x="168" y="0"/>
                    <a:pt x="0" y="67"/>
                    <a:pt x="0" y="151"/>
                  </a:cubicBezTo>
                  <a:cubicBezTo>
                    <a:pt x="0" y="235"/>
                    <a:pt x="168" y="302"/>
                    <a:pt x="385" y="302"/>
                  </a:cubicBezTo>
                  <a:cubicBezTo>
                    <a:pt x="603" y="285"/>
                    <a:pt x="770" y="218"/>
                    <a:pt x="770" y="151"/>
                  </a:cubicBezTo>
                  <a:cubicBezTo>
                    <a:pt x="770" y="67"/>
                    <a:pt x="586" y="0"/>
                    <a:pt x="3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3" name="Google Shape;5933;p15"/>
            <p:cNvSpPr/>
            <p:nvPr/>
          </p:nvSpPr>
          <p:spPr>
            <a:xfrm>
              <a:off x="1674350" y="851500"/>
              <a:ext cx="161975" cy="66300"/>
            </a:xfrm>
            <a:custGeom>
              <a:avLst/>
              <a:gdLst/>
              <a:ahLst/>
              <a:cxnLst/>
              <a:rect l="l" t="t" r="r" b="b"/>
              <a:pathLst>
                <a:path w="6479" h="2652" extrusionOk="0">
                  <a:moveTo>
                    <a:pt x="3306" y="0"/>
                  </a:moveTo>
                  <a:cubicBezTo>
                    <a:pt x="3232" y="0"/>
                    <a:pt x="3156" y="2"/>
                    <a:pt x="3081" y="4"/>
                  </a:cubicBezTo>
                  <a:cubicBezTo>
                    <a:pt x="1340" y="71"/>
                    <a:pt x="1" y="723"/>
                    <a:pt x="84" y="1427"/>
                  </a:cubicBezTo>
                  <a:cubicBezTo>
                    <a:pt x="165" y="2131"/>
                    <a:pt x="1531" y="2652"/>
                    <a:pt x="3173" y="2652"/>
                  </a:cubicBezTo>
                  <a:cubicBezTo>
                    <a:pt x="3248" y="2652"/>
                    <a:pt x="3323" y="2651"/>
                    <a:pt x="3399" y="2648"/>
                  </a:cubicBezTo>
                  <a:cubicBezTo>
                    <a:pt x="5140" y="2581"/>
                    <a:pt x="6479" y="1962"/>
                    <a:pt x="6395" y="1226"/>
                  </a:cubicBezTo>
                  <a:cubicBezTo>
                    <a:pt x="6315" y="521"/>
                    <a:pt x="4948" y="0"/>
                    <a:pt x="33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4" name="Google Shape;5934;p15"/>
            <p:cNvSpPr/>
            <p:nvPr/>
          </p:nvSpPr>
          <p:spPr>
            <a:xfrm>
              <a:off x="1710775" y="855675"/>
              <a:ext cx="112150" cy="32850"/>
            </a:xfrm>
            <a:custGeom>
              <a:avLst/>
              <a:gdLst/>
              <a:ahLst/>
              <a:cxnLst/>
              <a:rect l="l" t="t" r="r" b="b"/>
              <a:pathLst>
                <a:path w="4486" h="1314" extrusionOk="0">
                  <a:moveTo>
                    <a:pt x="1661" y="1"/>
                  </a:moveTo>
                  <a:cubicBezTo>
                    <a:pt x="1588" y="1"/>
                    <a:pt x="1514" y="2"/>
                    <a:pt x="1440" y="4"/>
                  </a:cubicBezTo>
                  <a:cubicBezTo>
                    <a:pt x="1055" y="21"/>
                    <a:pt x="686" y="71"/>
                    <a:pt x="352" y="138"/>
                  </a:cubicBezTo>
                  <a:cubicBezTo>
                    <a:pt x="50" y="188"/>
                    <a:pt x="0" y="573"/>
                    <a:pt x="218" y="741"/>
                  </a:cubicBezTo>
                  <a:cubicBezTo>
                    <a:pt x="764" y="1100"/>
                    <a:pt x="1732" y="1313"/>
                    <a:pt x="2811" y="1313"/>
                  </a:cubicBezTo>
                  <a:cubicBezTo>
                    <a:pt x="2889" y="1313"/>
                    <a:pt x="2967" y="1312"/>
                    <a:pt x="3046" y="1310"/>
                  </a:cubicBezTo>
                  <a:cubicBezTo>
                    <a:pt x="3431" y="1293"/>
                    <a:pt x="3800" y="1243"/>
                    <a:pt x="4134" y="1176"/>
                  </a:cubicBezTo>
                  <a:cubicBezTo>
                    <a:pt x="4436" y="1126"/>
                    <a:pt x="4486" y="741"/>
                    <a:pt x="4268" y="573"/>
                  </a:cubicBezTo>
                  <a:cubicBezTo>
                    <a:pt x="3720" y="228"/>
                    <a:pt x="2745" y="1"/>
                    <a:pt x="1661"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5" name="Google Shape;5935;p15"/>
            <p:cNvSpPr/>
            <p:nvPr/>
          </p:nvSpPr>
          <p:spPr>
            <a:xfrm>
              <a:off x="1696950" y="868325"/>
              <a:ext cx="26400" cy="8400"/>
            </a:xfrm>
            <a:custGeom>
              <a:avLst/>
              <a:gdLst/>
              <a:ahLst/>
              <a:cxnLst/>
              <a:rect l="l" t="t" r="r" b="b"/>
              <a:pathLst>
                <a:path w="1056" h="336" extrusionOk="0">
                  <a:moveTo>
                    <a:pt x="520" y="0"/>
                  </a:moveTo>
                  <a:cubicBezTo>
                    <a:pt x="235" y="0"/>
                    <a:pt x="1" y="67"/>
                    <a:pt x="1" y="168"/>
                  </a:cubicBezTo>
                  <a:cubicBezTo>
                    <a:pt x="1" y="251"/>
                    <a:pt x="235" y="335"/>
                    <a:pt x="520" y="335"/>
                  </a:cubicBezTo>
                  <a:cubicBezTo>
                    <a:pt x="821" y="335"/>
                    <a:pt x="1055" y="285"/>
                    <a:pt x="1055" y="168"/>
                  </a:cubicBezTo>
                  <a:cubicBezTo>
                    <a:pt x="1055" y="84"/>
                    <a:pt x="821" y="0"/>
                    <a:pt x="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6" name="Google Shape;5936;p15"/>
            <p:cNvSpPr/>
            <p:nvPr/>
          </p:nvSpPr>
          <p:spPr>
            <a:xfrm>
              <a:off x="1770600" y="864125"/>
              <a:ext cx="31425" cy="10500"/>
            </a:xfrm>
            <a:custGeom>
              <a:avLst/>
              <a:gdLst/>
              <a:ahLst/>
              <a:cxnLst/>
              <a:rect l="l" t="t" r="r" b="b"/>
              <a:pathLst>
                <a:path w="1257" h="420" extrusionOk="0">
                  <a:moveTo>
                    <a:pt x="637" y="1"/>
                  </a:moveTo>
                  <a:cubicBezTo>
                    <a:pt x="285" y="1"/>
                    <a:pt x="1" y="85"/>
                    <a:pt x="1" y="218"/>
                  </a:cubicBezTo>
                  <a:cubicBezTo>
                    <a:pt x="1" y="336"/>
                    <a:pt x="285" y="419"/>
                    <a:pt x="637" y="419"/>
                  </a:cubicBezTo>
                  <a:cubicBezTo>
                    <a:pt x="988" y="419"/>
                    <a:pt x="1256" y="319"/>
                    <a:pt x="1256" y="218"/>
                  </a:cubicBezTo>
                  <a:cubicBezTo>
                    <a:pt x="1256" y="85"/>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7" name="Google Shape;5937;p15"/>
            <p:cNvSpPr/>
            <p:nvPr/>
          </p:nvSpPr>
          <p:spPr>
            <a:xfrm>
              <a:off x="1738375" y="900950"/>
              <a:ext cx="25150" cy="6300"/>
            </a:xfrm>
            <a:custGeom>
              <a:avLst/>
              <a:gdLst/>
              <a:ahLst/>
              <a:cxnLst/>
              <a:rect l="l" t="t" r="r" b="b"/>
              <a:pathLst>
                <a:path w="1006" h="252" extrusionOk="0">
                  <a:moveTo>
                    <a:pt x="503" y="1"/>
                  </a:moveTo>
                  <a:cubicBezTo>
                    <a:pt x="235" y="1"/>
                    <a:pt x="1" y="68"/>
                    <a:pt x="1" y="118"/>
                  </a:cubicBezTo>
                  <a:cubicBezTo>
                    <a:pt x="1" y="185"/>
                    <a:pt x="218" y="252"/>
                    <a:pt x="503" y="252"/>
                  </a:cubicBezTo>
                  <a:cubicBezTo>
                    <a:pt x="771" y="252"/>
                    <a:pt x="1005" y="202"/>
                    <a:pt x="1005" y="118"/>
                  </a:cubicBezTo>
                  <a:cubicBezTo>
                    <a:pt x="1005" y="68"/>
                    <a:pt x="771"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8" name="Google Shape;5938;p15"/>
            <p:cNvSpPr/>
            <p:nvPr/>
          </p:nvSpPr>
          <p:spPr>
            <a:xfrm>
              <a:off x="1671575" y="705125"/>
              <a:ext cx="121650" cy="39150"/>
            </a:xfrm>
            <a:custGeom>
              <a:avLst/>
              <a:gdLst/>
              <a:ahLst/>
              <a:cxnLst/>
              <a:rect l="l" t="t" r="r" b="b"/>
              <a:pathLst>
                <a:path w="4866" h="1566" extrusionOk="0">
                  <a:moveTo>
                    <a:pt x="1099" y="0"/>
                  </a:moveTo>
                  <a:lnTo>
                    <a:pt x="1099" y="0"/>
                  </a:lnTo>
                  <a:cubicBezTo>
                    <a:pt x="497" y="201"/>
                    <a:pt x="78" y="486"/>
                    <a:pt x="62" y="787"/>
                  </a:cubicBezTo>
                  <a:cubicBezTo>
                    <a:pt x="0" y="1246"/>
                    <a:pt x="863" y="1565"/>
                    <a:pt x="2035" y="1565"/>
                  </a:cubicBezTo>
                  <a:cubicBezTo>
                    <a:pt x="2145" y="1565"/>
                    <a:pt x="2257" y="1563"/>
                    <a:pt x="2371" y="1557"/>
                  </a:cubicBezTo>
                  <a:cubicBezTo>
                    <a:pt x="3610" y="1490"/>
                    <a:pt x="4681" y="1071"/>
                    <a:pt x="4866" y="620"/>
                  </a:cubicBezTo>
                  <a:lnTo>
                    <a:pt x="4866" y="620"/>
                  </a:lnTo>
                  <a:cubicBezTo>
                    <a:pt x="4447" y="753"/>
                    <a:pt x="3945" y="837"/>
                    <a:pt x="3409" y="887"/>
                  </a:cubicBezTo>
                  <a:cubicBezTo>
                    <a:pt x="3276" y="896"/>
                    <a:pt x="3146" y="900"/>
                    <a:pt x="3020" y="900"/>
                  </a:cubicBezTo>
                  <a:cubicBezTo>
                    <a:pt x="1875" y="900"/>
                    <a:pt x="1037" y="570"/>
                    <a:pt x="1083" y="117"/>
                  </a:cubicBezTo>
                  <a:cubicBezTo>
                    <a:pt x="1083" y="67"/>
                    <a:pt x="1099" y="50"/>
                    <a:pt x="109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9" name="Google Shape;5939;p15"/>
            <p:cNvSpPr/>
            <p:nvPr/>
          </p:nvSpPr>
          <p:spPr>
            <a:xfrm>
              <a:off x="1692775" y="708875"/>
              <a:ext cx="31400" cy="10500"/>
            </a:xfrm>
            <a:custGeom>
              <a:avLst/>
              <a:gdLst/>
              <a:ahLst/>
              <a:cxnLst/>
              <a:rect l="l" t="t" r="r" b="b"/>
              <a:pathLst>
                <a:path w="1256" h="420" extrusionOk="0">
                  <a:moveTo>
                    <a:pt x="636" y="1"/>
                  </a:moveTo>
                  <a:cubicBezTo>
                    <a:pt x="302" y="1"/>
                    <a:pt x="0" y="85"/>
                    <a:pt x="0" y="218"/>
                  </a:cubicBezTo>
                  <a:cubicBezTo>
                    <a:pt x="0" y="336"/>
                    <a:pt x="268" y="419"/>
                    <a:pt x="636" y="419"/>
                  </a:cubicBezTo>
                  <a:cubicBezTo>
                    <a:pt x="988" y="419"/>
                    <a:pt x="1256" y="336"/>
                    <a:pt x="1256" y="218"/>
                  </a:cubicBezTo>
                  <a:cubicBezTo>
                    <a:pt x="1256" y="85"/>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0" name="Google Shape;5940;p15"/>
            <p:cNvSpPr/>
            <p:nvPr/>
          </p:nvSpPr>
          <p:spPr>
            <a:xfrm>
              <a:off x="1722475" y="729400"/>
              <a:ext cx="22200" cy="7975"/>
            </a:xfrm>
            <a:custGeom>
              <a:avLst/>
              <a:gdLst/>
              <a:ahLst/>
              <a:cxnLst/>
              <a:rect l="l" t="t" r="r" b="b"/>
              <a:pathLst>
                <a:path w="888" h="319" extrusionOk="0">
                  <a:moveTo>
                    <a:pt x="453" y="0"/>
                  </a:moveTo>
                  <a:cubicBezTo>
                    <a:pt x="202" y="0"/>
                    <a:pt x="1" y="84"/>
                    <a:pt x="1" y="167"/>
                  </a:cubicBezTo>
                  <a:cubicBezTo>
                    <a:pt x="1" y="251"/>
                    <a:pt x="218" y="318"/>
                    <a:pt x="453" y="318"/>
                  </a:cubicBezTo>
                  <a:cubicBezTo>
                    <a:pt x="670" y="318"/>
                    <a:pt x="888" y="234"/>
                    <a:pt x="888" y="151"/>
                  </a:cubicBezTo>
                  <a:cubicBezTo>
                    <a:pt x="888" y="50"/>
                    <a:pt x="670" y="0"/>
                    <a:pt x="4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1" name="Google Shape;5941;p15"/>
            <p:cNvSpPr/>
            <p:nvPr/>
          </p:nvSpPr>
          <p:spPr>
            <a:xfrm>
              <a:off x="1757625" y="708050"/>
              <a:ext cx="22200" cy="7550"/>
            </a:xfrm>
            <a:custGeom>
              <a:avLst/>
              <a:gdLst/>
              <a:ahLst/>
              <a:cxnLst/>
              <a:rect l="l" t="t" r="r" b="b"/>
              <a:pathLst>
                <a:path w="888" h="302" extrusionOk="0">
                  <a:moveTo>
                    <a:pt x="436" y="0"/>
                  </a:moveTo>
                  <a:cubicBezTo>
                    <a:pt x="218" y="0"/>
                    <a:pt x="1" y="84"/>
                    <a:pt x="1" y="168"/>
                  </a:cubicBezTo>
                  <a:cubicBezTo>
                    <a:pt x="1" y="251"/>
                    <a:pt x="218" y="302"/>
                    <a:pt x="436" y="302"/>
                  </a:cubicBezTo>
                  <a:cubicBezTo>
                    <a:pt x="670" y="302"/>
                    <a:pt x="888" y="218"/>
                    <a:pt x="888" y="134"/>
                  </a:cubicBezTo>
                  <a:cubicBezTo>
                    <a:pt x="888" y="51"/>
                    <a:pt x="670"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2" name="Google Shape;5942;p15"/>
            <p:cNvSpPr/>
            <p:nvPr/>
          </p:nvSpPr>
          <p:spPr>
            <a:xfrm>
              <a:off x="1702800" y="949750"/>
              <a:ext cx="261600" cy="72175"/>
            </a:xfrm>
            <a:custGeom>
              <a:avLst/>
              <a:gdLst/>
              <a:ahLst/>
              <a:cxnLst/>
              <a:rect l="l" t="t" r="r" b="b"/>
              <a:pathLst>
                <a:path w="10464" h="2887" extrusionOk="0">
                  <a:moveTo>
                    <a:pt x="2079" y="1"/>
                  </a:moveTo>
                  <a:cubicBezTo>
                    <a:pt x="1950" y="1"/>
                    <a:pt x="1826" y="13"/>
                    <a:pt x="1708" y="41"/>
                  </a:cubicBezTo>
                  <a:cubicBezTo>
                    <a:pt x="1" y="426"/>
                    <a:pt x="3131" y="2836"/>
                    <a:pt x="7617" y="2886"/>
                  </a:cubicBezTo>
                  <a:cubicBezTo>
                    <a:pt x="7658" y="2887"/>
                    <a:pt x="7699" y="2887"/>
                    <a:pt x="7740" y="2887"/>
                  </a:cubicBezTo>
                  <a:cubicBezTo>
                    <a:pt x="10155" y="2887"/>
                    <a:pt x="10463" y="2401"/>
                    <a:pt x="8487" y="2401"/>
                  </a:cubicBezTo>
                  <a:cubicBezTo>
                    <a:pt x="6647" y="2385"/>
                    <a:pt x="3847" y="1"/>
                    <a:pt x="20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3" name="Google Shape;5943;p15"/>
            <p:cNvSpPr/>
            <p:nvPr/>
          </p:nvSpPr>
          <p:spPr>
            <a:xfrm>
              <a:off x="1680625" y="953275"/>
              <a:ext cx="47750" cy="26000"/>
            </a:xfrm>
            <a:custGeom>
              <a:avLst/>
              <a:gdLst/>
              <a:ahLst/>
              <a:cxnLst/>
              <a:rect l="l" t="t" r="r" b="b"/>
              <a:pathLst>
                <a:path w="1910" h="1040" extrusionOk="0">
                  <a:moveTo>
                    <a:pt x="562" y="0"/>
                  </a:moveTo>
                  <a:cubicBezTo>
                    <a:pt x="473" y="0"/>
                    <a:pt x="390" y="11"/>
                    <a:pt x="319" y="34"/>
                  </a:cubicBezTo>
                  <a:cubicBezTo>
                    <a:pt x="1" y="151"/>
                    <a:pt x="34" y="435"/>
                    <a:pt x="386" y="703"/>
                  </a:cubicBezTo>
                  <a:cubicBezTo>
                    <a:pt x="654" y="920"/>
                    <a:pt x="1039" y="1040"/>
                    <a:pt x="1340" y="1040"/>
                  </a:cubicBezTo>
                  <a:cubicBezTo>
                    <a:pt x="1434" y="1040"/>
                    <a:pt x="1520" y="1028"/>
                    <a:pt x="1591" y="1005"/>
                  </a:cubicBezTo>
                  <a:cubicBezTo>
                    <a:pt x="1909" y="904"/>
                    <a:pt x="1892" y="603"/>
                    <a:pt x="1541" y="335"/>
                  </a:cubicBezTo>
                  <a:cubicBezTo>
                    <a:pt x="1255" y="127"/>
                    <a:pt x="870" y="0"/>
                    <a:pt x="5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4" name="Google Shape;5944;p15"/>
            <p:cNvSpPr/>
            <p:nvPr/>
          </p:nvSpPr>
          <p:spPr>
            <a:xfrm>
              <a:off x="1791925" y="646025"/>
              <a:ext cx="319275" cy="16000"/>
            </a:xfrm>
            <a:custGeom>
              <a:avLst/>
              <a:gdLst/>
              <a:ahLst/>
              <a:cxnLst/>
              <a:rect l="l" t="t" r="r" b="b"/>
              <a:pathLst>
                <a:path w="12771" h="640" extrusionOk="0">
                  <a:moveTo>
                    <a:pt x="5084" y="0"/>
                  </a:moveTo>
                  <a:cubicBezTo>
                    <a:pt x="3940" y="0"/>
                    <a:pt x="2868" y="39"/>
                    <a:pt x="2127" y="138"/>
                  </a:cubicBezTo>
                  <a:cubicBezTo>
                    <a:pt x="1" y="410"/>
                    <a:pt x="1935" y="640"/>
                    <a:pt x="5329" y="640"/>
                  </a:cubicBezTo>
                  <a:cubicBezTo>
                    <a:pt x="6743" y="640"/>
                    <a:pt x="8412" y="600"/>
                    <a:pt x="10145" y="506"/>
                  </a:cubicBezTo>
                  <a:cubicBezTo>
                    <a:pt x="12770" y="367"/>
                    <a:pt x="8590" y="0"/>
                    <a:pt x="5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5" name="Google Shape;5945;p15"/>
            <p:cNvSpPr/>
            <p:nvPr/>
          </p:nvSpPr>
          <p:spPr>
            <a:xfrm>
              <a:off x="1853875" y="842375"/>
              <a:ext cx="22200" cy="7350"/>
            </a:xfrm>
            <a:custGeom>
              <a:avLst/>
              <a:gdLst/>
              <a:ahLst/>
              <a:cxnLst/>
              <a:rect l="l" t="t" r="r" b="b"/>
              <a:pathLst>
                <a:path w="888" h="294" extrusionOk="0">
                  <a:moveTo>
                    <a:pt x="436" y="0"/>
                  </a:moveTo>
                  <a:cubicBezTo>
                    <a:pt x="218" y="0"/>
                    <a:pt x="1" y="67"/>
                    <a:pt x="1" y="151"/>
                  </a:cubicBezTo>
                  <a:cubicBezTo>
                    <a:pt x="1" y="235"/>
                    <a:pt x="185" y="285"/>
                    <a:pt x="436" y="285"/>
                  </a:cubicBezTo>
                  <a:cubicBezTo>
                    <a:pt x="480" y="291"/>
                    <a:pt x="523" y="294"/>
                    <a:pt x="564" y="294"/>
                  </a:cubicBezTo>
                  <a:cubicBezTo>
                    <a:pt x="752" y="294"/>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6" name="Google Shape;5946;p15"/>
            <p:cNvSpPr/>
            <p:nvPr/>
          </p:nvSpPr>
          <p:spPr>
            <a:xfrm>
              <a:off x="2227975" y="757000"/>
              <a:ext cx="21800" cy="7575"/>
            </a:xfrm>
            <a:custGeom>
              <a:avLst/>
              <a:gdLst/>
              <a:ahLst/>
              <a:cxnLst/>
              <a:rect l="l" t="t" r="r" b="b"/>
              <a:pathLst>
                <a:path w="872" h="303" extrusionOk="0">
                  <a:moveTo>
                    <a:pt x="436" y="1"/>
                  </a:moveTo>
                  <a:cubicBezTo>
                    <a:pt x="202" y="1"/>
                    <a:pt x="1" y="68"/>
                    <a:pt x="1" y="151"/>
                  </a:cubicBezTo>
                  <a:cubicBezTo>
                    <a:pt x="1" y="235"/>
                    <a:pt x="185" y="302"/>
                    <a:pt x="436" y="302"/>
                  </a:cubicBezTo>
                  <a:cubicBezTo>
                    <a:pt x="687" y="302"/>
                    <a:pt x="871" y="235"/>
                    <a:pt x="871" y="151"/>
                  </a:cubicBezTo>
                  <a:cubicBezTo>
                    <a:pt x="871"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7" name="Google Shape;5947;p15"/>
            <p:cNvSpPr/>
            <p:nvPr/>
          </p:nvSpPr>
          <p:spPr>
            <a:xfrm>
              <a:off x="2092400" y="675000"/>
              <a:ext cx="22200" cy="7125"/>
            </a:xfrm>
            <a:custGeom>
              <a:avLst/>
              <a:gdLst/>
              <a:ahLst/>
              <a:cxnLst/>
              <a:rect l="l" t="t" r="r" b="b"/>
              <a:pathLst>
                <a:path w="888" h="285" extrusionOk="0">
                  <a:moveTo>
                    <a:pt x="436" y="0"/>
                  </a:moveTo>
                  <a:cubicBezTo>
                    <a:pt x="218" y="0"/>
                    <a:pt x="1" y="67"/>
                    <a:pt x="1" y="151"/>
                  </a:cubicBezTo>
                  <a:cubicBezTo>
                    <a:pt x="1" y="234"/>
                    <a:pt x="185" y="285"/>
                    <a:pt x="436" y="285"/>
                  </a:cubicBezTo>
                  <a:cubicBezTo>
                    <a:pt x="687" y="285"/>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8" name="Google Shape;5948;p15"/>
            <p:cNvSpPr/>
            <p:nvPr/>
          </p:nvSpPr>
          <p:spPr>
            <a:xfrm>
              <a:off x="1625400" y="879625"/>
              <a:ext cx="21775" cy="7125"/>
            </a:xfrm>
            <a:custGeom>
              <a:avLst/>
              <a:gdLst/>
              <a:ahLst/>
              <a:cxnLst/>
              <a:rect l="l" t="t" r="r" b="b"/>
              <a:pathLst>
                <a:path w="871" h="285" extrusionOk="0">
                  <a:moveTo>
                    <a:pt x="436" y="0"/>
                  </a:moveTo>
                  <a:cubicBezTo>
                    <a:pt x="201" y="0"/>
                    <a:pt x="0" y="50"/>
                    <a:pt x="0" y="134"/>
                  </a:cubicBezTo>
                  <a:cubicBezTo>
                    <a:pt x="0" y="218"/>
                    <a:pt x="184" y="285"/>
                    <a:pt x="436" y="285"/>
                  </a:cubicBezTo>
                  <a:cubicBezTo>
                    <a:pt x="687" y="285"/>
                    <a:pt x="871" y="218"/>
                    <a:pt x="871" y="134"/>
                  </a:cubicBezTo>
                  <a:cubicBezTo>
                    <a:pt x="871" y="50"/>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9" name="Google Shape;5949;p15"/>
            <p:cNvSpPr/>
            <p:nvPr/>
          </p:nvSpPr>
          <p:spPr>
            <a:xfrm>
              <a:off x="1838825" y="754075"/>
              <a:ext cx="21775" cy="7150"/>
            </a:xfrm>
            <a:custGeom>
              <a:avLst/>
              <a:gdLst/>
              <a:ahLst/>
              <a:cxnLst/>
              <a:rect l="l" t="t" r="r" b="b"/>
              <a:pathLst>
                <a:path w="871" h="286" extrusionOk="0">
                  <a:moveTo>
                    <a:pt x="435" y="1"/>
                  </a:moveTo>
                  <a:cubicBezTo>
                    <a:pt x="201" y="1"/>
                    <a:pt x="0" y="51"/>
                    <a:pt x="0" y="135"/>
                  </a:cubicBezTo>
                  <a:cubicBezTo>
                    <a:pt x="0" y="218"/>
                    <a:pt x="184" y="285"/>
                    <a:pt x="435" y="285"/>
                  </a:cubicBezTo>
                  <a:cubicBezTo>
                    <a:pt x="686" y="285"/>
                    <a:pt x="870" y="218"/>
                    <a:pt x="870" y="135"/>
                  </a:cubicBezTo>
                  <a:cubicBezTo>
                    <a:pt x="870" y="51"/>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0" name="Google Shape;5950;p15"/>
            <p:cNvSpPr/>
            <p:nvPr/>
          </p:nvSpPr>
          <p:spPr>
            <a:xfrm>
              <a:off x="2201625" y="872500"/>
              <a:ext cx="22200" cy="7550"/>
            </a:xfrm>
            <a:custGeom>
              <a:avLst/>
              <a:gdLst/>
              <a:ahLst/>
              <a:cxnLst/>
              <a:rect l="l" t="t" r="r" b="b"/>
              <a:pathLst>
                <a:path w="888" h="302" extrusionOk="0">
                  <a:moveTo>
                    <a:pt x="452" y="1"/>
                  </a:moveTo>
                  <a:cubicBezTo>
                    <a:pt x="218" y="1"/>
                    <a:pt x="0" y="68"/>
                    <a:pt x="0" y="151"/>
                  </a:cubicBezTo>
                  <a:cubicBezTo>
                    <a:pt x="0" y="235"/>
                    <a:pt x="201" y="302"/>
                    <a:pt x="452" y="302"/>
                  </a:cubicBezTo>
                  <a:cubicBezTo>
                    <a:pt x="703" y="302"/>
                    <a:pt x="888" y="235"/>
                    <a:pt x="888" y="151"/>
                  </a:cubicBezTo>
                  <a:cubicBezTo>
                    <a:pt x="888" y="68"/>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1" name="Google Shape;5951;p15"/>
            <p:cNvSpPr/>
            <p:nvPr/>
          </p:nvSpPr>
          <p:spPr>
            <a:xfrm>
              <a:off x="2398300" y="887975"/>
              <a:ext cx="22200" cy="7200"/>
            </a:xfrm>
            <a:custGeom>
              <a:avLst/>
              <a:gdLst/>
              <a:ahLst/>
              <a:cxnLst/>
              <a:rect l="l" t="t" r="r" b="b"/>
              <a:pathLst>
                <a:path w="888" h="288" extrusionOk="0">
                  <a:moveTo>
                    <a:pt x="452" y="1"/>
                  </a:moveTo>
                  <a:cubicBezTo>
                    <a:pt x="218" y="1"/>
                    <a:pt x="0" y="51"/>
                    <a:pt x="0" y="135"/>
                  </a:cubicBezTo>
                  <a:cubicBezTo>
                    <a:pt x="0" y="219"/>
                    <a:pt x="201" y="286"/>
                    <a:pt x="452" y="286"/>
                  </a:cubicBezTo>
                  <a:cubicBezTo>
                    <a:pt x="471" y="287"/>
                    <a:pt x="490" y="288"/>
                    <a:pt x="509" y="288"/>
                  </a:cubicBezTo>
                  <a:cubicBezTo>
                    <a:pt x="706" y="288"/>
                    <a:pt x="888" y="211"/>
                    <a:pt x="888" y="135"/>
                  </a:cubicBezTo>
                  <a:cubicBezTo>
                    <a:pt x="888" y="51"/>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2" name="Google Shape;5952;p15"/>
            <p:cNvSpPr/>
            <p:nvPr/>
          </p:nvSpPr>
          <p:spPr>
            <a:xfrm>
              <a:off x="1667650" y="779600"/>
              <a:ext cx="22225" cy="7150"/>
            </a:xfrm>
            <a:custGeom>
              <a:avLst/>
              <a:gdLst/>
              <a:ahLst/>
              <a:cxnLst/>
              <a:rect l="l" t="t" r="r" b="b"/>
              <a:pathLst>
                <a:path w="889" h="286" extrusionOk="0">
                  <a:moveTo>
                    <a:pt x="436" y="1"/>
                  </a:moveTo>
                  <a:cubicBezTo>
                    <a:pt x="219" y="1"/>
                    <a:pt x="1" y="68"/>
                    <a:pt x="1" y="151"/>
                  </a:cubicBezTo>
                  <a:cubicBezTo>
                    <a:pt x="1" y="235"/>
                    <a:pt x="185" y="285"/>
                    <a:pt x="436" y="285"/>
                  </a:cubicBezTo>
                  <a:cubicBezTo>
                    <a:pt x="687" y="285"/>
                    <a:pt x="888" y="235"/>
                    <a:pt x="888" y="151"/>
                  </a:cubicBezTo>
                  <a:cubicBezTo>
                    <a:pt x="888"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3" name="Google Shape;5953;p15"/>
            <p:cNvSpPr/>
            <p:nvPr/>
          </p:nvSpPr>
          <p:spPr>
            <a:xfrm>
              <a:off x="1912475" y="949500"/>
              <a:ext cx="21775" cy="7200"/>
            </a:xfrm>
            <a:custGeom>
              <a:avLst/>
              <a:gdLst/>
              <a:ahLst/>
              <a:cxnLst/>
              <a:rect l="l" t="t" r="r" b="b"/>
              <a:pathLst>
                <a:path w="871" h="288" extrusionOk="0">
                  <a:moveTo>
                    <a:pt x="435" y="1"/>
                  </a:moveTo>
                  <a:cubicBezTo>
                    <a:pt x="218" y="1"/>
                    <a:pt x="0" y="68"/>
                    <a:pt x="0" y="151"/>
                  </a:cubicBezTo>
                  <a:cubicBezTo>
                    <a:pt x="0" y="235"/>
                    <a:pt x="184" y="285"/>
                    <a:pt x="435" y="285"/>
                  </a:cubicBezTo>
                  <a:cubicBezTo>
                    <a:pt x="460" y="287"/>
                    <a:pt x="484" y="288"/>
                    <a:pt x="507" y="288"/>
                  </a:cubicBezTo>
                  <a:cubicBezTo>
                    <a:pt x="709" y="288"/>
                    <a:pt x="870" y="226"/>
                    <a:pt x="870" y="151"/>
                  </a:cubicBezTo>
                  <a:cubicBezTo>
                    <a:pt x="870" y="68"/>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54" name="Google Shape;5954;p15"/>
          <p:cNvGrpSpPr/>
          <p:nvPr/>
        </p:nvGrpSpPr>
        <p:grpSpPr>
          <a:xfrm rot="-820589">
            <a:off x="-336195" y="4780591"/>
            <a:ext cx="2098832" cy="984632"/>
            <a:chOff x="1406550" y="1260600"/>
            <a:chExt cx="1204775" cy="565200"/>
          </a:xfrm>
        </p:grpSpPr>
        <p:sp>
          <p:nvSpPr>
            <p:cNvPr id="5955" name="Google Shape;5955;p15"/>
            <p:cNvSpPr/>
            <p:nvPr/>
          </p:nvSpPr>
          <p:spPr>
            <a:xfrm>
              <a:off x="1406550" y="1264650"/>
              <a:ext cx="1204775" cy="555275"/>
            </a:xfrm>
            <a:custGeom>
              <a:avLst/>
              <a:gdLst/>
              <a:ahLst/>
              <a:cxnLst/>
              <a:rect l="l" t="t" r="r" b="b"/>
              <a:pathLst>
                <a:path w="48191" h="22211" extrusionOk="0">
                  <a:moveTo>
                    <a:pt x="25953" y="0"/>
                  </a:moveTo>
                  <a:cubicBezTo>
                    <a:pt x="24999" y="0"/>
                    <a:pt x="24004" y="17"/>
                    <a:pt x="22965" y="49"/>
                  </a:cubicBezTo>
                  <a:cubicBezTo>
                    <a:pt x="9089" y="467"/>
                    <a:pt x="0" y="3263"/>
                    <a:pt x="921" y="12586"/>
                  </a:cubicBezTo>
                  <a:cubicBezTo>
                    <a:pt x="1557" y="19097"/>
                    <a:pt x="14897" y="22211"/>
                    <a:pt x="24991" y="22211"/>
                  </a:cubicBezTo>
                  <a:cubicBezTo>
                    <a:pt x="36390" y="22211"/>
                    <a:pt x="48190" y="14461"/>
                    <a:pt x="44759" y="7263"/>
                  </a:cubicBezTo>
                  <a:cubicBezTo>
                    <a:pt x="42311" y="2152"/>
                    <a:pt x="36876" y="0"/>
                    <a:pt x="25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6" name="Google Shape;5956;p15"/>
            <p:cNvSpPr/>
            <p:nvPr/>
          </p:nvSpPr>
          <p:spPr>
            <a:xfrm>
              <a:off x="1450475" y="1293850"/>
              <a:ext cx="1112300" cy="487575"/>
            </a:xfrm>
            <a:custGeom>
              <a:avLst/>
              <a:gdLst/>
              <a:ahLst/>
              <a:cxnLst/>
              <a:rect l="l" t="t" r="r" b="b"/>
              <a:pathLst>
                <a:path w="44492" h="19503" extrusionOk="0">
                  <a:moveTo>
                    <a:pt x="24368" y="1"/>
                  </a:moveTo>
                  <a:cubicBezTo>
                    <a:pt x="23367" y="1"/>
                    <a:pt x="22314" y="18"/>
                    <a:pt x="21208" y="53"/>
                  </a:cubicBezTo>
                  <a:cubicBezTo>
                    <a:pt x="8370" y="454"/>
                    <a:pt x="1" y="2697"/>
                    <a:pt x="871" y="11301"/>
                  </a:cubicBezTo>
                  <a:cubicBezTo>
                    <a:pt x="1474" y="17293"/>
                    <a:pt x="13475" y="19503"/>
                    <a:pt x="22799" y="19503"/>
                  </a:cubicBezTo>
                  <a:cubicBezTo>
                    <a:pt x="33344" y="19503"/>
                    <a:pt x="44492" y="13025"/>
                    <a:pt x="41328" y="6380"/>
                  </a:cubicBezTo>
                  <a:cubicBezTo>
                    <a:pt x="39111" y="1702"/>
                    <a:pt x="34179" y="1"/>
                    <a:pt x="243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7" name="Google Shape;5957;p15"/>
            <p:cNvSpPr/>
            <p:nvPr/>
          </p:nvSpPr>
          <p:spPr>
            <a:xfrm>
              <a:off x="1427050" y="1514850"/>
              <a:ext cx="1112725" cy="310950"/>
            </a:xfrm>
            <a:custGeom>
              <a:avLst/>
              <a:gdLst/>
              <a:ahLst/>
              <a:cxnLst/>
              <a:rect l="l" t="t" r="r" b="b"/>
              <a:pathLst>
                <a:path w="44509" h="12438" extrusionOk="0">
                  <a:moveTo>
                    <a:pt x="101" y="0"/>
                  </a:moveTo>
                  <a:lnTo>
                    <a:pt x="101" y="0"/>
                  </a:lnTo>
                  <a:cubicBezTo>
                    <a:pt x="0" y="804"/>
                    <a:pt x="0" y="1657"/>
                    <a:pt x="84" y="2578"/>
                  </a:cubicBezTo>
                  <a:cubicBezTo>
                    <a:pt x="737" y="9089"/>
                    <a:pt x="14077" y="12437"/>
                    <a:pt x="24154" y="12437"/>
                  </a:cubicBezTo>
                  <a:cubicBezTo>
                    <a:pt x="34030" y="12437"/>
                    <a:pt x="44157" y="6428"/>
                    <a:pt x="44508" y="218"/>
                  </a:cubicBezTo>
                  <a:lnTo>
                    <a:pt x="44508" y="218"/>
                  </a:lnTo>
                  <a:cubicBezTo>
                    <a:pt x="43654" y="6194"/>
                    <a:pt x="33812" y="11684"/>
                    <a:pt x="24204" y="11684"/>
                  </a:cubicBezTo>
                  <a:cubicBezTo>
                    <a:pt x="14128" y="11684"/>
                    <a:pt x="770" y="8570"/>
                    <a:pt x="151" y="2059"/>
                  </a:cubicBezTo>
                  <a:cubicBezTo>
                    <a:pt x="84" y="1323"/>
                    <a:pt x="67" y="653"/>
                    <a:pt x="1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8" name="Google Shape;5958;p15"/>
            <p:cNvSpPr/>
            <p:nvPr/>
          </p:nvSpPr>
          <p:spPr>
            <a:xfrm>
              <a:off x="1423275" y="1260600"/>
              <a:ext cx="1118575" cy="293600"/>
            </a:xfrm>
            <a:custGeom>
              <a:avLst/>
              <a:gdLst/>
              <a:ahLst/>
              <a:cxnLst/>
              <a:rect l="l" t="t" r="r" b="b"/>
              <a:pathLst>
                <a:path w="44743" h="11744" extrusionOk="0">
                  <a:moveTo>
                    <a:pt x="25024" y="1"/>
                  </a:moveTo>
                  <a:cubicBezTo>
                    <a:pt x="24140" y="1"/>
                    <a:pt x="23220" y="15"/>
                    <a:pt x="22263" y="44"/>
                  </a:cubicBezTo>
                  <a:cubicBezTo>
                    <a:pt x="8889" y="462"/>
                    <a:pt x="1" y="3207"/>
                    <a:pt x="185" y="11744"/>
                  </a:cubicBezTo>
                  <a:cubicBezTo>
                    <a:pt x="369" y="3626"/>
                    <a:pt x="9190" y="964"/>
                    <a:pt x="22296" y="579"/>
                  </a:cubicBezTo>
                  <a:cubicBezTo>
                    <a:pt x="23287" y="548"/>
                    <a:pt x="24238" y="533"/>
                    <a:pt x="25151" y="533"/>
                  </a:cubicBezTo>
                  <a:cubicBezTo>
                    <a:pt x="36163" y="533"/>
                    <a:pt x="41632" y="2796"/>
                    <a:pt x="44090" y="7927"/>
                  </a:cubicBezTo>
                  <a:cubicBezTo>
                    <a:pt x="44475" y="8714"/>
                    <a:pt x="44659" y="9484"/>
                    <a:pt x="44693" y="10254"/>
                  </a:cubicBezTo>
                  <a:cubicBezTo>
                    <a:pt x="44743" y="9317"/>
                    <a:pt x="44542" y="8346"/>
                    <a:pt x="44090" y="7408"/>
                  </a:cubicBezTo>
                  <a:cubicBezTo>
                    <a:pt x="41625" y="2262"/>
                    <a:pt x="36116" y="1"/>
                    <a:pt x="25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9" name="Google Shape;5959;p15"/>
            <p:cNvSpPr/>
            <p:nvPr/>
          </p:nvSpPr>
          <p:spPr>
            <a:xfrm>
              <a:off x="1447450" y="1299025"/>
              <a:ext cx="1027225" cy="464700"/>
            </a:xfrm>
            <a:custGeom>
              <a:avLst/>
              <a:gdLst/>
              <a:ahLst/>
              <a:cxnLst/>
              <a:rect l="l" t="t" r="r" b="b"/>
              <a:pathLst>
                <a:path w="41089" h="18588" extrusionOk="0">
                  <a:moveTo>
                    <a:pt x="24535" y="1"/>
                  </a:moveTo>
                  <a:cubicBezTo>
                    <a:pt x="23384" y="1"/>
                    <a:pt x="22185" y="29"/>
                    <a:pt x="20944" y="80"/>
                  </a:cubicBezTo>
                  <a:cubicBezTo>
                    <a:pt x="9646" y="565"/>
                    <a:pt x="4390" y="2624"/>
                    <a:pt x="2398" y="7411"/>
                  </a:cubicBezTo>
                  <a:cubicBezTo>
                    <a:pt x="1" y="13215"/>
                    <a:pt x="9357" y="18588"/>
                    <a:pt x="18763" y="18588"/>
                  </a:cubicBezTo>
                  <a:cubicBezTo>
                    <a:pt x="19340" y="18588"/>
                    <a:pt x="19918" y="18567"/>
                    <a:pt x="20492" y="18526"/>
                  </a:cubicBezTo>
                  <a:cubicBezTo>
                    <a:pt x="29247" y="17907"/>
                    <a:pt x="40679" y="14525"/>
                    <a:pt x="40863" y="9102"/>
                  </a:cubicBezTo>
                  <a:cubicBezTo>
                    <a:pt x="41089" y="2131"/>
                    <a:pt x="34625" y="1"/>
                    <a:pt x="245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0" name="Google Shape;5960;p15"/>
            <p:cNvSpPr/>
            <p:nvPr/>
          </p:nvSpPr>
          <p:spPr>
            <a:xfrm>
              <a:off x="1439025" y="1308900"/>
              <a:ext cx="1025525" cy="450175"/>
            </a:xfrm>
            <a:custGeom>
              <a:avLst/>
              <a:gdLst/>
              <a:ahLst/>
              <a:cxnLst/>
              <a:rect l="l" t="t" r="r" b="b"/>
              <a:pathLst>
                <a:path w="41021" h="18007" extrusionOk="0">
                  <a:moveTo>
                    <a:pt x="24879" y="0"/>
                  </a:moveTo>
                  <a:cubicBezTo>
                    <a:pt x="23603" y="0"/>
                    <a:pt x="22282" y="66"/>
                    <a:pt x="20930" y="204"/>
                  </a:cubicBezTo>
                  <a:cubicBezTo>
                    <a:pt x="11941" y="1124"/>
                    <a:pt x="6250" y="2179"/>
                    <a:pt x="3020" y="7184"/>
                  </a:cubicBezTo>
                  <a:cubicBezTo>
                    <a:pt x="1" y="11821"/>
                    <a:pt x="10031" y="18006"/>
                    <a:pt x="19970" y="18006"/>
                  </a:cubicBezTo>
                  <a:cubicBezTo>
                    <a:pt x="20722" y="18006"/>
                    <a:pt x="21473" y="17971"/>
                    <a:pt x="22219" y="17896"/>
                  </a:cubicBezTo>
                  <a:cubicBezTo>
                    <a:pt x="34070" y="16675"/>
                    <a:pt x="40079" y="12038"/>
                    <a:pt x="40564" y="7452"/>
                  </a:cubicBezTo>
                  <a:cubicBezTo>
                    <a:pt x="41020" y="3422"/>
                    <a:pt x="34112" y="0"/>
                    <a:pt x="248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1" name="Google Shape;5961;p15"/>
            <p:cNvSpPr/>
            <p:nvPr/>
          </p:nvSpPr>
          <p:spPr>
            <a:xfrm>
              <a:off x="1447350" y="1315975"/>
              <a:ext cx="1011500" cy="419150"/>
            </a:xfrm>
            <a:custGeom>
              <a:avLst/>
              <a:gdLst/>
              <a:ahLst/>
              <a:cxnLst/>
              <a:rect l="l" t="t" r="r" b="b"/>
              <a:pathLst>
                <a:path w="40460" h="16766" extrusionOk="0">
                  <a:moveTo>
                    <a:pt x="24729" y="1"/>
                  </a:moveTo>
                  <a:cubicBezTo>
                    <a:pt x="23450" y="1"/>
                    <a:pt x="22124" y="66"/>
                    <a:pt x="20764" y="205"/>
                  </a:cubicBezTo>
                  <a:cubicBezTo>
                    <a:pt x="11910" y="1093"/>
                    <a:pt x="6302" y="2130"/>
                    <a:pt x="3021" y="6951"/>
                  </a:cubicBezTo>
                  <a:cubicBezTo>
                    <a:pt x="0" y="11390"/>
                    <a:pt x="10165" y="16766"/>
                    <a:pt x="19948" y="16766"/>
                  </a:cubicBezTo>
                  <a:cubicBezTo>
                    <a:pt x="20790" y="16766"/>
                    <a:pt x="21628" y="16726"/>
                    <a:pt x="22455" y="16643"/>
                  </a:cubicBezTo>
                  <a:cubicBezTo>
                    <a:pt x="34138" y="15454"/>
                    <a:pt x="39361" y="11554"/>
                    <a:pt x="39947" y="7152"/>
                  </a:cubicBezTo>
                  <a:cubicBezTo>
                    <a:pt x="40460" y="3281"/>
                    <a:pt x="33767" y="1"/>
                    <a:pt x="247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2" name="Google Shape;5962;p15"/>
            <p:cNvSpPr/>
            <p:nvPr/>
          </p:nvSpPr>
          <p:spPr>
            <a:xfrm>
              <a:off x="2072350" y="1350525"/>
              <a:ext cx="329350" cy="96850"/>
            </a:xfrm>
            <a:custGeom>
              <a:avLst/>
              <a:gdLst/>
              <a:ahLst/>
              <a:cxnLst/>
              <a:rect l="l" t="t" r="r" b="b"/>
              <a:pathLst>
                <a:path w="13174" h="3874" extrusionOk="0">
                  <a:moveTo>
                    <a:pt x="5782" y="1"/>
                  </a:moveTo>
                  <a:cubicBezTo>
                    <a:pt x="4496" y="1"/>
                    <a:pt x="3161" y="810"/>
                    <a:pt x="1020" y="2707"/>
                  </a:cubicBezTo>
                  <a:cubicBezTo>
                    <a:pt x="31" y="3584"/>
                    <a:pt x="0" y="3873"/>
                    <a:pt x="572" y="3873"/>
                  </a:cubicBezTo>
                  <a:cubicBezTo>
                    <a:pt x="1681" y="3873"/>
                    <a:pt x="5062" y="2782"/>
                    <a:pt x="8109" y="2782"/>
                  </a:cubicBezTo>
                  <a:cubicBezTo>
                    <a:pt x="9123" y="2782"/>
                    <a:pt x="10101" y="2903"/>
                    <a:pt x="10946" y="3226"/>
                  </a:cubicBezTo>
                  <a:cubicBezTo>
                    <a:pt x="11895" y="3593"/>
                    <a:pt x="12399" y="3747"/>
                    <a:pt x="12582" y="3747"/>
                  </a:cubicBezTo>
                  <a:cubicBezTo>
                    <a:pt x="13174" y="3747"/>
                    <a:pt x="10404" y="2138"/>
                    <a:pt x="8435" y="949"/>
                  </a:cubicBezTo>
                  <a:cubicBezTo>
                    <a:pt x="7433" y="343"/>
                    <a:pt x="6618" y="1"/>
                    <a:pt x="578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3" name="Google Shape;5963;p15"/>
            <p:cNvSpPr/>
            <p:nvPr/>
          </p:nvSpPr>
          <p:spPr>
            <a:xfrm>
              <a:off x="1580725" y="1367450"/>
              <a:ext cx="772400" cy="329975"/>
            </a:xfrm>
            <a:custGeom>
              <a:avLst/>
              <a:gdLst/>
              <a:ahLst/>
              <a:cxnLst/>
              <a:rect l="l" t="t" r="r" b="b"/>
              <a:pathLst>
                <a:path w="30896" h="13199" extrusionOk="0">
                  <a:moveTo>
                    <a:pt x="10486" y="1"/>
                  </a:moveTo>
                  <a:cubicBezTo>
                    <a:pt x="5302" y="1"/>
                    <a:pt x="220" y="3089"/>
                    <a:pt x="114" y="7604"/>
                  </a:cubicBezTo>
                  <a:cubicBezTo>
                    <a:pt x="1" y="11782"/>
                    <a:pt x="6792" y="13199"/>
                    <a:pt x="14214" y="13199"/>
                  </a:cubicBezTo>
                  <a:cubicBezTo>
                    <a:pt x="15592" y="13199"/>
                    <a:pt x="16993" y="13150"/>
                    <a:pt x="18375" y="13060"/>
                  </a:cubicBezTo>
                  <a:cubicBezTo>
                    <a:pt x="26711" y="12508"/>
                    <a:pt x="30896" y="6030"/>
                    <a:pt x="21656" y="5762"/>
                  </a:cubicBezTo>
                  <a:cubicBezTo>
                    <a:pt x="21406" y="5756"/>
                    <a:pt x="21169" y="5752"/>
                    <a:pt x="20945" y="5752"/>
                  </a:cubicBezTo>
                  <a:cubicBezTo>
                    <a:pt x="12914" y="5752"/>
                    <a:pt x="20364" y="10013"/>
                    <a:pt x="10090" y="11169"/>
                  </a:cubicBezTo>
                  <a:cubicBezTo>
                    <a:pt x="9229" y="11267"/>
                    <a:pt x="8460" y="11312"/>
                    <a:pt x="7773" y="11312"/>
                  </a:cubicBezTo>
                  <a:cubicBezTo>
                    <a:pt x="27" y="11312"/>
                    <a:pt x="2814" y="5552"/>
                    <a:pt x="4951" y="4875"/>
                  </a:cubicBezTo>
                  <a:cubicBezTo>
                    <a:pt x="8583" y="3720"/>
                    <a:pt x="19430" y="1042"/>
                    <a:pt x="12115" y="105"/>
                  </a:cubicBezTo>
                  <a:cubicBezTo>
                    <a:pt x="11575" y="35"/>
                    <a:pt x="11029" y="1"/>
                    <a:pt x="10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4" name="Google Shape;5964;p15"/>
            <p:cNvSpPr/>
            <p:nvPr/>
          </p:nvSpPr>
          <p:spPr>
            <a:xfrm>
              <a:off x="2287400" y="1486800"/>
              <a:ext cx="106750" cy="111450"/>
            </a:xfrm>
            <a:custGeom>
              <a:avLst/>
              <a:gdLst/>
              <a:ahLst/>
              <a:cxnLst/>
              <a:rect l="l" t="t" r="r" b="b"/>
              <a:pathLst>
                <a:path w="4270" h="4458" extrusionOk="0">
                  <a:moveTo>
                    <a:pt x="2302" y="1"/>
                  </a:moveTo>
                  <a:cubicBezTo>
                    <a:pt x="1248" y="1"/>
                    <a:pt x="1" y="540"/>
                    <a:pt x="1" y="1106"/>
                  </a:cubicBezTo>
                  <a:cubicBezTo>
                    <a:pt x="1" y="3019"/>
                    <a:pt x="690" y="4458"/>
                    <a:pt x="1722" y="4458"/>
                  </a:cubicBezTo>
                  <a:cubicBezTo>
                    <a:pt x="2215" y="4458"/>
                    <a:pt x="2787" y="4129"/>
                    <a:pt x="3399" y="3365"/>
                  </a:cubicBezTo>
                  <a:cubicBezTo>
                    <a:pt x="4152" y="2428"/>
                    <a:pt x="4269" y="838"/>
                    <a:pt x="3298" y="235"/>
                  </a:cubicBezTo>
                  <a:cubicBezTo>
                    <a:pt x="3036" y="71"/>
                    <a:pt x="2682" y="1"/>
                    <a:pt x="230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5" name="Google Shape;5965;p15"/>
            <p:cNvSpPr/>
            <p:nvPr/>
          </p:nvSpPr>
          <p:spPr>
            <a:xfrm>
              <a:off x="2228825" y="1474250"/>
              <a:ext cx="64875" cy="29350"/>
            </a:xfrm>
            <a:custGeom>
              <a:avLst/>
              <a:gdLst/>
              <a:ahLst/>
              <a:cxnLst/>
              <a:rect l="l" t="t" r="r" b="b"/>
              <a:pathLst>
                <a:path w="2595" h="1174" extrusionOk="0">
                  <a:moveTo>
                    <a:pt x="1306" y="1"/>
                  </a:moveTo>
                  <a:cubicBezTo>
                    <a:pt x="586" y="1"/>
                    <a:pt x="0" y="269"/>
                    <a:pt x="0" y="587"/>
                  </a:cubicBezTo>
                  <a:cubicBezTo>
                    <a:pt x="0" y="921"/>
                    <a:pt x="586" y="1172"/>
                    <a:pt x="1306" y="1172"/>
                  </a:cubicBezTo>
                  <a:cubicBezTo>
                    <a:pt x="1327" y="1173"/>
                    <a:pt x="1348" y="1173"/>
                    <a:pt x="1368" y="1173"/>
                  </a:cubicBezTo>
                  <a:cubicBezTo>
                    <a:pt x="2043" y="1173"/>
                    <a:pt x="2595" y="911"/>
                    <a:pt x="2595" y="587"/>
                  </a:cubicBezTo>
                  <a:cubicBezTo>
                    <a:pt x="2595" y="252"/>
                    <a:pt x="2009" y="1"/>
                    <a:pt x="130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6" name="Google Shape;5966;p15"/>
            <p:cNvSpPr/>
            <p:nvPr/>
          </p:nvSpPr>
          <p:spPr>
            <a:xfrm>
              <a:off x="1938825" y="1549575"/>
              <a:ext cx="31400" cy="18850"/>
            </a:xfrm>
            <a:custGeom>
              <a:avLst/>
              <a:gdLst/>
              <a:ahLst/>
              <a:cxnLst/>
              <a:rect l="l" t="t" r="r" b="b"/>
              <a:pathLst>
                <a:path w="1256" h="754" extrusionOk="0">
                  <a:moveTo>
                    <a:pt x="620" y="1"/>
                  </a:moveTo>
                  <a:cubicBezTo>
                    <a:pt x="268" y="1"/>
                    <a:pt x="1" y="168"/>
                    <a:pt x="1" y="369"/>
                  </a:cubicBezTo>
                  <a:cubicBezTo>
                    <a:pt x="1" y="586"/>
                    <a:pt x="268" y="754"/>
                    <a:pt x="620" y="754"/>
                  </a:cubicBezTo>
                  <a:cubicBezTo>
                    <a:pt x="971" y="754"/>
                    <a:pt x="1256" y="586"/>
                    <a:pt x="1256" y="369"/>
                  </a:cubicBezTo>
                  <a:cubicBezTo>
                    <a:pt x="1256" y="168"/>
                    <a:pt x="971" y="1"/>
                    <a:pt x="62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7" name="Google Shape;5967;p15"/>
            <p:cNvSpPr/>
            <p:nvPr/>
          </p:nvSpPr>
          <p:spPr>
            <a:xfrm>
              <a:off x="1686500" y="1573025"/>
              <a:ext cx="37675" cy="13825"/>
            </a:xfrm>
            <a:custGeom>
              <a:avLst/>
              <a:gdLst/>
              <a:ahLst/>
              <a:cxnLst/>
              <a:rect l="l" t="t" r="r" b="b"/>
              <a:pathLst>
                <a:path w="1507" h="553" extrusionOk="0">
                  <a:moveTo>
                    <a:pt x="753" y="0"/>
                  </a:moveTo>
                  <a:cubicBezTo>
                    <a:pt x="335" y="0"/>
                    <a:pt x="0" y="134"/>
                    <a:pt x="0" y="268"/>
                  </a:cubicBezTo>
                  <a:cubicBezTo>
                    <a:pt x="0" y="418"/>
                    <a:pt x="335" y="552"/>
                    <a:pt x="753" y="552"/>
                  </a:cubicBezTo>
                  <a:cubicBezTo>
                    <a:pt x="1172" y="552"/>
                    <a:pt x="1507" y="418"/>
                    <a:pt x="1507" y="268"/>
                  </a:cubicBezTo>
                  <a:cubicBezTo>
                    <a:pt x="1507" y="134"/>
                    <a:pt x="1172" y="0"/>
                    <a:pt x="7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8" name="Google Shape;5968;p15"/>
            <p:cNvSpPr/>
            <p:nvPr/>
          </p:nvSpPr>
          <p:spPr>
            <a:xfrm>
              <a:off x="1560950" y="1463375"/>
              <a:ext cx="29325" cy="18850"/>
            </a:xfrm>
            <a:custGeom>
              <a:avLst/>
              <a:gdLst/>
              <a:ahLst/>
              <a:cxnLst/>
              <a:rect l="l" t="t" r="r" b="b"/>
              <a:pathLst>
                <a:path w="1173" h="754" extrusionOk="0">
                  <a:moveTo>
                    <a:pt x="586" y="0"/>
                  </a:moveTo>
                  <a:cubicBezTo>
                    <a:pt x="252" y="0"/>
                    <a:pt x="1" y="168"/>
                    <a:pt x="1" y="369"/>
                  </a:cubicBezTo>
                  <a:cubicBezTo>
                    <a:pt x="1" y="586"/>
                    <a:pt x="268" y="754"/>
                    <a:pt x="586" y="754"/>
                  </a:cubicBezTo>
                  <a:cubicBezTo>
                    <a:pt x="921" y="754"/>
                    <a:pt x="1172" y="586"/>
                    <a:pt x="1172" y="369"/>
                  </a:cubicBezTo>
                  <a:cubicBezTo>
                    <a:pt x="1172" y="168"/>
                    <a:pt x="905" y="0"/>
                    <a:pt x="58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9" name="Google Shape;5969;p15"/>
            <p:cNvSpPr/>
            <p:nvPr/>
          </p:nvSpPr>
          <p:spPr>
            <a:xfrm>
              <a:off x="1939675" y="1348300"/>
              <a:ext cx="110075" cy="18850"/>
            </a:xfrm>
            <a:custGeom>
              <a:avLst/>
              <a:gdLst/>
              <a:ahLst/>
              <a:cxnLst/>
              <a:rect l="l" t="t" r="r" b="b"/>
              <a:pathLst>
                <a:path w="4403" h="754" extrusionOk="0">
                  <a:moveTo>
                    <a:pt x="2193" y="0"/>
                  </a:moveTo>
                  <a:cubicBezTo>
                    <a:pt x="988" y="0"/>
                    <a:pt x="0" y="168"/>
                    <a:pt x="0" y="369"/>
                  </a:cubicBezTo>
                  <a:cubicBezTo>
                    <a:pt x="0" y="586"/>
                    <a:pt x="988" y="754"/>
                    <a:pt x="2193" y="754"/>
                  </a:cubicBezTo>
                  <a:cubicBezTo>
                    <a:pt x="3415" y="754"/>
                    <a:pt x="4402" y="586"/>
                    <a:pt x="4402" y="369"/>
                  </a:cubicBezTo>
                  <a:cubicBezTo>
                    <a:pt x="4402" y="168"/>
                    <a:pt x="3415" y="0"/>
                    <a:pt x="219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0" name="Google Shape;5970;p15"/>
            <p:cNvSpPr/>
            <p:nvPr/>
          </p:nvSpPr>
          <p:spPr>
            <a:xfrm>
              <a:off x="1886925" y="1428325"/>
              <a:ext cx="164075" cy="32050"/>
            </a:xfrm>
            <a:custGeom>
              <a:avLst/>
              <a:gdLst/>
              <a:ahLst/>
              <a:cxnLst/>
              <a:rect l="l" t="t" r="r" b="b"/>
              <a:pathLst>
                <a:path w="6563" h="1282" extrusionOk="0">
                  <a:moveTo>
                    <a:pt x="3956" y="0"/>
                  </a:moveTo>
                  <a:cubicBezTo>
                    <a:pt x="2950" y="0"/>
                    <a:pt x="1843" y="116"/>
                    <a:pt x="1106" y="331"/>
                  </a:cubicBezTo>
                  <a:cubicBezTo>
                    <a:pt x="1" y="649"/>
                    <a:pt x="85" y="1034"/>
                    <a:pt x="1290" y="1202"/>
                  </a:cubicBezTo>
                  <a:cubicBezTo>
                    <a:pt x="1678" y="1256"/>
                    <a:pt x="2134" y="1282"/>
                    <a:pt x="2611" y="1282"/>
                  </a:cubicBezTo>
                  <a:cubicBezTo>
                    <a:pt x="3614" y="1282"/>
                    <a:pt x="4709" y="1166"/>
                    <a:pt x="5458" y="951"/>
                  </a:cubicBezTo>
                  <a:cubicBezTo>
                    <a:pt x="6562" y="649"/>
                    <a:pt x="6479" y="248"/>
                    <a:pt x="5274" y="80"/>
                  </a:cubicBezTo>
                  <a:cubicBezTo>
                    <a:pt x="4891" y="26"/>
                    <a:pt x="4435" y="0"/>
                    <a:pt x="395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1" name="Google Shape;5971;p15"/>
            <p:cNvSpPr/>
            <p:nvPr/>
          </p:nvSpPr>
          <p:spPr>
            <a:xfrm>
              <a:off x="2125875" y="1330725"/>
              <a:ext cx="45225" cy="13825"/>
            </a:xfrm>
            <a:custGeom>
              <a:avLst/>
              <a:gdLst/>
              <a:ahLst/>
              <a:cxnLst/>
              <a:rect l="l" t="t" r="r" b="b"/>
              <a:pathLst>
                <a:path w="1809" h="553" extrusionOk="0">
                  <a:moveTo>
                    <a:pt x="905" y="0"/>
                  </a:moveTo>
                  <a:cubicBezTo>
                    <a:pt x="419" y="0"/>
                    <a:pt x="1" y="134"/>
                    <a:pt x="1" y="285"/>
                  </a:cubicBezTo>
                  <a:cubicBezTo>
                    <a:pt x="1" y="419"/>
                    <a:pt x="402" y="553"/>
                    <a:pt x="905" y="553"/>
                  </a:cubicBezTo>
                  <a:cubicBezTo>
                    <a:pt x="1407" y="553"/>
                    <a:pt x="1808" y="419"/>
                    <a:pt x="1808" y="285"/>
                  </a:cubicBezTo>
                  <a:cubicBezTo>
                    <a:pt x="1808" y="134"/>
                    <a:pt x="1407" y="0"/>
                    <a:pt x="905" y="0"/>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2" name="Google Shape;5972;p15"/>
            <p:cNvSpPr/>
            <p:nvPr/>
          </p:nvSpPr>
          <p:spPr>
            <a:xfrm>
              <a:off x="2066450" y="1471750"/>
              <a:ext cx="42725" cy="25975"/>
            </a:xfrm>
            <a:custGeom>
              <a:avLst/>
              <a:gdLst/>
              <a:ahLst/>
              <a:cxnLst/>
              <a:rect l="l" t="t" r="r" b="b"/>
              <a:pathLst>
                <a:path w="1709" h="1039" extrusionOk="0">
                  <a:moveTo>
                    <a:pt x="854" y="0"/>
                  </a:moveTo>
                  <a:cubicBezTo>
                    <a:pt x="369" y="0"/>
                    <a:pt x="1" y="218"/>
                    <a:pt x="1" y="519"/>
                  </a:cubicBezTo>
                  <a:cubicBezTo>
                    <a:pt x="1" y="804"/>
                    <a:pt x="369" y="1038"/>
                    <a:pt x="854" y="1038"/>
                  </a:cubicBezTo>
                  <a:cubicBezTo>
                    <a:pt x="1323" y="1038"/>
                    <a:pt x="1708" y="804"/>
                    <a:pt x="1708" y="519"/>
                  </a:cubicBezTo>
                  <a:cubicBezTo>
                    <a:pt x="1708" y="218"/>
                    <a:pt x="1323" y="0"/>
                    <a:pt x="8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3" name="Google Shape;5973;p15"/>
            <p:cNvSpPr/>
            <p:nvPr/>
          </p:nvSpPr>
          <p:spPr>
            <a:xfrm>
              <a:off x="1995725" y="1467550"/>
              <a:ext cx="39800" cy="19700"/>
            </a:xfrm>
            <a:custGeom>
              <a:avLst/>
              <a:gdLst/>
              <a:ahLst/>
              <a:cxnLst/>
              <a:rect l="l" t="t" r="r" b="b"/>
              <a:pathLst>
                <a:path w="1592" h="788" extrusionOk="0">
                  <a:moveTo>
                    <a:pt x="788" y="1"/>
                  </a:moveTo>
                  <a:cubicBezTo>
                    <a:pt x="352" y="1"/>
                    <a:pt x="1" y="168"/>
                    <a:pt x="1" y="386"/>
                  </a:cubicBezTo>
                  <a:cubicBezTo>
                    <a:pt x="1" y="620"/>
                    <a:pt x="352" y="788"/>
                    <a:pt x="788" y="788"/>
                  </a:cubicBezTo>
                  <a:cubicBezTo>
                    <a:pt x="1240" y="771"/>
                    <a:pt x="1591" y="603"/>
                    <a:pt x="1591" y="386"/>
                  </a:cubicBezTo>
                  <a:cubicBezTo>
                    <a:pt x="1591" y="185"/>
                    <a:pt x="1240" y="1"/>
                    <a:pt x="788"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4" name="Google Shape;5974;p15"/>
            <p:cNvSpPr/>
            <p:nvPr/>
          </p:nvSpPr>
          <p:spPr>
            <a:xfrm>
              <a:off x="1891550" y="1466725"/>
              <a:ext cx="39775" cy="20100"/>
            </a:xfrm>
            <a:custGeom>
              <a:avLst/>
              <a:gdLst/>
              <a:ahLst/>
              <a:cxnLst/>
              <a:rect l="l" t="t" r="r" b="b"/>
              <a:pathLst>
                <a:path w="1591" h="804" extrusionOk="0">
                  <a:moveTo>
                    <a:pt x="787" y="0"/>
                  </a:moveTo>
                  <a:cubicBezTo>
                    <a:pt x="352" y="0"/>
                    <a:pt x="0" y="168"/>
                    <a:pt x="0" y="402"/>
                  </a:cubicBezTo>
                  <a:cubicBezTo>
                    <a:pt x="0" y="620"/>
                    <a:pt x="352" y="804"/>
                    <a:pt x="787" y="804"/>
                  </a:cubicBezTo>
                  <a:cubicBezTo>
                    <a:pt x="1239" y="804"/>
                    <a:pt x="1590" y="620"/>
                    <a:pt x="1590" y="402"/>
                  </a:cubicBezTo>
                  <a:cubicBezTo>
                    <a:pt x="1590" y="201"/>
                    <a:pt x="1239" y="0"/>
                    <a:pt x="7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5" name="Google Shape;5975;p15"/>
            <p:cNvSpPr/>
            <p:nvPr/>
          </p:nvSpPr>
          <p:spPr>
            <a:xfrm>
              <a:off x="1886525" y="1342850"/>
              <a:ext cx="37250" cy="14675"/>
            </a:xfrm>
            <a:custGeom>
              <a:avLst/>
              <a:gdLst/>
              <a:ahLst/>
              <a:cxnLst/>
              <a:rect l="l" t="t" r="r" b="b"/>
              <a:pathLst>
                <a:path w="1490" h="587" extrusionOk="0">
                  <a:moveTo>
                    <a:pt x="753" y="1"/>
                  </a:moveTo>
                  <a:cubicBezTo>
                    <a:pt x="335" y="1"/>
                    <a:pt x="0" y="135"/>
                    <a:pt x="0" y="302"/>
                  </a:cubicBezTo>
                  <a:cubicBezTo>
                    <a:pt x="0" y="436"/>
                    <a:pt x="335" y="587"/>
                    <a:pt x="753" y="587"/>
                  </a:cubicBezTo>
                  <a:cubicBezTo>
                    <a:pt x="1172" y="570"/>
                    <a:pt x="1490" y="436"/>
                    <a:pt x="1490" y="302"/>
                  </a:cubicBezTo>
                  <a:cubicBezTo>
                    <a:pt x="1490" y="151"/>
                    <a:pt x="1172" y="1"/>
                    <a:pt x="75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6" name="Google Shape;5976;p15"/>
            <p:cNvSpPr/>
            <p:nvPr/>
          </p:nvSpPr>
          <p:spPr>
            <a:xfrm>
              <a:off x="2189900" y="1549150"/>
              <a:ext cx="42725" cy="26000"/>
            </a:xfrm>
            <a:custGeom>
              <a:avLst/>
              <a:gdLst/>
              <a:ahLst/>
              <a:cxnLst/>
              <a:rect l="l" t="t" r="r" b="b"/>
              <a:pathLst>
                <a:path w="1709" h="1040" extrusionOk="0">
                  <a:moveTo>
                    <a:pt x="854" y="1"/>
                  </a:moveTo>
                  <a:cubicBezTo>
                    <a:pt x="369" y="1"/>
                    <a:pt x="1" y="219"/>
                    <a:pt x="1" y="520"/>
                  </a:cubicBezTo>
                  <a:cubicBezTo>
                    <a:pt x="1" y="804"/>
                    <a:pt x="369" y="1039"/>
                    <a:pt x="854" y="1039"/>
                  </a:cubicBezTo>
                  <a:cubicBezTo>
                    <a:pt x="870" y="1039"/>
                    <a:pt x="885" y="1039"/>
                    <a:pt x="900" y="1039"/>
                  </a:cubicBezTo>
                  <a:cubicBezTo>
                    <a:pt x="1363" y="1039"/>
                    <a:pt x="1708" y="795"/>
                    <a:pt x="1708" y="520"/>
                  </a:cubicBezTo>
                  <a:cubicBezTo>
                    <a:pt x="1708" y="219"/>
                    <a:pt x="1323" y="1"/>
                    <a:pt x="854"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7" name="Google Shape;5977;p15"/>
            <p:cNvSpPr/>
            <p:nvPr/>
          </p:nvSpPr>
          <p:spPr>
            <a:xfrm>
              <a:off x="1730850" y="1376325"/>
              <a:ext cx="149825" cy="70325"/>
            </a:xfrm>
            <a:custGeom>
              <a:avLst/>
              <a:gdLst/>
              <a:ahLst/>
              <a:cxnLst/>
              <a:rect l="l" t="t" r="r" b="b"/>
              <a:pathLst>
                <a:path w="5993" h="2813" extrusionOk="0">
                  <a:moveTo>
                    <a:pt x="2997" y="1"/>
                  </a:moveTo>
                  <a:cubicBezTo>
                    <a:pt x="1340" y="1"/>
                    <a:pt x="0" y="637"/>
                    <a:pt x="0" y="1407"/>
                  </a:cubicBezTo>
                  <a:cubicBezTo>
                    <a:pt x="0" y="2177"/>
                    <a:pt x="1340" y="2813"/>
                    <a:pt x="2997" y="2813"/>
                  </a:cubicBezTo>
                  <a:cubicBezTo>
                    <a:pt x="4654" y="2813"/>
                    <a:pt x="5993" y="2177"/>
                    <a:pt x="5993" y="1407"/>
                  </a:cubicBezTo>
                  <a:cubicBezTo>
                    <a:pt x="5993" y="637"/>
                    <a:pt x="4654" y="1"/>
                    <a:pt x="29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8" name="Google Shape;5978;p15"/>
            <p:cNvSpPr/>
            <p:nvPr/>
          </p:nvSpPr>
          <p:spPr>
            <a:xfrm>
              <a:off x="1738375" y="1401050"/>
              <a:ext cx="110925" cy="36875"/>
            </a:xfrm>
            <a:custGeom>
              <a:avLst/>
              <a:gdLst/>
              <a:ahLst/>
              <a:cxnLst/>
              <a:rect l="l" t="t" r="r" b="b"/>
              <a:pathLst>
                <a:path w="4437" h="1475" extrusionOk="0">
                  <a:moveTo>
                    <a:pt x="625" y="0"/>
                  </a:moveTo>
                  <a:cubicBezTo>
                    <a:pt x="498" y="0"/>
                    <a:pt x="396" y="39"/>
                    <a:pt x="319" y="133"/>
                  </a:cubicBezTo>
                  <a:cubicBezTo>
                    <a:pt x="1" y="518"/>
                    <a:pt x="603" y="1037"/>
                    <a:pt x="1658" y="1305"/>
                  </a:cubicBezTo>
                  <a:cubicBezTo>
                    <a:pt x="2074" y="1419"/>
                    <a:pt x="2501" y="1474"/>
                    <a:pt x="2884" y="1474"/>
                  </a:cubicBezTo>
                  <a:cubicBezTo>
                    <a:pt x="3455" y="1474"/>
                    <a:pt x="3928" y="1352"/>
                    <a:pt x="4118" y="1121"/>
                  </a:cubicBezTo>
                  <a:cubicBezTo>
                    <a:pt x="4436" y="753"/>
                    <a:pt x="3382" y="786"/>
                    <a:pt x="2344" y="518"/>
                  </a:cubicBezTo>
                  <a:cubicBezTo>
                    <a:pt x="1561" y="319"/>
                    <a:pt x="990" y="0"/>
                    <a:pt x="625"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9" name="Google Shape;5979;p15"/>
            <p:cNvSpPr/>
            <p:nvPr/>
          </p:nvSpPr>
          <p:spPr>
            <a:xfrm>
              <a:off x="1767675" y="1385550"/>
              <a:ext cx="106725" cy="33400"/>
            </a:xfrm>
            <a:custGeom>
              <a:avLst/>
              <a:gdLst/>
              <a:ahLst/>
              <a:cxnLst/>
              <a:rect l="l" t="t" r="r" b="b"/>
              <a:pathLst>
                <a:path w="4269" h="1336" extrusionOk="0">
                  <a:moveTo>
                    <a:pt x="1481" y="0"/>
                  </a:moveTo>
                  <a:cubicBezTo>
                    <a:pt x="1130" y="0"/>
                    <a:pt x="814" y="43"/>
                    <a:pt x="586" y="134"/>
                  </a:cubicBezTo>
                  <a:cubicBezTo>
                    <a:pt x="0" y="368"/>
                    <a:pt x="1105" y="469"/>
                    <a:pt x="1942" y="787"/>
                  </a:cubicBezTo>
                  <a:cubicBezTo>
                    <a:pt x="2622" y="1040"/>
                    <a:pt x="2941" y="1336"/>
                    <a:pt x="3339" y="1336"/>
                  </a:cubicBezTo>
                  <a:cubicBezTo>
                    <a:pt x="3440" y="1336"/>
                    <a:pt x="3547" y="1317"/>
                    <a:pt x="3666" y="1272"/>
                  </a:cubicBezTo>
                  <a:cubicBezTo>
                    <a:pt x="4269" y="1038"/>
                    <a:pt x="4051" y="603"/>
                    <a:pt x="3198" y="301"/>
                  </a:cubicBezTo>
                  <a:cubicBezTo>
                    <a:pt x="2675" y="107"/>
                    <a:pt x="2034" y="0"/>
                    <a:pt x="148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0" name="Google Shape;5980;p15"/>
            <p:cNvSpPr/>
            <p:nvPr/>
          </p:nvSpPr>
          <p:spPr>
            <a:xfrm>
              <a:off x="1807425" y="1423625"/>
              <a:ext cx="13225" cy="9250"/>
            </a:xfrm>
            <a:custGeom>
              <a:avLst/>
              <a:gdLst/>
              <a:ahLst/>
              <a:cxnLst/>
              <a:rect l="l" t="t" r="r" b="b"/>
              <a:pathLst>
                <a:path w="529" h="370" extrusionOk="0">
                  <a:moveTo>
                    <a:pt x="335" y="0"/>
                  </a:moveTo>
                  <a:cubicBezTo>
                    <a:pt x="151" y="201"/>
                    <a:pt x="1" y="352"/>
                    <a:pt x="268" y="369"/>
                  </a:cubicBezTo>
                  <a:cubicBezTo>
                    <a:pt x="274" y="369"/>
                    <a:pt x="280" y="369"/>
                    <a:pt x="286" y="369"/>
                  </a:cubicBezTo>
                  <a:cubicBezTo>
                    <a:pt x="529" y="369"/>
                    <a:pt x="369" y="17"/>
                    <a:pt x="369" y="17"/>
                  </a:cubicBezTo>
                  <a:lnTo>
                    <a:pt x="3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1" name="Google Shape;5981;p15"/>
            <p:cNvSpPr/>
            <p:nvPr/>
          </p:nvSpPr>
          <p:spPr>
            <a:xfrm>
              <a:off x="1792375" y="1421950"/>
              <a:ext cx="12200" cy="8675"/>
            </a:xfrm>
            <a:custGeom>
              <a:avLst/>
              <a:gdLst/>
              <a:ahLst/>
              <a:cxnLst/>
              <a:rect l="l" t="t" r="r" b="b"/>
              <a:pathLst>
                <a:path w="488" h="347" extrusionOk="0">
                  <a:moveTo>
                    <a:pt x="385" y="0"/>
                  </a:moveTo>
                  <a:cubicBezTo>
                    <a:pt x="167" y="151"/>
                    <a:pt x="0" y="251"/>
                    <a:pt x="251" y="335"/>
                  </a:cubicBezTo>
                  <a:cubicBezTo>
                    <a:pt x="275" y="343"/>
                    <a:pt x="296" y="347"/>
                    <a:pt x="314" y="347"/>
                  </a:cubicBezTo>
                  <a:cubicBezTo>
                    <a:pt x="487" y="347"/>
                    <a:pt x="419" y="17"/>
                    <a:pt x="419" y="17"/>
                  </a:cubicBezTo>
                  <a:lnTo>
                    <a:pt x="3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2" name="Google Shape;5982;p15"/>
            <p:cNvSpPr/>
            <p:nvPr/>
          </p:nvSpPr>
          <p:spPr>
            <a:xfrm>
              <a:off x="1772275" y="1417750"/>
              <a:ext cx="12200" cy="8700"/>
            </a:xfrm>
            <a:custGeom>
              <a:avLst/>
              <a:gdLst/>
              <a:ahLst/>
              <a:cxnLst/>
              <a:rect l="l" t="t" r="r" b="b"/>
              <a:pathLst>
                <a:path w="488" h="348" extrusionOk="0">
                  <a:moveTo>
                    <a:pt x="402" y="1"/>
                  </a:moveTo>
                  <a:cubicBezTo>
                    <a:pt x="168" y="152"/>
                    <a:pt x="1" y="252"/>
                    <a:pt x="252" y="336"/>
                  </a:cubicBezTo>
                  <a:cubicBezTo>
                    <a:pt x="275" y="344"/>
                    <a:pt x="296" y="347"/>
                    <a:pt x="314" y="347"/>
                  </a:cubicBezTo>
                  <a:cubicBezTo>
                    <a:pt x="488" y="347"/>
                    <a:pt x="419" y="18"/>
                    <a:pt x="419" y="18"/>
                  </a:cubicBezTo>
                  <a:lnTo>
                    <a:pt x="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3" name="Google Shape;5983;p15"/>
            <p:cNvSpPr/>
            <p:nvPr/>
          </p:nvSpPr>
          <p:spPr>
            <a:xfrm>
              <a:off x="1756125" y="1411475"/>
              <a:ext cx="12000" cy="6525"/>
            </a:xfrm>
            <a:custGeom>
              <a:avLst/>
              <a:gdLst/>
              <a:ahLst/>
              <a:cxnLst/>
              <a:rect l="l" t="t" r="r" b="b"/>
              <a:pathLst>
                <a:path w="480" h="261" extrusionOk="0">
                  <a:moveTo>
                    <a:pt x="352" y="1"/>
                  </a:moveTo>
                  <a:cubicBezTo>
                    <a:pt x="140" y="1"/>
                    <a:pt x="1" y="13"/>
                    <a:pt x="144" y="185"/>
                  </a:cubicBezTo>
                  <a:cubicBezTo>
                    <a:pt x="183" y="240"/>
                    <a:pt x="223" y="261"/>
                    <a:pt x="259" y="261"/>
                  </a:cubicBezTo>
                  <a:cubicBezTo>
                    <a:pt x="381" y="261"/>
                    <a:pt x="479" y="34"/>
                    <a:pt x="479" y="34"/>
                  </a:cubicBezTo>
                  <a:lnTo>
                    <a:pt x="462" y="1"/>
                  </a:lnTo>
                  <a:cubicBezTo>
                    <a:pt x="424" y="1"/>
                    <a:pt x="387" y="1"/>
                    <a:pt x="3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4" name="Google Shape;5984;p15"/>
            <p:cNvSpPr/>
            <p:nvPr/>
          </p:nvSpPr>
          <p:spPr>
            <a:xfrm>
              <a:off x="1842575" y="1405250"/>
              <a:ext cx="10900" cy="6675"/>
            </a:xfrm>
            <a:custGeom>
              <a:avLst/>
              <a:gdLst/>
              <a:ahLst/>
              <a:cxnLst/>
              <a:rect l="l" t="t" r="r" b="b"/>
              <a:pathLst>
                <a:path w="436" h="267" extrusionOk="0">
                  <a:moveTo>
                    <a:pt x="222" y="0"/>
                  </a:moveTo>
                  <a:cubicBezTo>
                    <a:pt x="137" y="0"/>
                    <a:pt x="79" y="123"/>
                    <a:pt x="1" y="267"/>
                  </a:cubicBezTo>
                  <a:lnTo>
                    <a:pt x="17" y="267"/>
                  </a:lnTo>
                  <a:cubicBezTo>
                    <a:pt x="17" y="267"/>
                    <a:pt x="436" y="116"/>
                    <a:pt x="302" y="32"/>
                  </a:cubicBezTo>
                  <a:cubicBezTo>
                    <a:pt x="272" y="10"/>
                    <a:pt x="246"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5" name="Google Shape;5985;p15"/>
            <p:cNvSpPr/>
            <p:nvPr/>
          </p:nvSpPr>
          <p:spPr>
            <a:xfrm>
              <a:off x="1832950" y="1400200"/>
              <a:ext cx="12175" cy="7125"/>
            </a:xfrm>
            <a:custGeom>
              <a:avLst/>
              <a:gdLst/>
              <a:ahLst/>
              <a:cxnLst/>
              <a:rect l="l" t="t" r="r" b="b"/>
              <a:pathLst>
                <a:path w="487" h="285" extrusionOk="0">
                  <a:moveTo>
                    <a:pt x="154" y="1"/>
                  </a:moveTo>
                  <a:cubicBezTo>
                    <a:pt x="17" y="1"/>
                    <a:pt x="15" y="131"/>
                    <a:pt x="1" y="285"/>
                  </a:cubicBezTo>
                  <a:lnTo>
                    <a:pt x="51" y="285"/>
                  </a:lnTo>
                  <a:cubicBezTo>
                    <a:pt x="51" y="285"/>
                    <a:pt x="486" y="67"/>
                    <a:pt x="252" y="17"/>
                  </a:cubicBezTo>
                  <a:cubicBezTo>
                    <a:pt x="213" y="6"/>
                    <a:pt x="181" y="1"/>
                    <a:pt x="1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6" name="Google Shape;5986;p15"/>
            <p:cNvSpPr/>
            <p:nvPr/>
          </p:nvSpPr>
          <p:spPr>
            <a:xfrm>
              <a:off x="1817900" y="1392525"/>
              <a:ext cx="12575" cy="8100"/>
            </a:xfrm>
            <a:custGeom>
              <a:avLst/>
              <a:gdLst/>
              <a:ahLst/>
              <a:cxnLst/>
              <a:rect l="l" t="t" r="r" b="b"/>
              <a:pathLst>
                <a:path w="503" h="324" extrusionOk="0">
                  <a:moveTo>
                    <a:pt x="139" y="0"/>
                  </a:moveTo>
                  <a:cubicBezTo>
                    <a:pt x="0" y="0"/>
                    <a:pt x="0" y="145"/>
                    <a:pt x="0" y="324"/>
                  </a:cubicBezTo>
                  <a:lnTo>
                    <a:pt x="34" y="324"/>
                  </a:lnTo>
                  <a:cubicBezTo>
                    <a:pt x="34" y="324"/>
                    <a:pt x="502" y="106"/>
                    <a:pt x="251" y="22"/>
                  </a:cubicBezTo>
                  <a:cubicBezTo>
                    <a:pt x="206" y="7"/>
                    <a:pt x="169" y="0"/>
                    <a:pt x="1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7" name="Google Shape;5987;p15"/>
            <p:cNvSpPr/>
            <p:nvPr/>
          </p:nvSpPr>
          <p:spPr>
            <a:xfrm>
              <a:off x="1792775" y="1389175"/>
              <a:ext cx="16375" cy="8100"/>
            </a:xfrm>
            <a:custGeom>
              <a:avLst/>
              <a:gdLst/>
              <a:ahLst/>
              <a:cxnLst/>
              <a:rect l="l" t="t" r="r" b="b"/>
              <a:pathLst>
                <a:path w="655" h="324" extrusionOk="0">
                  <a:moveTo>
                    <a:pt x="412" y="1"/>
                  </a:moveTo>
                  <a:cubicBezTo>
                    <a:pt x="394" y="1"/>
                    <a:pt x="375" y="2"/>
                    <a:pt x="352" y="6"/>
                  </a:cubicBezTo>
                  <a:cubicBezTo>
                    <a:pt x="1" y="73"/>
                    <a:pt x="185" y="173"/>
                    <a:pt x="403" y="324"/>
                  </a:cubicBezTo>
                  <a:lnTo>
                    <a:pt x="436" y="307"/>
                  </a:lnTo>
                  <a:cubicBezTo>
                    <a:pt x="436" y="307"/>
                    <a:pt x="655" y="1"/>
                    <a:pt x="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8" name="Google Shape;5988;p15"/>
            <p:cNvSpPr/>
            <p:nvPr/>
          </p:nvSpPr>
          <p:spPr>
            <a:xfrm>
              <a:off x="2274425" y="1444925"/>
              <a:ext cx="116775" cy="67025"/>
            </a:xfrm>
            <a:custGeom>
              <a:avLst/>
              <a:gdLst/>
              <a:ahLst/>
              <a:cxnLst/>
              <a:rect l="l" t="t" r="r" b="b"/>
              <a:pathLst>
                <a:path w="4671" h="2681" extrusionOk="0">
                  <a:moveTo>
                    <a:pt x="2256" y="1"/>
                  </a:moveTo>
                  <a:cubicBezTo>
                    <a:pt x="1015" y="1"/>
                    <a:pt x="17" y="574"/>
                    <a:pt x="1" y="1291"/>
                  </a:cubicBezTo>
                  <a:cubicBezTo>
                    <a:pt x="1" y="2027"/>
                    <a:pt x="1022" y="2647"/>
                    <a:pt x="2311" y="2680"/>
                  </a:cubicBezTo>
                  <a:cubicBezTo>
                    <a:pt x="2329" y="2680"/>
                    <a:pt x="2346" y="2681"/>
                    <a:pt x="2364" y="2681"/>
                  </a:cubicBezTo>
                  <a:cubicBezTo>
                    <a:pt x="3612" y="2681"/>
                    <a:pt x="4638" y="2101"/>
                    <a:pt x="4654" y="1375"/>
                  </a:cubicBezTo>
                  <a:cubicBezTo>
                    <a:pt x="4671" y="638"/>
                    <a:pt x="3633" y="19"/>
                    <a:pt x="2361" y="2"/>
                  </a:cubicBezTo>
                  <a:cubicBezTo>
                    <a:pt x="2326" y="1"/>
                    <a:pt x="2291" y="1"/>
                    <a:pt x="2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9" name="Google Shape;5989;p15"/>
            <p:cNvSpPr/>
            <p:nvPr/>
          </p:nvSpPr>
          <p:spPr>
            <a:xfrm>
              <a:off x="2280700" y="1468525"/>
              <a:ext cx="86250" cy="35325"/>
            </a:xfrm>
            <a:custGeom>
              <a:avLst/>
              <a:gdLst/>
              <a:ahLst/>
              <a:cxnLst/>
              <a:rect l="l" t="t" r="r" b="b"/>
              <a:pathLst>
                <a:path w="3450" h="1413" extrusionOk="0">
                  <a:moveTo>
                    <a:pt x="489" y="0"/>
                  </a:moveTo>
                  <a:cubicBezTo>
                    <a:pt x="383" y="0"/>
                    <a:pt x="299" y="42"/>
                    <a:pt x="235" y="146"/>
                  </a:cubicBezTo>
                  <a:cubicBezTo>
                    <a:pt x="1" y="498"/>
                    <a:pt x="486" y="1016"/>
                    <a:pt x="1323" y="1267"/>
                  </a:cubicBezTo>
                  <a:cubicBezTo>
                    <a:pt x="1643" y="1365"/>
                    <a:pt x="1969" y="1412"/>
                    <a:pt x="2260" y="1412"/>
                  </a:cubicBezTo>
                  <a:cubicBezTo>
                    <a:pt x="2715" y="1412"/>
                    <a:pt x="3089" y="1298"/>
                    <a:pt x="3231" y="1083"/>
                  </a:cubicBezTo>
                  <a:cubicBezTo>
                    <a:pt x="3449" y="732"/>
                    <a:pt x="2646" y="749"/>
                    <a:pt x="1825" y="498"/>
                  </a:cubicBezTo>
                  <a:cubicBezTo>
                    <a:pt x="1215" y="302"/>
                    <a:pt x="774" y="0"/>
                    <a:pt x="489"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0" name="Google Shape;5990;p15"/>
            <p:cNvSpPr/>
            <p:nvPr/>
          </p:nvSpPr>
          <p:spPr>
            <a:xfrm>
              <a:off x="2302900" y="1452850"/>
              <a:ext cx="82875" cy="32225"/>
            </a:xfrm>
            <a:custGeom>
              <a:avLst/>
              <a:gdLst/>
              <a:ahLst/>
              <a:cxnLst/>
              <a:rect l="l" t="t" r="r" b="b"/>
              <a:pathLst>
                <a:path w="3315" h="1289" extrusionOk="0">
                  <a:moveTo>
                    <a:pt x="1164" y="1"/>
                  </a:moveTo>
                  <a:cubicBezTo>
                    <a:pt x="887" y="1"/>
                    <a:pt x="637" y="41"/>
                    <a:pt x="452" y="120"/>
                  </a:cubicBezTo>
                  <a:cubicBezTo>
                    <a:pt x="0" y="338"/>
                    <a:pt x="854" y="438"/>
                    <a:pt x="1523" y="756"/>
                  </a:cubicBezTo>
                  <a:cubicBezTo>
                    <a:pt x="2056" y="996"/>
                    <a:pt x="2292" y="1289"/>
                    <a:pt x="2602" y="1289"/>
                  </a:cubicBezTo>
                  <a:cubicBezTo>
                    <a:pt x="2682" y="1289"/>
                    <a:pt x="2767" y="1269"/>
                    <a:pt x="2862" y="1225"/>
                  </a:cubicBezTo>
                  <a:cubicBezTo>
                    <a:pt x="3314" y="1024"/>
                    <a:pt x="3130" y="606"/>
                    <a:pt x="2477" y="288"/>
                  </a:cubicBezTo>
                  <a:cubicBezTo>
                    <a:pt x="2072" y="95"/>
                    <a:pt x="1587" y="1"/>
                    <a:pt x="116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1" name="Google Shape;5991;p15"/>
            <p:cNvSpPr/>
            <p:nvPr/>
          </p:nvSpPr>
          <p:spPr>
            <a:xfrm>
              <a:off x="2334700" y="1489750"/>
              <a:ext cx="10300" cy="9225"/>
            </a:xfrm>
            <a:custGeom>
              <a:avLst/>
              <a:gdLst/>
              <a:ahLst/>
              <a:cxnLst/>
              <a:rect l="l" t="t" r="r" b="b"/>
              <a:pathLst>
                <a:path w="412" h="369" extrusionOk="0">
                  <a:moveTo>
                    <a:pt x="251" y="0"/>
                  </a:moveTo>
                  <a:cubicBezTo>
                    <a:pt x="117" y="201"/>
                    <a:pt x="0" y="335"/>
                    <a:pt x="201" y="368"/>
                  </a:cubicBezTo>
                  <a:cubicBezTo>
                    <a:pt x="206" y="369"/>
                    <a:pt x="211" y="369"/>
                    <a:pt x="216" y="369"/>
                  </a:cubicBezTo>
                  <a:cubicBezTo>
                    <a:pt x="412" y="369"/>
                    <a:pt x="268" y="34"/>
                    <a:pt x="268" y="34"/>
                  </a:cubicBez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2" name="Google Shape;5992;p15"/>
            <p:cNvSpPr/>
            <p:nvPr/>
          </p:nvSpPr>
          <p:spPr>
            <a:xfrm>
              <a:off x="2322150" y="1488475"/>
              <a:ext cx="10225" cy="8525"/>
            </a:xfrm>
            <a:custGeom>
              <a:avLst/>
              <a:gdLst/>
              <a:ahLst/>
              <a:cxnLst/>
              <a:rect l="l" t="t" r="r" b="b"/>
              <a:pathLst>
                <a:path w="409" h="341" extrusionOk="0">
                  <a:moveTo>
                    <a:pt x="318" y="1"/>
                  </a:moveTo>
                  <a:cubicBezTo>
                    <a:pt x="151" y="135"/>
                    <a:pt x="0" y="252"/>
                    <a:pt x="201" y="336"/>
                  </a:cubicBezTo>
                  <a:cubicBezTo>
                    <a:pt x="215" y="339"/>
                    <a:pt x="227" y="340"/>
                    <a:pt x="239" y="340"/>
                  </a:cubicBezTo>
                  <a:cubicBezTo>
                    <a:pt x="408" y="340"/>
                    <a:pt x="335" y="18"/>
                    <a:pt x="335" y="18"/>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3" name="Google Shape;5993;p15"/>
            <p:cNvSpPr/>
            <p:nvPr/>
          </p:nvSpPr>
          <p:spPr>
            <a:xfrm>
              <a:off x="2307075" y="1484300"/>
              <a:ext cx="9425" cy="8675"/>
            </a:xfrm>
            <a:custGeom>
              <a:avLst/>
              <a:gdLst/>
              <a:ahLst/>
              <a:cxnLst/>
              <a:rect l="l" t="t" r="r" b="b"/>
              <a:pathLst>
                <a:path w="377" h="347" extrusionOk="0">
                  <a:moveTo>
                    <a:pt x="302" y="0"/>
                  </a:moveTo>
                  <a:cubicBezTo>
                    <a:pt x="134" y="134"/>
                    <a:pt x="0" y="252"/>
                    <a:pt x="201" y="335"/>
                  </a:cubicBezTo>
                  <a:cubicBezTo>
                    <a:pt x="219" y="343"/>
                    <a:pt x="234" y="347"/>
                    <a:pt x="247" y="347"/>
                  </a:cubicBezTo>
                  <a:cubicBezTo>
                    <a:pt x="376" y="347"/>
                    <a:pt x="335" y="17"/>
                    <a:pt x="335" y="17"/>
                  </a:cubicBezTo>
                  <a:lnTo>
                    <a:pt x="3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4" name="Google Shape;5994;p15"/>
            <p:cNvSpPr/>
            <p:nvPr/>
          </p:nvSpPr>
          <p:spPr>
            <a:xfrm>
              <a:off x="2293800" y="1478425"/>
              <a:ext cx="9525" cy="6350"/>
            </a:xfrm>
            <a:custGeom>
              <a:avLst/>
              <a:gdLst/>
              <a:ahLst/>
              <a:cxnLst/>
              <a:rect l="l" t="t" r="r" b="b"/>
              <a:pathLst>
                <a:path w="381" h="254" extrusionOk="0">
                  <a:moveTo>
                    <a:pt x="275" y="1"/>
                  </a:moveTo>
                  <a:cubicBezTo>
                    <a:pt x="105" y="1"/>
                    <a:pt x="1" y="13"/>
                    <a:pt x="130" y="185"/>
                  </a:cubicBezTo>
                  <a:cubicBezTo>
                    <a:pt x="164" y="235"/>
                    <a:pt x="196" y="254"/>
                    <a:pt x="224" y="254"/>
                  </a:cubicBezTo>
                  <a:cubicBezTo>
                    <a:pt x="321" y="254"/>
                    <a:pt x="381" y="35"/>
                    <a:pt x="381" y="35"/>
                  </a:cubicBezTo>
                  <a:lnTo>
                    <a:pt x="364" y="1"/>
                  </a:lnTo>
                  <a:cubicBezTo>
                    <a:pt x="333" y="1"/>
                    <a:pt x="303" y="1"/>
                    <a:pt x="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5" name="Google Shape;5995;p15"/>
            <p:cNvSpPr/>
            <p:nvPr/>
          </p:nvSpPr>
          <p:spPr>
            <a:xfrm>
              <a:off x="2360650" y="1472200"/>
              <a:ext cx="9225" cy="6275"/>
            </a:xfrm>
            <a:custGeom>
              <a:avLst/>
              <a:gdLst/>
              <a:ahLst/>
              <a:cxnLst/>
              <a:rect l="l" t="t" r="r" b="b"/>
              <a:pathLst>
                <a:path w="369" h="251" extrusionOk="0">
                  <a:moveTo>
                    <a:pt x="172" y="0"/>
                  </a:moveTo>
                  <a:cubicBezTo>
                    <a:pt x="104" y="0"/>
                    <a:pt x="52" y="120"/>
                    <a:pt x="0" y="250"/>
                  </a:cubicBezTo>
                  <a:lnTo>
                    <a:pt x="33" y="250"/>
                  </a:lnTo>
                  <a:cubicBezTo>
                    <a:pt x="33" y="250"/>
                    <a:pt x="368" y="150"/>
                    <a:pt x="234" y="32"/>
                  </a:cubicBezTo>
                  <a:cubicBezTo>
                    <a:pt x="212" y="10"/>
                    <a:pt x="19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6" name="Google Shape;5996;p15"/>
            <p:cNvSpPr/>
            <p:nvPr/>
          </p:nvSpPr>
          <p:spPr>
            <a:xfrm>
              <a:off x="2353950" y="1467375"/>
              <a:ext cx="8800" cy="6900"/>
            </a:xfrm>
            <a:custGeom>
              <a:avLst/>
              <a:gdLst/>
              <a:ahLst/>
              <a:cxnLst/>
              <a:rect l="l" t="t" r="r" b="b"/>
              <a:pathLst>
                <a:path w="352" h="276" extrusionOk="0">
                  <a:moveTo>
                    <a:pt x="104" y="1"/>
                  </a:moveTo>
                  <a:cubicBezTo>
                    <a:pt x="16" y="1"/>
                    <a:pt x="14" y="127"/>
                    <a:pt x="0" y="276"/>
                  </a:cubicBezTo>
                  <a:lnTo>
                    <a:pt x="17" y="276"/>
                  </a:lnTo>
                  <a:cubicBezTo>
                    <a:pt x="17" y="276"/>
                    <a:pt x="352" y="92"/>
                    <a:pt x="184" y="25"/>
                  </a:cubicBezTo>
                  <a:cubicBezTo>
                    <a:pt x="152" y="8"/>
                    <a:pt x="125" y="1"/>
                    <a:pt x="1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7" name="Google Shape;5997;p15"/>
            <p:cNvSpPr/>
            <p:nvPr/>
          </p:nvSpPr>
          <p:spPr>
            <a:xfrm>
              <a:off x="2341100" y="1459900"/>
              <a:ext cx="9950" cy="8100"/>
            </a:xfrm>
            <a:custGeom>
              <a:avLst/>
              <a:gdLst/>
              <a:ahLst/>
              <a:cxnLst/>
              <a:rect l="l" t="t" r="r" b="b"/>
              <a:pathLst>
                <a:path w="398" h="324" extrusionOk="0">
                  <a:moveTo>
                    <a:pt x="108" y="0"/>
                  </a:moveTo>
                  <a:cubicBezTo>
                    <a:pt x="1" y="0"/>
                    <a:pt x="12" y="145"/>
                    <a:pt x="12" y="324"/>
                  </a:cubicBezTo>
                  <a:lnTo>
                    <a:pt x="62" y="324"/>
                  </a:lnTo>
                  <a:cubicBezTo>
                    <a:pt x="62" y="324"/>
                    <a:pt x="397" y="106"/>
                    <a:pt x="196" y="22"/>
                  </a:cubicBezTo>
                  <a:cubicBezTo>
                    <a:pt x="160" y="7"/>
                    <a:pt x="131" y="0"/>
                    <a:pt x="1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8" name="Google Shape;5998;p15"/>
            <p:cNvSpPr/>
            <p:nvPr/>
          </p:nvSpPr>
          <p:spPr>
            <a:xfrm>
              <a:off x="2321725" y="1457300"/>
              <a:ext cx="12275" cy="7350"/>
            </a:xfrm>
            <a:custGeom>
              <a:avLst/>
              <a:gdLst/>
              <a:ahLst/>
              <a:cxnLst/>
              <a:rect l="l" t="t" r="r" b="b"/>
              <a:pathLst>
                <a:path w="491" h="294" extrusionOk="0">
                  <a:moveTo>
                    <a:pt x="327" y="0"/>
                  </a:moveTo>
                  <a:cubicBezTo>
                    <a:pt x="310" y="0"/>
                    <a:pt x="291" y="3"/>
                    <a:pt x="268" y="9"/>
                  </a:cubicBezTo>
                  <a:cubicBezTo>
                    <a:pt x="0" y="76"/>
                    <a:pt x="134" y="177"/>
                    <a:pt x="302" y="294"/>
                  </a:cubicBezTo>
                  <a:lnTo>
                    <a:pt x="352" y="277"/>
                  </a:lnTo>
                  <a:cubicBezTo>
                    <a:pt x="352" y="277"/>
                    <a:pt x="490" y="0"/>
                    <a:pt x="3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9" name="Google Shape;5999;p15"/>
            <p:cNvSpPr/>
            <p:nvPr/>
          </p:nvSpPr>
          <p:spPr>
            <a:xfrm>
              <a:off x="1904500" y="1452925"/>
              <a:ext cx="118050" cy="66975"/>
            </a:xfrm>
            <a:custGeom>
              <a:avLst/>
              <a:gdLst/>
              <a:ahLst/>
              <a:cxnLst/>
              <a:rect l="l" t="t" r="r" b="b"/>
              <a:pathLst>
                <a:path w="4722" h="2679" extrusionOk="0">
                  <a:moveTo>
                    <a:pt x="2311" y="0"/>
                  </a:moveTo>
                  <a:cubicBezTo>
                    <a:pt x="1039" y="0"/>
                    <a:pt x="1" y="603"/>
                    <a:pt x="51" y="1339"/>
                  </a:cubicBezTo>
                  <a:cubicBezTo>
                    <a:pt x="68" y="2059"/>
                    <a:pt x="1139" y="2678"/>
                    <a:pt x="2411" y="2678"/>
                  </a:cubicBezTo>
                  <a:cubicBezTo>
                    <a:pt x="3683" y="2678"/>
                    <a:pt x="4721" y="2059"/>
                    <a:pt x="4671" y="1339"/>
                  </a:cubicBezTo>
                  <a:cubicBezTo>
                    <a:pt x="4654" y="603"/>
                    <a:pt x="3600" y="0"/>
                    <a:pt x="23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0" name="Google Shape;6000;p15"/>
            <p:cNvSpPr/>
            <p:nvPr/>
          </p:nvSpPr>
          <p:spPr>
            <a:xfrm>
              <a:off x="1905350" y="1447900"/>
              <a:ext cx="117600" cy="66975"/>
            </a:xfrm>
            <a:custGeom>
              <a:avLst/>
              <a:gdLst/>
              <a:ahLst/>
              <a:cxnLst/>
              <a:rect l="l" t="t" r="r" b="b"/>
              <a:pathLst>
                <a:path w="4704" h="2679" extrusionOk="0">
                  <a:moveTo>
                    <a:pt x="2294" y="0"/>
                  </a:moveTo>
                  <a:cubicBezTo>
                    <a:pt x="1022" y="0"/>
                    <a:pt x="0" y="619"/>
                    <a:pt x="34" y="1339"/>
                  </a:cubicBezTo>
                  <a:cubicBezTo>
                    <a:pt x="51" y="2076"/>
                    <a:pt x="1122" y="2678"/>
                    <a:pt x="2394" y="2678"/>
                  </a:cubicBezTo>
                  <a:cubicBezTo>
                    <a:pt x="3666" y="2678"/>
                    <a:pt x="4704" y="2092"/>
                    <a:pt x="4654" y="1339"/>
                  </a:cubicBezTo>
                  <a:cubicBezTo>
                    <a:pt x="4637" y="619"/>
                    <a:pt x="3566" y="0"/>
                    <a:pt x="22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1" name="Google Shape;6001;p15"/>
            <p:cNvSpPr/>
            <p:nvPr/>
          </p:nvSpPr>
          <p:spPr>
            <a:xfrm>
              <a:off x="1912050" y="1471625"/>
              <a:ext cx="86225" cy="35575"/>
            </a:xfrm>
            <a:custGeom>
              <a:avLst/>
              <a:gdLst/>
              <a:ahLst/>
              <a:cxnLst/>
              <a:rect l="l" t="t" r="r" b="b"/>
              <a:pathLst>
                <a:path w="3449" h="1423" extrusionOk="0">
                  <a:moveTo>
                    <a:pt x="477" y="1"/>
                  </a:moveTo>
                  <a:cubicBezTo>
                    <a:pt x="374" y="1"/>
                    <a:pt x="293" y="41"/>
                    <a:pt x="235" y="139"/>
                  </a:cubicBezTo>
                  <a:cubicBezTo>
                    <a:pt x="0" y="507"/>
                    <a:pt x="486" y="1026"/>
                    <a:pt x="1323" y="1277"/>
                  </a:cubicBezTo>
                  <a:cubicBezTo>
                    <a:pt x="1636" y="1375"/>
                    <a:pt x="1957" y="1422"/>
                    <a:pt x="2246" y="1422"/>
                  </a:cubicBezTo>
                  <a:cubicBezTo>
                    <a:pt x="2698" y="1422"/>
                    <a:pt x="3071" y="1308"/>
                    <a:pt x="3214" y="1093"/>
                  </a:cubicBezTo>
                  <a:cubicBezTo>
                    <a:pt x="3448" y="725"/>
                    <a:pt x="2628" y="759"/>
                    <a:pt x="1825" y="507"/>
                  </a:cubicBezTo>
                  <a:cubicBezTo>
                    <a:pt x="1212" y="299"/>
                    <a:pt x="760" y="1"/>
                    <a:pt x="47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2" name="Google Shape;6002;p15"/>
            <p:cNvSpPr/>
            <p:nvPr/>
          </p:nvSpPr>
          <p:spPr>
            <a:xfrm>
              <a:off x="1933800" y="1455925"/>
              <a:ext cx="83300" cy="32350"/>
            </a:xfrm>
            <a:custGeom>
              <a:avLst/>
              <a:gdLst/>
              <a:ahLst/>
              <a:cxnLst/>
              <a:rect l="l" t="t" r="r" b="b"/>
              <a:pathLst>
                <a:path w="3332" h="1294" extrusionOk="0">
                  <a:moveTo>
                    <a:pt x="1142" y="0"/>
                  </a:moveTo>
                  <a:cubicBezTo>
                    <a:pt x="877" y="0"/>
                    <a:pt x="641" y="38"/>
                    <a:pt x="469" y="114"/>
                  </a:cubicBezTo>
                  <a:cubicBezTo>
                    <a:pt x="1" y="332"/>
                    <a:pt x="871" y="432"/>
                    <a:pt x="1541" y="750"/>
                  </a:cubicBezTo>
                  <a:cubicBezTo>
                    <a:pt x="2078" y="1006"/>
                    <a:pt x="2313" y="1293"/>
                    <a:pt x="2627" y="1293"/>
                  </a:cubicBezTo>
                  <a:cubicBezTo>
                    <a:pt x="2705" y="1293"/>
                    <a:pt x="2787" y="1276"/>
                    <a:pt x="2880" y="1236"/>
                  </a:cubicBezTo>
                  <a:cubicBezTo>
                    <a:pt x="3332" y="1018"/>
                    <a:pt x="3148" y="600"/>
                    <a:pt x="2495" y="298"/>
                  </a:cubicBezTo>
                  <a:cubicBezTo>
                    <a:pt x="2079" y="101"/>
                    <a:pt x="1574" y="0"/>
                    <a:pt x="114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3" name="Google Shape;6003;p15"/>
            <p:cNvSpPr/>
            <p:nvPr/>
          </p:nvSpPr>
          <p:spPr>
            <a:xfrm>
              <a:off x="1966025" y="1493075"/>
              <a:ext cx="10725" cy="8850"/>
            </a:xfrm>
            <a:custGeom>
              <a:avLst/>
              <a:gdLst/>
              <a:ahLst/>
              <a:cxnLst/>
              <a:rect l="l" t="t" r="r" b="b"/>
              <a:pathLst>
                <a:path w="429" h="354" extrusionOk="0">
                  <a:moveTo>
                    <a:pt x="252" y="1"/>
                  </a:moveTo>
                  <a:cubicBezTo>
                    <a:pt x="118" y="185"/>
                    <a:pt x="1" y="336"/>
                    <a:pt x="201" y="352"/>
                  </a:cubicBezTo>
                  <a:cubicBezTo>
                    <a:pt x="207" y="353"/>
                    <a:pt x="212" y="353"/>
                    <a:pt x="217" y="353"/>
                  </a:cubicBezTo>
                  <a:cubicBezTo>
                    <a:pt x="428" y="353"/>
                    <a:pt x="268" y="18"/>
                    <a:pt x="268" y="18"/>
                  </a:cubicBezTo>
                  <a:lnTo>
                    <a:pt x="2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4" name="Google Shape;6004;p15"/>
            <p:cNvSpPr/>
            <p:nvPr/>
          </p:nvSpPr>
          <p:spPr>
            <a:xfrm>
              <a:off x="1953475" y="1491400"/>
              <a:ext cx="10150" cy="8600"/>
            </a:xfrm>
            <a:custGeom>
              <a:avLst/>
              <a:gdLst/>
              <a:ahLst/>
              <a:cxnLst/>
              <a:rect l="l" t="t" r="r" b="b"/>
              <a:pathLst>
                <a:path w="406" h="344" extrusionOk="0">
                  <a:moveTo>
                    <a:pt x="302" y="1"/>
                  </a:moveTo>
                  <a:cubicBezTo>
                    <a:pt x="134" y="152"/>
                    <a:pt x="0" y="252"/>
                    <a:pt x="201" y="336"/>
                  </a:cubicBezTo>
                  <a:cubicBezTo>
                    <a:pt x="219" y="341"/>
                    <a:pt x="234" y="344"/>
                    <a:pt x="248" y="344"/>
                  </a:cubicBezTo>
                  <a:cubicBezTo>
                    <a:pt x="406" y="344"/>
                    <a:pt x="335" y="18"/>
                    <a:pt x="335" y="18"/>
                  </a:cubicBezTo>
                  <a:lnTo>
                    <a:pt x="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5" name="Google Shape;6005;p15"/>
            <p:cNvSpPr/>
            <p:nvPr/>
          </p:nvSpPr>
          <p:spPr>
            <a:xfrm>
              <a:off x="1938000" y="1487225"/>
              <a:ext cx="9750" cy="8675"/>
            </a:xfrm>
            <a:custGeom>
              <a:avLst/>
              <a:gdLst/>
              <a:ahLst/>
              <a:cxnLst/>
              <a:rect l="l" t="t" r="r" b="b"/>
              <a:pathLst>
                <a:path w="390" h="347" extrusionOk="0">
                  <a:moveTo>
                    <a:pt x="318" y="1"/>
                  </a:moveTo>
                  <a:cubicBezTo>
                    <a:pt x="151" y="151"/>
                    <a:pt x="0" y="252"/>
                    <a:pt x="218" y="335"/>
                  </a:cubicBezTo>
                  <a:cubicBezTo>
                    <a:pt x="235" y="343"/>
                    <a:pt x="250" y="347"/>
                    <a:pt x="263" y="347"/>
                  </a:cubicBezTo>
                  <a:cubicBezTo>
                    <a:pt x="390" y="347"/>
                    <a:pt x="335" y="17"/>
                    <a:pt x="335" y="17"/>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6" name="Google Shape;6006;p15"/>
            <p:cNvSpPr/>
            <p:nvPr/>
          </p:nvSpPr>
          <p:spPr>
            <a:xfrm>
              <a:off x="1925125" y="1480950"/>
              <a:ext cx="9125" cy="6575"/>
            </a:xfrm>
            <a:custGeom>
              <a:avLst/>
              <a:gdLst/>
              <a:ahLst/>
              <a:cxnLst/>
              <a:rect l="l" t="t" r="r" b="b"/>
              <a:pathLst>
                <a:path w="365" h="263" extrusionOk="0">
                  <a:moveTo>
                    <a:pt x="264" y="0"/>
                  </a:moveTo>
                  <a:cubicBezTo>
                    <a:pt x="105" y="0"/>
                    <a:pt x="1" y="12"/>
                    <a:pt x="130" y="185"/>
                  </a:cubicBezTo>
                  <a:cubicBezTo>
                    <a:pt x="162" y="241"/>
                    <a:pt x="193" y="263"/>
                    <a:pt x="220" y="263"/>
                  </a:cubicBezTo>
                  <a:cubicBezTo>
                    <a:pt x="307" y="263"/>
                    <a:pt x="364" y="51"/>
                    <a:pt x="364" y="51"/>
                  </a:cubicBezTo>
                  <a:lnTo>
                    <a:pt x="348" y="1"/>
                  </a:lnTo>
                  <a:cubicBezTo>
                    <a:pt x="319" y="1"/>
                    <a:pt x="291" y="0"/>
                    <a:pt x="2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7" name="Google Shape;6007;p15"/>
            <p:cNvSpPr/>
            <p:nvPr/>
          </p:nvSpPr>
          <p:spPr>
            <a:xfrm>
              <a:off x="1991975" y="1475475"/>
              <a:ext cx="8800" cy="5925"/>
            </a:xfrm>
            <a:custGeom>
              <a:avLst/>
              <a:gdLst/>
              <a:ahLst/>
              <a:cxnLst/>
              <a:rect l="l" t="t" r="r" b="b"/>
              <a:pathLst>
                <a:path w="352" h="237" extrusionOk="0">
                  <a:moveTo>
                    <a:pt x="168" y="1"/>
                  </a:moveTo>
                  <a:cubicBezTo>
                    <a:pt x="102" y="1"/>
                    <a:pt x="51" y="109"/>
                    <a:pt x="0" y="236"/>
                  </a:cubicBezTo>
                  <a:lnTo>
                    <a:pt x="17" y="236"/>
                  </a:lnTo>
                  <a:cubicBezTo>
                    <a:pt x="17" y="236"/>
                    <a:pt x="352" y="119"/>
                    <a:pt x="235" y="35"/>
                  </a:cubicBezTo>
                  <a:cubicBezTo>
                    <a:pt x="211" y="11"/>
                    <a:pt x="189" y="1"/>
                    <a:pt x="1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8" name="Google Shape;6008;p15"/>
            <p:cNvSpPr/>
            <p:nvPr/>
          </p:nvSpPr>
          <p:spPr>
            <a:xfrm>
              <a:off x="1985275" y="1470325"/>
              <a:ext cx="8825" cy="6875"/>
            </a:xfrm>
            <a:custGeom>
              <a:avLst/>
              <a:gdLst/>
              <a:ahLst/>
              <a:cxnLst/>
              <a:rect l="l" t="t" r="r" b="b"/>
              <a:pathLst>
                <a:path w="353" h="275" extrusionOk="0">
                  <a:moveTo>
                    <a:pt x="105" y="0"/>
                  </a:moveTo>
                  <a:cubicBezTo>
                    <a:pt x="17" y="0"/>
                    <a:pt x="14" y="127"/>
                    <a:pt x="1" y="275"/>
                  </a:cubicBezTo>
                  <a:lnTo>
                    <a:pt x="17" y="275"/>
                  </a:lnTo>
                  <a:cubicBezTo>
                    <a:pt x="17" y="275"/>
                    <a:pt x="352" y="91"/>
                    <a:pt x="185" y="24"/>
                  </a:cubicBezTo>
                  <a:cubicBezTo>
                    <a:pt x="152" y="7"/>
                    <a:pt x="126" y="0"/>
                    <a:pt x="1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9" name="Google Shape;6009;p15"/>
            <p:cNvSpPr/>
            <p:nvPr/>
          </p:nvSpPr>
          <p:spPr>
            <a:xfrm>
              <a:off x="1972450" y="1463250"/>
              <a:ext cx="9500" cy="7675"/>
            </a:xfrm>
            <a:custGeom>
              <a:avLst/>
              <a:gdLst/>
              <a:ahLst/>
              <a:cxnLst/>
              <a:rect l="l" t="t" r="r" b="b"/>
              <a:pathLst>
                <a:path w="380" h="307" extrusionOk="0">
                  <a:moveTo>
                    <a:pt x="106" y="0"/>
                  </a:moveTo>
                  <a:cubicBezTo>
                    <a:pt x="0" y="0"/>
                    <a:pt x="11" y="142"/>
                    <a:pt x="11" y="307"/>
                  </a:cubicBezTo>
                  <a:lnTo>
                    <a:pt x="45" y="307"/>
                  </a:lnTo>
                  <a:cubicBezTo>
                    <a:pt x="45" y="307"/>
                    <a:pt x="380" y="106"/>
                    <a:pt x="195" y="22"/>
                  </a:cubicBezTo>
                  <a:cubicBezTo>
                    <a:pt x="159" y="7"/>
                    <a:pt x="130"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0" name="Google Shape;6010;p15"/>
            <p:cNvSpPr/>
            <p:nvPr/>
          </p:nvSpPr>
          <p:spPr>
            <a:xfrm>
              <a:off x="1952625" y="1460325"/>
              <a:ext cx="13225" cy="7675"/>
            </a:xfrm>
            <a:custGeom>
              <a:avLst/>
              <a:gdLst/>
              <a:ahLst/>
              <a:cxnLst/>
              <a:rect l="l" t="t" r="r" b="b"/>
              <a:pathLst>
                <a:path w="529" h="307" extrusionOk="0">
                  <a:moveTo>
                    <a:pt x="335" y="0"/>
                  </a:moveTo>
                  <a:cubicBezTo>
                    <a:pt x="321" y="0"/>
                    <a:pt x="304" y="2"/>
                    <a:pt x="285" y="5"/>
                  </a:cubicBezTo>
                  <a:cubicBezTo>
                    <a:pt x="1" y="72"/>
                    <a:pt x="152" y="173"/>
                    <a:pt x="319" y="307"/>
                  </a:cubicBezTo>
                  <a:lnTo>
                    <a:pt x="369" y="290"/>
                  </a:lnTo>
                  <a:cubicBezTo>
                    <a:pt x="369" y="290"/>
                    <a:pt x="528"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1" name="Google Shape;6011;p15"/>
            <p:cNvSpPr/>
            <p:nvPr/>
          </p:nvSpPr>
          <p:spPr>
            <a:xfrm>
              <a:off x="2060175" y="1350225"/>
              <a:ext cx="121375" cy="61700"/>
            </a:xfrm>
            <a:custGeom>
              <a:avLst/>
              <a:gdLst/>
              <a:ahLst/>
              <a:cxnLst/>
              <a:rect l="l" t="t" r="r" b="b"/>
              <a:pathLst>
                <a:path w="4855" h="2468" extrusionOk="0">
                  <a:moveTo>
                    <a:pt x="1927" y="1"/>
                  </a:moveTo>
                  <a:cubicBezTo>
                    <a:pt x="1854" y="1"/>
                    <a:pt x="1781" y="3"/>
                    <a:pt x="1708" y="7"/>
                  </a:cubicBezTo>
                  <a:cubicBezTo>
                    <a:pt x="637" y="57"/>
                    <a:pt x="1" y="593"/>
                    <a:pt x="185" y="1212"/>
                  </a:cubicBezTo>
                  <a:cubicBezTo>
                    <a:pt x="386" y="1882"/>
                    <a:pt x="1541" y="2468"/>
                    <a:pt x="2779" y="2468"/>
                  </a:cubicBezTo>
                  <a:cubicBezTo>
                    <a:pt x="4102" y="2468"/>
                    <a:pt x="4855" y="1815"/>
                    <a:pt x="4436" y="1095"/>
                  </a:cubicBezTo>
                  <a:cubicBezTo>
                    <a:pt x="4077" y="438"/>
                    <a:pt x="2972" y="1"/>
                    <a:pt x="19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2" name="Google Shape;6012;p15"/>
            <p:cNvSpPr/>
            <p:nvPr/>
          </p:nvSpPr>
          <p:spPr>
            <a:xfrm>
              <a:off x="2061025" y="1344800"/>
              <a:ext cx="121800" cy="61700"/>
            </a:xfrm>
            <a:custGeom>
              <a:avLst/>
              <a:gdLst/>
              <a:ahLst/>
              <a:cxnLst/>
              <a:rect l="l" t="t" r="r" b="b"/>
              <a:pathLst>
                <a:path w="4872" h="2468" extrusionOk="0">
                  <a:moveTo>
                    <a:pt x="1954" y="0"/>
                  </a:moveTo>
                  <a:cubicBezTo>
                    <a:pt x="1882" y="0"/>
                    <a:pt x="1811" y="2"/>
                    <a:pt x="1741" y="6"/>
                  </a:cubicBezTo>
                  <a:cubicBezTo>
                    <a:pt x="670" y="73"/>
                    <a:pt x="0" y="592"/>
                    <a:pt x="218" y="1228"/>
                  </a:cubicBezTo>
                  <a:cubicBezTo>
                    <a:pt x="416" y="1889"/>
                    <a:pt x="1525" y="2467"/>
                    <a:pt x="2760" y="2467"/>
                  </a:cubicBezTo>
                  <a:cubicBezTo>
                    <a:pt x="2777" y="2467"/>
                    <a:pt x="2795" y="2467"/>
                    <a:pt x="2812" y="2467"/>
                  </a:cubicBezTo>
                  <a:cubicBezTo>
                    <a:pt x="4101" y="2467"/>
                    <a:pt x="4871" y="1831"/>
                    <a:pt x="4453" y="1094"/>
                  </a:cubicBezTo>
                  <a:cubicBezTo>
                    <a:pt x="4108" y="452"/>
                    <a:pt x="3000" y="0"/>
                    <a:pt x="19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3" name="Google Shape;6013;p15"/>
            <p:cNvSpPr/>
            <p:nvPr/>
          </p:nvSpPr>
          <p:spPr>
            <a:xfrm>
              <a:off x="2089900" y="1363150"/>
              <a:ext cx="78275" cy="35475"/>
            </a:xfrm>
            <a:custGeom>
              <a:avLst/>
              <a:gdLst/>
              <a:ahLst/>
              <a:cxnLst/>
              <a:rect l="l" t="t" r="r" b="b"/>
              <a:pathLst>
                <a:path w="3131" h="1419" extrusionOk="0">
                  <a:moveTo>
                    <a:pt x="2426" y="0"/>
                  </a:moveTo>
                  <a:cubicBezTo>
                    <a:pt x="2140" y="0"/>
                    <a:pt x="1867" y="308"/>
                    <a:pt x="1373" y="511"/>
                  </a:cubicBezTo>
                  <a:cubicBezTo>
                    <a:pt x="737" y="779"/>
                    <a:pt x="0" y="762"/>
                    <a:pt x="335" y="1097"/>
                  </a:cubicBezTo>
                  <a:cubicBezTo>
                    <a:pt x="543" y="1305"/>
                    <a:pt x="926" y="1419"/>
                    <a:pt x="1353" y="1419"/>
                  </a:cubicBezTo>
                  <a:cubicBezTo>
                    <a:pt x="1648" y="1419"/>
                    <a:pt x="1965" y="1364"/>
                    <a:pt x="2260" y="1248"/>
                  </a:cubicBezTo>
                  <a:cubicBezTo>
                    <a:pt x="2946" y="946"/>
                    <a:pt x="3130" y="444"/>
                    <a:pt x="2712" y="109"/>
                  </a:cubicBezTo>
                  <a:cubicBezTo>
                    <a:pt x="2610" y="32"/>
                    <a:pt x="2517" y="0"/>
                    <a:pt x="2426"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4" name="Google Shape;6014;p15"/>
            <p:cNvSpPr/>
            <p:nvPr/>
          </p:nvSpPr>
          <p:spPr>
            <a:xfrm>
              <a:off x="2070650" y="1351300"/>
              <a:ext cx="66975" cy="29650"/>
            </a:xfrm>
            <a:custGeom>
              <a:avLst/>
              <a:gdLst/>
              <a:ahLst/>
              <a:cxnLst/>
              <a:rect l="l" t="t" r="r" b="b"/>
              <a:pathLst>
                <a:path w="2679" h="1186" extrusionOk="0">
                  <a:moveTo>
                    <a:pt x="1607" y="0"/>
                  </a:moveTo>
                  <a:cubicBezTo>
                    <a:pt x="1209" y="0"/>
                    <a:pt x="766" y="108"/>
                    <a:pt x="452" y="299"/>
                  </a:cubicBezTo>
                  <a:cubicBezTo>
                    <a:pt x="0" y="583"/>
                    <a:pt x="0" y="968"/>
                    <a:pt x="452" y="1136"/>
                  </a:cubicBezTo>
                  <a:cubicBezTo>
                    <a:pt x="543" y="1170"/>
                    <a:pt x="618" y="1185"/>
                    <a:pt x="683" y="1185"/>
                  </a:cubicBezTo>
                  <a:cubicBezTo>
                    <a:pt x="966" y="1185"/>
                    <a:pt x="1062" y="899"/>
                    <a:pt x="1456" y="667"/>
                  </a:cubicBezTo>
                  <a:cubicBezTo>
                    <a:pt x="1942" y="383"/>
                    <a:pt x="2678" y="249"/>
                    <a:pt x="2143" y="81"/>
                  </a:cubicBezTo>
                  <a:cubicBezTo>
                    <a:pt x="1988" y="26"/>
                    <a:pt x="1803" y="0"/>
                    <a:pt x="160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5" name="Google Shape;6015;p15"/>
            <p:cNvSpPr/>
            <p:nvPr/>
          </p:nvSpPr>
          <p:spPr>
            <a:xfrm>
              <a:off x="2113750" y="1385125"/>
              <a:ext cx="10050" cy="8450"/>
            </a:xfrm>
            <a:custGeom>
              <a:avLst/>
              <a:gdLst/>
              <a:ahLst/>
              <a:cxnLst/>
              <a:rect l="l" t="t" r="r" b="b"/>
              <a:pathLst>
                <a:path w="402" h="338" extrusionOk="0">
                  <a:moveTo>
                    <a:pt x="0" y="0"/>
                  </a:moveTo>
                  <a:cubicBezTo>
                    <a:pt x="0" y="0"/>
                    <a:pt x="0" y="337"/>
                    <a:pt x="191" y="337"/>
                  </a:cubicBezTo>
                  <a:cubicBezTo>
                    <a:pt x="199" y="337"/>
                    <a:pt x="208" y="337"/>
                    <a:pt x="218" y="335"/>
                  </a:cubicBezTo>
                  <a:cubicBezTo>
                    <a:pt x="402" y="318"/>
                    <a:pt x="235" y="168"/>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6" name="Google Shape;6016;p15"/>
            <p:cNvSpPr/>
            <p:nvPr/>
          </p:nvSpPr>
          <p:spPr>
            <a:xfrm>
              <a:off x="2123375" y="1382600"/>
              <a:ext cx="10900" cy="8275"/>
            </a:xfrm>
            <a:custGeom>
              <a:avLst/>
              <a:gdLst/>
              <a:ahLst/>
              <a:cxnLst/>
              <a:rect l="l" t="t" r="r" b="b"/>
              <a:pathLst>
                <a:path w="436" h="331" extrusionOk="0">
                  <a:moveTo>
                    <a:pt x="17" y="1"/>
                  </a:moveTo>
                  <a:lnTo>
                    <a:pt x="0" y="18"/>
                  </a:lnTo>
                  <a:cubicBezTo>
                    <a:pt x="0" y="18"/>
                    <a:pt x="82" y="331"/>
                    <a:pt x="221" y="331"/>
                  </a:cubicBezTo>
                  <a:cubicBezTo>
                    <a:pt x="236" y="331"/>
                    <a:pt x="252" y="327"/>
                    <a:pt x="268" y="319"/>
                  </a:cubicBezTo>
                  <a:cubicBezTo>
                    <a:pt x="435" y="235"/>
                    <a:pt x="251" y="152"/>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7" name="Google Shape;6017;p15"/>
            <p:cNvSpPr/>
            <p:nvPr/>
          </p:nvSpPr>
          <p:spPr>
            <a:xfrm>
              <a:off x="2136350" y="1378425"/>
              <a:ext cx="10900" cy="8375"/>
            </a:xfrm>
            <a:custGeom>
              <a:avLst/>
              <a:gdLst/>
              <a:ahLst/>
              <a:cxnLst/>
              <a:rect l="l" t="t" r="r" b="b"/>
              <a:pathLst>
                <a:path w="436" h="335" extrusionOk="0">
                  <a:moveTo>
                    <a:pt x="17" y="1"/>
                  </a:moveTo>
                  <a:lnTo>
                    <a:pt x="0" y="17"/>
                  </a:lnTo>
                  <a:cubicBezTo>
                    <a:pt x="0" y="17"/>
                    <a:pt x="79" y="335"/>
                    <a:pt x="238" y="335"/>
                  </a:cubicBezTo>
                  <a:cubicBezTo>
                    <a:pt x="258" y="335"/>
                    <a:pt x="279" y="330"/>
                    <a:pt x="301" y="319"/>
                  </a:cubicBezTo>
                  <a:cubicBezTo>
                    <a:pt x="435" y="235"/>
                    <a:pt x="251" y="134"/>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8" name="Google Shape;6018;p15"/>
            <p:cNvSpPr/>
            <p:nvPr/>
          </p:nvSpPr>
          <p:spPr>
            <a:xfrm>
              <a:off x="2144700" y="1372325"/>
              <a:ext cx="8700" cy="6300"/>
            </a:xfrm>
            <a:custGeom>
              <a:avLst/>
              <a:gdLst/>
              <a:ahLst/>
              <a:cxnLst/>
              <a:rect l="l" t="t" r="r" b="b"/>
              <a:pathLst>
                <a:path w="348" h="252" extrusionOk="0">
                  <a:moveTo>
                    <a:pt x="161" y="1"/>
                  </a:moveTo>
                  <a:cubicBezTo>
                    <a:pt x="115" y="1"/>
                    <a:pt x="61" y="6"/>
                    <a:pt x="1" y="10"/>
                  </a:cubicBezTo>
                  <a:lnTo>
                    <a:pt x="1" y="60"/>
                  </a:lnTo>
                  <a:cubicBezTo>
                    <a:pt x="1" y="60"/>
                    <a:pt x="173" y="251"/>
                    <a:pt x="271" y="251"/>
                  </a:cubicBezTo>
                  <a:cubicBezTo>
                    <a:pt x="303" y="251"/>
                    <a:pt x="327" y="231"/>
                    <a:pt x="336" y="178"/>
                  </a:cubicBezTo>
                  <a:cubicBezTo>
                    <a:pt x="348" y="32"/>
                    <a:pt x="281" y="1"/>
                    <a:pt x="1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9" name="Google Shape;6019;p15"/>
            <p:cNvSpPr/>
            <p:nvPr/>
          </p:nvSpPr>
          <p:spPr>
            <a:xfrm>
              <a:off x="2083200" y="1369125"/>
              <a:ext cx="8400" cy="5550"/>
            </a:xfrm>
            <a:custGeom>
              <a:avLst/>
              <a:gdLst/>
              <a:ahLst/>
              <a:cxnLst/>
              <a:rect l="l" t="t" r="r" b="b"/>
              <a:pathLst>
                <a:path w="336" h="222" extrusionOk="0">
                  <a:moveTo>
                    <a:pt x="108" y="1"/>
                  </a:moveTo>
                  <a:cubicBezTo>
                    <a:pt x="87" y="1"/>
                    <a:pt x="68" y="12"/>
                    <a:pt x="51" y="38"/>
                  </a:cubicBezTo>
                  <a:cubicBezTo>
                    <a:pt x="0" y="121"/>
                    <a:pt x="335" y="222"/>
                    <a:pt x="335" y="222"/>
                  </a:cubicBezTo>
                  <a:cubicBezTo>
                    <a:pt x="248" y="97"/>
                    <a:pt x="170" y="1"/>
                    <a:pt x="1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0" name="Google Shape;6020;p15"/>
            <p:cNvSpPr/>
            <p:nvPr/>
          </p:nvSpPr>
          <p:spPr>
            <a:xfrm>
              <a:off x="2086550" y="1364750"/>
              <a:ext cx="9650" cy="5750"/>
            </a:xfrm>
            <a:custGeom>
              <a:avLst/>
              <a:gdLst/>
              <a:ahLst/>
              <a:cxnLst/>
              <a:rect l="l" t="t" r="r" b="b"/>
              <a:pathLst>
                <a:path w="386" h="230" extrusionOk="0">
                  <a:moveTo>
                    <a:pt x="205" y="1"/>
                  </a:moveTo>
                  <a:cubicBezTo>
                    <a:pt x="184" y="1"/>
                    <a:pt x="161" y="10"/>
                    <a:pt x="134" y="29"/>
                  </a:cubicBezTo>
                  <a:cubicBezTo>
                    <a:pt x="0" y="62"/>
                    <a:pt x="369" y="230"/>
                    <a:pt x="369" y="230"/>
                  </a:cubicBezTo>
                  <a:lnTo>
                    <a:pt x="385" y="230"/>
                  </a:lnTo>
                  <a:cubicBezTo>
                    <a:pt x="321" y="100"/>
                    <a:pt x="276" y="1"/>
                    <a:pt x="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1" name="Google Shape;6021;p15"/>
            <p:cNvSpPr/>
            <p:nvPr/>
          </p:nvSpPr>
          <p:spPr>
            <a:xfrm>
              <a:off x="2094075" y="1358125"/>
              <a:ext cx="10075" cy="6100"/>
            </a:xfrm>
            <a:custGeom>
              <a:avLst/>
              <a:gdLst/>
              <a:ahLst/>
              <a:cxnLst/>
              <a:rect l="l" t="t" r="r" b="b"/>
              <a:pathLst>
                <a:path w="403" h="244" extrusionOk="0">
                  <a:moveTo>
                    <a:pt x="201" y="0"/>
                  </a:moveTo>
                  <a:cubicBezTo>
                    <a:pt x="177" y="0"/>
                    <a:pt x="150" y="8"/>
                    <a:pt x="118" y="26"/>
                  </a:cubicBezTo>
                  <a:cubicBezTo>
                    <a:pt x="1" y="76"/>
                    <a:pt x="369" y="243"/>
                    <a:pt x="369" y="243"/>
                  </a:cubicBezTo>
                  <a:lnTo>
                    <a:pt x="402" y="243"/>
                  </a:lnTo>
                  <a:cubicBezTo>
                    <a:pt x="336" y="111"/>
                    <a:pt x="291"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2" name="Google Shape;6022;p15"/>
            <p:cNvSpPr/>
            <p:nvPr/>
          </p:nvSpPr>
          <p:spPr>
            <a:xfrm>
              <a:off x="2106800" y="1355175"/>
              <a:ext cx="12000" cy="6550"/>
            </a:xfrm>
            <a:custGeom>
              <a:avLst/>
              <a:gdLst/>
              <a:ahLst/>
              <a:cxnLst/>
              <a:rect l="l" t="t" r="r" b="b"/>
              <a:pathLst>
                <a:path w="480" h="262" extrusionOk="0">
                  <a:moveTo>
                    <a:pt x="135" y="0"/>
                  </a:moveTo>
                  <a:cubicBezTo>
                    <a:pt x="1" y="0"/>
                    <a:pt x="245" y="244"/>
                    <a:pt x="245" y="244"/>
                  </a:cubicBezTo>
                  <a:lnTo>
                    <a:pt x="278" y="261"/>
                  </a:lnTo>
                  <a:cubicBezTo>
                    <a:pt x="395" y="144"/>
                    <a:pt x="479" y="60"/>
                    <a:pt x="195" y="10"/>
                  </a:cubicBezTo>
                  <a:cubicBezTo>
                    <a:pt x="169" y="3"/>
                    <a:pt x="150" y="0"/>
                    <a:pt x="1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3" name="Google Shape;6023;p15"/>
            <p:cNvSpPr/>
            <p:nvPr/>
          </p:nvSpPr>
          <p:spPr>
            <a:xfrm>
              <a:off x="2035900" y="1578750"/>
              <a:ext cx="136025" cy="85500"/>
            </a:xfrm>
            <a:custGeom>
              <a:avLst/>
              <a:gdLst/>
              <a:ahLst/>
              <a:cxnLst/>
              <a:rect l="l" t="t" r="r" b="b"/>
              <a:pathLst>
                <a:path w="5441" h="3420" extrusionOk="0">
                  <a:moveTo>
                    <a:pt x="2813" y="0"/>
                  </a:moveTo>
                  <a:cubicBezTo>
                    <a:pt x="1602" y="0"/>
                    <a:pt x="507" y="569"/>
                    <a:pt x="269" y="1378"/>
                  </a:cubicBezTo>
                  <a:cubicBezTo>
                    <a:pt x="1" y="2299"/>
                    <a:pt x="855" y="3219"/>
                    <a:pt x="2328" y="3387"/>
                  </a:cubicBezTo>
                  <a:cubicBezTo>
                    <a:pt x="2496" y="3409"/>
                    <a:pt x="2663" y="3419"/>
                    <a:pt x="2827" y="3419"/>
                  </a:cubicBezTo>
                  <a:cubicBezTo>
                    <a:pt x="4159" y="3419"/>
                    <a:pt x="5283" y="2721"/>
                    <a:pt x="5357" y="1796"/>
                  </a:cubicBezTo>
                  <a:cubicBezTo>
                    <a:pt x="5441" y="842"/>
                    <a:pt x="4370" y="72"/>
                    <a:pt x="3014" y="5"/>
                  </a:cubicBezTo>
                  <a:cubicBezTo>
                    <a:pt x="2947" y="2"/>
                    <a:pt x="2880" y="0"/>
                    <a:pt x="28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4" name="Google Shape;6024;p15"/>
            <p:cNvSpPr/>
            <p:nvPr/>
          </p:nvSpPr>
          <p:spPr>
            <a:xfrm>
              <a:off x="2033825" y="1571275"/>
              <a:ext cx="136025" cy="85625"/>
            </a:xfrm>
            <a:custGeom>
              <a:avLst/>
              <a:gdLst/>
              <a:ahLst/>
              <a:cxnLst/>
              <a:rect l="l" t="t" r="r" b="b"/>
              <a:pathLst>
                <a:path w="5441" h="3425" extrusionOk="0">
                  <a:moveTo>
                    <a:pt x="2865" y="0"/>
                  </a:moveTo>
                  <a:cubicBezTo>
                    <a:pt x="1650" y="0"/>
                    <a:pt x="541" y="588"/>
                    <a:pt x="268" y="1392"/>
                  </a:cubicBezTo>
                  <a:cubicBezTo>
                    <a:pt x="0" y="2313"/>
                    <a:pt x="887" y="3234"/>
                    <a:pt x="2327" y="3401"/>
                  </a:cubicBezTo>
                  <a:cubicBezTo>
                    <a:pt x="2473" y="3417"/>
                    <a:pt x="2617" y="3425"/>
                    <a:pt x="2760" y="3425"/>
                  </a:cubicBezTo>
                  <a:cubicBezTo>
                    <a:pt x="4107" y="3425"/>
                    <a:pt x="5266" y="2734"/>
                    <a:pt x="5357" y="1811"/>
                  </a:cubicBezTo>
                  <a:cubicBezTo>
                    <a:pt x="5440" y="840"/>
                    <a:pt x="4369" y="70"/>
                    <a:pt x="3013" y="3"/>
                  </a:cubicBezTo>
                  <a:cubicBezTo>
                    <a:pt x="2964" y="1"/>
                    <a:pt x="2914" y="0"/>
                    <a:pt x="28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5" name="Google Shape;6025;p15"/>
            <p:cNvSpPr/>
            <p:nvPr/>
          </p:nvSpPr>
          <p:spPr>
            <a:xfrm>
              <a:off x="2062700" y="1602075"/>
              <a:ext cx="98350" cy="42700"/>
            </a:xfrm>
            <a:custGeom>
              <a:avLst/>
              <a:gdLst/>
              <a:ahLst/>
              <a:cxnLst/>
              <a:rect l="l" t="t" r="r" b="b"/>
              <a:pathLst>
                <a:path w="3934" h="1708" extrusionOk="0">
                  <a:moveTo>
                    <a:pt x="3414" y="1"/>
                  </a:moveTo>
                  <a:cubicBezTo>
                    <a:pt x="3088" y="1"/>
                    <a:pt x="2546" y="333"/>
                    <a:pt x="1841" y="512"/>
                  </a:cubicBezTo>
                  <a:cubicBezTo>
                    <a:pt x="854" y="780"/>
                    <a:pt x="0" y="663"/>
                    <a:pt x="151" y="1148"/>
                  </a:cubicBezTo>
                  <a:cubicBezTo>
                    <a:pt x="246" y="1503"/>
                    <a:pt x="752" y="1708"/>
                    <a:pt x="1401" y="1708"/>
                  </a:cubicBezTo>
                  <a:cubicBezTo>
                    <a:pt x="1669" y="1708"/>
                    <a:pt x="1962" y="1673"/>
                    <a:pt x="2260" y="1600"/>
                  </a:cubicBezTo>
                  <a:cubicBezTo>
                    <a:pt x="3281" y="1332"/>
                    <a:pt x="3934" y="696"/>
                    <a:pt x="3699" y="194"/>
                  </a:cubicBezTo>
                  <a:cubicBezTo>
                    <a:pt x="3642" y="54"/>
                    <a:pt x="3545" y="1"/>
                    <a:pt x="341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6" name="Google Shape;6026;p15"/>
            <p:cNvSpPr/>
            <p:nvPr/>
          </p:nvSpPr>
          <p:spPr>
            <a:xfrm>
              <a:off x="2045950" y="1580850"/>
              <a:ext cx="92100" cy="35675"/>
            </a:xfrm>
            <a:custGeom>
              <a:avLst/>
              <a:gdLst/>
              <a:ahLst/>
              <a:cxnLst/>
              <a:rect l="l" t="t" r="r" b="b"/>
              <a:pathLst>
                <a:path w="3684" h="1427" extrusionOk="0">
                  <a:moveTo>
                    <a:pt x="2330" y="0"/>
                  </a:moveTo>
                  <a:cubicBezTo>
                    <a:pt x="1926" y="0"/>
                    <a:pt x="1471" y="80"/>
                    <a:pt x="1072" y="239"/>
                  </a:cubicBezTo>
                  <a:cubicBezTo>
                    <a:pt x="285" y="541"/>
                    <a:pt x="1" y="1026"/>
                    <a:pt x="402" y="1327"/>
                  </a:cubicBezTo>
                  <a:cubicBezTo>
                    <a:pt x="499" y="1397"/>
                    <a:pt x="592" y="1427"/>
                    <a:pt x="686" y="1427"/>
                  </a:cubicBezTo>
                  <a:cubicBezTo>
                    <a:pt x="1000" y="1427"/>
                    <a:pt x="1338" y="1103"/>
                    <a:pt x="1942" y="859"/>
                  </a:cubicBezTo>
                  <a:cubicBezTo>
                    <a:pt x="2712" y="541"/>
                    <a:pt x="3683" y="490"/>
                    <a:pt x="3214" y="189"/>
                  </a:cubicBezTo>
                  <a:cubicBezTo>
                    <a:pt x="3010" y="63"/>
                    <a:pt x="2690" y="0"/>
                    <a:pt x="233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7" name="Google Shape;6027;p15"/>
            <p:cNvSpPr/>
            <p:nvPr/>
          </p:nvSpPr>
          <p:spPr>
            <a:xfrm>
              <a:off x="2082350" y="1624900"/>
              <a:ext cx="12175" cy="11750"/>
            </a:xfrm>
            <a:custGeom>
              <a:avLst/>
              <a:gdLst/>
              <a:ahLst/>
              <a:cxnLst/>
              <a:rect l="l" t="t" r="r" b="b"/>
              <a:pathLst>
                <a:path w="487" h="470" extrusionOk="0">
                  <a:moveTo>
                    <a:pt x="302" y="1"/>
                  </a:moveTo>
                  <a:lnTo>
                    <a:pt x="252" y="17"/>
                  </a:lnTo>
                  <a:cubicBezTo>
                    <a:pt x="252" y="17"/>
                    <a:pt x="1" y="469"/>
                    <a:pt x="252" y="469"/>
                  </a:cubicBezTo>
                  <a:cubicBezTo>
                    <a:pt x="486" y="469"/>
                    <a:pt x="403" y="268"/>
                    <a:pt x="3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8" name="Google Shape;6028;p15"/>
            <p:cNvSpPr/>
            <p:nvPr/>
          </p:nvSpPr>
          <p:spPr>
            <a:xfrm>
              <a:off x="2097525" y="1623650"/>
              <a:ext cx="12050" cy="11475"/>
            </a:xfrm>
            <a:custGeom>
              <a:avLst/>
              <a:gdLst/>
              <a:ahLst/>
              <a:cxnLst/>
              <a:rect l="l" t="t" r="r" b="b"/>
              <a:pathLst>
                <a:path w="482" h="459" extrusionOk="0">
                  <a:moveTo>
                    <a:pt x="197" y="0"/>
                  </a:moveTo>
                  <a:lnTo>
                    <a:pt x="147" y="34"/>
                  </a:lnTo>
                  <a:cubicBezTo>
                    <a:pt x="147" y="34"/>
                    <a:pt x="1" y="459"/>
                    <a:pt x="187" y="459"/>
                  </a:cubicBezTo>
                  <a:cubicBezTo>
                    <a:pt x="200" y="459"/>
                    <a:pt x="215" y="457"/>
                    <a:pt x="231" y="452"/>
                  </a:cubicBezTo>
                  <a:cubicBezTo>
                    <a:pt x="482" y="352"/>
                    <a:pt x="365" y="218"/>
                    <a:pt x="1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9" name="Google Shape;6029;p15"/>
            <p:cNvSpPr/>
            <p:nvPr/>
          </p:nvSpPr>
          <p:spPr>
            <a:xfrm>
              <a:off x="2116550" y="1620300"/>
              <a:ext cx="12275" cy="11225"/>
            </a:xfrm>
            <a:custGeom>
              <a:avLst/>
              <a:gdLst/>
              <a:ahLst/>
              <a:cxnLst/>
              <a:rect l="l" t="t" r="r" b="b"/>
              <a:pathLst>
                <a:path w="491" h="449" extrusionOk="0">
                  <a:moveTo>
                    <a:pt x="190" y="0"/>
                  </a:moveTo>
                  <a:lnTo>
                    <a:pt x="139" y="17"/>
                  </a:lnTo>
                  <a:cubicBezTo>
                    <a:pt x="139" y="17"/>
                    <a:pt x="0" y="449"/>
                    <a:pt x="191" y="449"/>
                  </a:cubicBezTo>
                  <a:cubicBezTo>
                    <a:pt x="210" y="449"/>
                    <a:pt x="231" y="445"/>
                    <a:pt x="257" y="436"/>
                  </a:cubicBezTo>
                  <a:cubicBezTo>
                    <a:pt x="491" y="352"/>
                    <a:pt x="357" y="201"/>
                    <a:pt x="1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0" name="Google Shape;6030;p15"/>
            <p:cNvSpPr/>
            <p:nvPr/>
          </p:nvSpPr>
          <p:spPr>
            <a:xfrm>
              <a:off x="2134250" y="1614025"/>
              <a:ext cx="11750" cy="8525"/>
            </a:xfrm>
            <a:custGeom>
              <a:avLst/>
              <a:gdLst/>
              <a:ahLst/>
              <a:cxnLst/>
              <a:rect l="l" t="t" r="r" b="b"/>
              <a:pathLst>
                <a:path w="470" h="341" extrusionOk="0">
                  <a:moveTo>
                    <a:pt x="17" y="0"/>
                  </a:moveTo>
                  <a:lnTo>
                    <a:pt x="0" y="34"/>
                  </a:lnTo>
                  <a:cubicBezTo>
                    <a:pt x="0" y="34"/>
                    <a:pt x="53" y="340"/>
                    <a:pt x="167" y="340"/>
                  </a:cubicBezTo>
                  <a:cubicBezTo>
                    <a:pt x="197" y="340"/>
                    <a:pt x="230" y="320"/>
                    <a:pt x="268" y="268"/>
                  </a:cubicBezTo>
                  <a:cubicBezTo>
                    <a:pt x="469" y="0"/>
                    <a:pt x="268" y="0"/>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1" name="Google Shape;6031;p15"/>
            <p:cNvSpPr/>
            <p:nvPr/>
          </p:nvSpPr>
          <p:spPr>
            <a:xfrm>
              <a:off x="2063100" y="1600800"/>
              <a:ext cx="7975" cy="7800"/>
            </a:xfrm>
            <a:custGeom>
              <a:avLst/>
              <a:gdLst/>
              <a:ahLst/>
              <a:cxnLst/>
              <a:rect l="l" t="t" r="r" b="b"/>
              <a:pathLst>
                <a:path w="319" h="312" extrusionOk="0">
                  <a:moveTo>
                    <a:pt x="203" y="1"/>
                  </a:moveTo>
                  <a:cubicBezTo>
                    <a:pt x="180" y="1"/>
                    <a:pt x="152" y="14"/>
                    <a:pt x="118" y="44"/>
                  </a:cubicBezTo>
                  <a:cubicBezTo>
                    <a:pt x="1" y="144"/>
                    <a:pt x="302" y="312"/>
                    <a:pt x="302" y="312"/>
                  </a:cubicBezTo>
                  <a:lnTo>
                    <a:pt x="319" y="312"/>
                  </a:lnTo>
                  <a:cubicBezTo>
                    <a:pt x="306" y="156"/>
                    <a:pt x="283" y="1"/>
                    <a:pt x="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2" name="Google Shape;6032;p15"/>
            <p:cNvSpPr/>
            <p:nvPr/>
          </p:nvSpPr>
          <p:spPr>
            <a:xfrm>
              <a:off x="2071900" y="1595525"/>
              <a:ext cx="9475" cy="8475"/>
            </a:xfrm>
            <a:custGeom>
              <a:avLst/>
              <a:gdLst/>
              <a:ahLst/>
              <a:cxnLst/>
              <a:rect l="l" t="t" r="r" b="b"/>
              <a:pathLst>
                <a:path w="379" h="339" extrusionOk="0">
                  <a:moveTo>
                    <a:pt x="278" y="0"/>
                  </a:moveTo>
                  <a:cubicBezTo>
                    <a:pt x="258" y="0"/>
                    <a:pt x="232" y="7"/>
                    <a:pt x="201" y="21"/>
                  </a:cubicBezTo>
                  <a:cubicBezTo>
                    <a:pt x="0" y="88"/>
                    <a:pt x="302" y="339"/>
                    <a:pt x="302" y="339"/>
                  </a:cubicBezTo>
                  <a:lnTo>
                    <a:pt x="318" y="339"/>
                  </a:lnTo>
                  <a:cubicBezTo>
                    <a:pt x="360" y="158"/>
                    <a:pt x="379" y="0"/>
                    <a:pt x="2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3" name="Google Shape;6033;p15"/>
            <p:cNvSpPr/>
            <p:nvPr/>
          </p:nvSpPr>
          <p:spPr>
            <a:xfrm>
              <a:off x="2085700" y="1587875"/>
              <a:ext cx="10975" cy="9425"/>
            </a:xfrm>
            <a:custGeom>
              <a:avLst/>
              <a:gdLst/>
              <a:ahLst/>
              <a:cxnLst/>
              <a:rect l="l" t="t" r="r" b="b"/>
              <a:pathLst>
                <a:path w="439" h="377" extrusionOk="0">
                  <a:moveTo>
                    <a:pt x="298" y="0"/>
                  </a:moveTo>
                  <a:cubicBezTo>
                    <a:pt x="280" y="0"/>
                    <a:pt x="260" y="3"/>
                    <a:pt x="235" y="9"/>
                  </a:cubicBezTo>
                  <a:cubicBezTo>
                    <a:pt x="1" y="92"/>
                    <a:pt x="319" y="377"/>
                    <a:pt x="319" y="377"/>
                  </a:cubicBezTo>
                  <a:lnTo>
                    <a:pt x="352" y="377"/>
                  </a:lnTo>
                  <a:cubicBezTo>
                    <a:pt x="382" y="169"/>
                    <a:pt x="438"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4" name="Google Shape;6034;p15"/>
            <p:cNvSpPr/>
            <p:nvPr/>
          </p:nvSpPr>
          <p:spPr>
            <a:xfrm>
              <a:off x="2104650" y="1585700"/>
              <a:ext cx="12875" cy="8675"/>
            </a:xfrm>
            <a:custGeom>
              <a:avLst/>
              <a:gdLst/>
              <a:ahLst/>
              <a:cxnLst/>
              <a:rect l="l" t="t" r="r" b="b"/>
              <a:pathLst>
                <a:path w="515" h="347" extrusionOk="0">
                  <a:moveTo>
                    <a:pt x="181" y="0"/>
                  </a:moveTo>
                  <a:cubicBezTo>
                    <a:pt x="0" y="0"/>
                    <a:pt x="96" y="330"/>
                    <a:pt x="96" y="330"/>
                  </a:cubicBezTo>
                  <a:lnTo>
                    <a:pt x="130" y="347"/>
                  </a:lnTo>
                  <a:cubicBezTo>
                    <a:pt x="348" y="213"/>
                    <a:pt x="515" y="96"/>
                    <a:pt x="247" y="12"/>
                  </a:cubicBezTo>
                  <a:cubicBezTo>
                    <a:pt x="222" y="4"/>
                    <a:pt x="200" y="0"/>
                    <a:pt x="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5" name="Google Shape;6035;p15"/>
            <p:cNvSpPr/>
            <p:nvPr/>
          </p:nvSpPr>
          <p:spPr>
            <a:xfrm>
              <a:off x="1689000" y="1570900"/>
              <a:ext cx="129750" cy="71950"/>
            </a:xfrm>
            <a:custGeom>
              <a:avLst/>
              <a:gdLst/>
              <a:ahLst/>
              <a:cxnLst/>
              <a:rect l="l" t="t" r="r" b="b"/>
              <a:pathLst>
                <a:path w="5190" h="2878" extrusionOk="0">
                  <a:moveTo>
                    <a:pt x="2722" y="1"/>
                  </a:moveTo>
                  <a:cubicBezTo>
                    <a:pt x="2702" y="1"/>
                    <a:pt x="2682" y="1"/>
                    <a:pt x="2662" y="1"/>
                  </a:cubicBezTo>
                  <a:cubicBezTo>
                    <a:pt x="1256" y="18"/>
                    <a:pt x="1" y="755"/>
                    <a:pt x="118" y="1658"/>
                  </a:cubicBezTo>
                  <a:cubicBezTo>
                    <a:pt x="211" y="2415"/>
                    <a:pt x="1209" y="2877"/>
                    <a:pt x="2353" y="2877"/>
                  </a:cubicBezTo>
                  <a:cubicBezTo>
                    <a:pt x="2652" y="2877"/>
                    <a:pt x="2960" y="2846"/>
                    <a:pt x="3265" y="2780"/>
                  </a:cubicBezTo>
                  <a:cubicBezTo>
                    <a:pt x="4503" y="2512"/>
                    <a:pt x="5190" y="1759"/>
                    <a:pt x="5005" y="1089"/>
                  </a:cubicBezTo>
                  <a:cubicBezTo>
                    <a:pt x="4824" y="480"/>
                    <a:pt x="3883" y="1"/>
                    <a:pt x="27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6" name="Google Shape;6036;p15"/>
            <p:cNvSpPr/>
            <p:nvPr/>
          </p:nvSpPr>
          <p:spPr>
            <a:xfrm>
              <a:off x="1726250" y="1590400"/>
              <a:ext cx="84125" cy="42675"/>
            </a:xfrm>
            <a:custGeom>
              <a:avLst/>
              <a:gdLst/>
              <a:ahLst/>
              <a:cxnLst/>
              <a:rect l="l" t="t" r="r" b="b"/>
              <a:pathLst>
                <a:path w="3365" h="1707" extrusionOk="0">
                  <a:moveTo>
                    <a:pt x="2883" y="1"/>
                  </a:moveTo>
                  <a:cubicBezTo>
                    <a:pt x="2638" y="1"/>
                    <a:pt x="2323" y="330"/>
                    <a:pt x="1775" y="611"/>
                  </a:cubicBezTo>
                  <a:cubicBezTo>
                    <a:pt x="971" y="996"/>
                    <a:pt x="0" y="1113"/>
                    <a:pt x="385" y="1481"/>
                  </a:cubicBezTo>
                  <a:cubicBezTo>
                    <a:pt x="539" y="1635"/>
                    <a:pt x="801" y="1707"/>
                    <a:pt x="1108" y="1707"/>
                  </a:cubicBezTo>
                  <a:cubicBezTo>
                    <a:pt x="1535" y="1707"/>
                    <a:pt x="2049" y="1567"/>
                    <a:pt x="2478" y="1314"/>
                  </a:cubicBezTo>
                  <a:cubicBezTo>
                    <a:pt x="3147" y="912"/>
                    <a:pt x="3365" y="393"/>
                    <a:pt x="3097" y="108"/>
                  </a:cubicBezTo>
                  <a:cubicBezTo>
                    <a:pt x="3029" y="33"/>
                    <a:pt x="2960" y="1"/>
                    <a:pt x="288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7" name="Google Shape;6037;p15"/>
            <p:cNvSpPr/>
            <p:nvPr/>
          </p:nvSpPr>
          <p:spPr>
            <a:xfrm>
              <a:off x="1699050" y="1578800"/>
              <a:ext cx="87900" cy="37950"/>
            </a:xfrm>
            <a:custGeom>
              <a:avLst/>
              <a:gdLst/>
              <a:ahLst/>
              <a:cxnLst/>
              <a:rect l="l" t="t" r="r" b="b"/>
              <a:pathLst>
                <a:path w="3516" h="1518" extrusionOk="0">
                  <a:moveTo>
                    <a:pt x="2492" y="1"/>
                  </a:moveTo>
                  <a:cubicBezTo>
                    <a:pt x="2015" y="1"/>
                    <a:pt x="1430" y="131"/>
                    <a:pt x="938" y="372"/>
                  </a:cubicBezTo>
                  <a:cubicBezTo>
                    <a:pt x="151" y="790"/>
                    <a:pt x="0" y="1326"/>
                    <a:pt x="670" y="1476"/>
                  </a:cubicBezTo>
                  <a:cubicBezTo>
                    <a:pt x="768" y="1505"/>
                    <a:pt x="855" y="1518"/>
                    <a:pt x="935" y="1518"/>
                  </a:cubicBezTo>
                  <a:cubicBezTo>
                    <a:pt x="1374" y="1518"/>
                    <a:pt x="1593" y="1127"/>
                    <a:pt x="2160" y="773"/>
                  </a:cubicBezTo>
                  <a:cubicBezTo>
                    <a:pt x="2762" y="422"/>
                    <a:pt x="3515" y="254"/>
                    <a:pt x="3064" y="87"/>
                  </a:cubicBezTo>
                  <a:cubicBezTo>
                    <a:pt x="2910" y="29"/>
                    <a:pt x="2712" y="1"/>
                    <a:pt x="2492"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8" name="Google Shape;6038;p15"/>
            <p:cNvSpPr/>
            <p:nvPr/>
          </p:nvSpPr>
          <p:spPr>
            <a:xfrm>
              <a:off x="1755350" y="1617375"/>
              <a:ext cx="10675" cy="9825"/>
            </a:xfrm>
            <a:custGeom>
              <a:avLst/>
              <a:gdLst/>
              <a:ahLst/>
              <a:cxnLst/>
              <a:rect l="l" t="t" r="r" b="b"/>
              <a:pathLst>
                <a:path w="427" h="393" extrusionOk="0">
                  <a:moveTo>
                    <a:pt x="75" y="0"/>
                  </a:moveTo>
                  <a:lnTo>
                    <a:pt x="58" y="34"/>
                  </a:lnTo>
                  <a:cubicBezTo>
                    <a:pt x="58" y="34"/>
                    <a:pt x="1" y="393"/>
                    <a:pt x="152" y="393"/>
                  </a:cubicBezTo>
                  <a:cubicBezTo>
                    <a:pt x="164" y="393"/>
                    <a:pt x="177" y="390"/>
                    <a:pt x="192" y="385"/>
                  </a:cubicBezTo>
                  <a:cubicBezTo>
                    <a:pt x="427" y="318"/>
                    <a:pt x="259" y="184"/>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9" name="Google Shape;6039;p15"/>
            <p:cNvSpPr/>
            <p:nvPr/>
          </p:nvSpPr>
          <p:spPr>
            <a:xfrm>
              <a:off x="1768100" y="1614025"/>
              <a:ext cx="10050" cy="8775"/>
            </a:xfrm>
            <a:custGeom>
              <a:avLst/>
              <a:gdLst/>
              <a:ahLst/>
              <a:cxnLst/>
              <a:rect l="l" t="t" r="r" b="b"/>
              <a:pathLst>
                <a:path w="402" h="351" extrusionOk="0">
                  <a:moveTo>
                    <a:pt x="17" y="0"/>
                  </a:moveTo>
                  <a:lnTo>
                    <a:pt x="0" y="17"/>
                  </a:lnTo>
                  <a:cubicBezTo>
                    <a:pt x="0" y="17"/>
                    <a:pt x="14" y="351"/>
                    <a:pt x="159" y="351"/>
                  </a:cubicBezTo>
                  <a:cubicBezTo>
                    <a:pt x="177" y="351"/>
                    <a:pt x="196" y="346"/>
                    <a:pt x="218" y="335"/>
                  </a:cubicBezTo>
                  <a:cubicBezTo>
                    <a:pt x="402" y="201"/>
                    <a:pt x="235" y="118"/>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0" name="Google Shape;6040;p15"/>
            <p:cNvSpPr/>
            <p:nvPr/>
          </p:nvSpPr>
          <p:spPr>
            <a:xfrm>
              <a:off x="1782325" y="1608175"/>
              <a:ext cx="9225" cy="8075"/>
            </a:xfrm>
            <a:custGeom>
              <a:avLst/>
              <a:gdLst/>
              <a:ahLst/>
              <a:cxnLst/>
              <a:rect l="l" t="t" r="r" b="b"/>
              <a:pathLst>
                <a:path w="369" h="323" extrusionOk="0">
                  <a:moveTo>
                    <a:pt x="17" y="0"/>
                  </a:moveTo>
                  <a:lnTo>
                    <a:pt x="0" y="17"/>
                  </a:lnTo>
                  <a:cubicBezTo>
                    <a:pt x="0" y="17"/>
                    <a:pt x="13" y="323"/>
                    <a:pt x="139" y="323"/>
                  </a:cubicBezTo>
                  <a:cubicBezTo>
                    <a:pt x="157" y="323"/>
                    <a:pt x="178" y="316"/>
                    <a:pt x="201" y="301"/>
                  </a:cubicBezTo>
                  <a:cubicBezTo>
                    <a:pt x="369" y="201"/>
                    <a:pt x="201" y="117"/>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1" name="Google Shape;6041;p15"/>
            <p:cNvSpPr/>
            <p:nvPr/>
          </p:nvSpPr>
          <p:spPr>
            <a:xfrm>
              <a:off x="1791100" y="1600300"/>
              <a:ext cx="7425" cy="6025"/>
            </a:xfrm>
            <a:custGeom>
              <a:avLst/>
              <a:gdLst/>
              <a:ahLst/>
              <a:cxnLst/>
              <a:rect l="l" t="t" r="r" b="b"/>
              <a:pathLst>
                <a:path w="297" h="241" extrusionOk="0">
                  <a:moveTo>
                    <a:pt x="163" y="1"/>
                  </a:moveTo>
                  <a:cubicBezTo>
                    <a:pt x="118" y="1"/>
                    <a:pt x="62" y="8"/>
                    <a:pt x="1" y="14"/>
                  </a:cubicBezTo>
                  <a:lnTo>
                    <a:pt x="1" y="64"/>
                  </a:lnTo>
                  <a:cubicBezTo>
                    <a:pt x="1" y="64"/>
                    <a:pt x="122" y="241"/>
                    <a:pt x="197" y="241"/>
                  </a:cubicBezTo>
                  <a:cubicBezTo>
                    <a:pt x="223" y="241"/>
                    <a:pt x="243" y="220"/>
                    <a:pt x="252" y="164"/>
                  </a:cubicBezTo>
                  <a:cubicBezTo>
                    <a:pt x="297" y="30"/>
                    <a:pt x="252" y="1"/>
                    <a:pt x="1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2" name="Google Shape;6042;p15"/>
            <p:cNvSpPr/>
            <p:nvPr/>
          </p:nvSpPr>
          <p:spPr>
            <a:xfrm>
              <a:off x="1720400" y="1601700"/>
              <a:ext cx="11300" cy="6500"/>
            </a:xfrm>
            <a:custGeom>
              <a:avLst/>
              <a:gdLst/>
              <a:ahLst/>
              <a:cxnLst/>
              <a:rect l="l" t="t" r="r" b="b"/>
              <a:pathLst>
                <a:path w="452" h="260" extrusionOk="0">
                  <a:moveTo>
                    <a:pt x="192" y="0"/>
                  </a:moveTo>
                  <a:cubicBezTo>
                    <a:pt x="166" y="0"/>
                    <a:pt x="142" y="13"/>
                    <a:pt x="117" y="41"/>
                  </a:cubicBezTo>
                  <a:cubicBezTo>
                    <a:pt x="0" y="142"/>
                    <a:pt x="418" y="259"/>
                    <a:pt x="418" y="259"/>
                  </a:cubicBezTo>
                  <a:lnTo>
                    <a:pt x="452" y="259"/>
                  </a:lnTo>
                  <a:cubicBezTo>
                    <a:pt x="351" y="120"/>
                    <a:pt x="269" y="0"/>
                    <a:pt x="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3" name="Google Shape;6043;p15"/>
            <p:cNvSpPr/>
            <p:nvPr/>
          </p:nvSpPr>
          <p:spPr>
            <a:xfrm>
              <a:off x="1727500" y="1595275"/>
              <a:ext cx="11750" cy="7050"/>
            </a:xfrm>
            <a:custGeom>
              <a:avLst/>
              <a:gdLst/>
              <a:ahLst/>
              <a:cxnLst/>
              <a:rect l="l" t="t" r="r" b="b"/>
              <a:pathLst>
                <a:path w="470" h="282" extrusionOk="0">
                  <a:moveTo>
                    <a:pt x="298" y="0"/>
                  </a:moveTo>
                  <a:cubicBezTo>
                    <a:pt x="271" y="0"/>
                    <a:pt x="240" y="10"/>
                    <a:pt x="201" y="31"/>
                  </a:cubicBezTo>
                  <a:cubicBezTo>
                    <a:pt x="1" y="98"/>
                    <a:pt x="436" y="282"/>
                    <a:pt x="436" y="282"/>
                  </a:cubicBezTo>
                  <a:lnTo>
                    <a:pt x="469" y="282"/>
                  </a:lnTo>
                  <a:cubicBezTo>
                    <a:pt x="429" y="136"/>
                    <a:pt x="400"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4" name="Google Shape;6044;p15"/>
            <p:cNvSpPr/>
            <p:nvPr/>
          </p:nvSpPr>
          <p:spPr>
            <a:xfrm>
              <a:off x="1739225" y="1586900"/>
              <a:ext cx="12150" cy="7475"/>
            </a:xfrm>
            <a:custGeom>
              <a:avLst/>
              <a:gdLst/>
              <a:ahLst/>
              <a:cxnLst/>
              <a:rect l="l" t="t" r="r" b="b"/>
              <a:pathLst>
                <a:path w="486" h="299" extrusionOk="0">
                  <a:moveTo>
                    <a:pt x="322" y="1"/>
                  </a:moveTo>
                  <a:cubicBezTo>
                    <a:pt x="294" y="1"/>
                    <a:pt x="259" y="10"/>
                    <a:pt x="218" y="31"/>
                  </a:cubicBezTo>
                  <a:cubicBezTo>
                    <a:pt x="0" y="115"/>
                    <a:pt x="452" y="299"/>
                    <a:pt x="452" y="299"/>
                  </a:cubicBezTo>
                  <a:lnTo>
                    <a:pt x="486" y="299"/>
                  </a:lnTo>
                  <a:cubicBezTo>
                    <a:pt x="459" y="139"/>
                    <a:pt x="433" y="1"/>
                    <a:pt x="3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5" name="Google Shape;6045;p15"/>
            <p:cNvSpPr/>
            <p:nvPr/>
          </p:nvSpPr>
          <p:spPr>
            <a:xfrm>
              <a:off x="1756275" y="1582825"/>
              <a:ext cx="13100" cy="7375"/>
            </a:xfrm>
            <a:custGeom>
              <a:avLst/>
              <a:gdLst/>
              <a:ahLst/>
              <a:cxnLst/>
              <a:rect l="l" t="t" r="r" b="b"/>
              <a:pathLst>
                <a:path w="524" h="295" extrusionOk="0">
                  <a:moveTo>
                    <a:pt x="174" y="1"/>
                  </a:moveTo>
                  <a:cubicBezTo>
                    <a:pt x="1" y="1"/>
                    <a:pt x="222" y="278"/>
                    <a:pt x="222" y="278"/>
                  </a:cubicBezTo>
                  <a:lnTo>
                    <a:pt x="272" y="294"/>
                  </a:lnTo>
                  <a:cubicBezTo>
                    <a:pt x="390" y="160"/>
                    <a:pt x="523" y="43"/>
                    <a:pt x="239" y="10"/>
                  </a:cubicBezTo>
                  <a:cubicBezTo>
                    <a:pt x="213" y="4"/>
                    <a:pt x="192"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6" name="Google Shape;6046;p15"/>
            <p:cNvSpPr/>
            <p:nvPr/>
          </p:nvSpPr>
          <p:spPr>
            <a:xfrm>
              <a:off x="1682725" y="1459600"/>
              <a:ext cx="41875" cy="61975"/>
            </a:xfrm>
            <a:custGeom>
              <a:avLst/>
              <a:gdLst/>
              <a:ahLst/>
              <a:cxnLst/>
              <a:rect l="l" t="t" r="r" b="b"/>
              <a:pathLst>
                <a:path w="1675" h="2479" extrusionOk="0">
                  <a:moveTo>
                    <a:pt x="536" y="1"/>
                  </a:moveTo>
                  <a:lnTo>
                    <a:pt x="151" y="34"/>
                  </a:lnTo>
                  <a:cubicBezTo>
                    <a:pt x="1" y="2026"/>
                    <a:pt x="888" y="2478"/>
                    <a:pt x="888" y="2478"/>
                  </a:cubicBezTo>
                  <a:lnTo>
                    <a:pt x="1674" y="2009"/>
                  </a:lnTo>
                  <a:cubicBezTo>
                    <a:pt x="1674" y="1993"/>
                    <a:pt x="536" y="1156"/>
                    <a:pt x="5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7" name="Google Shape;6047;p15"/>
            <p:cNvSpPr/>
            <p:nvPr/>
          </p:nvSpPr>
          <p:spPr>
            <a:xfrm>
              <a:off x="2134250" y="1484075"/>
              <a:ext cx="64050" cy="18250"/>
            </a:xfrm>
            <a:custGeom>
              <a:avLst/>
              <a:gdLst/>
              <a:ahLst/>
              <a:cxnLst/>
              <a:rect l="l" t="t" r="r" b="b"/>
              <a:pathLst>
                <a:path w="2562" h="730" extrusionOk="0">
                  <a:moveTo>
                    <a:pt x="828" y="0"/>
                  </a:moveTo>
                  <a:cubicBezTo>
                    <a:pt x="393" y="0"/>
                    <a:pt x="185" y="93"/>
                    <a:pt x="185" y="93"/>
                  </a:cubicBezTo>
                  <a:lnTo>
                    <a:pt x="0" y="729"/>
                  </a:lnTo>
                  <a:cubicBezTo>
                    <a:pt x="0" y="729"/>
                    <a:pt x="673" y="494"/>
                    <a:pt x="1459" y="494"/>
                  </a:cubicBezTo>
                  <a:cubicBezTo>
                    <a:pt x="1781" y="494"/>
                    <a:pt x="2123" y="533"/>
                    <a:pt x="2444" y="645"/>
                  </a:cubicBezTo>
                  <a:lnTo>
                    <a:pt x="2561" y="361"/>
                  </a:lnTo>
                  <a:cubicBezTo>
                    <a:pt x="1792" y="75"/>
                    <a:pt x="1219" y="0"/>
                    <a:pt x="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8" name="Google Shape;6048;p15"/>
            <p:cNvSpPr/>
            <p:nvPr/>
          </p:nvSpPr>
          <p:spPr>
            <a:xfrm>
              <a:off x="1988200" y="1342075"/>
              <a:ext cx="37700" cy="10850"/>
            </a:xfrm>
            <a:custGeom>
              <a:avLst/>
              <a:gdLst/>
              <a:ahLst/>
              <a:cxnLst/>
              <a:rect l="l" t="t" r="r" b="b"/>
              <a:pathLst>
                <a:path w="1508" h="434" extrusionOk="0">
                  <a:moveTo>
                    <a:pt x="471" y="0"/>
                  </a:moveTo>
                  <a:cubicBezTo>
                    <a:pt x="232" y="0"/>
                    <a:pt x="118" y="49"/>
                    <a:pt x="118" y="49"/>
                  </a:cubicBezTo>
                  <a:lnTo>
                    <a:pt x="1" y="434"/>
                  </a:lnTo>
                  <a:cubicBezTo>
                    <a:pt x="1" y="434"/>
                    <a:pt x="384" y="283"/>
                    <a:pt x="851" y="283"/>
                  </a:cubicBezTo>
                  <a:cubicBezTo>
                    <a:pt x="1046" y="283"/>
                    <a:pt x="1255" y="309"/>
                    <a:pt x="1457" y="383"/>
                  </a:cubicBezTo>
                  <a:lnTo>
                    <a:pt x="1507" y="216"/>
                  </a:lnTo>
                  <a:cubicBezTo>
                    <a:pt x="1041" y="44"/>
                    <a:pt x="699" y="0"/>
                    <a:pt x="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9" name="Google Shape;6049;p15"/>
            <p:cNvSpPr/>
            <p:nvPr/>
          </p:nvSpPr>
          <p:spPr>
            <a:xfrm>
              <a:off x="2180700" y="1351225"/>
              <a:ext cx="27225" cy="20525"/>
            </a:xfrm>
            <a:custGeom>
              <a:avLst/>
              <a:gdLst/>
              <a:ahLst/>
              <a:cxnLst/>
              <a:rect l="l" t="t" r="r" b="b"/>
              <a:pathLst>
                <a:path w="1089" h="821" extrusionOk="0">
                  <a:moveTo>
                    <a:pt x="335" y="1"/>
                  </a:moveTo>
                  <a:lnTo>
                    <a:pt x="0" y="17"/>
                  </a:lnTo>
                  <a:cubicBezTo>
                    <a:pt x="34" y="17"/>
                    <a:pt x="670" y="402"/>
                    <a:pt x="787" y="821"/>
                  </a:cubicBezTo>
                  <a:lnTo>
                    <a:pt x="1088" y="804"/>
                  </a:lnTo>
                  <a:cubicBezTo>
                    <a:pt x="971" y="168"/>
                    <a:pt x="335" y="1"/>
                    <a:pt x="3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0" name="Google Shape;6050;p15"/>
            <p:cNvSpPr/>
            <p:nvPr/>
          </p:nvSpPr>
          <p:spPr>
            <a:xfrm>
              <a:off x="2362300" y="1540800"/>
              <a:ext cx="32675" cy="20950"/>
            </a:xfrm>
            <a:custGeom>
              <a:avLst/>
              <a:gdLst/>
              <a:ahLst/>
              <a:cxnLst/>
              <a:rect l="l" t="t" r="r" b="b"/>
              <a:pathLst>
                <a:path w="1307" h="838" extrusionOk="0">
                  <a:moveTo>
                    <a:pt x="905" y="0"/>
                  </a:moveTo>
                  <a:cubicBezTo>
                    <a:pt x="905" y="0"/>
                    <a:pt x="152" y="184"/>
                    <a:pt x="1" y="804"/>
                  </a:cubicBezTo>
                  <a:lnTo>
                    <a:pt x="386" y="837"/>
                  </a:lnTo>
                  <a:cubicBezTo>
                    <a:pt x="486" y="419"/>
                    <a:pt x="1307" y="34"/>
                    <a:pt x="1307" y="17"/>
                  </a:cubicBezTo>
                  <a:lnTo>
                    <a:pt x="905" y="0"/>
                  </a:lnTo>
                  <a:close/>
                </a:path>
              </a:pathLst>
            </a:custGeom>
            <a:solidFill>
              <a:srgbClr val="B2AA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1" name="Google Shape;6051;p15"/>
            <p:cNvSpPr/>
            <p:nvPr/>
          </p:nvSpPr>
          <p:spPr>
            <a:xfrm>
              <a:off x="1834200" y="1671775"/>
              <a:ext cx="63225" cy="31450"/>
            </a:xfrm>
            <a:custGeom>
              <a:avLst/>
              <a:gdLst/>
              <a:ahLst/>
              <a:cxnLst/>
              <a:rect l="l" t="t" r="r" b="b"/>
              <a:pathLst>
                <a:path w="2529" h="1258" extrusionOk="0">
                  <a:moveTo>
                    <a:pt x="202" y="0"/>
                  </a:moveTo>
                  <a:lnTo>
                    <a:pt x="1" y="251"/>
                  </a:lnTo>
                  <a:cubicBezTo>
                    <a:pt x="1161" y="1194"/>
                    <a:pt x="1920" y="1257"/>
                    <a:pt x="2101" y="1257"/>
                  </a:cubicBezTo>
                  <a:cubicBezTo>
                    <a:pt x="2129" y="1257"/>
                    <a:pt x="2143" y="1256"/>
                    <a:pt x="2143" y="1256"/>
                  </a:cubicBezTo>
                  <a:lnTo>
                    <a:pt x="2528" y="703"/>
                  </a:lnTo>
                  <a:cubicBezTo>
                    <a:pt x="2528" y="687"/>
                    <a:pt x="1122" y="737"/>
                    <a:pt x="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2" name="Google Shape;6052;p15"/>
            <p:cNvSpPr/>
            <p:nvPr/>
          </p:nvSpPr>
          <p:spPr>
            <a:xfrm>
              <a:off x="2230500" y="1402750"/>
              <a:ext cx="46475" cy="29125"/>
            </a:xfrm>
            <a:custGeom>
              <a:avLst/>
              <a:gdLst/>
              <a:ahLst/>
              <a:cxnLst/>
              <a:rect l="l" t="t" r="r" b="b"/>
              <a:pathLst>
                <a:path w="1859" h="1165" extrusionOk="0">
                  <a:moveTo>
                    <a:pt x="1040" y="191"/>
                  </a:moveTo>
                  <a:cubicBezTo>
                    <a:pt x="1211" y="191"/>
                    <a:pt x="1375" y="257"/>
                    <a:pt x="1473" y="367"/>
                  </a:cubicBezTo>
                  <a:cubicBezTo>
                    <a:pt x="1590" y="534"/>
                    <a:pt x="1507" y="768"/>
                    <a:pt x="1272" y="869"/>
                  </a:cubicBezTo>
                  <a:cubicBezTo>
                    <a:pt x="1185" y="904"/>
                    <a:pt x="1094" y="920"/>
                    <a:pt x="1006" y="920"/>
                  </a:cubicBezTo>
                  <a:cubicBezTo>
                    <a:pt x="840" y="920"/>
                    <a:pt x="685" y="861"/>
                    <a:pt x="586" y="752"/>
                  </a:cubicBezTo>
                  <a:cubicBezTo>
                    <a:pt x="436" y="584"/>
                    <a:pt x="519" y="350"/>
                    <a:pt x="770" y="249"/>
                  </a:cubicBezTo>
                  <a:cubicBezTo>
                    <a:pt x="857" y="209"/>
                    <a:pt x="950" y="191"/>
                    <a:pt x="1040" y="191"/>
                  </a:cubicBezTo>
                  <a:close/>
                  <a:moveTo>
                    <a:pt x="940" y="0"/>
                  </a:moveTo>
                  <a:cubicBezTo>
                    <a:pt x="798" y="0"/>
                    <a:pt x="653" y="26"/>
                    <a:pt x="519" y="82"/>
                  </a:cubicBezTo>
                  <a:cubicBezTo>
                    <a:pt x="134" y="249"/>
                    <a:pt x="0" y="601"/>
                    <a:pt x="235" y="869"/>
                  </a:cubicBezTo>
                  <a:cubicBezTo>
                    <a:pt x="395" y="1051"/>
                    <a:pt x="663" y="1164"/>
                    <a:pt x="946" y="1164"/>
                  </a:cubicBezTo>
                  <a:cubicBezTo>
                    <a:pt x="1077" y="1164"/>
                    <a:pt x="1212" y="1140"/>
                    <a:pt x="1339" y="1086"/>
                  </a:cubicBezTo>
                  <a:cubicBezTo>
                    <a:pt x="1741" y="919"/>
                    <a:pt x="1858" y="551"/>
                    <a:pt x="1641" y="283"/>
                  </a:cubicBezTo>
                  <a:cubicBezTo>
                    <a:pt x="1496" y="104"/>
                    <a:pt x="1224" y="0"/>
                    <a:pt x="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3" name="Google Shape;6053;p15"/>
            <p:cNvSpPr/>
            <p:nvPr/>
          </p:nvSpPr>
          <p:spPr>
            <a:xfrm>
              <a:off x="2255600" y="1583300"/>
              <a:ext cx="46475" cy="29000"/>
            </a:xfrm>
            <a:custGeom>
              <a:avLst/>
              <a:gdLst/>
              <a:ahLst/>
              <a:cxnLst/>
              <a:rect l="l" t="t" r="r" b="b"/>
              <a:pathLst>
                <a:path w="1859" h="1160" extrusionOk="0">
                  <a:moveTo>
                    <a:pt x="1024" y="190"/>
                  </a:moveTo>
                  <a:cubicBezTo>
                    <a:pt x="1194" y="190"/>
                    <a:pt x="1353" y="250"/>
                    <a:pt x="1440" y="359"/>
                  </a:cubicBezTo>
                  <a:cubicBezTo>
                    <a:pt x="1591" y="526"/>
                    <a:pt x="1507" y="761"/>
                    <a:pt x="1256" y="861"/>
                  </a:cubicBezTo>
                  <a:cubicBezTo>
                    <a:pt x="1169" y="902"/>
                    <a:pt x="1079" y="920"/>
                    <a:pt x="991" y="920"/>
                  </a:cubicBezTo>
                  <a:cubicBezTo>
                    <a:pt x="824" y="920"/>
                    <a:pt x="668" y="854"/>
                    <a:pt x="570" y="744"/>
                  </a:cubicBezTo>
                  <a:cubicBezTo>
                    <a:pt x="419" y="577"/>
                    <a:pt x="503" y="342"/>
                    <a:pt x="754" y="242"/>
                  </a:cubicBezTo>
                  <a:cubicBezTo>
                    <a:pt x="841" y="207"/>
                    <a:pt x="934" y="190"/>
                    <a:pt x="1024" y="190"/>
                  </a:cubicBezTo>
                  <a:close/>
                  <a:moveTo>
                    <a:pt x="929" y="0"/>
                  </a:moveTo>
                  <a:cubicBezTo>
                    <a:pt x="789" y="0"/>
                    <a:pt x="648" y="24"/>
                    <a:pt x="520" y="74"/>
                  </a:cubicBezTo>
                  <a:cubicBezTo>
                    <a:pt x="135" y="242"/>
                    <a:pt x="1" y="593"/>
                    <a:pt x="235" y="861"/>
                  </a:cubicBezTo>
                  <a:cubicBezTo>
                    <a:pt x="392" y="1052"/>
                    <a:pt x="655" y="1160"/>
                    <a:pt x="932" y="1160"/>
                  </a:cubicBezTo>
                  <a:cubicBezTo>
                    <a:pt x="1068" y="1160"/>
                    <a:pt x="1207" y="1134"/>
                    <a:pt x="1340" y="1079"/>
                  </a:cubicBezTo>
                  <a:cubicBezTo>
                    <a:pt x="1741" y="911"/>
                    <a:pt x="1859" y="560"/>
                    <a:pt x="1641" y="275"/>
                  </a:cubicBezTo>
                  <a:cubicBezTo>
                    <a:pt x="1485" y="97"/>
                    <a:pt x="1210"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4" name="Google Shape;6054;p15"/>
            <p:cNvSpPr/>
            <p:nvPr/>
          </p:nvSpPr>
          <p:spPr>
            <a:xfrm>
              <a:off x="1904100" y="1625425"/>
              <a:ext cx="46050" cy="28350"/>
            </a:xfrm>
            <a:custGeom>
              <a:avLst/>
              <a:gdLst/>
              <a:ahLst/>
              <a:cxnLst/>
              <a:rect l="l" t="t" r="r" b="b"/>
              <a:pathLst>
                <a:path w="1842" h="1134" extrusionOk="0">
                  <a:moveTo>
                    <a:pt x="1116" y="167"/>
                  </a:moveTo>
                  <a:cubicBezTo>
                    <a:pt x="1257" y="167"/>
                    <a:pt x="1388" y="210"/>
                    <a:pt x="1456" y="298"/>
                  </a:cubicBezTo>
                  <a:cubicBezTo>
                    <a:pt x="1590" y="432"/>
                    <a:pt x="1523" y="649"/>
                    <a:pt x="1306" y="766"/>
                  </a:cubicBezTo>
                  <a:cubicBezTo>
                    <a:pt x="1203" y="825"/>
                    <a:pt x="1081" y="852"/>
                    <a:pt x="965" y="852"/>
                  </a:cubicBezTo>
                  <a:cubicBezTo>
                    <a:pt x="817" y="852"/>
                    <a:pt x="678" y="808"/>
                    <a:pt x="603" y="733"/>
                  </a:cubicBezTo>
                  <a:cubicBezTo>
                    <a:pt x="486" y="565"/>
                    <a:pt x="569" y="348"/>
                    <a:pt x="820" y="231"/>
                  </a:cubicBezTo>
                  <a:cubicBezTo>
                    <a:pt x="911" y="189"/>
                    <a:pt x="1016" y="167"/>
                    <a:pt x="1116" y="167"/>
                  </a:cubicBezTo>
                  <a:close/>
                  <a:moveTo>
                    <a:pt x="1035" y="1"/>
                  </a:moveTo>
                  <a:cubicBezTo>
                    <a:pt x="883" y="1"/>
                    <a:pt x="725" y="30"/>
                    <a:pt x="586" y="97"/>
                  </a:cubicBezTo>
                  <a:cubicBezTo>
                    <a:pt x="184" y="281"/>
                    <a:pt x="0" y="649"/>
                    <a:pt x="235" y="917"/>
                  </a:cubicBezTo>
                  <a:cubicBezTo>
                    <a:pt x="362" y="1062"/>
                    <a:pt x="573" y="1134"/>
                    <a:pt x="804" y="1134"/>
                  </a:cubicBezTo>
                  <a:cubicBezTo>
                    <a:pt x="998" y="1134"/>
                    <a:pt x="1206" y="1083"/>
                    <a:pt x="1390" y="984"/>
                  </a:cubicBezTo>
                  <a:cubicBezTo>
                    <a:pt x="1741" y="766"/>
                    <a:pt x="1841" y="415"/>
                    <a:pt x="1607" y="180"/>
                  </a:cubicBezTo>
                  <a:cubicBezTo>
                    <a:pt x="1486" y="69"/>
                    <a:pt x="1267" y="1"/>
                    <a:pt x="10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5" name="Google Shape;6055;p15"/>
            <p:cNvSpPr/>
            <p:nvPr/>
          </p:nvSpPr>
          <p:spPr>
            <a:xfrm>
              <a:off x="1715775" y="1454800"/>
              <a:ext cx="36850" cy="26625"/>
            </a:xfrm>
            <a:custGeom>
              <a:avLst/>
              <a:gdLst/>
              <a:ahLst/>
              <a:cxnLst/>
              <a:rect l="l" t="t" r="r" b="b"/>
              <a:pathLst>
                <a:path w="1474" h="1065" extrusionOk="0">
                  <a:moveTo>
                    <a:pt x="622" y="100"/>
                  </a:moveTo>
                  <a:cubicBezTo>
                    <a:pt x="769" y="100"/>
                    <a:pt x="919" y="166"/>
                    <a:pt x="1005" y="277"/>
                  </a:cubicBezTo>
                  <a:cubicBezTo>
                    <a:pt x="1139" y="444"/>
                    <a:pt x="1089" y="628"/>
                    <a:pt x="905" y="712"/>
                  </a:cubicBezTo>
                  <a:cubicBezTo>
                    <a:pt x="855" y="734"/>
                    <a:pt x="801" y="745"/>
                    <a:pt x="746" y="745"/>
                  </a:cubicBezTo>
                  <a:cubicBezTo>
                    <a:pt x="595" y="745"/>
                    <a:pt x="434" y="667"/>
                    <a:pt x="336" y="544"/>
                  </a:cubicBezTo>
                  <a:cubicBezTo>
                    <a:pt x="235" y="394"/>
                    <a:pt x="302" y="210"/>
                    <a:pt x="470" y="126"/>
                  </a:cubicBezTo>
                  <a:cubicBezTo>
                    <a:pt x="518" y="108"/>
                    <a:pt x="570" y="100"/>
                    <a:pt x="622" y="100"/>
                  </a:cubicBezTo>
                  <a:close/>
                  <a:moveTo>
                    <a:pt x="652" y="1"/>
                  </a:moveTo>
                  <a:cubicBezTo>
                    <a:pt x="566" y="1"/>
                    <a:pt x="481" y="14"/>
                    <a:pt x="403" y="42"/>
                  </a:cubicBezTo>
                  <a:cubicBezTo>
                    <a:pt x="101" y="143"/>
                    <a:pt x="1" y="444"/>
                    <a:pt x="168" y="712"/>
                  </a:cubicBezTo>
                  <a:cubicBezTo>
                    <a:pt x="304" y="934"/>
                    <a:pt x="567" y="1065"/>
                    <a:pt x="830" y="1065"/>
                  </a:cubicBezTo>
                  <a:cubicBezTo>
                    <a:pt x="924" y="1065"/>
                    <a:pt x="1018" y="1048"/>
                    <a:pt x="1106" y="1013"/>
                  </a:cubicBezTo>
                  <a:cubicBezTo>
                    <a:pt x="1424" y="862"/>
                    <a:pt x="1474" y="528"/>
                    <a:pt x="1256" y="277"/>
                  </a:cubicBezTo>
                  <a:cubicBezTo>
                    <a:pt x="1111" y="95"/>
                    <a:pt x="878"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6" name="Google Shape;6056;p15"/>
            <p:cNvSpPr/>
            <p:nvPr/>
          </p:nvSpPr>
          <p:spPr>
            <a:xfrm>
              <a:off x="1952225" y="1364175"/>
              <a:ext cx="44375" cy="25450"/>
            </a:xfrm>
            <a:custGeom>
              <a:avLst/>
              <a:gdLst/>
              <a:ahLst/>
              <a:cxnLst/>
              <a:rect l="l" t="t" r="r" b="b"/>
              <a:pathLst>
                <a:path w="1775" h="1018" extrusionOk="0">
                  <a:moveTo>
                    <a:pt x="726" y="113"/>
                  </a:moveTo>
                  <a:cubicBezTo>
                    <a:pt x="921" y="113"/>
                    <a:pt x="1169" y="222"/>
                    <a:pt x="1272" y="370"/>
                  </a:cubicBezTo>
                  <a:cubicBezTo>
                    <a:pt x="1406" y="554"/>
                    <a:pt x="1339" y="721"/>
                    <a:pt x="1088" y="738"/>
                  </a:cubicBezTo>
                  <a:cubicBezTo>
                    <a:pt x="1052" y="745"/>
                    <a:pt x="1015" y="749"/>
                    <a:pt x="977" y="749"/>
                  </a:cubicBezTo>
                  <a:cubicBezTo>
                    <a:pt x="754" y="749"/>
                    <a:pt x="519" y="628"/>
                    <a:pt x="419" y="470"/>
                  </a:cubicBezTo>
                  <a:cubicBezTo>
                    <a:pt x="301" y="303"/>
                    <a:pt x="402" y="152"/>
                    <a:pt x="653" y="119"/>
                  </a:cubicBezTo>
                  <a:cubicBezTo>
                    <a:pt x="676" y="115"/>
                    <a:pt x="701" y="113"/>
                    <a:pt x="726" y="113"/>
                  </a:cubicBezTo>
                  <a:close/>
                  <a:moveTo>
                    <a:pt x="573" y="0"/>
                  </a:moveTo>
                  <a:cubicBezTo>
                    <a:pt x="555" y="0"/>
                    <a:pt x="537" y="1"/>
                    <a:pt x="519" y="1"/>
                  </a:cubicBezTo>
                  <a:cubicBezTo>
                    <a:pt x="168" y="52"/>
                    <a:pt x="0" y="286"/>
                    <a:pt x="168" y="554"/>
                  </a:cubicBezTo>
                  <a:cubicBezTo>
                    <a:pt x="330" y="805"/>
                    <a:pt x="741" y="1017"/>
                    <a:pt x="1123" y="1017"/>
                  </a:cubicBezTo>
                  <a:cubicBezTo>
                    <a:pt x="1173" y="1017"/>
                    <a:pt x="1223" y="1014"/>
                    <a:pt x="1272" y="1006"/>
                  </a:cubicBezTo>
                  <a:cubicBezTo>
                    <a:pt x="1674" y="972"/>
                    <a:pt x="1774" y="671"/>
                    <a:pt x="1557" y="403"/>
                  </a:cubicBezTo>
                  <a:cubicBezTo>
                    <a:pt x="1349" y="164"/>
                    <a:pt x="944" y="0"/>
                    <a:pt x="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7" name="Google Shape;6057;p15"/>
            <p:cNvSpPr/>
            <p:nvPr/>
          </p:nvSpPr>
          <p:spPr>
            <a:xfrm>
              <a:off x="1782325" y="1477100"/>
              <a:ext cx="98775" cy="60375"/>
            </a:xfrm>
            <a:custGeom>
              <a:avLst/>
              <a:gdLst/>
              <a:ahLst/>
              <a:cxnLst/>
              <a:rect l="l" t="t" r="r" b="b"/>
              <a:pathLst>
                <a:path w="3951" h="2415" extrusionOk="0">
                  <a:moveTo>
                    <a:pt x="1951" y="152"/>
                  </a:moveTo>
                  <a:cubicBezTo>
                    <a:pt x="1993" y="152"/>
                    <a:pt x="2034" y="153"/>
                    <a:pt x="2076" y="155"/>
                  </a:cubicBezTo>
                  <a:cubicBezTo>
                    <a:pt x="2294" y="171"/>
                    <a:pt x="2528" y="221"/>
                    <a:pt x="2712" y="288"/>
                  </a:cubicBezTo>
                  <a:cubicBezTo>
                    <a:pt x="2494" y="221"/>
                    <a:pt x="2243" y="205"/>
                    <a:pt x="1959" y="205"/>
                  </a:cubicBezTo>
                  <a:cubicBezTo>
                    <a:pt x="1524" y="205"/>
                    <a:pt x="1122" y="288"/>
                    <a:pt x="821" y="406"/>
                  </a:cubicBezTo>
                  <a:cubicBezTo>
                    <a:pt x="1097" y="237"/>
                    <a:pt x="1499" y="152"/>
                    <a:pt x="1951" y="152"/>
                  </a:cubicBezTo>
                  <a:close/>
                  <a:moveTo>
                    <a:pt x="2016" y="338"/>
                  </a:moveTo>
                  <a:cubicBezTo>
                    <a:pt x="2828" y="338"/>
                    <a:pt x="3501" y="684"/>
                    <a:pt x="3599" y="1142"/>
                  </a:cubicBezTo>
                  <a:lnTo>
                    <a:pt x="3599" y="1176"/>
                  </a:lnTo>
                  <a:cubicBezTo>
                    <a:pt x="3536" y="1677"/>
                    <a:pt x="2857" y="2017"/>
                    <a:pt x="2029" y="2017"/>
                  </a:cubicBezTo>
                  <a:cubicBezTo>
                    <a:pt x="1973" y="2017"/>
                    <a:pt x="1916" y="2016"/>
                    <a:pt x="1858" y="2012"/>
                  </a:cubicBezTo>
                  <a:cubicBezTo>
                    <a:pt x="1072" y="1979"/>
                    <a:pt x="436" y="1628"/>
                    <a:pt x="335" y="1176"/>
                  </a:cubicBezTo>
                  <a:cubicBezTo>
                    <a:pt x="419" y="707"/>
                    <a:pt x="1105" y="339"/>
                    <a:pt x="1959" y="339"/>
                  </a:cubicBezTo>
                  <a:cubicBezTo>
                    <a:pt x="1978" y="338"/>
                    <a:pt x="1997" y="338"/>
                    <a:pt x="2016" y="338"/>
                  </a:cubicBezTo>
                  <a:close/>
                  <a:moveTo>
                    <a:pt x="1911" y="0"/>
                  </a:moveTo>
                  <a:cubicBezTo>
                    <a:pt x="896" y="0"/>
                    <a:pt x="64" y="436"/>
                    <a:pt x="0" y="1008"/>
                  </a:cubicBezTo>
                  <a:cubicBezTo>
                    <a:pt x="0" y="1075"/>
                    <a:pt x="0" y="1159"/>
                    <a:pt x="17" y="1226"/>
                  </a:cubicBezTo>
                  <a:lnTo>
                    <a:pt x="17" y="1309"/>
                  </a:lnTo>
                  <a:cubicBezTo>
                    <a:pt x="17" y="1912"/>
                    <a:pt x="904" y="2414"/>
                    <a:pt x="1992" y="2414"/>
                  </a:cubicBezTo>
                  <a:cubicBezTo>
                    <a:pt x="3080" y="2414"/>
                    <a:pt x="3951" y="1912"/>
                    <a:pt x="3951" y="1309"/>
                  </a:cubicBezTo>
                  <a:cubicBezTo>
                    <a:pt x="3934" y="1243"/>
                    <a:pt x="3917" y="1176"/>
                    <a:pt x="3917" y="1142"/>
                  </a:cubicBezTo>
                  <a:cubicBezTo>
                    <a:pt x="3884" y="556"/>
                    <a:pt x="3097" y="71"/>
                    <a:pt x="2076" y="4"/>
                  </a:cubicBezTo>
                  <a:cubicBezTo>
                    <a:pt x="2021" y="1"/>
                    <a:pt x="1966" y="0"/>
                    <a:pt x="19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8" name="Google Shape;6058;p15"/>
            <p:cNvSpPr/>
            <p:nvPr/>
          </p:nvSpPr>
          <p:spPr>
            <a:xfrm>
              <a:off x="1781900" y="1477175"/>
              <a:ext cx="98375" cy="55700"/>
            </a:xfrm>
            <a:custGeom>
              <a:avLst/>
              <a:gdLst/>
              <a:ahLst/>
              <a:cxnLst/>
              <a:rect l="l" t="t" r="r" b="b"/>
              <a:pathLst>
                <a:path w="3935" h="2228" extrusionOk="0">
                  <a:moveTo>
                    <a:pt x="1959" y="135"/>
                  </a:moveTo>
                  <a:cubicBezTo>
                    <a:pt x="2863" y="135"/>
                    <a:pt x="3616" y="553"/>
                    <a:pt x="3616" y="1072"/>
                  </a:cubicBezTo>
                  <a:cubicBezTo>
                    <a:pt x="3616" y="1591"/>
                    <a:pt x="2880" y="2009"/>
                    <a:pt x="1959" y="2009"/>
                  </a:cubicBezTo>
                  <a:cubicBezTo>
                    <a:pt x="1055" y="2009"/>
                    <a:pt x="302" y="1591"/>
                    <a:pt x="302" y="1072"/>
                  </a:cubicBezTo>
                  <a:cubicBezTo>
                    <a:pt x="302" y="553"/>
                    <a:pt x="1038" y="135"/>
                    <a:pt x="1959" y="135"/>
                  </a:cubicBezTo>
                  <a:close/>
                  <a:moveTo>
                    <a:pt x="1959" y="1"/>
                  </a:moveTo>
                  <a:cubicBezTo>
                    <a:pt x="871" y="1"/>
                    <a:pt x="1" y="503"/>
                    <a:pt x="1" y="1122"/>
                  </a:cubicBezTo>
                  <a:cubicBezTo>
                    <a:pt x="1" y="1725"/>
                    <a:pt x="871" y="2227"/>
                    <a:pt x="1959" y="2227"/>
                  </a:cubicBezTo>
                  <a:cubicBezTo>
                    <a:pt x="3047" y="2227"/>
                    <a:pt x="3934" y="1725"/>
                    <a:pt x="3934" y="1122"/>
                  </a:cubicBezTo>
                  <a:cubicBezTo>
                    <a:pt x="3901" y="486"/>
                    <a:pt x="3030" y="1"/>
                    <a:pt x="1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9" name="Google Shape;6059;p15"/>
            <p:cNvSpPr/>
            <p:nvPr/>
          </p:nvSpPr>
          <p:spPr>
            <a:xfrm>
              <a:off x="1779800" y="1472425"/>
              <a:ext cx="100875" cy="55925"/>
            </a:xfrm>
            <a:custGeom>
              <a:avLst/>
              <a:gdLst/>
              <a:ahLst/>
              <a:cxnLst/>
              <a:rect l="l" t="t" r="r" b="b"/>
              <a:pathLst>
                <a:path w="4035" h="2237" extrusionOk="0">
                  <a:moveTo>
                    <a:pt x="1962" y="153"/>
                  </a:moveTo>
                  <a:cubicBezTo>
                    <a:pt x="2017" y="153"/>
                    <a:pt x="2071" y="154"/>
                    <a:pt x="2127" y="157"/>
                  </a:cubicBezTo>
                  <a:cubicBezTo>
                    <a:pt x="3031" y="191"/>
                    <a:pt x="3717" y="660"/>
                    <a:pt x="3667" y="1178"/>
                  </a:cubicBezTo>
                  <a:cubicBezTo>
                    <a:pt x="3635" y="1651"/>
                    <a:pt x="2951" y="2020"/>
                    <a:pt x="2104" y="2020"/>
                  </a:cubicBezTo>
                  <a:cubicBezTo>
                    <a:pt x="2051" y="2020"/>
                    <a:pt x="1997" y="2018"/>
                    <a:pt x="1943" y="2015"/>
                  </a:cubicBezTo>
                  <a:cubicBezTo>
                    <a:pt x="1039" y="1982"/>
                    <a:pt x="352" y="1513"/>
                    <a:pt x="386" y="994"/>
                  </a:cubicBezTo>
                  <a:cubicBezTo>
                    <a:pt x="449" y="507"/>
                    <a:pt x="1131" y="153"/>
                    <a:pt x="1962" y="153"/>
                  </a:cubicBezTo>
                  <a:close/>
                  <a:moveTo>
                    <a:pt x="1920" y="0"/>
                  </a:moveTo>
                  <a:cubicBezTo>
                    <a:pt x="924" y="0"/>
                    <a:pt x="114" y="447"/>
                    <a:pt x="51" y="1011"/>
                  </a:cubicBezTo>
                  <a:cubicBezTo>
                    <a:pt x="1" y="1614"/>
                    <a:pt x="804" y="2166"/>
                    <a:pt x="1892" y="2233"/>
                  </a:cubicBezTo>
                  <a:cubicBezTo>
                    <a:pt x="1948" y="2236"/>
                    <a:pt x="2003" y="2237"/>
                    <a:pt x="2057" y="2237"/>
                  </a:cubicBezTo>
                  <a:cubicBezTo>
                    <a:pt x="3072" y="2237"/>
                    <a:pt x="3904" y="1801"/>
                    <a:pt x="3968" y="1229"/>
                  </a:cubicBezTo>
                  <a:cubicBezTo>
                    <a:pt x="4035" y="609"/>
                    <a:pt x="3215" y="74"/>
                    <a:pt x="2127" y="7"/>
                  </a:cubicBezTo>
                  <a:cubicBezTo>
                    <a:pt x="2057" y="2"/>
                    <a:pt x="1988" y="0"/>
                    <a:pt x="1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0" name="Google Shape;6060;p15"/>
            <p:cNvSpPr/>
            <p:nvPr/>
          </p:nvSpPr>
          <p:spPr>
            <a:xfrm>
              <a:off x="1927100" y="1545725"/>
              <a:ext cx="103825" cy="63475"/>
            </a:xfrm>
            <a:custGeom>
              <a:avLst/>
              <a:gdLst/>
              <a:ahLst/>
              <a:cxnLst/>
              <a:rect l="l" t="t" r="r" b="b"/>
              <a:pathLst>
                <a:path w="4153" h="2539" extrusionOk="0">
                  <a:moveTo>
                    <a:pt x="2381" y="149"/>
                  </a:moveTo>
                  <a:cubicBezTo>
                    <a:pt x="2432" y="149"/>
                    <a:pt x="2481" y="151"/>
                    <a:pt x="2528" y="155"/>
                  </a:cubicBezTo>
                  <a:cubicBezTo>
                    <a:pt x="2294" y="171"/>
                    <a:pt x="2026" y="222"/>
                    <a:pt x="1775" y="272"/>
                  </a:cubicBezTo>
                  <a:cubicBezTo>
                    <a:pt x="1357" y="406"/>
                    <a:pt x="1005" y="590"/>
                    <a:pt x="737" y="807"/>
                  </a:cubicBezTo>
                  <a:cubicBezTo>
                    <a:pt x="988" y="556"/>
                    <a:pt x="1407" y="322"/>
                    <a:pt x="1859" y="222"/>
                  </a:cubicBezTo>
                  <a:cubicBezTo>
                    <a:pt x="2038" y="170"/>
                    <a:pt x="2217" y="149"/>
                    <a:pt x="2381" y="149"/>
                  </a:cubicBezTo>
                  <a:close/>
                  <a:moveTo>
                    <a:pt x="2593" y="295"/>
                  </a:moveTo>
                  <a:cubicBezTo>
                    <a:pt x="3076" y="295"/>
                    <a:pt x="3469" y="452"/>
                    <a:pt x="3616" y="724"/>
                  </a:cubicBezTo>
                  <a:cubicBezTo>
                    <a:pt x="3616" y="740"/>
                    <a:pt x="3616" y="740"/>
                    <a:pt x="3633" y="757"/>
                  </a:cubicBezTo>
                  <a:cubicBezTo>
                    <a:pt x="3734" y="1259"/>
                    <a:pt x="3097" y="1845"/>
                    <a:pt x="2210" y="2063"/>
                  </a:cubicBezTo>
                  <a:cubicBezTo>
                    <a:pt x="1999" y="2113"/>
                    <a:pt x="1793" y="2137"/>
                    <a:pt x="1600" y="2137"/>
                  </a:cubicBezTo>
                  <a:cubicBezTo>
                    <a:pt x="1091" y="2137"/>
                    <a:pt x="678" y="1969"/>
                    <a:pt x="520" y="1678"/>
                  </a:cubicBezTo>
                  <a:cubicBezTo>
                    <a:pt x="453" y="1192"/>
                    <a:pt x="1039" y="657"/>
                    <a:pt x="1859" y="406"/>
                  </a:cubicBezTo>
                  <a:cubicBezTo>
                    <a:pt x="2113" y="330"/>
                    <a:pt x="2363" y="295"/>
                    <a:pt x="2593" y="295"/>
                  </a:cubicBezTo>
                  <a:close/>
                  <a:moveTo>
                    <a:pt x="2562" y="0"/>
                  </a:moveTo>
                  <a:cubicBezTo>
                    <a:pt x="2329" y="0"/>
                    <a:pt x="2080" y="28"/>
                    <a:pt x="1825" y="88"/>
                  </a:cubicBezTo>
                  <a:cubicBezTo>
                    <a:pt x="771" y="339"/>
                    <a:pt x="1" y="1025"/>
                    <a:pt x="101" y="1611"/>
                  </a:cubicBezTo>
                  <a:lnTo>
                    <a:pt x="168" y="1812"/>
                  </a:lnTo>
                  <a:cubicBezTo>
                    <a:pt x="168" y="1828"/>
                    <a:pt x="168" y="1845"/>
                    <a:pt x="185" y="1895"/>
                  </a:cubicBezTo>
                  <a:cubicBezTo>
                    <a:pt x="303" y="2309"/>
                    <a:pt x="829" y="2539"/>
                    <a:pt x="1498" y="2539"/>
                  </a:cubicBezTo>
                  <a:cubicBezTo>
                    <a:pt x="1778" y="2539"/>
                    <a:pt x="2083" y="2498"/>
                    <a:pt x="2394" y="2414"/>
                  </a:cubicBezTo>
                  <a:cubicBezTo>
                    <a:pt x="3449" y="2113"/>
                    <a:pt x="4152" y="1393"/>
                    <a:pt x="3985" y="807"/>
                  </a:cubicBezTo>
                  <a:cubicBezTo>
                    <a:pt x="3951" y="757"/>
                    <a:pt x="3934" y="690"/>
                    <a:pt x="3918" y="657"/>
                  </a:cubicBezTo>
                  <a:cubicBezTo>
                    <a:pt x="3793" y="244"/>
                    <a:pt x="3248" y="0"/>
                    <a:pt x="25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1" name="Google Shape;6061;p15"/>
            <p:cNvSpPr/>
            <p:nvPr/>
          </p:nvSpPr>
          <p:spPr>
            <a:xfrm>
              <a:off x="1924600" y="1545300"/>
              <a:ext cx="102550" cy="59725"/>
            </a:xfrm>
            <a:custGeom>
              <a:avLst/>
              <a:gdLst/>
              <a:ahLst/>
              <a:cxnLst/>
              <a:rect l="l" t="t" r="r" b="b"/>
              <a:pathLst>
                <a:path w="4102" h="2389" extrusionOk="0">
                  <a:moveTo>
                    <a:pt x="2537" y="144"/>
                  </a:moveTo>
                  <a:cubicBezTo>
                    <a:pt x="3086" y="144"/>
                    <a:pt x="3511" y="339"/>
                    <a:pt x="3616" y="691"/>
                  </a:cubicBezTo>
                  <a:cubicBezTo>
                    <a:pt x="3767" y="1193"/>
                    <a:pt x="3181" y="1795"/>
                    <a:pt x="2294" y="2046"/>
                  </a:cubicBezTo>
                  <a:cubicBezTo>
                    <a:pt x="2032" y="2122"/>
                    <a:pt x="1775" y="2158"/>
                    <a:pt x="1539" y="2158"/>
                  </a:cubicBezTo>
                  <a:cubicBezTo>
                    <a:pt x="991" y="2158"/>
                    <a:pt x="558" y="1962"/>
                    <a:pt x="452" y="1611"/>
                  </a:cubicBezTo>
                  <a:cubicBezTo>
                    <a:pt x="318" y="1109"/>
                    <a:pt x="904" y="506"/>
                    <a:pt x="1775" y="255"/>
                  </a:cubicBezTo>
                  <a:cubicBezTo>
                    <a:pt x="2041" y="180"/>
                    <a:pt x="2301" y="144"/>
                    <a:pt x="2537" y="144"/>
                  </a:cubicBezTo>
                  <a:close/>
                  <a:moveTo>
                    <a:pt x="2592" y="1"/>
                  </a:moveTo>
                  <a:cubicBezTo>
                    <a:pt x="2324" y="1"/>
                    <a:pt x="2035" y="40"/>
                    <a:pt x="1741" y="121"/>
                  </a:cubicBezTo>
                  <a:cubicBezTo>
                    <a:pt x="687" y="423"/>
                    <a:pt x="0" y="1159"/>
                    <a:pt x="168" y="1745"/>
                  </a:cubicBezTo>
                  <a:cubicBezTo>
                    <a:pt x="286" y="2158"/>
                    <a:pt x="812" y="2388"/>
                    <a:pt x="1475" y="2388"/>
                  </a:cubicBezTo>
                  <a:cubicBezTo>
                    <a:pt x="1753" y="2388"/>
                    <a:pt x="2054" y="2348"/>
                    <a:pt x="2361" y="2264"/>
                  </a:cubicBezTo>
                  <a:cubicBezTo>
                    <a:pt x="3415" y="1963"/>
                    <a:pt x="4101" y="1243"/>
                    <a:pt x="3934" y="657"/>
                  </a:cubicBezTo>
                  <a:cubicBezTo>
                    <a:pt x="3791" y="240"/>
                    <a:pt x="3257" y="1"/>
                    <a:pt x="25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2" name="Google Shape;6062;p15"/>
            <p:cNvSpPr/>
            <p:nvPr/>
          </p:nvSpPr>
          <p:spPr>
            <a:xfrm>
              <a:off x="1923350" y="1541550"/>
              <a:ext cx="101275" cy="58825"/>
            </a:xfrm>
            <a:custGeom>
              <a:avLst/>
              <a:gdLst/>
              <a:ahLst/>
              <a:cxnLst/>
              <a:rect l="l" t="t" r="r" b="b"/>
              <a:pathLst>
                <a:path w="4051" h="2353" extrusionOk="0">
                  <a:moveTo>
                    <a:pt x="2496" y="142"/>
                  </a:moveTo>
                  <a:cubicBezTo>
                    <a:pt x="3097" y="142"/>
                    <a:pt x="3569" y="378"/>
                    <a:pt x="3632" y="757"/>
                  </a:cubicBezTo>
                  <a:cubicBezTo>
                    <a:pt x="3733" y="1276"/>
                    <a:pt x="3080" y="1862"/>
                    <a:pt x="2210" y="2062"/>
                  </a:cubicBezTo>
                  <a:cubicBezTo>
                    <a:pt x="2002" y="2110"/>
                    <a:pt x="1799" y="2132"/>
                    <a:pt x="1610" y="2132"/>
                  </a:cubicBezTo>
                  <a:cubicBezTo>
                    <a:pt x="991" y="2132"/>
                    <a:pt x="512" y="1895"/>
                    <a:pt x="435" y="1510"/>
                  </a:cubicBezTo>
                  <a:cubicBezTo>
                    <a:pt x="352" y="1008"/>
                    <a:pt x="988" y="422"/>
                    <a:pt x="1875" y="221"/>
                  </a:cubicBezTo>
                  <a:cubicBezTo>
                    <a:pt x="2089" y="168"/>
                    <a:pt x="2299" y="142"/>
                    <a:pt x="2496" y="142"/>
                  </a:cubicBezTo>
                  <a:close/>
                  <a:moveTo>
                    <a:pt x="2542" y="1"/>
                  </a:moveTo>
                  <a:cubicBezTo>
                    <a:pt x="2315" y="1"/>
                    <a:pt x="2073" y="28"/>
                    <a:pt x="1825" y="87"/>
                  </a:cubicBezTo>
                  <a:cubicBezTo>
                    <a:pt x="787" y="338"/>
                    <a:pt x="0" y="1025"/>
                    <a:pt x="117" y="1611"/>
                  </a:cubicBezTo>
                  <a:cubicBezTo>
                    <a:pt x="194" y="2068"/>
                    <a:pt x="753" y="2352"/>
                    <a:pt x="1487" y="2352"/>
                  </a:cubicBezTo>
                  <a:cubicBezTo>
                    <a:pt x="1719" y="2352"/>
                    <a:pt x="1969" y="2324"/>
                    <a:pt x="2226" y="2263"/>
                  </a:cubicBezTo>
                  <a:cubicBezTo>
                    <a:pt x="3264" y="2012"/>
                    <a:pt x="4051" y="1326"/>
                    <a:pt x="3934" y="740"/>
                  </a:cubicBezTo>
                  <a:cubicBezTo>
                    <a:pt x="3857" y="292"/>
                    <a:pt x="3281" y="1"/>
                    <a:pt x="2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3" name="Google Shape;6063;p15"/>
            <p:cNvSpPr/>
            <p:nvPr/>
          </p:nvSpPr>
          <p:spPr>
            <a:xfrm>
              <a:off x="2166975" y="1523200"/>
              <a:ext cx="86975" cy="61200"/>
            </a:xfrm>
            <a:custGeom>
              <a:avLst/>
              <a:gdLst/>
              <a:ahLst/>
              <a:cxnLst/>
              <a:rect l="l" t="t" r="r" b="b"/>
              <a:pathLst>
                <a:path w="3479" h="2448" extrusionOk="0">
                  <a:moveTo>
                    <a:pt x="1939" y="152"/>
                  </a:moveTo>
                  <a:cubicBezTo>
                    <a:pt x="2123" y="152"/>
                    <a:pt x="2340" y="168"/>
                    <a:pt x="2508" y="219"/>
                  </a:cubicBezTo>
                  <a:cubicBezTo>
                    <a:pt x="2388" y="191"/>
                    <a:pt x="2273" y="179"/>
                    <a:pt x="2153" y="179"/>
                  </a:cubicBezTo>
                  <a:cubicBezTo>
                    <a:pt x="2054" y="179"/>
                    <a:pt x="1951" y="187"/>
                    <a:pt x="1838" y="202"/>
                  </a:cubicBezTo>
                  <a:cubicBezTo>
                    <a:pt x="1453" y="235"/>
                    <a:pt x="1102" y="336"/>
                    <a:pt x="801" y="503"/>
                  </a:cubicBezTo>
                  <a:cubicBezTo>
                    <a:pt x="1102" y="302"/>
                    <a:pt x="1504" y="168"/>
                    <a:pt x="1939" y="152"/>
                  </a:cubicBezTo>
                  <a:close/>
                  <a:moveTo>
                    <a:pt x="2075" y="322"/>
                  </a:moveTo>
                  <a:cubicBezTo>
                    <a:pt x="2680" y="322"/>
                    <a:pt x="3137" y="604"/>
                    <a:pt x="3211" y="1005"/>
                  </a:cubicBezTo>
                  <a:lnTo>
                    <a:pt x="3211" y="1056"/>
                  </a:lnTo>
                  <a:cubicBezTo>
                    <a:pt x="3127" y="1575"/>
                    <a:pt x="2424" y="2010"/>
                    <a:pt x="1637" y="2060"/>
                  </a:cubicBezTo>
                  <a:cubicBezTo>
                    <a:pt x="1618" y="2060"/>
                    <a:pt x="1599" y="2061"/>
                    <a:pt x="1580" y="2061"/>
                  </a:cubicBezTo>
                  <a:cubicBezTo>
                    <a:pt x="923" y="2061"/>
                    <a:pt x="430" y="1780"/>
                    <a:pt x="365" y="1340"/>
                  </a:cubicBezTo>
                  <a:cubicBezTo>
                    <a:pt x="449" y="872"/>
                    <a:pt x="1102" y="420"/>
                    <a:pt x="1838" y="336"/>
                  </a:cubicBezTo>
                  <a:cubicBezTo>
                    <a:pt x="1919" y="326"/>
                    <a:pt x="1998" y="322"/>
                    <a:pt x="2075" y="322"/>
                  </a:cubicBezTo>
                  <a:close/>
                  <a:moveTo>
                    <a:pt x="1989" y="1"/>
                  </a:moveTo>
                  <a:cubicBezTo>
                    <a:pt x="1972" y="1"/>
                    <a:pt x="1956" y="1"/>
                    <a:pt x="1939" y="1"/>
                  </a:cubicBezTo>
                  <a:cubicBezTo>
                    <a:pt x="985" y="51"/>
                    <a:pt x="148" y="570"/>
                    <a:pt x="47" y="1206"/>
                  </a:cubicBezTo>
                  <a:cubicBezTo>
                    <a:pt x="31" y="1257"/>
                    <a:pt x="31" y="1340"/>
                    <a:pt x="47" y="1407"/>
                  </a:cubicBezTo>
                  <a:cubicBezTo>
                    <a:pt x="47" y="1424"/>
                    <a:pt x="47" y="1474"/>
                    <a:pt x="31" y="1491"/>
                  </a:cubicBezTo>
                  <a:cubicBezTo>
                    <a:pt x="1" y="2055"/>
                    <a:pt x="564" y="2448"/>
                    <a:pt x="1368" y="2448"/>
                  </a:cubicBezTo>
                  <a:cubicBezTo>
                    <a:pt x="1471" y="2448"/>
                    <a:pt x="1578" y="2441"/>
                    <a:pt x="1688" y="2428"/>
                  </a:cubicBezTo>
                  <a:cubicBezTo>
                    <a:pt x="2625" y="2328"/>
                    <a:pt x="3445" y="1759"/>
                    <a:pt x="3479" y="1139"/>
                  </a:cubicBezTo>
                  <a:cubicBezTo>
                    <a:pt x="3479" y="1089"/>
                    <a:pt x="3479" y="1039"/>
                    <a:pt x="3462" y="989"/>
                  </a:cubicBezTo>
                  <a:cubicBezTo>
                    <a:pt x="3478" y="414"/>
                    <a:pt x="2835" y="1"/>
                    <a:pt x="19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4" name="Google Shape;6064;p15"/>
            <p:cNvSpPr/>
            <p:nvPr/>
          </p:nvSpPr>
          <p:spPr>
            <a:xfrm>
              <a:off x="2168275" y="1524100"/>
              <a:ext cx="87725" cy="56850"/>
            </a:xfrm>
            <a:custGeom>
              <a:avLst/>
              <a:gdLst/>
              <a:ahLst/>
              <a:cxnLst/>
              <a:rect l="l" t="t" r="r" b="b"/>
              <a:pathLst>
                <a:path w="3509" h="2274" extrusionOk="0">
                  <a:moveTo>
                    <a:pt x="2070" y="154"/>
                  </a:moveTo>
                  <a:cubicBezTo>
                    <a:pt x="2756" y="154"/>
                    <a:pt x="3256" y="485"/>
                    <a:pt x="3226" y="953"/>
                  </a:cubicBezTo>
                  <a:cubicBezTo>
                    <a:pt x="3176" y="1472"/>
                    <a:pt x="2506" y="1957"/>
                    <a:pt x="1719" y="2041"/>
                  </a:cubicBezTo>
                  <a:cubicBezTo>
                    <a:pt x="1640" y="2049"/>
                    <a:pt x="1562" y="2053"/>
                    <a:pt x="1486" y="2053"/>
                  </a:cubicBezTo>
                  <a:cubicBezTo>
                    <a:pt x="799" y="2053"/>
                    <a:pt x="300" y="1721"/>
                    <a:pt x="330" y="1254"/>
                  </a:cubicBezTo>
                  <a:cubicBezTo>
                    <a:pt x="380" y="718"/>
                    <a:pt x="1050" y="233"/>
                    <a:pt x="1837" y="166"/>
                  </a:cubicBezTo>
                  <a:cubicBezTo>
                    <a:pt x="1916" y="158"/>
                    <a:pt x="1994" y="154"/>
                    <a:pt x="2070" y="154"/>
                  </a:cubicBezTo>
                  <a:close/>
                  <a:moveTo>
                    <a:pt x="2115" y="0"/>
                  </a:moveTo>
                  <a:cubicBezTo>
                    <a:pt x="2025" y="0"/>
                    <a:pt x="1932" y="5"/>
                    <a:pt x="1837" y="15"/>
                  </a:cubicBezTo>
                  <a:cubicBezTo>
                    <a:pt x="899" y="116"/>
                    <a:pt x="79" y="685"/>
                    <a:pt x="45" y="1304"/>
                  </a:cubicBezTo>
                  <a:cubicBezTo>
                    <a:pt x="0" y="1877"/>
                    <a:pt x="593" y="2273"/>
                    <a:pt x="1420" y="2273"/>
                  </a:cubicBezTo>
                  <a:cubicBezTo>
                    <a:pt x="1511" y="2273"/>
                    <a:pt x="1606" y="2268"/>
                    <a:pt x="1703" y="2258"/>
                  </a:cubicBezTo>
                  <a:cubicBezTo>
                    <a:pt x="2640" y="2141"/>
                    <a:pt x="3460" y="1589"/>
                    <a:pt x="3494" y="953"/>
                  </a:cubicBezTo>
                  <a:cubicBezTo>
                    <a:pt x="3509" y="395"/>
                    <a:pt x="2927" y="0"/>
                    <a:pt x="2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5" name="Google Shape;6065;p15"/>
            <p:cNvSpPr/>
            <p:nvPr/>
          </p:nvSpPr>
          <p:spPr>
            <a:xfrm>
              <a:off x="2166975" y="1519775"/>
              <a:ext cx="90200" cy="56650"/>
            </a:xfrm>
            <a:custGeom>
              <a:avLst/>
              <a:gdLst/>
              <a:ahLst/>
              <a:cxnLst/>
              <a:rect l="l" t="t" r="r" b="b"/>
              <a:pathLst>
                <a:path w="3608" h="2266" extrusionOk="0">
                  <a:moveTo>
                    <a:pt x="2022" y="121"/>
                  </a:moveTo>
                  <a:cubicBezTo>
                    <a:pt x="2799" y="121"/>
                    <a:pt x="3343" y="501"/>
                    <a:pt x="3261" y="1025"/>
                  </a:cubicBezTo>
                  <a:cubicBezTo>
                    <a:pt x="3177" y="1544"/>
                    <a:pt x="2474" y="2013"/>
                    <a:pt x="1688" y="2030"/>
                  </a:cubicBezTo>
                  <a:cubicBezTo>
                    <a:pt x="1671" y="2030"/>
                    <a:pt x="1655" y="2030"/>
                    <a:pt x="1639" y="2030"/>
                  </a:cubicBezTo>
                  <a:cubicBezTo>
                    <a:pt x="862" y="2030"/>
                    <a:pt x="334" y="1634"/>
                    <a:pt x="416" y="1126"/>
                  </a:cubicBezTo>
                  <a:cubicBezTo>
                    <a:pt x="499" y="607"/>
                    <a:pt x="1202" y="172"/>
                    <a:pt x="1972" y="121"/>
                  </a:cubicBezTo>
                  <a:cubicBezTo>
                    <a:pt x="1989" y="121"/>
                    <a:pt x="2006" y="121"/>
                    <a:pt x="2022" y="121"/>
                  </a:cubicBezTo>
                  <a:close/>
                  <a:moveTo>
                    <a:pt x="2107" y="1"/>
                  </a:moveTo>
                  <a:cubicBezTo>
                    <a:pt x="2063" y="1"/>
                    <a:pt x="2018" y="2"/>
                    <a:pt x="1972" y="4"/>
                  </a:cubicBezTo>
                  <a:cubicBezTo>
                    <a:pt x="1035" y="38"/>
                    <a:pt x="198" y="557"/>
                    <a:pt x="97" y="1193"/>
                  </a:cubicBezTo>
                  <a:cubicBezTo>
                    <a:pt x="0" y="1792"/>
                    <a:pt x="639" y="2266"/>
                    <a:pt x="1530" y="2266"/>
                  </a:cubicBezTo>
                  <a:cubicBezTo>
                    <a:pt x="1560" y="2266"/>
                    <a:pt x="1590" y="2265"/>
                    <a:pt x="1621" y="2264"/>
                  </a:cubicBezTo>
                  <a:cubicBezTo>
                    <a:pt x="2558" y="2214"/>
                    <a:pt x="3395" y="1695"/>
                    <a:pt x="3512" y="1059"/>
                  </a:cubicBezTo>
                  <a:cubicBezTo>
                    <a:pt x="3608" y="469"/>
                    <a:pt x="2990" y="1"/>
                    <a:pt x="2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6" name="Google Shape;6066;p15"/>
            <p:cNvSpPr/>
            <p:nvPr/>
          </p:nvSpPr>
          <p:spPr>
            <a:xfrm>
              <a:off x="1565550" y="1534925"/>
              <a:ext cx="41050" cy="15625"/>
            </a:xfrm>
            <a:custGeom>
              <a:avLst/>
              <a:gdLst/>
              <a:ahLst/>
              <a:cxnLst/>
              <a:rect l="l" t="t" r="r" b="b"/>
              <a:pathLst>
                <a:path w="1642" h="625" extrusionOk="0">
                  <a:moveTo>
                    <a:pt x="821" y="1"/>
                  </a:moveTo>
                  <a:cubicBezTo>
                    <a:pt x="386" y="1"/>
                    <a:pt x="1" y="151"/>
                    <a:pt x="1" y="319"/>
                  </a:cubicBezTo>
                  <a:cubicBezTo>
                    <a:pt x="1" y="503"/>
                    <a:pt x="352" y="620"/>
                    <a:pt x="821" y="620"/>
                  </a:cubicBezTo>
                  <a:cubicBezTo>
                    <a:pt x="865" y="623"/>
                    <a:pt x="909" y="625"/>
                    <a:pt x="951" y="625"/>
                  </a:cubicBezTo>
                  <a:cubicBezTo>
                    <a:pt x="1353" y="625"/>
                    <a:pt x="1641" y="486"/>
                    <a:pt x="1641" y="319"/>
                  </a:cubicBezTo>
                  <a:cubicBezTo>
                    <a:pt x="1641" y="118"/>
                    <a:pt x="1290" y="1"/>
                    <a:pt x="8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7" name="Google Shape;6067;p15"/>
            <p:cNvSpPr/>
            <p:nvPr/>
          </p:nvSpPr>
          <p:spPr>
            <a:xfrm>
              <a:off x="1574200" y="1376675"/>
              <a:ext cx="120550" cy="78925"/>
            </a:xfrm>
            <a:custGeom>
              <a:avLst/>
              <a:gdLst/>
              <a:ahLst/>
              <a:cxnLst/>
              <a:rect l="l" t="t" r="r" b="b"/>
              <a:pathLst>
                <a:path w="4822" h="3157" extrusionOk="0">
                  <a:moveTo>
                    <a:pt x="4687" y="0"/>
                  </a:moveTo>
                  <a:cubicBezTo>
                    <a:pt x="4252" y="0"/>
                    <a:pt x="2747" y="543"/>
                    <a:pt x="1128" y="1761"/>
                  </a:cubicBezTo>
                  <a:cubicBezTo>
                    <a:pt x="0" y="2611"/>
                    <a:pt x="323" y="3156"/>
                    <a:pt x="1001" y="3156"/>
                  </a:cubicBezTo>
                  <a:cubicBezTo>
                    <a:pt x="1511" y="3156"/>
                    <a:pt x="2222" y="2848"/>
                    <a:pt x="2668" y="2129"/>
                  </a:cubicBezTo>
                  <a:cubicBezTo>
                    <a:pt x="3588" y="673"/>
                    <a:pt x="4793" y="322"/>
                    <a:pt x="4810" y="71"/>
                  </a:cubicBezTo>
                  <a:cubicBezTo>
                    <a:pt x="4822" y="24"/>
                    <a:pt x="4778" y="0"/>
                    <a:pt x="46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8" name="Google Shape;6068;p15"/>
            <p:cNvSpPr/>
            <p:nvPr/>
          </p:nvSpPr>
          <p:spPr>
            <a:xfrm>
              <a:off x="1708675" y="1364525"/>
              <a:ext cx="34750" cy="8575"/>
            </a:xfrm>
            <a:custGeom>
              <a:avLst/>
              <a:gdLst/>
              <a:ahLst/>
              <a:cxnLst/>
              <a:rect l="l" t="t" r="r" b="b"/>
              <a:pathLst>
                <a:path w="1390" h="343" extrusionOk="0">
                  <a:moveTo>
                    <a:pt x="977" y="1"/>
                  </a:moveTo>
                  <a:cubicBezTo>
                    <a:pt x="887" y="1"/>
                    <a:pt x="788" y="7"/>
                    <a:pt x="687" y="21"/>
                  </a:cubicBezTo>
                  <a:cubicBezTo>
                    <a:pt x="302" y="54"/>
                    <a:pt x="0" y="155"/>
                    <a:pt x="17" y="239"/>
                  </a:cubicBezTo>
                  <a:cubicBezTo>
                    <a:pt x="17" y="299"/>
                    <a:pt x="193" y="342"/>
                    <a:pt x="430" y="342"/>
                  </a:cubicBezTo>
                  <a:cubicBezTo>
                    <a:pt x="520" y="342"/>
                    <a:pt x="619" y="336"/>
                    <a:pt x="720" y="322"/>
                  </a:cubicBezTo>
                  <a:cubicBezTo>
                    <a:pt x="1105" y="289"/>
                    <a:pt x="1390" y="188"/>
                    <a:pt x="1390" y="105"/>
                  </a:cubicBezTo>
                  <a:cubicBezTo>
                    <a:pt x="1390" y="44"/>
                    <a:pt x="1214" y="1"/>
                    <a:pt x="9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9" name="Google Shape;6069;p15"/>
            <p:cNvSpPr/>
            <p:nvPr/>
          </p:nvSpPr>
          <p:spPr>
            <a:xfrm>
              <a:off x="1914375" y="1683475"/>
              <a:ext cx="214875" cy="41050"/>
            </a:xfrm>
            <a:custGeom>
              <a:avLst/>
              <a:gdLst/>
              <a:ahLst/>
              <a:cxnLst/>
              <a:rect l="l" t="t" r="r" b="b"/>
              <a:pathLst>
                <a:path w="8595" h="1642" extrusionOk="0">
                  <a:moveTo>
                    <a:pt x="3437" y="1"/>
                  </a:moveTo>
                  <a:cubicBezTo>
                    <a:pt x="2593" y="1"/>
                    <a:pt x="2013" y="271"/>
                    <a:pt x="1045" y="838"/>
                  </a:cubicBezTo>
                  <a:cubicBezTo>
                    <a:pt x="0" y="1467"/>
                    <a:pt x="280" y="1641"/>
                    <a:pt x="1566" y="1641"/>
                  </a:cubicBezTo>
                  <a:cubicBezTo>
                    <a:pt x="2297" y="1641"/>
                    <a:pt x="3354" y="1585"/>
                    <a:pt x="4678" y="1524"/>
                  </a:cubicBezTo>
                  <a:cubicBezTo>
                    <a:pt x="5866" y="1474"/>
                    <a:pt x="8595" y="1039"/>
                    <a:pt x="5883" y="403"/>
                  </a:cubicBezTo>
                  <a:cubicBezTo>
                    <a:pt x="4776" y="138"/>
                    <a:pt x="4039" y="1"/>
                    <a:pt x="34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0" name="Google Shape;6070;p15"/>
            <p:cNvSpPr/>
            <p:nvPr/>
          </p:nvSpPr>
          <p:spPr>
            <a:xfrm>
              <a:off x="2110825" y="1696050"/>
              <a:ext cx="36425" cy="11325"/>
            </a:xfrm>
            <a:custGeom>
              <a:avLst/>
              <a:gdLst/>
              <a:ahLst/>
              <a:cxnLst/>
              <a:rect l="l" t="t" r="r" b="b"/>
              <a:pathLst>
                <a:path w="1457" h="453" extrusionOk="0">
                  <a:moveTo>
                    <a:pt x="737" y="0"/>
                  </a:moveTo>
                  <a:cubicBezTo>
                    <a:pt x="335" y="0"/>
                    <a:pt x="0" y="101"/>
                    <a:pt x="0" y="234"/>
                  </a:cubicBezTo>
                  <a:cubicBezTo>
                    <a:pt x="0" y="352"/>
                    <a:pt x="335" y="452"/>
                    <a:pt x="737" y="452"/>
                  </a:cubicBezTo>
                  <a:cubicBezTo>
                    <a:pt x="1122" y="452"/>
                    <a:pt x="1456" y="352"/>
                    <a:pt x="1456" y="234"/>
                  </a:cubicBezTo>
                  <a:cubicBezTo>
                    <a:pt x="1456" y="101"/>
                    <a:pt x="1122" y="0"/>
                    <a:pt x="7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1" name="Google Shape;6071;p15"/>
            <p:cNvSpPr/>
            <p:nvPr/>
          </p:nvSpPr>
          <p:spPr>
            <a:xfrm>
              <a:off x="2319625" y="1385100"/>
              <a:ext cx="100450" cy="49700"/>
            </a:xfrm>
            <a:custGeom>
              <a:avLst/>
              <a:gdLst/>
              <a:ahLst/>
              <a:cxnLst/>
              <a:rect l="l" t="t" r="r" b="b"/>
              <a:pathLst>
                <a:path w="4018" h="1988" extrusionOk="0">
                  <a:moveTo>
                    <a:pt x="922" y="0"/>
                  </a:moveTo>
                  <a:cubicBezTo>
                    <a:pt x="612" y="0"/>
                    <a:pt x="373" y="47"/>
                    <a:pt x="268" y="119"/>
                  </a:cubicBezTo>
                  <a:cubicBezTo>
                    <a:pt x="1" y="252"/>
                    <a:pt x="704" y="487"/>
                    <a:pt x="1641" y="989"/>
                  </a:cubicBezTo>
                  <a:cubicBezTo>
                    <a:pt x="2519" y="1435"/>
                    <a:pt x="3277" y="1987"/>
                    <a:pt x="3623" y="1987"/>
                  </a:cubicBezTo>
                  <a:cubicBezTo>
                    <a:pt x="3667" y="1987"/>
                    <a:pt x="3703" y="1978"/>
                    <a:pt x="3733" y="1960"/>
                  </a:cubicBezTo>
                  <a:cubicBezTo>
                    <a:pt x="4018" y="1809"/>
                    <a:pt x="3616" y="922"/>
                    <a:pt x="2645" y="420"/>
                  </a:cubicBezTo>
                  <a:cubicBezTo>
                    <a:pt x="2063" y="114"/>
                    <a:pt x="1407" y="0"/>
                    <a:pt x="9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2" name="Google Shape;6072;p15"/>
            <p:cNvSpPr/>
            <p:nvPr/>
          </p:nvSpPr>
          <p:spPr>
            <a:xfrm>
              <a:off x="2416400" y="1433175"/>
              <a:ext cx="20900" cy="25050"/>
            </a:xfrm>
            <a:custGeom>
              <a:avLst/>
              <a:gdLst/>
              <a:ahLst/>
              <a:cxnLst/>
              <a:rect l="l" t="t" r="r" b="b"/>
              <a:pathLst>
                <a:path w="836" h="1002" extrusionOk="0">
                  <a:moveTo>
                    <a:pt x="238" y="1"/>
                  </a:moveTo>
                  <a:cubicBezTo>
                    <a:pt x="72" y="1"/>
                    <a:pt x="0" y="299"/>
                    <a:pt x="80" y="505"/>
                  </a:cubicBezTo>
                  <a:cubicBezTo>
                    <a:pt x="164" y="723"/>
                    <a:pt x="398" y="957"/>
                    <a:pt x="565" y="991"/>
                  </a:cubicBezTo>
                  <a:cubicBezTo>
                    <a:pt x="594" y="998"/>
                    <a:pt x="620" y="1001"/>
                    <a:pt x="644" y="1001"/>
                  </a:cubicBezTo>
                  <a:cubicBezTo>
                    <a:pt x="786" y="1001"/>
                    <a:pt x="836" y="879"/>
                    <a:pt x="749" y="706"/>
                  </a:cubicBezTo>
                  <a:cubicBezTo>
                    <a:pt x="666" y="489"/>
                    <a:pt x="448" y="70"/>
                    <a:pt x="264" y="3"/>
                  </a:cubicBezTo>
                  <a:cubicBezTo>
                    <a:pt x="255" y="2"/>
                    <a:pt x="246" y="1"/>
                    <a:pt x="2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73" name="Google Shape;6073;p15"/>
          <p:cNvGrpSpPr/>
          <p:nvPr/>
        </p:nvGrpSpPr>
        <p:grpSpPr>
          <a:xfrm>
            <a:off x="1714483" y="-327710"/>
            <a:ext cx="2095529" cy="1058761"/>
            <a:chOff x="1423500" y="1965000"/>
            <a:chExt cx="1202875" cy="607750"/>
          </a:xfrm>
        </p:grpSpPr>
        <p:sp>
          <p:nvSpPr>
            <p:cNvPr id="6074" name="Google Shape;6074;p15"/>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5" name="Google Shape;6075;p15"/>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6" name="Google Shape;6076;p15"/>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7" name="Google Shape;6077;p15"/>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8" name="Google Shape;6078;p15"/>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9" name="Google Shape;6079;p15"/>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0" name="Google Shape;6080;p15"/>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1" name="Google Shape;6081;p15"/>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2" name="Google Shape;6082;p15"/>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3" name="Google Shape;6083;p15"/>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4" name="Google Shape;6084;p15"/>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5" name="Google Shape;6085;p15"/>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6" name="Google Shape;6086;p15"/>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7" name="Google Shape;6087;p15"/>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8" name="Google Shape;6088;p15"/>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9" name="Google Shape;6089;p15"/>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0" name="Google Shape;6090;p15"/>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1" name="Google Shape;6091;p15"/>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2" name="Google Shape;6092;p15"/>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3" name="Google Shape;6093;p15"/>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4" name="Google Shape;6094;p15"/>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5" name="Google Shape;6095;p15"/>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6" name="Google Shape;6096;p15"/>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7" name="Google Shape;6097;p15"/>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8" name="Google Shape;6098;p15"/>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9" name="Google Shape;6099;p15"/>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0" name="Google Shape;6100;p15"/>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1" name="Google Shape;6101;p15"/>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2" name="Google Shape;6102;p15"/>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3" name="Google Shape;6103;p15"/>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4" name="Google Shape;6104;p15"/>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5" name="Google Shape;6105;p15"/>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6" name="Google Shape;6106;p15"/>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7" name="Google Shape;6107;p15"/>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8" name="Google Shape;6108;p15"/>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9" name="Google Shape;6109;p15"/>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0" name="Google Shape;6110;p15"/>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1" name="Google Shape;6111;p15"/>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2" name="Google Shape;6112;p15"/>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3" name="Google Shape;6113;p15"/>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4" name="Google Shape;6114;p15"/>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5" name="Google Shape;6115;p15"/>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6" name="Google Shape;6116;p15"/>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7" name="Google Shape;6117;p15"/>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8" name="Google Shape;6118;p15"/>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9" name="Google Shape;6119;p15"/>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0" name="Google Shape;6120;p15"/>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1" name="Google Shape;6121;p15"/>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2" name="Google Shape;6122;p15"/>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3" name="Google Shape;6123;p15"/>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4" name="Google Shape;6124;p15"/>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5" name="Google Shape;6125;p15"/>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6" name="Google Shape;6126;p15"/>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7" name="Google Shape;6127;p15"/>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8" name="Google Shape;6128;p15"/>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9" name="Google Shape;6129;p15"/>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0" name="Google Shape;6130;p15"/>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1" name="Google Shape;6131;p15"/>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2" name="Google Shape;6132;p15"/>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3" name="Google Shape;6133;p15"/>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4" name="Google Shape;6134;p15"/>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5" name="Google Shape;6135;p15"/>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6" name="Google Shape;6136;p15"/>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7" name="Google Shape;6137;p15"/>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8" name="Google Shape;6138;p15"/>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9" name="Google Shape;6139;p15"/>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0" name="Google Shape;6140;p15"/>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1" name="Google Shape;6141;p15"/>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2" name="Google Shape;6142;p15"/>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3" name="Google Shape;6143;p15"/>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4" name="Google Shape;6144;p15"/>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5" name="Google Shape;6145;p15"/>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6" name="Google Shape;6146;p15"/>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7" name="Google Shape;6147;p15"/>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8" name="Google Shape;6148;p15"/>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9" name="Google Shape;6149;p15"/>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0" name="Google Shape;6150;p15"/>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1" name="Google Shape;6151;p15"/>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2" name="Google Shape;6152;p15"/>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3" name="Google Shape;6153;p15"/>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4" name="Google Shape;6154;p15"/>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5" name="Google Shape;6155;p15"/>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6" name="Google Shape;6156;p15"/>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7" name="Google Shape;6157;p15"/>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8" name="Google Shape;6158;p15"/>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9" name="Google Shape;6159;p15"/>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0" name="Google Shape;6160;p15"/>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1" name="Google Shape;6161;p15"/>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2" name="Google Shape;6162;p15"/>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3" name="Google Shape;6163;p15"/>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4" name="Google Shape;6164;p15"/>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5" name="Google Shape;6165;p15"/>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6" name="Google Shape;6166;p15"/>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7" name="Google Shape;6167;p15"/>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8" name="Google Shape;6168;p15"/>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9" name="Google Shape;6169;p15"/>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0" name="Google Shape;6170;p15"/>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1" name="Google Shape;6171;p15"/>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2" name="Google Shape;6172;p15"/>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3" name="Google Shape;6173;p15"/>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4" name="Google Shape;6174;p15"/>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5" name="Google Shape;6175;p15"/>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6" name="Google Shape;6176;p15"/>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7" name="Google Shape;6177;p15"/>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8" name="Google Shape;6178;p15"/>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9" name="Google Shape;6179;p15"/>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0" name="Google Shape;6180;p15"/>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1" name="Google Shape;6181;p15"/>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2" name="Google Shape;6182;p15"/>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3" name="Google Shape;6183;p15"/>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4" name="Google Shape;6184;p15"/>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5" name="Google Shape;6185;p15"/>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6" name="Google Shape;6186;p15"/>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7" name="Google Shape;6187;p15"/>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8" name="Google Shape;6188;p15"/>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9" name="Google Shape;6189;p15"/>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0" name="Google Shape;6190;p15"/>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1" name="Google Shape;6191;p15"/>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2" name="Google Shape;6192;p15"/>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3" name="Google Shape;6193;p15"/>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4" name="Google Shape;6194;p15"/>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5" name="Google Shape;6195;p15"/>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6" name="Google Shape;6196;p15"/>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7" name="Google Shape;6197;p15"/>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8" name="Google Shape;6198;p15"/>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9" name="Google Shape;6199;p15"/>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0" name="Google Shape;6200;p15"/>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1" name="Google Shape;6201;p15"/>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2" name="Google Shape;6202;p15"/>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3" name="Google Shape;6203;p15"/>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4" name="Google Shape;6204;p15"/>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5" name="Google Shape;6205;p15"/>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06" name="Google Shape;6206;p15"/>
          <p:cNvGrpSpPr/>
          <p:nvPr/>
        </p:nvGrpSpPr>
        <p:grpSpPr>
          <a:xfrm rot="1530007">
            <a:off x="4628288" y="4743524"/>
            <a:ext cx="2095539" cy="1058766"/>
            <a:chOff x="1423500" y="1965000"/>
            <a:chExt cx="1202875" cy="607750"/>
          </a:xfrm>
        </p:grpSpPr>
        <p:sp>
          <p:nvSpPr>
            <p:cNvPr id="6207" name="Google Shape;6207;p15"/>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8" name="Google Shape;6208;p15"/>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9" name="Google Shape;6209;p15"/>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0" name="Google Shape;6210;p15"/>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1" name="Google Shape;6211;p15"/>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2" name="Google Shape;6212;p15"/>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3" name="Google Shape;6213;p15"/>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4" name="Google Shape;6214;p15"/>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5" name="Google Shape;6215;p15"/>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6" name="Google Shape;6216;p15"/>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7" name="Google Shape;6217;p15"/>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8" name="Google Shape;6218;p15"/>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9" name="Google Shape;6219;p15"/>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0" name="Google Shape;6220;p15"/>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1" name="Google Shape;6221;p15"/>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2" name="Google Shape;6222;p15"/>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3" name="Google Shape;6223;p15"/>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4" name="Google Shape;6224;p15"/>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5" name="Google Shape;6225;p15"/>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6" name="Google Shape;6226;p15"/>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7" name="Google Shape;6227;p15"/>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8" name="Google Shape;6228;p15"/>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9" name="Google Shape;6229;p15"/>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0" name="Google Shape;6230;p15"/>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1" name="Google Shape;6231;p15"/>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2" name="Google Shape;6232;p15"/>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3" name="Google Shape;6233;p15"/>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4" name="Google Shape;6234;p15"/>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5" name="Google Shape;6235;p15"/>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6" name="Google Shape;6236;p15"/>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7" name="Google Shape;6237;p15"/>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8" name="Google Shape;6238;p15"/>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9" name="Google Shape;6239;p15"/>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0" name="Google Shape;6240;p15"/>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1" name="Google Shape;6241;p15"/>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2" name="Google Shape;6242;p15"/>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3" name="Google Shape;6243;p15"/>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4" name="Google Shape;6244;p15"/>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5" name="Google Shape;6245;p15"/>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6" name="Google Shape;6246;p15"/>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7" name="Google Shape;6247;p15"/>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8" name="Google Shape;6248;p15"/>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9" name="Google Shape;6249;p15"/>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0" name="Google Shape;6250;p15"/>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1" name="Google Shape;6251;p15"/>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2" name="Google Shape;6252;p15"/>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3" name="Google Shape;6253;p15"/>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4" name="Google Shape;6254;p15"/>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5" name="Google Shape;6255;p15"/>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6" name="Google Shape;6256;p15"/>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7" name="Google Shape;6257;p15"/>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8" name="Google Shape;6258;p15"/>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9" name="Google Shape;6259;p15"/>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0" name="Google Shape;6260;p15"/>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1" name="Google Shape;6261;p15"/>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2" name="Google Shape;6262;p15"/>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3" name="Google Shape;6263;p15"/>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4" name="Google Shape;6264;p15"/>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5" name="Google Shape;6265;p15"/>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6" name="Google Shape;6266;p15"/>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7" name="Google Shape;6267;p15"/>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8" name="Google Shape;6268;p15"/>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9" name="Google Shape;6269;p15"/>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0" name="Google Shape;6270;p15"/>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1" name="Google Shape;6271;p15"/>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2" name="Google Shape;6272;p15"/>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3" name="Google Shape;6273;p15"/>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4" name="Google Shape;6274;p15"/>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5" name="Google Shape;6275;p15"/>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6" name="Google Shape;6276;p15"/>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7" name="Google Shape;6277;p15"/>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8" name="Google Shape;6278;p15"/>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9" name="Google Shape;6279;p15"/>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0" name="Google Shape;6280;p15"/>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1" name="Google Shape;6281;p15"/>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2" name="Google Shape;6282;p15"/>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3" name="Google Shape;6283;p15"/>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4" name="Google Shape;6284;p15"/>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5" name="Google Shape;6285;p15"/>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6" name="Google Shape;6286;p15"/>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7" name="Google Shape;6287;p15"/>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8" name="Google Shape;6288;p15"/>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9" name="Google Shape;6289;p15"/>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0" name="Google Shape;6290;p15"/>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1" name="Google Shape;6291;p15"/>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2" name="Google Shape;6292;p15"/>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3" name="Google Shape;6293;p15"/>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4" name="Google Shape;6294;p15"/>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5" name="Google Shape;6295;p15"/>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6" name="Google Shape;6296;p15"/>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7" name="Google Shape;6297;p15"/>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8" name="Google Shape;6298;p15"/>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9" name="Google Shape;6299;p15"/>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0" name="Google Shape;6300;p15"/>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1" name="Google Shape;6301;p15"/>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2" name="Google Shape;6302;p15"/>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3" name="Google Shape;6303;p15"/>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4" name="Google Shape;6304;p15"/>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5" name="Google Shape;6305;p15"/>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6" name="Google Shape;6306;p15"/>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7" name="Google Shape;6307;p15"/>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8" name="Google Shape;6308;p15"/>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9" name="Google Shape;6309;p15"/>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0" name="Google Shape;6310;p15"/>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1" name="Google Shape;6311;p15"/>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2" name="Google Shape;6312;p15"/>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3" name="Google Shape;6313;p15"/>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4" name="Google Shape;6314;p15"/>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5" name="Google Shape;6315;p15"/>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6" name="Google Shape;6316;p15"/>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7" name="Google Shape;6317;p15"/>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8" name="Google Shape;6318;p15"/>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9" name="Google Shape;6319;p15"/>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0" name="Google Shape;6320;p15"/>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1" name="Google Shape;6321;p15"/>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2" name="Google Shape;6322;p15"/>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3" name="Google Shape;6323;p15"/>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4" name="Google Shape;6324;p15"/>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5" name="Google Shape;6325;p15"/>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6" name="Google Shape;6326;p15"/>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7" name="Google Shape;6327;p15"/>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8" name="Google Shape;6328;p15"/>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9" name="Google Shape;6329;p15"/>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0" name="Google Shape;6330;p15"/>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1" name="Google Shape;6331;p15"/>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2" name="Google Shape;6332;p15"/>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3" name="Google Shape;6333;p15"/>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4" name="Google Shape;6334;p15"/>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5" name="Google Shape;6335;p15"/>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6" name="Google Shape;6336;p15"/>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7" name="Google Shape;6337;p15"/>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8" name="Google Shape;6338;p15"/>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39" name="Google Shape;6339;p15"/>
          <p:cNvGrpSpPr/>
          <p:nvPr/>
        </p:nvGrpSpPr>
        <p:grpSpPr>
          <a:xfrm rot="-2700000">
            <a:off x="259568" y="966915"/>
            <a:ext cx="608448" cy="494433"/>
            <a:chOff x="3883850" y="1662875"/>
            <a:chExt cx="361150" cy="293475"/>
          </a:xfrm>
        </p:grpSpPr>
        <p:sp>
          <p:nvSpPr>
            <p:cNvPr id="6340" name="Google Shape;6340;p15"/>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1" name="Google Shape;6341;p15"/>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2" name="Google Shape;6342;p15"/>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3" name="Google Shape;6343;p15"/>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4" name="Google Shape;6344;p15"/>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5" name="Google Shape;6345;p15"/>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6" name="Google Shape;6346;p15"/>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7" name="Google Shape;6347;p15"/>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8" name="Google Shape;6348;p15"/>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9" name="Google Shape;6349;p15"/>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0" name="Google Shape;6350;p15"/>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1" name="Google Shape;6351;p15"/>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2" name="Google Shape;6352;p15"/>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3" name="Google Shape;6353;p15"/>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4" name="Google Shape;6354;p15"/>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5" name="Google Shape;6355;p15"/>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6" name="Google Shape;6356;p15"/>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7" name="Google Shape;6357;p15"/>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8" name="Google Shape;6358;p15"/>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9" name="Google Shape;6359;p15"/>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0" name="Google Shape;6360;p15"/>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1" name="Google Shape;6361;p15"/>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2" name="Google Shape;6362;p15"/>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3" name="Google Shape;6363;p15"/>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4" name="Google Shape;6364;p15"/>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5" name="Google Shape;6365;p15"/>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6" name="Google Shape;6366;p15"/>
          <p:cNvGrpSpPr/>
          <p:nvPr/>
        </p:nvGrpSpPr>
        <p:grpSpPr>
          <a:xfrm rot="1811724">
            <a:off x="969152" y="1130468"/>
            <a:ext cx="260751" cy="160466"/>
            <a:chOff x="5492850" y="1205450"/>
            <a:chExt cx="260725" cy="160450"/>
          </a:xfrm>
        </p:grpSpPr>
        <p:sp>
          <p:nvSpPr>
            <p:cNvPr id="6367" name="Google Shape;6367;p15"/>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8" name="Google Shape;6368;p15"/>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9" name="Google Shape;6369;p15"/>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0" name="Google Shape;6370;p15"/>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1" name="Google Shape;6371;p15"/>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2" name="Google Shape;6372;p15"/>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3" name="Google Shape;6373;p15"/>
          <p:cNvGrpSpPr/>
          <p:nvPr/>
        </p:nvGrpSpPr>
        <p:grpSpPr>
          <a:xfrm rot="-1811716" flipH="1">
            <a:off x="818639" y="1324381"/>
            <a:ext cx="193361" cy="118994"/>
            <a:chOff x="5492850" y="1205450"/>
            <a:chExt cx="260725" cy="160450"/>
          </a:xfrm>
        </p:grpSpPr>
        <p:sp>
          <p:nvSpPr>
            <p:cNvPr id="6374" name="Google Shape;6374;p15"/>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5" name="Google Shape;6375;p15"/>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6" name="Google Shape;6376;p15"/>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7" name="Google Shape;6377;p15"/>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8" name="Google Shape;6378;p15"/>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9" name="Google Shape;6379;p15"/>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80" name="Google Shape;6380;p15"/>
          <p:cNvGrpSpPr/>
          <p:nvPr/>
        </p:nvGrpSpPr>
        <p:grpSpPr>
          <a:xfrm rot="1926705">
            <a:off x="8038467" y="3678562"/>
            <a:ext cx="784617" cy="494768"/>
            <a:chOff x="4015675" y="2112550"/>
            <a:chExt cx="545275" cy="343875"/>
          </a:xfrm>
        </p:grpSpPr>
        <p:sp>
          <p:nvSpPr>
            <p:cNvPr id="6381" name="Google Shape;6381;p15"/>
            <p:cNvSpPr/>
            <p:nvPr/>
          </p:nvSpPr>
          <p:spPr>
            <a:xfrm>
              <a:off x="4015675" y="2112550"/>
              <a:ext cx="378725" cy="343875"/>
            </a:xfrm>
            <a:custGeom>
              <a:avLst/>
              <a:gdLst/>
              <a:ahLst/>
              <a:cxnLst/>
              <a:rect l="l" t="t" r="r" b="b"/>
              <a:pathLst>
                <a:path w="15149" h="13755" extrusionOk="0">
                  <a:moveTo>
                    <a:pt x="8012" y="1286"/>
                  </a:moveTo>
                  <a:cubicBezTo>
                    <a:pt x="8877" y="1286"/>
                    <a:pt x="9725" y="1673"/>
                    <a:pt x="10344" y="2372"/>
                  </a:cubicBezTo>
                  <a:cubicBezTo>
                    <a:pt x="11734" y="3962"/>
                    <a:pt x="12705" y="5519"/>
                    <a:pt x="12872" y="6205"/>
                  </a:cubicBezTo>
                  <a:cubicBezTo>
                    <a:pt x="13374" y="8381"/>
                    <a:pt x="11215" y="8967"/>
                    <a:pt x="11031" y="9687"/>
                  </a:cubicBezTo>
                  <a:cubicBezTo>
                    <a:pt x="10813" y="10390"/>
                    <a:pt x="11399" y="12917"/>
                    <a:pt x="9524" y="12967"/>
                  </a:cubicBezTo>
                  <a:lnTo>
                    <a:pt x="4536" y="13051"/>
                  </a:lnTo>
                  <a:cubicBezTo>
                    <a:pt x="4525" y="13051"/>
                    <a:pt x="4515" y="13051"/>
                    <a:pt x="4504" y="13051"/>
                  </a:cubicBezTo>
                  <a:cubicBezTo>
                    <a:pt x="3379" y="13051"/>
                    <a:pt x="2374" y="12186"/>
                    <a:pt x="2109" y="10942"/>
                  </a:cubicBezTo>
                  <a:cubicBezTo>
                    <a:pt x="1925" y="10055"/>
                    <a:pt x="1925" y="9084"/>
                    <a:pt x="2109" y="8130"/>
                  </a:cubicBezTo>
                  <a:cubicBezTo>
                    <a:pt x="2578" y="5853"/>
                    <a:pt x="4335" y="6473"/>
                    <a:pt x="4586" y="5117"/>
                  </a:cubicBezTo>
                  <a:cubicBezTo>
                    <a:pt x="4770" y="4129"/>
                    <a:pt x="5089" y="2338"/>
                    <a:pt x="6762" y="1568"/>
                  </a:cubicBezTo>
                  <a:cubicBezTo>
                    <a:pt x="7167" y="1377"/>
                    <a:pt x="7592" y="1286"/>
                    <a:pt x="8012" y="1286"/>
                  </a:cubicBezTo>
                  <a:close/>
                  <a:moveTo>
                    <a:pt x="7572" y="0"/>
                  </a:moveTo>
                  <a:cubicBezTo>
                    <a:pt x="7036" y="0"/>
                    <a:pt x="6500" y="102"/>
                    <a:pt x="5992" y="313"/>
                  </a:cubicBezTo>
                  <a:cubicBezTo>
                    <a:pt x="3833" y="1183"/>
                    <a:pt x="3515" y="3276"/>
                    <a:pt x="3314" y="4447"/>
                  </a:cubicBezTo>
                  <a:cubicBezTo>
                    <a:pt x="3046" y="6054"/>
                    <a:pt x="703" y="5284"/>
                    <a:pt x="218" y="7946"/>
                  </a:cubicBezTo>
                  <a:cubicBezTo>
                    <a:pt x="0" y="9067"/>
                    <a:pt x="67" y="10206"/>
                    <a:pt x="385" y="11243"/>
                  </a:cubicBezTo>
                  <a:cubicBezTo>
                    <a:pt x="820" y="12716"/>
                    <a:pt x="2209" y="13754"/>
                    <a:pt x="3733" y="13754"/>
                  </a:cubicBezTo>
                  <a:lnTo>
                    <a:pt x="10328" y="13754"/>
                  </a:lnTo>
                  <a:cubicBezTo>
                    <a:pt x="12805" y="13754"/>
                    <a:pt x="11750" y="10741"/>
                    <a:pt x="11968" y="9904"/>
                  </a:cubicBezTo>
                  <a:cubicBezTo>
                    <a:pt x="12202" y="9051"/>
                    <a:pt x="15148" y="8431"/>
                    <a:pt x="14362" y="5853"/>
                  </a:cubicBezTo>
                  <a:cubicBezTo>
                    <a:pt x="14111" y="5050"/>
                    <a:pt x="12721" y="3209"/>
                    <a:pt x="10780" y="1334"/>
                  </a:cubicBezTo>
                  <a:cubicBezTo>
                    <a:pt x="9898" y="475"/>
                    <a:pt x="8734" y="0"/>
                    <a:pt x="7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2" name="Google Shape;6382;p15"/>
            <p:cNvSpPr/>
            <p:nvPr/>
          </p:nvSpPr>
          <p:spPr>
            <a:xfrm>
              <a:off x="4083450" y="2190250"/>
              <a:ext cx="60700" cy="59850"/>
            </a:xfrm>
            <a:custGeom>
              <a:avLst/>
              <a:gdLst/>
              <a:ahLst/>
              <a:cxnLst/>
              <a:rect l="l" t="t" r="r" b="b"/>
              <a:pathLst>
                <a:path w="2428" h="2394" extrusionOk="0">
                  <a:moveTo>
                    <a:pt x="1507" y="0"/>
                  </a:moveTo>
                  <a:cubicBezTo>
                    <a:pt x="1290" y="0"/>
                    <a:pt x="1055" y="0"/>
                    <a:pt x="871" y="17"/>
                  </a:cubicBezTo>
                  <a:cubicBezTo>
                    <a:pt x="754" y="503"/>
                    <a:pt x="670" y="938"/>
                    <a:pt x="603" y="1306"/>
                  </a:cubicBezTo>
                  <a:cubicBezTo>
                    <a:pt x="536" y="1741"/>
                    <a:pt x="285" y="2009"/>
                    <a:pt x="1" y="2193"/>
                  </a:cubicBezTo>
                  <a:cubicBezTo>
                    <a:pt x="436" y="2327"/>
                    <a:pt x="955" y="2394"/>
                    <a:pt x="1507" y="2394"/>
                  </a:cubicBezTo>
                  <a:lnTo>
                    <a:pt x="1708" y="2394"/>
                  </a:lnTo>
                  <a:cubicBezTo>
                    <a:pt x="1775" y="2277"/>
                    <a:pt x="1842" y="2143"/>
                    <a:pt x="1859" y="1992"/>
                  </a:cubicBezTo>
                  <a:cubicBezTo>
                    <a:pt x="1959" y="1490"/>
                    <a:pt x="2093" y="754"/>
                    <a:pt x="2428" y="67"/>
                  </a:cubicBezTo>
                  <a:cubicBezTo>
                    <a:pt x="2126" y="17"/>
                    <a:pt x="1808" y="0"/>
                    <a:pt x="1507"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3" name="Google Shape;6383;p15"/>
            <p:cNvSpPr/>
            <p:nvPr/>
          </p:nvSpPr>
          <p:spPr>
            <a:xfrm>
              <a:off x="4044950" y="2112550"/>
              <a:ext cx="363675" cy="343875"/>
            </a:xfrm>
            <a:custGeom>
              <a:avLst/>
              <a:gdLst/>
              <a:ahLst/>
              <a:cxnLst/>
              <a:rect l="l" t="t" r="r" b="b"/>
              <a:pathLst>
                <a:path w="14547" h="13755" extrusionOk="0">
                  <a:moveTo>
                    <a:pt x="7946" y="1273"/>
                  </a:moveTo>
                  <a:cubicBezTo>
                    <a:pt x="8817" y="1273"/>
                    <a:pt x="9671" y="1669"/>
                    <a:pt x="10295" y="2372"/>
                  </a:cubicBezTo>
                  <a:cubicBezTo>
                    <a:pt x="11701" y="3962"/>
                    <a:pt x="12655" y="5519"/>
                    <a:pt x="12839" y="6205"/>
                  </a:cubicBezTo>
                  <a:cubicBezTo>
                    <a:pt x="13358" y="8381"/>
                    <a:pt x="10831" y="8900"/>
                    <a:pt x="10630" y="9636"/>
                  </a:cubicBezTo>
                  <a:cubicBezTo>
                    <a:pt x="10429" y="10339"/>
                    <a:pt x="11366" y="12951"/>
                    <a:pt x="9491" y="12967"/>
                  </a:cubicBezTo>
                  <a:lnTo>
                    <a:pt x="4503" y="13051"/>
                  </a:lnTo>
                  <a:cubicBezTo>
                    <a:pt x="4493" y="13051"/>
                    <a:pt x="4482" y="13051"/>
                    <a:pt x="4471" y="13051"/>
                  </a:cubicBezTo>
                  <a:cubicBezTo>
                    <a:pt x="3330" y="13051"/>
                    <a:pt x="2325" y="12169"/>
                    <a:pt x="2076" y="10925"/>
                  </a:cubicBezTo>
                  <a:cubicBezTo>
                    <a:pt x="1892" y="10055"/>
                    <a:pt x="1892" y="9084"/>
                    <a:pt x="2076" y="8130"/>
                  </a:cubicBezTo>
                  <a:cubicBezTo>
                    <a:pt x="2545" y="5853"/>
                    <a:pt x="4303" y="6473"/>
                    <a:pt x="4554" y="5117"/>
                  </a:cubicBezTo>
                  <a:cubicBezTo>
                    <a:pt x="4738" y="4129"/>
                    <a:pt x="5039" y="2338"/>
                    <a:pt x="6713" y="1552"/>
                  </a:cubicBezTo>
                  <a:cubicBezTo>
                    <a:pt x="7112" y="1363"/>
                    <a:pt x="7531" y="1273"/>
                    <a:pt x="7946" y="1273"/>
                  </a:cubicBezTo>
                  <a:close/>
                  <a:moveTo>
                    <a:pt x="7259" y="0"/>
                  </a:moveTo>
                  <a:cubicBezTo>
                    <a:pt x="6743" y="0"/>
                    <a:pt x="6228" y="102"/>
                    <a:pt x="5742" y="313"/>
                  </a:cubicBezTo>
                  <a:cubicBezTo>
                    <a:pt x="3666" y="1183"/>
                    <a:pt x="3348" y="3276"/>
                    <a:pt x="3164" y="4447"/>
                  </a:cubicBezTo>
                  <a:cubicBezTo>
                    <a:pt x="2913" y="6054"/>
                    <a:pt x="637" y="5284"/>
                    <a:pt x="202" y="7946"/>
                  </a:cubicBezTo>
                  <a:cubicBezTo>
                    <a:pt x="1" y="9067"/>
                    <a:pt x="68" y="10206"/>
                    <a:pt x="335" y="11243"/>
                  </a:cubicBezTo>
                  <a:cubicBezTo>
                    <a:pt x="754" y="12716"/>
                    <a:pt x="2076" y="13754"/>
                    <a:pt x="3566" y="13754"/>
                  </a:cubicBezTo>
                  <a:lnTo>
                    <a:pt x="9910" y="13754"/>
                  </a:lnTo>
                  <a:cubicBezTo>
                    <a:pt x="12287" y="13754"/>
                    <a:pt x="10948" y="10724"/>
                    <a:pt x="11182" y="9871"/>
                  </a:cubicBezTo>
                  <a:cubicBezTo>
                    <a:pt x="11366" y="9017"/>
                    <a:pt x="14547" y="8431"/>
                    <a:pt x="13777" y="5853"/>
                  </a:cubicBezTo>
                  <a:cubicBezTo>
                    <a:pt x="13542" y="5050"/>
                    <a:pt x="12203" y="3209"/>
                    <a:pt x="10345" y="1334"/>
                  </a:cubicBezTo>
                  <a:cubicBezTo>
                    <a:pt x="9498" y="475"/>
                    <a:pt x="8376" y="0"/>
                    <a:pt x="7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4" name="Google Shape;6384;p15"/>
            <p:cNvSpPr/>
            <p:nvPr/>
          </p:nvSpPr>
          <p:spPr>
            <a:xfrm>
              <a:off x="4169650" y="2136025"/>
              <a:ext cx="385025" cy="320400"/>
            </a:xfrm>
            <a:custGeom>
              <a:avLst/>
              <a:gdLst/>
              <a:ahLst/>
              <a:cxnLst/>
              <a:rect l="l" t="t" r="r" b="b"/>
              <a:pathLst>
                <a:path w="15401" h="12816" extrusionOk="0">
                  <a:moveTo>
                    <a:pt x="11120" y="1162"/>
                  </a:moveTo>
                  <a:cubicBezTo>
                    <a:pt x="11994" y="1162"/>
                    <a:pt x="12716" y="1528"/>
                    <a:pt x="13090" y="2186"/>
                  </a:cubicBezTo>
                  <a:cubicBezTo>
                    <a:pt x="13944" y="3676"/>
                    <a:pt x="14396" y="5115"/>
                    <a:pt x="14312" y="5751"/>
                  </a:cubicBezTo>
                  <a:cubicBezTo>
                    <a:pt x="14061" y="7794"/>
                    <a:pt x="11617" y="8296"/>
                    <a:pt x="11149" y="8965"/>
                  </a:cubicBezTo>
                  <a:cubicBezTo>
                    <a:pt x="10713" y="9635"/>
                    <a:pt x="10513" y="12045"/>
                    <a:pt x="8638" y="12062"/>
                  </a:cubicBezTo>
                  <a:lnTo>
                    <a:pt x="3633" y="12129"/>
                  </a:lnTo>
                  <a:cubicBezTo>
                    <a:pt x="3621" y="12129"/>
                    <a:pt x="3609" y="12129"/>
                    <a:pt x="3597" y="12129"/>
                  </a:cubicBezTo>
                  <a:cubicBezTo>
                    <a:pt x="2447" y="12129"/>
                    <a:pt x="1760" y="11330"/>
                    <a:pt x="1926" y="10170"/>
                  </a:cubicBezTo>
                  <a:cubicBezTo>
                    <a:pt x="2026" y="9350"/>
                    <a:pt x="2361" y="8446"/>
                    <a:pt x="2880" y="7542"/>
                  </a:cubicBezTo>
                  <a:cubicBezTo>
                    <a:pt x="4118" y="5433"/>
                    <a:pt x="5658" y="6003"/>
                    <a:pt x="6395" y="4747"/>
                  </a:cubicBezTo>
                  <a:cubicBezTo>
                    <a:pt x="6914" y="3826"/>
                    <a:pt x="7868" y="2153"/>
                    <a:pt x="9793" y="1416"/>
                  </a:cubicBezTo>
                  <a:cubicBezTo>
                    <a:pt x="10256" y="1244"/>
                    <a:pt x="10705" y="1162"/>
                    <a:pt x="11120" y="1162"/>
                  </a:cubicBezTo>
                  <a:close/>
                  <a:moveTo>
                    <a:pt x="10818" y="0"/>
                  </a:moveTo>
                  <a:cubicBezTo>
                    <a:pt x="10310" y="0"/>
                    <a:pt x="9771" y="90"/>
                    <a:pt x="9224" y="278"/>
                  </a:cubicBezTo>
                  <a:cubicBezTo>
                    <a:pt x="6847" y="1098"/>
                    <a:pt x="5809" y="3073"/>
                    <a:pt x="5257" y="4128"/>
                  </a:cubicBezTo>
                  <a:cubicBezTo>
                    <a:pt x="4453" y="5618"/>
                    <a:pt x="2445" y="4914"/>
                    <a:pt x="1072" y="7392"/>
                  </a:cubicBezTo>
                  <a:cubicBezTo>
                    <a:pt x="486" y="8463"/>
                    <a:pt x="151" y="9518"/>
                    <a:pt x="84" y="10472"/>
                  </a:cubicBezTo>
                  <a:cubicBezTo>
                    <a:pt x="1" y="11861"/>
                    <a:pt x="955" y="12815"/>
                    <a:pt x="2445" y="12815"/>
                  </a:cubicBezTo>
                  <a:lnTo>
                    <a:pt x="8789" y="12815"/>
                  </a:lnTo>
                  <a:cubicBezTo>
                    <a:pt x="11165" y="12815"/>
                    <a:pt x="11098" y="9986"/>
                    <a:pt x="11601" y="9200"/>
                  </a:cubicBezTo>
                  <a:cubicBezTo>
                    <a:pt x="12120" y="8413"/>
                    <a:pt x="15250" y="7860"/>
                    <a:pt x="15350" y="5450"/>
                  </a:cubicBezTo>
                  <a:cubicBezTo>
                    <a:pt x="15400" y="4730"/>
                    <a:pt x="14681" y="2990"/>
                    <a:pt x="13475" y="1249"/>
                  </a:cubicBezTo>
                  <a:cubicBezTo>
                    <a:pt x="12910" y="442"/>
                    <a:pt x="11941" y="0"/>
                    <a:pt x="108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5" name="Google Shape;6385;p15"/>
            <p:cNvSpPr/>
            <p:nvPr/>
          </p:nvSpPr>
          <p:spPr>
            <a:xfrm>
              <a:off x="4264650" y="2188575"/>
              <a:ext cx="74925" cy="89150"/>
            </a:xfrm>
            <a:custGeom>
              <a:avLst/>
              <a:gdLst/>
              <a:ahLst/>
              <a:cxnLst/>
              <a:rect l="l" t="t" r="r" b="b"/>
              <a:pathLst>
                <a:path w="2997" h="3566" extrusionOk="0">
                  <a:moveTo>
                    <a:pt x="2746" y="0"/>
                  </a:moveTo>
                  <a:cubicBezTo>
                    <a:pt x="2110" y="737"/>
                    <a:pt x="1725" y="1490"/>
                    <a:pt x="1423" y="2043"/>
                  </a:cubicBezTo>
                  <a:cubicBezTo>
                    <a:pt x="1122" y="2628"/>
                    <a:pt x="586" y="2879"/>
                    <a:pt x="0" y="3097"/>
                  </a:cubicBezTo>
                  <a:cubicBezTo>
                    <a:pt x="452" y="3264"/>
                    <a:pt x="921" y="3432"/>
                    <a:pt x="1423" y="3566"/>
                  </a:cubicBezTo>
                  <a:cubicBezTo>
                    <a:pt x="1892" y="3348"/>
                    <a:pt x="2310" y="3147"/>
                    <a:pt x="2578" y="2645"/>
                  </a:cubicBezTo>
                  <a:cubicBezTo>
                    <a:pt x="2712" y="2428"/>
                    <a:pt x="2829" y="2210"/>
                    <a:pt x="2997" y="1925"/>
                  </a:cubicBezTo>
                  <a:cubicBezTo>
                    <a:pt x="2879" y="1473"/>
                    <a:pt x="2762" y="787"/>
                    <a:pt x="2746"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6" name="Google Shape;6386;p15"/>
            <p:cNvSpPr/>
            <p:nvPr/>
          </p:nvSpPr>
          <p:spPr>
            <a:xfrm>
              <a:off x="4369275" y="2135800"/>
              <a:ext cx="79100" cy="64100"/>
            </a:xfrm>
            <a:custGeom>
              <a:avLst/>
              <a:gdLst/>
              <a:ahLst/>
              <a:cxnLst/>
              <a:rect l="l" t="t" r="r" b="b"/>
              <a:pathLst>
                <a:path w="3164" h="2564" extrusionOk="0">
                  <a:moveTo>
                    <a:pt x="2829" y="1"/>
                  </a:moveTo>
                  <a:cubicBezTo>
                    <a:pt x="2326" y="1"/>
                    <a:pt x="1782" y="99"/>
                    <a:pt x="1239" y="270"/>
                  </a:cubicBezTo>
                  <a:cubicBezTo>
                    <a:pt x="770" y="438"/>
                    <a:pt x="352" y="638"/>
                    <a:pt x="0" y="856"/>
                  </a:cubicBezTo>
                  <a:cubicBezTo>
                    <a:pt x="50" y="1174"/>
                    <a:pt x="50" y="1526"/>
                    <a:pt x="50" y="1894"/>
                  </a:cubicBezTo>
                  <a:cubicBezTo>
                    <a:pt x="50" y="2111"/>
                    <a:pt x="50" y="2329"/>
                    <a:pt x="17" y="2563"/>
                  </a:cubicBezTo>
                  <a:cubicBezTo>
                    <a:pt x="502" y="2111"/>
                    <a:pt x="1088" y="1693"/>
                    <a:pt x="1808" y="1425"/>
                  </a:cubicBezTo>
                  <a:cubicBezTo>
                    <a:pt x="2277" y="1241"/>
                    <a:pt x="2745" y="1174"/>
                    <a:pt x="3164" y="1174"/>
                  </a:cubicBezTo>
                  <a:cubicBezTo>
                    <a:pt x="3063" y="772"/>
                    <a:pt x="2980" y="387"/>
                    <a:pt x="2946" y="2"/>
                  </a:cubicBezTo>
                  <a:cubicBezTo>
                    <a:pt x="2907" y="1"/>
                    <a:pt x="2868" y="1"/>
                    <a:pt x="282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7" name="Google Shape;6387;p15"/>
            <p:cNvSpPr/>
            <p:nvPr/>
          </p:nvSpPr>
          <p:spPr>
            <a:xfrm>
              <a:off x="4199375" y="2154175"/>
              <a:ext cx="361575" cy="302250"/>
            </a:xfrm>
            <a:custGeom>
              <a:avLst/>
              <a:gdLst/>
              <a:ahLst/>
              <a:cxnLst/>
              <a:rect l="l" t="t" r="r" b="b"/>
              <a:pathLst>
                <a:path w="14463" h="12090" extrusionOk="0">
                  <a:moveTo>
                    <a:pt x="10496" y="955"/>
                  </a:moveTo>
                  <a:cubicBezTo>
                    <a:pt x="11383" y="955"/>
                    <a:pt x="12149" y="1322"/>
                    <a:pt x="12521" y="1996"/>
                  </a:cubicBezTo>
                  <a:cubicBezTo>
                    <a:pt x="13291" y="3419"/>
                    <a:pt x="13542" y="4808"/>
                    <a:pt x="13458" y="5427"/>
                  </a:cubicBezTo>
                  <a:cubicBezTo>
                    <a:pt x="13224" y="7369"/>
                    <a:pt x="10713" y="7804"/>
                    <a:pt x="10294" y="8440"/>
                  </a:cubicBezTo>
                  <a:cubicBezTo>
                    <a:pt x="9876" y="9059"/>
                    <a:pt x="9926" y="11369"/>
                    <a:pt x="8135" y="11386"/>
                  </a:cubicBezTo>
                  <a:lnTo>
                    <a:pt x="3348" y="11453"/>
                  </a:lnTo>
                  <a:cubicBezTo>
                    <a:pt x="3336" y="11453"/>
                    <a:pt x="3325" y="11453"/>
                    <a:pt x="3314" y="11453"/>
                  </a:cubicBezTo>
                  <a:cubicBezTo>
                    <a:pt x="2212" y="11453"/>
                    <a:pt x="1508" y="10655"/>
                    <a:pt x="1674" y="9528"/>
                  </a:cubicBezTo>
                  <a:cubicBezTo>
                    <a:pt x="1775" y="8725"/>
                    <a:pt x="2109" y="7854"/>
                    <a:pt x="2611" y="6967"/>
                  </a:cubicBezTo>
                  <a:cubicBezTo>
                    <a:pt x="3833" y="4925"/>
                    <a:pt x="5323" y="5528"/>
                    <a:pt x="6026" y="4289"/>
                  </a:cubicBezTo>
                  <a:cubicBezTo>
                    <a:pt x="6528" y="3419"/>
                    <a:pt x="7432" y="1828"/>
                    <a:pt x="9273" y="1176"/>
                  </a:cubicBezTo>
                  <a:cubicBezTo>
                    <a:pt x="9689" y="1027"/>
                    <a:pt x="10104" y="955"/>
                    <a:pt x="10496" y="955"/>
                  </a:cubicBezTo>
                  <a:close/>
                  <a:moveTo>
                    <a:pt x="10398" y="1"/>
                  </a:moveTo>
                  <a:cubicBezTo>
                    <a:pt x="9919" y="1"/>
                    <a:pt x="9399" y="86"/>
                    <a:pt x="8855" y="255"/>
                  </a:cubicBezTo>
                  <a:cubicBezTo>
                    <a:pt x="6595" y="958"/>
                    <a:pt x="5708" y="2866"/>
                    <a:pt x="5139" y="3921"/>
                  </a:cubicBezTo>
                  <a:cubicBezTo>
                    <a:pt x="4369" y="5360"/>
                    <a:pt x="2411" y="4607"/>
                    <a:pt x="1038" y="7017"/>
                  </a:cubicBezTo>
                  <a:cubicBezTo>
                    <a:pt x="469" y="8038"/>
                    <a:pt x="151" y="9059"/>
                    <a:pt x="84" y="10030"/>
                  </a:cubicBezTo>
                  <a:cubicBezTo>
                    <a:pt x="0" y="11369"/>
                    <a:pt x="737" y="12089"/>
                    <a:pt x="2176" y="12089"/>
                  </a:cubicBezTo>
                  <a:lnTo>
                    <a:pt x="8269" y="12089"/>
                  </a:lnTo>
                  <a:cubicBezTo>
                    <a:pt x="10512" y="12089"/>
                    <a:pt x="10244" y="9394"/>
                    <a:pt x="10713" y="8658"/>
                  </a:cubicBezTo>
                  <a:cubicBezTo>
                    <a:pt x="11198" y="7904"/>
                    <a:pt x="14295" y="7436"/>
                    <a:pt x="14412" y="5176"/>
                  </a:cubicBezTo>
                  <a:cubicBezTo>
                    <a:pt x="14462" y="4473"/>
                    <a:pt x="13826" y="2833"/>
                    <a:pt x="12722" y="1125"/>
                  </a:cubicBezTo>
                  <a:cubicBezTo>
                    <a:pt x="12213" y="369"/>
                    <a:pt x="11393" y="1"/>
                    <a:pt x="103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88" name="Google Shape;6388;p15"/>
          <p:cNvGrpSpPr/>
          <p:nvPr/>
        </p:nvGrpSpPr>
        <p:grpSpPr>
          <a:xfrm rot="2952480">
            <a:off x="7189087" y="4498551"/>
            <a:ext cx="348372" cy="283092"/>
            <a:chOff x="3883850" y="1662875"/>
            <a:chExt cx="361150" cy="293475"/>
          </a:xfrm>
        </p:grpSpPr>
        <p:sp>
          <p:nvSpPr>
            <p:cNvPr id="6389" name="Google Shape;6389;p15"/>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0" name="Google Shape;6390;p15"/>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1" name="Google Shape;6391;p15"/>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2" name="Google Shape;6392;p15"/>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3" name="Google Shape;6393;p15"/>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4" name="Google Shape;6394;p15"/>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5" name="Google Shape;6395;p15"/>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6" name="Google Shape;6396;p15"/>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7" name="Google Shape;6397;p15"/>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8" name="Google Shape;6398;p15"/>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9" name="Google Shape;6399;p15"/>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0" name="Google Shape;6400;p15"/>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1" name="Google Shape;6401;p15"/>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2" name="Google Shape;6402;p15"/>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3" name="Google Shape;6403;p15"/>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4" name="Google Shape;6404;p15"/>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5" name="Google Shape;6405;p15"/>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6" name="Google Shape;6406;p15"/>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7" name="Google Shape;6407;p15"/>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8" name="Google Shape;6408;p15"/>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9" name="Google Shape;6409;p15"/>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0" name="Google Shape;6410;p15"/>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1" name="Google Shape;6411;p15"/>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2" name="Google Shape;6412;p15"/>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3" name="Google Shape;6413;p15"/>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4" name="Google Shape;6414;p15"/>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15" name="Google Shape;6415;p15"/>
          <p:cNvGrpSpPr/>
          <p:nvPr/>
        </p:nvGrpSpPr>
        <p:grpSpPr>
          <a:xfrm rot="-1811716" flipH="1">
            <a:off x="8684414" y="3276506"/>
            <a:ext cx="193361" cy="118994"/>
            <a:chOff x="5492850" y="1205450"/>
            <a:chExt cx="260725" cy="160450"/>
          </a:xfrm>
        </p:grpSpPr>
        <p:sp>
          <p:nvSpPr>
            <p:cNvPr id="6416" name="Google Shape;6416;p15"/>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rgbClr val="8E8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7" name="Google Shape;6417;p15"/>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B5A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8" name="Google Shape;6418;p15"/>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9" name="Google Shape;6419;p15"/>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0" name="Google Shape;6420;p15"/>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rgbClr val="5952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1" name="Google Shape;6421;p15"/>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rgbClr val="443E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22" name="Google Shape;6422;p15"/>
          <p:cNvSpPr txBox="1">
            <a:spLocks noGrp="1"/>
          </p:cNvSpPr>
          <p:nvPr>
            <p:ph type="subTitle" idx="1"/>
          </p:nvPr>
        </p:nvSpPr>
        <p:spPr>
          <a:xfrm>
            <a:off x="4736875" y="3235940"/>
            <a:ext cx="3498600" cy="406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2"/>
              </a:buClr>
              <a:buSzPts val="2500"/>
              <a:buFont typeface="Bebas Neue"/>
              <a:buNone/>
              <a:defRPr sz="2200" b="1">
                <a:solidFill>
                  <a:schemeClr val="accent5"/>
                </a:solidFill>
                <a:latin typeface="Grandstander"/>
                <a:ea typeface="Grandstander"/>
                <a:cs typeface="Grandstander"/>
                <a:sym typeface="Grandstander"/>
              </a:defRPr>
            </a:lvl1pPr>
            <a:lvl2pPr lvl="1" algn="ctr" rtl="0">
              <a:lnSpc>
                <a:spcPct val="100000"/>
              </a:lnSpc>
              <a:spcBef>
                <a:spcPts val="0"/>
              </a:spcBef>
              <a:spcAft>
                <a:spcPts val="0"/>
              </a:spcAft>
              <a:buClr>
                <a:schemeClr val="accent2"/>
              </a:buClr>
              <a:buSzPts val="2500"/>
              <a:buFont typeface="Bebas Neue"/>
              <a:buNone/>
              <a:defRPr sz="2500">
                <a:solidFill>
                  <a:schemeClr val="accent2"/>
                </a:solidFill>
                <a:latin typeface="Bebas Neue"/>
                <a:ea typeface="Bebas Neue"/>
                <a:cs typeface="Bebas Neue"/>
                <a:sym typeface="Bebas Neue"/>
              </a:defRPr>
            </a:lvl2pPr>
            <a:lvl3pPr lvl="2" algn="ctr" rtl="0">
              <a:lnSpc>
                <a:spcPct val="100000"/>
              </a:lnSpc>
              <a:spcBef>
                <a:spcPts val="0"/>
              </a:spcBef>
              <a:spcAft>
                <a:spcPts val="0"/>
              </a:spcAft>
              <a:buClr>
                <a:schemeClr val="accent2"/>
              </a:buClr>
              <a:buSzPts val="2500"/>
              <a:buFont typeface="Bebas Neue"/>
              <a:buNone/>
              <a:defRPr sz="2500">
                <a:solidFill>
                  <a:schemeClr val="accent2"/>
                </a:solidFill>
                <a:latin typeface="Bebas Neue"/>
                <a:ea typeface="Bebas Neue"/>
                <a:cs typeface="Bebas Neue"/>
                <a:sym typeface="Bebas Neue"/>
              </a:defRPr>
            </a:lvl3pPr>
            <a:lvl4pPr lvl="3" algn="ctr" rtl="0">
              <a:lnSpc>
                <a:spcPct val="100000"/>
              </a:lnSpc>
              <a:spcBef>
                <a:spcPts val="0"/>
              </a:spcBef>
              <a:spcAft>
                <a:spcPts val="0"/>
              </a:spcAft>
              <a:buClr>
                <a:schemeClr val="accent2"/>
              </a:buClr>
              <a:buSzPts val="2500"/>
              <a:buFont typeface="Bebas Neue"/>
              <a:buNone/>
              <a:defRPr sz="2500">
                <a:solidFill>
                  <a:schemeClr val="accent2"/>
                </a:solidFill>
                <a:latin typeface="Bebas Neue"/>
                <a:ea typeface="Bebas Neue"/>
                <a:cs typeface="Bebas Neue"/>
                <a:sym typeface="Bebas Neue"/>
              </a:defRPr>
            </a:lvl4pPr>
            <a:lvl5pPr lvl="4" algn="ctr" rtl="0">
              <a:lnSpc>
                <a:spcPct val="100000"/>
              </a:lnSpc>
              <a:spcBef>
                <a:spcPts val="0"/>
              </a:spcBef>
              <a:spcAft>
                <a:spcPts val="0"/>
              </a:spcAft>
              <a:buClr>
                <a:schemeClr val="accent2"/>
              </a:buClr>
              <a:buSzPts val="2500"/>
              <a:buFont typeface="Bebas Neue"/>
              <a:buNone/>
              <a:defRPr sz="2500">
                <a:solidFill>
                  <a:schemeClr val="accent2"/>
                </a:solidFill>
                <a:latin typeface="Bebas Neue"/>
                <a:ea typeface="Bebas Neue"/>
                <a:cs typeface="Bebas Neue"/>
                <a:sym typeface="Bebas Neue"/>
              </a:defRPr>
            </a:lvl5pPr>
            <a:lvl6pPr lvl="5" algn="ctr" rtl="0">
              <a:lnSpc>
                <a:spcPct val="100000"/>
              </a:lnSpc>
              <a:spcBef>
                <a:spcPts val="0"/>
              </a:spcBef>
              <a:spcAft>
                <a:spcPts val="0"/>
              </a:spcAft>
              <a:buClr>
                <a:schemeClr val="accent2"/>
              </a:buClr>
              <a:buSzPts val="2500"/>
              <a:buFont typeface="Bebas Neue"/>
              <a:buNone/>
              <a:defRPr sz="2500">
                <a:solidFill>
                  <a:schemeClr val="accent2"/>
                </a:solidFill>
                <a:latin typeface="Bebas Neue"/>
                <a:ea typeface="Bebas Neue"/>
                <a:cs typeface="Bebas Neue"/>
                <a:sym typeface="Bebas Neue"/>
              </a:defRPr>
            </a:lvl6pPr>
            <a:lvl7pPr lvl="6" algn="ctr" rtl="0">
              <a:lnSpc>
                <a:spcPct val="100000"/>
              </a:lnSpc>
              <a:spcBef>
                <a:spcPts val="0"/>
              </a:spcBef>
              <a:spcAft>
                <a:spcPts val="0"/>
              </a:spcAft>
              <a:buClr>
                <a:schemeClr val="accent2"/>
              </a:buClr>
              <a:buSzPts val="2500"/>
              <a:buFont typeface="Bebas Neue"/>
              <a:buNone/>
              <a:defRPr sz="2500">
                <a:solidFill>
                  <a:schemeClr val="accent2"/>
                </a:solidFill>
                <a:latin typeface="Bebas Neue"/>
                <a:ea typeface="Bebas Neue"/>
                <a:cs typeface="Bebas Neue"/>
                <a:sym typeface="Bebas Neue"/>
              </a:defRPr>
            </a:lvl7pPr>
            <a:lvl8pPr lvl="7" algn="ctr" rtl="0">
              <a:lnSpc>
                <a:spcPct val="100000"/>
              </a:lnSpc>
              <a:spcBef>
                <a:spcPts val="0"/>
              </a:spcBef>
              <a:spcAft>
                <a:spcPts val="0"/>
              </a:spcAft>
              <a:buClr>
                <a:schemeClr val="accent2"/>
              </a:buClr>
              <a:buSzPts val="2500"/>
              <a:buFont typeface="Bebas Neue"/>
              <a:buNone/>
              <a:defRPr sz="2500">
                <a:solidFill>
                  <a:schemeClr val="accent2"/>
                </a:solidFill>
                <a:latin typeface="Bebas Neue"/>
                <a:ea typeface="Bebas Neue"/>
                <a:cs typeface="Bebas Neue"/>
                <a:sym typeface="Bebas Neue"/>
              </a:defRPr>
            </a:lvl8pPr>
            <a:lvl9pPr lvl="8" algn="ctr" rtl="0">
              <a:lnSpc>
                <a:spcPct val="100000"/>
              </a:lnSpc>
              <a:spcBef>
                <a:spcPts val="0"/>
              </a:spcBef>
              <a:spcAft>
                <a:spcPts val="0"/>
              </a:spcAft>
              <a:buClr>
                <a:schemeClr val="accent2"/>
              </a:buClr>
              <a:buSzPts val="2500"/>
              <a:buFont typeface="Bebas Neue"/>
              <a:buNone/>
              <a:defRPr sz="2500">
                <a:solidFill>
                  <a:schemeClr val="accent2"/>
                </a:solidFill>
                <a:latin typeface="Bebas Neue"/>
                <a:ea typeface="Bebas Neue"/>
                <a:cs typeface="Bebas Neue"/>
                <a:sym typeface="Bebas Neue"/>
              </a:defRPr>
            </a:lvl9pPr>
          </a:lstStyle>
          <a:p>
            <a:endParaRPr/>
          </a:p>
        </p:txBody>
      </p:sp>
      <p:sp>
        <p:nvSpPr>
          <p:cNvPr id="6423" name="Google Shape;6423;p15"/>
          <p:cNvSpPr txBox="1">
            <a:spLocks noGrp="1"/>
          </p:cNvSpPr>
          <p:nvPr>
            <p:ph type="subTitle" idx="2"/>
          </p:nvPr>
        </p:nvSpPr>
        <p:spPr>
          <a:xfrm>
            <a:off x="4736875" y="1501050"/>
            <a:ext cx="3498600" cy="1595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22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7397"/>
        <p:cNvGrpSpPr/>
        <p:nvPr/>
      </p:nvGrpSpPr>
      <p:grpSpPr>
        <a:xfrm>
          <a:off x="0" y="0"/>
          <a:ext cx="0" cy="0"/>
          <a:chOff x="0" y="0"/>
          <a:chExt cx="0" cy="0"/>
        </a:xfrm>
      </p:grpSpPr>
      <p:grpSp>
        <p:nvGrpSpPr>
          <p:cNvPr id="7398" name="Google Shape;7398;p18"/>
          <p:cNvGrpSpPr/>
          <p:nvPr/>
        </p:nvGrpSpPr>
        <p:grpSpPr>
          <a:xfrm rot="-531176">
            <a:off x="3739999" y="-498576"/>
            <a:ext cx="2261708" cy="949898"/>
            <a:chOff x="1411350" y="554900"/>
            <a:chExt cx="1298300" cy="545275"/>
          </a:xfrm>
        </p:grpSpPr>
        <p:sp>
          <p:nvSpPr>
            <p:cNvPr id="7399" name="Google Shape;7399;p18"/>
            <p:cNvSpPr/>
            <p:nvPr/>
          </p:nvSpPr>
          <p:spPr>
            <a:xfrm>
              <a:off x="1411350" y="555300"/>
              <a:ext cx="1298300" cy="544875"/>
            </a:xfrm>
            <a:custGeom>
              <a:avLst/>
              <a:gdLst/>
              <a:ahLst/>
              <a:cxnLst/>
              <a:rect l="l" t="t" r="r" b="b"/>
              <a:pathLst>
                <a:path w="51932" h="21795" extrusionOk="0">
                  <a:moveTo>
                    <a:pt x="21160" y="685"/>
                  </a:moveTo>
                  <a:cubicBezTo>
                    <a:pt x="11439" y="685"/>
                    <a:pt x="0" y="6642"/>
                    <a:pt x="695" y="11818"/>
                  </a:cubicBezTo>
                  <a:cubicBezTo>
                    <a:pt x="1515" y="17928"/>
                    <a:pt x="11441" y="21794"/>
                    <a:pt x="26305" y="21794"/>
                  </a:cubicBezTo>
                  <a:cubicBezTo>
                    <a:pt x="39612" y="21794"/>
                    <a:pt x="51932" y="12588"/>
                    <a:pt x="47664" y="6295"/>
                  </a:cubicBezTo>
                  <a:cubicBezTo>
                    <a:pt x="43395" y="1"/>
                    <a:pt x="37219" y="4353"/>
                    <a:pt x="26171" y="1306"/>
                  </a:cubicBezTo>
                  <a:cubicBezTo>
                    <a:pt x="24611" y="879"/>
                    <a:pt x="22914" y="685"/>
                    <a:pt x="21160" y="68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0" name="Google Shape;7400;p18"/>
            <p:cNvSpPr/>
            <p:nvPr/>
          </p:nvSpPr>
          <p:spPr>
            <a:xfrm>
              <a:off x="1451675" y="627700"/>
              <a:ext cx="1206100" cy="430725"/>
            </a:xfrm>
            <a:custGeom>
              <a:avLst/>
              <a:gdLst/>
              <a:ahLst/>
              <a:cxnLst/>
              <a:rect l="l" t="t" r="r" b="b"/>
              <a:pathLst>
                <a:path w="48244" h="17229" extrusionOk="0">
                  <a:moveTo>
                    <a:pt x="20236" y="218"/>
                  </a:moveTo>
                  <a:cubicBezTo>
                    <a:pt x="10022" y="218"/>
                    <a:pt x="0" y="3725"/>
                    <a:pt x="773" y="8604"/>
                  </a:cubicBezTo>
                  <a:cubicBezTo>
                    <a:pt x="1610" y="13906"/>
                    <a:pt x="10561" y="17228"/>
                    <a:pt x="23915" y="17228"/>
                  </a:cubicBezTo>
                  <a:cubicBezTo>
                    <a:pt x="24178" y="17228"/>
                    <a:pt x="24443" y="17227"/>
                    <a:pt x="24709" y="17225"/>
                  </a:cubicBezTo>
                  <a:cubicBezTo>
                    <a:pt x="37062" y="17124"/>
                    <a:pt x="48243" y="8939"/>
                    <a:pt x="44293" y="3332"/>
                  </a:cubicBezTo>
                  <a:cubicBezTo>
                    <a:pt x="41950" y="1"/>
                    <a:pt x="34032" y="1122"/>
                    <a:pt x="23437" y="335"/>
                  </a:cubicBezTo>
                  <a:cubicBezTo>
                    <a:pt x="22376" y="256"/>
                    <a:pt x="21305" y="218"/>
                    <a:pt x="20236" y="21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1" name="Google Shape;7401;p18"/>
            <p:cNvSpPr/>
            <p:nvPr/>
          </p:nvSpPr>
          <p:spPr>
            <a:xfrm>
              <a:off x="1421225" y="554900"/>
              <a:ext cx="1204325" cy="288750"/>
            </a:xfrm>
            <a:custGeom>
              <a:avLst/>
              <a:gdLst/>
              <a:ahLst/>
              <a:cxnLst/>
              <a:rect l="l" t="t" r="r" b="b"/>
              <a:pathLst>
                <a:path w="48173" h="11550" extrusionOk="0">
                  <a:moveTo>
                    <a:pt x="20753" y="698"/>
                  </a:moveTo>
                  <a:cubicBezTo>
                    <a:pt x="11203" y="698"/>
                    <a:pt x="1" y="6446"/>
                    <a:pt x="284" y="11550"/>
                  </a:cubicBezTo>
                  <a:cubicBezTo>
                    <a:pt x="523" y="6533"/>
                    <a:pt x="11450" y="1054"/>
                    <a:pt x="20773" y="1054"/>
                  </a:cubicBezTo>
                  <a:cubicBezTo>
                    <a:pt x="22525" y="1054"/>
                    <a:pt x="24220" y="1248"/>
                    <a:pt x="25776" y="1674"/>
                  </a:cubicBezTo>
                  <a:cubicBezTo>
                    <a:pt x="36824" y="4720"/>
                    <a:pt x="43000" y="368"/>
                    <a:pt x="47269" y="6662"/>
                  </a:cubicBezTo>
                  <a:cubicBezTo>
                    <a:pt x="47821" y="7482"/>
                    <a:pt x="48089" y="8336"/>
                    <a:pt x="48122" y="9223"/>
                  </a:cubicBezTo>
                  <a:cubicBezTo>
                    <a:pt x="48173" y="8219"/>
                    <a:pt x="47905" y="7231"/>
                    <a:pt x="47269" y="6311"/>
                  </a:cubicBezTo>
                  <a:cubicBezTo>
                    <a:pt x="43000" y="0"/>
                    <a:pt x="36857" y="4352"/>
                    <a:pt x="25776" y="1322"/>
                  </a:cubicBezTo>
                  <a:cubicBezTo>
                    <a:pt x="24213" y="893"/>
                    <a:pt x="22511" y="698"/>
                    <a:pt x="20753" y="69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2" name="Google Shape;7402;p18"/>
            <p:cNvSpPr/>
            <p:nvPr/>
          </p:nvSpPr>
          <p:spPr>
            <a:xfrm>
              <a:off x="1429550" y="748225"/>
              <a:ext cx="1234450" cy="351525"/>
            </a:xfrm>
            <a:custGeom>
              <a:avLst/>
              <a:gdLst/>
              <a:ahLst/>
              <a:cxnLst/>
              <a:rect l="l" t="t" r="r" b="b"/>
              <a:pathLst>
                <a:path w="49378" h="14061" extrusionOk="0">
                  <a:moveTo>
                    <a:pt x="47605" y="0"/>
                  </a:moveTo>
                  <a:lnTo>
                    <a:pt x="47605" y="0"/>
                  </a:lnTo>
                  <a:cubicBezTo>
                    <a:pt x="48576" y="6093"/>
                    <a:pt x="37411" y="13508"/>
                    <a:pt x="25460" y="13508"/>
                  </a:cubicBezTo>
                  <a:cubicBezTo>
                    <a:pt x="11266" y="13508"/>
                    <a:pt x="1557" y="9960"/>
                    <a:pt x="1" y="4302"/>
                  </a:cubicBezTo>
                  <a:lnTo>
                    <a:pt x="1" y="4302"/>
                  </a:lnTo>
                  <a:cubicBezTo>
                    <a:pt x="1055" y="10278"/>
                    <a:pt x="10898" y="14061"/>
                    <a:pt x="25577" y="14061"/>
                  </a:cubicBezTo>
                  <a:cubicBezTo>
                    <a:pt x="25590" y="14061"/>
                    <a:pt x="25603" y="14061"/>
                    <a:pt x="25616" y="14061"/>
                  </a:cubicBezTo>
                  <a:cubicBezTo>
                    <a:pt x="37921" y="14061"/>
                    <a:pt x="49378" y="6170"/>
                    <a:pt x="476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3" name="Google Shape;7403;p18"/>
            <p:cNvSpPr/>
            <p:nvPr/>
          </p:nvSpPr>
          <p:spPr>
            <a:xfrm>
              <a:off x="1450650" y="624525"/>
              <a:ext cx="1121325" cy="423400"/>
            </a:xfrm>
            <a:custGeom>
              <a:avLst/>
              <a:gdLst/>
              <a:ahLst/>
              <a:cxnLst/>
              <a:rect l="l" t="t" r="r" b="b"/>
              <a:pathLst>
                <a:path w="44853" h="16936" extrusionOk="0">
                  <a:moveTo>
                    <a:pt x="17938" y="1"/>
                  </a:moveTo>
                  <a:cubicBezTo>
                    <a:pt x="10036" y="1"/>
                    <a:pt x="5951" y="1695"/>
                    <a:pt x="2990" y="6472"/>
                  </a:cubicBezTo>
                  <a:cubicBezTo>
                    <a:pt x="1" y="11312"/>
                    <a:pt x="11439" y="16936"/>
                    <a:pt x="22282" y="16936"/>
                  </a:cubicBezTo>
                  <a:cubicBezTo>
                    <a:pt x="23401" y="16936"/>
                    <a:pt x="24514" y="16876"/>
                    <a:pt x="25604" y="16749"/>
                  </a:cubicBezTo>
                  <a:cubicBezTo>
                    <a:pt x="38643" y="15243"/>
                    <a:pt x="44234" y="10840"/>
                    <a:pt x="44552" y="5986"/>
                  </a:cubicBezTo>
                  <a:cubicBezTo>
                    <a:pt x="44853" y="1132"/>
                    <a:pt x="30458" y="462"/>
                    <a:pt x="21084" y="77"/>
                  </a:cubicBezTo>
                  <a:cubicBezTo>
                    <a:pt x="19973" y="27"/>
                    <a:pt x="18926" y="1"/>
                    <a:pt x="179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4" name="Google Shape;7404;p18"/>
            <p:cNvSpPr/>
            <p:nvPr/>
          </p:nvSpPr>
          <p:spPr>
            <a:xfrm>
              <a:off x="1462975" y="628300"/>
              <a:ext cx="1104000" cy="405800"/>
            </a:xfrm>
            <a:custGeom>
              <a:avLst/>
              <a:gdLst/>
              <a:ahLst/>
              <a:cxnLst/>
              <a:rect l="l" t="t" r="r" b="b"/>
              <a:pathLst>
                <a:path w="44160" h="16232" extrusionOk="0">
                  <a:moveTo>
                    <a:pt x="17957" y="1"/>
                  </a:moveTo>
                  <a:cubicBezTo>
                    <a:pt x="10003" y="1"/>
                    <a:pt x="5931" y="1618"/>
                    <a:pt x="2982" y="6237"/>
                  </a:cubicBezTo>
                  <a:cubicBezTo>
                    <a:pt x="0" y="10899"/>
                    <a:pt x="11200" y="16232"/>
                    <a:pt x="21849" y="16232"/>
                  </a:cubicBezTo>
                  <a:cubicBezTo>
                    <a:pt x="22976" y="16232"/>
                    <a:pt x="24097" y="16172"/>
                    <a:pt x="25194" y="16046"/>
                  </a:cubicBezTo>
                  <a:cubicBezTo>
                    <a:pt x="38033" y="14573"/>
                    <a:pt x="43523" y="10355"/>
                    <a:pt x="43841" y="5701"/>
                  </a:cubicBezTo>
                  <a:cubicBezTo>
                    <a:pt x="44159" y="1048"/>
                    <a:pt x="29998" y="445"/>
                    <a:pt x="20792" y="60"/>
                  </a:cubicBezTo>
                  <a:cubicBezTo>
                    <a:pt x="19795" y="21"/>
                    <a:pt x="18852" y="1"/>
                    <a:pt x="179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5" name="Google Shape;7405;p18"/>
            <p:cNvSpPr/>
            <p:nvPr/>
          </p:nvSpPr>
          <p:spPr>
            <a:xfrm>
              <a:off x="1473400" y="636425"/>
              <a:ext cx="1075575" cy="406650"/>
            </a:xfrm>
            <a:custGeom>
              <a:avLst/>
              <a:gdLst/>
              <a:ahLst/>
              <a:cxnLst/>
              <a:rect l="l" t="t" r="r" b="b"/>
              <a:pathLst>
                <a:path w="43023" h="16266" extrusionOk="0">
                  <a:moveTo>
                    <a:pt x="17301" y="1"/>
                  </a:moveTo>
                  <a:cubicBezTo>
                    <a:pt x="9665" y="1"/>
                    <a:pt x="5750" y="1617"/>
                    <a:pt x="2900" y="6213"/>
                  </a:cubicBezTo>
                  <a:cubicBezTo>
                    <a:pt x="0" y="10874"/>
                    <a:pt x="10982" y="16265"/>
                    <a:pt x="21405" y="16265"/>
                  </a:cubicBezTo>
                  <a:cubicBezTo>
                    <a:pt x="22473" y="16265"/>
                    <a:pt x="23536" y="16209"/>
                    <a:pt x="24576" y="16089"/>
                  </a:cubicBezTo>
                  <a:cubicBezTo>
                    <a:pt x="37063" y="14633"/>
                    <a:pt x="42420" y="10431"/>
                    <a:pt x="42738" y="5761"/>
                  </a:cubicBezTo>
                  <a:cubicBezTo>
                    <a:pt x="43022" y="1125"/>
                    <a:pt x="29247" y="472"/>
                    <a:pt x="20258" y="70"/>
                  </a:cubicBezTo>
                  <a:cubicBezTo>
                    <a:pt x="19214" y="25"/>
                    <a:pt x="18230" y="1"/>
                    <a:pt x="17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6" name="Google Shape;7406;p18"/>
            <p:cNvSpPr/>
            <p:nvPr/>
          </p:nvSpPr>
          <p:spPr>
            <a:xfrm>
              <a:off x="1904500" y="714125"/>
              <a:ext cx="508725" cy="158650"/>
            </a:xfrm>
            <a:custGeom>
              <a:avLst/>
              <a:gdLst/>
              <a:ahLst/>
              <a:cxnLst/>
              <a:rect l="l" t="t" r="r" b="b"/>
              <a:pathLst>
                <a:path w="20349" h="6346" extrusionOk="0">
                  <a:moveTo>
                    <a:pt x="2195" y="1"/>
                  </a:moveTo>
                  <a:cubicBezTo>
                    <a:pt x="1938" y="1"/>
                    <a:pt x="1660" y="100"/>
                    <a:pt x="1323" y="360"/>
                  </a:cubicBezTo>
                  <a:cubicBezTo>
                    <a:pt x="1" y="1381"/>
                    <a:pt x="2060" y="1348"/>
                    <a:pt x="4939" y="1465"/>
                  </a:cubicBezTo>
                  <a:cubicBezTo>
                    <a:pt x="9408" y="1649"/>
                    <a:pt x="6696" y="5900"/>
                    <a:pt x="11300" y="6302"/>
                  </a:cubicBezTo>
                  <a:cubicBezTo>
                    <a:pt x="11621" y="6331"/>
                    <a:pt x="11942" y="6345"/>
                    <a:pt x="12261" y="6345"/>
                  </a:cubicBezTo>
                  <a:cubicBezTo>
                    <a:pt x="16517" y="6345"/>
                    <a:pt x="20349" y="3876"/>
                    <a:pt x="17141" y="2318"/>
                  </a:cubicBezTo>
                  <a:cubicBezTo>
                    <a:pt x="13693" y="645"/>
                    <a:pt x="6596" y="1214"/>
                    <a:pt x="4822" y="1013"/>
                  </a:cubicBezTo>
                  <a:cubicBezTo>
                    <a:pt x="3512" y="851"/>
                    <a:pt x="2946" y="1"/>
                    <a:pt x="21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7" name="Google Shape;7407;p18"/>
            <p:cNvSpPr/>
            <p:nvPr/>
          </p:nvSpPr>
          <p:spPr>
            <a:xfrm>
              <a:off x="1582800" y="653175"/>
              <a:ext cx="473325" cy="208975"/>
            </a:xfrm>
            <a:custGeom>
              <a:avLst/>
              <a:gdLst/>
              <a:ahLst/>
              <a:cxnLst/>
              <a:rect l="l" t="t" r="r" b="b"/>
              <a:pathLst>
                <a:path w="18933" h="8359" extrusionOk="0">
                  <a:moveTo>
                    <a:pt x="10267" y="0"/>
                  </a:moveTo>
                  <a:cubicBezTo>
                    <a:pt x="4054" y="0"/>
                    <a:pt x="1" y="4130"/>
                    <a:pt x="566" y="6765"/>
                  </a:cubicBezTo>
                  <a:cubicBezTo>
                    <a:pt x="812" y="7927"/>
                    <a:pt x="1246" y="8358"/>
                    <a:pt x="1632" y="8358"/>
                  </a:cubicBezTo>
                  <a:cubicBezTo>
                    <a:pt x="2192" y="8358"/>
                    <a:pt x="2653" y="7455"/>
                    <a:pt x="2307" y="6564"/>
                  </a:cubicBezTo>
                  <a:cubicBezTo>
                    <a:pt x="1201" y="3860"/>
                    <a:pt x="3990" y="1996"/>
                    <a:pt x="7269" y="1996"/>
                  </a:cubicBezTo>
                  <a:cubicBezTo>
                    <a:pt x="7663" y="1996"/>
                    <a:pt x="8064" y="2023"/>
                    <a:pt x="8467" y="2078"/>
                  </a:cubicBezTo>
                  <a:cubicBezTo>
                    <a:pt x="9081" y="2171"/>
                    <a:pt x="9834" y="2213"/>
                    <a:pt x="10620" y="2213"/>
                  </a:cubicBezTo>
                  <a:cubicBezTo>
                    <a:pt x="14392" y="2213"/>
                    <a:pt x="18933" y="1242"/>
                    <a:pt x="12685" y="204"/>
                  </a:cubicBezTo>
                  <a:cubicBezTo>
                    <a:pt x="11849" y="64"/>
                    <a:pt x="11041" y="0"/>
                    <a:pt x="1026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8" name="Google Shape;7408;p18"/>
            <p:cNvSpPr/>
            <p:nvPr/>
          </p:nvSpPr>
          <p:spPr>
            <a:xfrm>
              <a:off x="1634175" y="667600"/>
              <a:ext cx="907275" cy="341575"/>
            </a:xfrm>
            <a:custGeom>
              <a:avLst/>
              <a:gdLst/>
              <a:ahLst/>
              <a:cxnLst/>
              <a:rect l="l" t="t" r="r" b="b"/>
              <a:pathLst>
                <a:path w="36291" h="13663" extrusionOk="0">
                  <a:moveTo>
                    <a:pt x="19173" y="0"/>
                  </a:moveTo>
                  <a:cubicBezTo>
                    <a:pt x="17448" y="0"/>
                    <a:pt x="16147" y="196"/>
                    <a:pt x="15651" y="698"/>
                  </a:cubicBezTo>
                  <a:cubicBezTo>
                    <a:pt x="15024" y="1325"/>
                    <a:pt x="16741" y="1386"/>
                    <a:pt x="19202" y="1386"/>
                  </a:cubicBezTo>
                  <a:cubicBezTo>
                    <a:pt x="19801" y="1386"/>
                    <a:pt x="20443" y="1383"/>
                    <a:pt x="21107" y="1383"/>
                  </a:cubicBezTo>
                  <a:cubicBezTo>
                    <a:pt x="23905" y="1383"/>
                    <a:pt x="27076" y="1447"/>
                    <a:pt x="28892" y="2121"/>
                  </a:cubicBezTo>
                  <a:cubicBezTo>
                    <a:pt x="32892" y="3594"/>
                    <a:pt x="32641" y="11544"/>
                    <a:pt x="23100" y="12331"/>
                  </a:cubicBezTo>
                  <a:cubicBezTo>
                    <a:pt x="22050" y="12416"/>
                    <a:pt x="21014" y="12455"/>
                    <a:pt x="20003" y="12455"/>
                  </a:cubicBezTo>
                  <a:cubicBezTo>
                    <a:pt x="11829" y="12455"/>
                    <a:pt x="5342" y="9895"/>
                    <a:pt x="7115" y="8197"/>
                  </a:cubicBezTo>
                  <a:cubicBezTo>
                    <a:pt x="7806" y="7534"/>
                    <a:pt x="8580" y="7336"/>
                    <a:pt x="9426" y="7336"/>
                  </a:cubicBezTo>
                  <a:cubicBezTo>
                    <a:pt x="10691" y="7336"/>
                    <a:pt x="12117" y="7781"/>
                    <a:pt x="13666" y="7781"/>
                  </a:cubicBezTo>
                  <a:cubicBezTo>
                    <a:pt x="14063" y="7781"/>
                    <a:pt x="14468" y="7751"/>
                    <a:pt x="14881" y="7678"/>
                  </a:cubicBezTo>
                  <a:cubicBezTo>
                    <a:pt x="17439" y="7230"/>
                    <a:pt x="13747" y="4324"/>
                    <a:pt x="9007" y="4324"/>
                  </a:cubicBezTo>
                  <a:cubicBezTo>
                    <a:pt x="8256" y="4324"/>
                    <a:pt x="7479" y="4397"/>
                    <a:pt x="6696" y="4564"/>
                  </a:cubicBezTo>
                  <a:cubicBezTo>
                    <a:pt x="1" y="6004"/>
                    <a:pt x="3282" y="10105"/>
                    <a:pt x="6428" y="11578"/>
                  </a:cubicBezTo>
                  <a:cubicBezTo>
                    <a:pt x="9625" y="13081"/>
                    <a:pt x="13323" y="13662"/>
                    <a:pt x="16915" y="13662"/>
                  </a:cubicBezTo>
                  <a:cubicBezTo>
                    <a:pt x="23799" y="13662"/>
                    <a:pt x="30290" y="11529"/>
                    <a:pt x="32105" y="9670"/>
                  </a:cubicBezTo>
                  <a:cubicBezTo>
                    <a:pt x="34851" y="6841"/>
                    <a:pt x="36290" y="2288"/>
                    <a:pt x="30616" y="1300"/>
                  </a:cubicBezTo>
                  <a:cubicBezTo>
                    <a:pt x="26942" y="661"/>
                    <a:pt x="22341" y="0"/>
                    <a:pt x="1917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9" name="Google Shape;7409;p18"/>
            <p:cNvSpPr/>
            <p:nvPr/>
          </p:nvSpPr>
          <p:spPr>
            <a:xfrm>
              <a:off x="2119175" y="674975"/>
              <a:ext cx="163225" cy="58225"/>
            </a:xfrm>
            <a:custGeom>
              <a:avLst/>
              <a:gdLst/>
              <a:ahLst/>
              <a:cxnLst/>
              <a:rect l="l" t="t" r="r" b="b"/>
              <a:pathLst>
                <a:path w="6529" h="2329" extrusionOk="0">
                  <a:moveTo>
                    <a:pt x="3352" y="1"/>
                  </a:moveTo>
                  <a:cubicBezTo>
                    <a:pt x="3323" y="1"/>
                    <a:pt x="3294" y="1"/>
                    <a:pt x="3265" y="1"/>
                  </a:cubicBezTo>
                  <a:cubicBezTo>
                    <a:pt x="1457" y="18"/>
                    <a:pt x="1" y="570"/>
                    <a:pt x="1" y="1189"/>
                  </a:cubicBezTo>
                  <a:cubicBezTo>
                    <a:pt x="1" y="1832"/>
                    <a:pt x="1410" y="2328"/>
                    <a:pt x="3177" y="2328"/>
                  </a:cubicBezTo>
                  <a:cubicBezTo>
                    <a:pt x="3206" y="2328"/>
                    <a:pt x="3236" y="2328"/>
                    <a:pt x="3265" y="2328"/>
                  </a:cubicBezTo>
                  <a:cubicBezTo>
                    <a:pt x="5056" y="2328"/>
                    <a:pt x="6529" y="1775"/>
                    <a:pt x="6529" y="1123"/>
                  </a:cubicBezTo>
                  <a:cubicBezTo>
                    <a:pt x="6529" y="497"/>
                    <a:pt x="5103" y="1"/>
                    <a:pt x="335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0" name="Google Shape;7410;p18"/>
            <p:cNvSpPr/>
            <p:nvPr/>
          </p:nvSpPr>
          <p:spPr>
            <a:xfrm>
              <a:off x="2124200" y="685925"/>
              <a:ext cx="161150" cy="42225"/>
            </a:xfrm>
            <a:custGeom>
              <a:avLst/>
              <a:gdLst/>
              <a:ahLst/>
              <a:cxnLst/>
              <a:rect l="l" t="t" r="r" b="b"/>
              <a:pathLst>
                <a:path w="6446" h="1689" extrusionOk="0">
                  <a:moveTo>
                    <a:pt x="1428" y="0"/>
                  </a:moveTo>
                  <a:cubicBezTo>
                    <a:pt x="630" y="0"/>
                    <a:pt x="1" y="342"/>
                    <a:pt x="1" y="685"/>
                  </a:cubicBezTo>
                  <a:cubicBezTo>
                    <a:pt x="1" y="1254"/>
                    <a:pt x="1306" y="1689"/>
                    <a:pt x="2913" y="1689"/>
                  </a:cubicBezTo>
                  <a:cubicBezTo>
                    <a:pt x="4520" y="1655"/>
                    <a:pt x="6445" y="1070"/>
                    <a:pt x="5893" y="1003"/>
                  </a:cubicBezTo>
                  <a:cubicBezTo>
                    <a:pt x="5769" y="991"/>
                    <a:pt x="5635" y="988"/>
                    <a:pt x="5491" y="988"/>
                  </a:cubicBezTo>
                  <a:cubicBezTo>
                    <a:pt x="5372" y="988"/>
                    <a:pt x="5246" y="990"/>
                    <a:pt x="5115" y="990"/>
                  </a:cubicBezTo>
                  <a:cubicBezTo>
                    <a:pt x="4486" y="990"/>
                    <a:pt x="3737" y="949"/>
                    <a:pt x="2980" y="467"/>
                  </a:cubicBezTo>
                  <a:cubicBezTo>
                    <a:pt x="2471" y="129"/>
                    <a:pt x="1917" y="0"/>
                    <a:pt x="1428"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1" name="Google Shape;7411;p18"/>
            <p:cNvSpPr/>
            <p:nvPr/>
          </p:nvSpPr>
          <p:spPr>
            <a:xfrm>
              <a:off x="2210825" y="681675"/>
              <a:ext cx="31400" cy="11750"/>
            </a:xfrm>
            <a:custGeom>
              <a:avLst/>
              <a:gdLst/>
              <a:ahLst/>
              <a:cxnLst/>
              <a:rect l="l" t="t" r="r" b="b"/>
              <a:pathLst>
                <a:path w="1256" h="470" extrusionOk="0">
                  <a:moveTo>
                    <a:pt x="620" y="1"/>
                  </a:moveTo>
                  <a:cubicBezTo>
                    <a:pt x="268" y="1"/>
                    <a:pt x="1" y="101"/>
                    <a:pt x="1" y="235"/>
                  </a:cubicBezTo>
                  <a:cubicBezTo>
                    <a:pt x="1" y="352"/>
                    <a:pt x="268" y="470"/>
                    <a:pt x="620" y="470"/>
                  </a:cubicBezTo>
                  <a:cubicBezTo>
                    <a:pt x="955" y="470"/>
                    <a:pt x="1256" y="352"/>
                    <a:pt x="1256" y="235"/>
                  </a:cubicBezTo>
                  <a:cubicBezTo>
                    <a:pt x="1256" y="101"/>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2" name="Google Shape;7412;p18"/>
            <p:cNvSpPr/>
            <p:nvPr/>
          </p:nvSpPr>
          <p:spPr>
            <a:xfrm>
              <a:off x="2195350" y="706800"/>
              <a:ext cx="31400" cy="11725"/>
            </a:xfrm>
            <a:custGeom>
              <a:avLst/>
              <a:gdLst/>
              <a:ahLst/>
              <a:cxnLst/>
              <a:rect l="l" t="t" r="r" b="b"/>
              <a:pathLst>
                <a:path w="1256" h="469" extrusionOk="0">
                  <a:moveTo>
                    <a:pt x="636" y="0"/>
                  </a:moveTo>
                  <a:cubicBezTo>
                    <a:pt x="285" y="0"/>
                    <a:pt x="0" y="101"/>
                    <a:pt x="0" y="235"/>
                  </a:cubicBezTo>
                  <a:cubicBezTo>
                    <a:pt x="0" y="352"/>
                    <a:pt x="285" y="469"/>
                    <a:pt x="636" y="469"/>
                  </a:cubicBezTo>
                  <a:cubicBezTo>
                    <a:pt x="988" y="469"/>
                    <a:pt x="1256" y="352"/>
                    <a:pt x="1256" y="235"/>
                  </a:cubicBezTo>
                  <a:cubicBezTo>
                    <a:pt x="1256" y="101"/>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3" name="Google Shape;7413;p18"/>
            <p:cNvSpPr/>
            <p:nvPr/>
          </p:nvSpPr>
          <p:spPr>
            <a:xfrm>
              <a:off x="1992400" y="935275"/>
              <a:ext cx="185400" cy="58600"/>
            </a:xfrm>
            <a:custGeom>
              <a:avLst/>
              <a:gdLst/>
              <a:ahLst/>
              <a:cxnLst/>
              <a:rect l="l" t="t" r="r" b="b"/>
              <a:pathLst>
                <a:path w="7416" h="2344" extrusionOk="0">
                  <a:moveTo>
                    <a:pt x="3716" y="0"/>
                  </a:moveTo>
                  <a:cubicBezTo>
                    <a:pt x="1657" y="0"/>
                    <a:pt x="0" y="536"/>
                    <a:pt x="0" y="1172"/>
                  </a:cubicBezTo>
                  <a:cubicBezTo>
                    <a:pt x="0" y="1825"/>
                    <a:pt x="1657" y="2344"/>
                    <a:pt x="3716" y="2344"/>
                  </a:cubicBezTo>
                  <a:cubicBezTo>
                    <a:pt x="5758" y="2344"/>
                    <a:pt x="7415" y="1825"/>
                    <a:pt x="7415" y="1172"/>
                  </a:cubicBezTo>
                  <a:cubicBezTo>
                    <a:pt x="7415" y="536"/>
                    <a:pt x="5758" y="0"/>
                    <a:pt x="37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4" name="Google Shape;7414;p18"/>
            <p:cNvSpPr/>
            <p:nvPr/>
          </p:nvSpPr>
          <p:spPr>
            <a:xfrm>
              <a:off x="1946350" y="800100"/>
              <a:ext cx="185425" cy="58200"/>
            </a:xfrm>
            <a:custGeom>
              <a:avLst/>
              <a:gdLst/>
              <a:ahLst/>
              <a:cxnLst/>
              <a:rect l="l" t="t" r="r" b="b"/>
              <a:pathLst>
                <a:path w="7417" h="2328" extrusionOk="0">
                  <a:moveTo>
                    <a:pt x="3700" y="1"/>
                  </a:moveTo>
                  <a:cubicBezTo>
                    <a:pt x="1658" y="1"/>
                    <a:pt x="1" y="520"/>
                    <a:pt x="1" y="1173"/>
                  </a:cubicBezTo>
                  <a:cubicBezTo>
                    <a:pt x="1" y="1809"/>
                    <a:pt x="1658" y="2328"/>
                    <a:pt x="3700" y="2328"/>
                  </a:cubicBezTo>
                  <a:cubicBezTo>
                    <a:pt x="5759" y="2328"/>
                    <a:pt x="7416" y="1809"/>
                    <a:pt x="7416" y="1173"/>
                  </a:cubicBezTo>
                  <a:cubicBezTo>
                    <a:pt x="7416" y="520"/>
                    <a:pt x="5759" y="1"/>
                    <a:pt x="3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5" name="Google Shape;7415;p18"/>
            <p:cNvSpPr/>
            <p:nvPr/>
          </p:nvSpPr>
          <p:spPr>
            <a:xfrm>
              <a:off x="2266075" y="794650"/>
              <a:ext cx="166575" cy="64625"/>
            </a:xfrm>
            <a:custGeom>
              <a:avLst/>
              <a:gdLst/>
              <a:ahLst/>
              <a:cxnLst/>
              <a:rect l="l" t="t" r="r" b="b"/>
              <a:pathLst>
                <a:path w="6663" h="2585" extrusionOk="0">
                  <a:moveTo>
                    <a:pt x="3499" y="1"/>
                  </a:moveTo>
                  <a:cubicBezTo>
                    <a:pt x="1875" y="1"/>
                    <a:pt x="432" y="481"/>
                    <a:pt x="234" y="1140"/>
                  </a:cubicBezTo>
                  <a:cubicBezTo>
                    <a:pt x="0" y="1843"/>
                    <a:pt x="1255" y="2512"/>
                    <a:pt x="3113" y="2579"/>
                  </a:cubicBezTo>
                  <a:cubicBezTo>
                    <a:pt x="3212" y="2583"/>
                    <a:pt x="3311" y="2584"/>
                    <a:pt x="3408" y="2584"/>
                  </a:cubicBezTo>
                  <a:cubicBezTo>
                    <a:pt x="5169" y="2584"/>
                    <a:pt x="6613" y="2021"/>
                    <a:pt x="6629" y="1307"/>
                  </a:cubicBezTo>
                  <a:cubicBezTo>
                    <a:pt x="6662" y="587"/>
                    <a:pt x="5273" y="18"/>
                    <a:pt x="3582" y="1"/>
                  </a:cubicBezTo>
                  <a:cubicBezTo>
                    <a:pt x="3554" y="1"/>
                    <a:pt x="3527" y="1"/>
                    <a:pt x="3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6" name="Google Shape;7416;p18"/>
            <p:cNvSpPr/>
            <p:nvPr/>
          </p:nvSpPr>
          <p:spPr>
            <a:xfrm>
              <a:off x="2280700" y="737125"/>
              <a:ext cx="104650" cy="41075"/>
            </a:xfrm>
            <a:custGeom>
              <a:avLst/>
              <a:gdLst/>
              <a:ahLst/>
              <a:cxnLst/>
              <a:rect l="l" t="t" r="r" b="b"/>
              <a:pathLst>
                <a:path w="4186" h="1643" extrusionOk="0">
                  <a:moveTo>
                    <a:pt x="1900" y="0"/>
                  </a:moveTo>
                  <a:cubicBezTo>
                    <a:pt x="925" y="0"/>
                    <a:pt x="129" y="299"/>
                    <a:pt x="68" y="695"/>
                  </a:cubicBezTo>
                  <a:cubicBezTo>
                    <a:pt x="1" y="1147"/>
                    <a:pt x="855" y="1566"/>
                    <a:pt x="1993" y="1633"/>
                  </a:cubicBezTo>
                  <a:cubicBezTo>
                    <a:pt x="2098" y="1639"/>
                    <a:pt x="2201" y="1642"/>
                    <a:pt x="2303" y="1642"/>
                  </a:cubicBezTo>
                  <a:cubicBezTo>
                    <a:pt x="3288" y="1642"/>
                    <a:pt x="4088" y="1356"/>
                    <a:pt x="4119" y="946"/>
                  </a:cubicBezTo>
                  <a:cubicBezTo>
                    <a:pt x="4186" y="478"/>
                    <a:pt x="3332" y="59"/>
                    <a:pt x="2194" y="9"/>
                  </a:cubicBezTo>
                  <a:cubicBezTo>
                    <a:pt x="2095" y="3"/>
                    <a:pt x="1997" y="0"/>
                    <a:pt x="19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7" name="Google Shape;7417;p18"/>
            <p:cNvSpPr/>
            <p:nvPr/>
          </p:nvSpPr>
          <p:spPr>
            <a:xfrm>
              <a:off x="2193325" y="934275"/>
              <a:ext cx="68925" cy="31225"/>
            </a:xfrm>
            <a:custGeom>
              <a:avLst/>
              <a:gdLst/>
              <a:ahLst/>
              <a:cxnLst/>
              <a:rect l="l" t="t" r="r" b="b"/>
              <a:pathLst>
                <a:path w="2757" h="1249" extrusionOk="0">
                  <a:moveTo>
                    <a:pt x="1636" y="1"/>
                  </a:moveTo>
                  <a:cubicBezTo>
                    <a:pt x="1577" y="1"/>
                    <a:pt x="1516" y="3"/>
                    <a:pt x="1454" y="7"/>
                  </a:cubicBezTo>
                  <a:cubicBezTo>
                    <a:pt x="701" y="40"/>
                    <a:pt x="65" y="358"/>
                    <a:pt x="48" y="693"/>
                  </a:cubicBezTo>
                  <a:cubicBezTo>
                    <a:pt x="1" y="1008"/>
                    <a:pt x="515" y="1249"/>
                    <a:pt x="1189" y="1249"/>
                  </a:cubicBezTo>
                  <a:cubicBezTo>
                    <a:pt x="1232" y="1249"/>
                    <a:pt x="1276" y="1248"/>
                    <a:pt x="1320" y="1246"/>
                  </a:cubicBezTo>
                  <a:cubicBezTo>
                    <a:pt x="2056" y="1195"/>
                    <a:pt x="2676" y="911"/>
                    <a:pt x="2726" y="543"/>
                  </a:cubicBezTo>
                  <a:cubicBezTo>
                    <a:pt x="2757" y="237"/>
                    <a:pt x="2270"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8" name="Google Shape;7418;p18"/>
            <p:cNvSpPr/>
            <p:nvPr/>
          </p:nvSpPr>
          <p:spPr>
            <a:xfrm>
              <a:off x="2257325" y="908050"/>
              <a:ext cx="37625" cy="16925"/>
            </a:xfrm>
            <a:custGeom>
              <a:avLst/>
              <a:gdLst/>
              <a:ahLst/>
              <a:cxnLst/>
              <a:rect l="l" t="t" r="r" b="b"/>
              <a:pathLst>
                <a:path w="1505" h="677" extrusionOk="0">
                  <a:moveTo>
                    <a:pt x="853" y="0"/>
                  </a:moveTo>
                  <a:cubicBezTo>
                    <a:pt x="831" y="0"/>
                    <a:pt x="808" y="0"/>
                    <a:pt x="785" y="1"/>
                  </a:cubicBezTo>
                  <a:cubicBezTo>
                    <a:pt x="400" y="18"/>
                    <a:pt x="32" y="202"/>
                    <a:pt x="15" y="386"/>
                  </a:cubicBezTo>
                  <a:cubicBezTo>
                    <a:pt x="0" y="551"/>
                    <a:pt x="254" y="676"/>
                    <a:pt x="584" y="676"/>
                  </a:cubicBezTo>
                  <a:cubicBezTo>
                    <a:pt x="622" y="676"/>
                    <a:pt x="662" y="674"/>
                    <a:pt x="702" y="671"/>
                  </a:cubicBezTo>
                  <a:cubicBezTo>
                    <a:pt x="1120" y="654"/>
                    <a:pt x="1488" y="487"/>
                    <a:pt x="1488" y="303"/>
                  </a:cubicBezTo>
                  <a:cubicBezTo>
                    <a:pt x="1504" y="129"/>
                    <a:pt x="1222" y="0"/>
                    <a:pt x="8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9" name="Google Shape;7419;p18"/>
            <p:cNvSpPr/>
            <p:nvPr/>
          </p:nvSpPr>
          <p:spPr>
            <a:xfrm>
              <a:off x="2088675" y="875300"/>
              <a:ext cx="37600" cy="16925"/>
            </a:xfrm>
            <a:custGeom>
              <a:avLst/>
              <a:gdLst/>
              <a:ahLst/>
              <a:cxnLst/>
              <a:rect l="l" t="t" r="r" b="b"/>
              <a:pathLst>
                <a:path w="1504" h="677" extrusionOk="0">
                  <a:moveTo>
                    <a:pt x="924" y="1"/>
                  </a:moveTo>
                  <a:cubicBezTo>
                    <a:pt x="885" y="1"/>
                    <a:pt x="844" y="2"/>
                    <a:pt x="802" y="6"/>
                  </a:cubicBezTo>
                  <a:cubicBezTo>
                    <a:pt x="401" y="23"/>
                    <a:pt x="49" y="190"/>
                    <a:pt x="32" y="374"/>
                  </a:cubicBezTo>
                  <a:cubicBezTo>
                    <a:pt x="1" y="548"/>
                    <a:pt x="282" y="677"/>
                    <a:pt x="651" y="677"/>
                  </a:cubicBezTo>
                  <a:cubicBezTo>
                    <a:pt x="673" y="677"/>
                    <a:pt x="696" y="676"/>
                    <a:pt x="719" y="675"/>
                  </a:cubicBezTo>
                  <a:cubicBezTo>
                    <a:pt x="1137" y="642"/>
                    <a:pt x="1472" y="475"/>
                    <a:pt x="1489" y="290"/>
                  </a:cubicBezTo>
                  <a:cubicBezTo>
                    <a:pt x="1504" y="125"/>
                    <a:pt x="1263" y="1"/>
                    <a:pt x="9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0" name="Google Shape;7420;p18"/>
            <p:cNvSpPr/>
            <p:nvPr/>
          </p:nvSpPr>
          <p:spPr>
            <a:xfrm>
              <a:off x="2028375" y="714525"/>
              <a:ext cx="54000" cy="21300"/>
            </a:xfrm>
            <a:custGeom>
              <a:avLst/>
              <a:gdLst/>
              <a:ahLst/>
              <a:cxnLst/>
              <a:rect l="l" t="t" r="r" b="b"/>
              <a:pathLst>
                <a:path w="2160" h="852" extrusionOk="0">
                  <a:moveTo>
                    <a:pt x="932" y="0"/>
                  </a:moveTo>
                  <a:cubicBezTo>
                    <a:pt x="439" y="0"/>
                    <a:pt x="49" y="155"/>
                    <a:pt x="34" y="361"/>
                  </a:cubicBezTo>
                  <a:cubicBezTo>
                    <a:pt x="1" y="595"/>
                    <a:pt x="453" y="829"/>
                    <a:pt x="1038" y="846"/>
                  </a:cubicBezTo>
                  <a:cubicBezTo>
                    <a:pt x="1098" y="850"/>
                    <a:pt x="1156" y="851"/>
                    <a:pt x="1213" y="851"/>
                  </a:cubicBezTo>
                  <a:cubicBezTo>
                    <a:pt x="1718" y="851"/>
                    <a:pt x="2113" y="720"/>
                    <a:pt x="2143" y="495"/>
                  </a:cubicBezTo>
                  <a:cubicBezTo>
                    <a:pt x="2160" y="260"/>
                    <a:pt x="1725" y="26"/>
                    <a:pt x="1139" y="9"/>
                  </a:cubicBezTo>
                  <a:cubicBezTo>
                    <a:pt x="1068" y="3"/>
                    <a:pt x="999" y="0"/>
                    <a:pt x="9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1" name="Google Shape;7421;p18"/>
            <p:cNvSpPr/>
            <p:nvPr/>
          </p:nvSpPr>
          <p:spPr>
            <a:xfrm>
              <a:off x="1656775" y="734625"/>
              <a:ext cx="42725" cy="28200"/>
            </a:xfrm>
            <a:custGeom>
              <a:avLst/>
              <a:gdLst/>
              <a:ahLst/>
              <a:cxnLst/>
              <a:rect l="l" t="t" r="r" b="b"/>
              <a:pathLst>
                <a:path w="1709" h="1128" extrusionOk="0">
                  <a:moveTo>
                    <a:pt x="1155" y="0"/>
                  </a:moveTo>
                  <a:cubicBezTo>
                    <a:pt x="988" y="0"/>
                    <a:pt x="796" y="46"/>
                    <a:pt x="603" y="143"/>
                  </a:cubicBezTo>
                  <a:cubicBezTo>
                    <a:pt x="185" y="377"/>
                    <a:pt x="1" y="779"/>
                    <a:pt x="235" y="996"/>
                  </a:cubicBezTo>
                  <a:cubicBezTo>
                    <a:pt x="339" y="1086"/>
                    <a:pt x="479" y="1127"/>
                    <a:pt x="632" y="1127"/>
                  </a:cubicBezTo>
                  <a:cubicBezTo>
                    <a:pt x="850" y="1127"/>
                    <a:pt x="1093" y="1043"/>
                    <a:pt x="1290" y="896"/>
                  </a:cubicBezTo>
                  <a:cubicBezTo>
                    <a:pt x="1608" y="661"/>
                    <a:pt x="1708" y="360"/>
                    <a:pt x="1574" y="159"/>
                  </a:cubicBezTo>
                  <a:cubicBezTo>
                    <a:pt x="1487" y="55"/>
                    <a:pt x="1336"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2" name="Google Shape;7422;p18"/>
            <p:cNvSpPr/>
            <p:nvPr/>
          </p:nvSpPr>
          <p:spPr>
            <a:xfrm>
              <a:off x="1874375" y="871275"/>
              <a:ext cx="34350" cy="16750"/>
            </a:xfrm>
            <a:custGeom>
              <a:avLst/>
              <a:gdLst/>
              <a:ahLst/>
              <a:cxnLst/>
              <a:rect l="l" t="t" r="r" b="b"/>
              <a:pathLst>
                <a:path w="1374" h="670" extrusionOk="0">
                  <a:moveTo>
                    <a:pt x="715" y="1"/>
                  </a:moveTo>
                  <a:cubicBezTo>
                    <a:pt x="575" y="1"/>
                    <a:pt x="433" y="30"/>
                    <a:pt x="319" y="83"/>
                  </a:cubicBezTo>
                  <a:cubicBezTo>
                    <a:pt x="84" y="184"/>
                    <a:pt x="1" y="351"/>
                    <a:pt x="118" y="502"/>
                  </a:cubicBezTo>
                  <a:cubicBezTo>
                    <a:pt x="215" y="598"/>
                    <a:pt x="417" y="669"/>
                    <a:pt x="629" y="669"/>
                  </a:cubicBezTo>
                  <a:cubicBezTo>
                    <a:pt x="710" y="669"/>
                    <a:pt x="792" y="659"/>
                    <a:pt x="871" y="636"/>
                  </a:cubicBezTo>
                  <a:cubicBezTo>
                    <a:pt x="1239" y="552"/>
                    <a:pt x="1373" y="301"/>
                    <a:pt x="1156" y="133"/>
                  </a:cubicBezTo>
                  <a:cubicBezTo>
                    <a:pt x="1046" y="42"/>
                    <a:pt x="882" y="1"/>
                    <a:pt x="715" y="1"/>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3" name="Google Shape;7423;p18"/>
            <p:cNvSpPr/>
            <p:nvPr/>
          </p:nvSpPr>
          <p:spPr>
            <a:xfrm>
              <a:off x="1896975" y="793875"/>
              <a:ext cx="34350" cy="16725"/>
            </a:xfrm>
            <a:custGeom>
              <a:avLst/>
              <a:gdLst/>
              <a:ahLst/>
              <a:cxnLst/>
              <a:rect l="l" t="t" r="r" b="b"/>
              <a:pathLst>
                <a:path w="1374" h="669" extrusionOk="0">
                  <a:moveTo>
                    <a:pt x="704" y="0"/>
                  </a:moveTo>
                  <a:cubicBezTo>
                    <a:pt x="562" y="0"/>
                    <a:pt x="416" y="29"/>
                    <a:pt x="302" y="82"/>
                  </a:cubicBezTo>
                  <a:cubicBezTo>
                    <a:pt x="84" y="183"/>
                    <a:pt x="1" y="350"/>
                    <a:pt x="118" y="501"/>
                  </a:cubicBezTo>
                  <a:cubicBezTo>
                    <a:pt x="203" y="598"/>
                    <a:pt x="392" y="668"/>
                    <a:pt x="611" y="668"/>
                  </a:cubicBezTo>
                  <a:cubicBezTo>
                    <a:pt x="695" y="668"/>
                    <a:pt x="783" y="658"/>
                    <a:pt x="871" y="635"/>
                  </a:cubicBezTo>
                  <a:cubicBezTo>
                    <a:pt x="1223" y="551"/>
                    <a:pt x="1373" y="300"/>
                    <a:pt x="1139" y="133"/>
                  </a:cubicBezTo>
                  <a:cubicBezTo>
                    <a:pt x="1039" y="42"/>
                    <a:pt x="874" y="0"/>
                    <a:pt x="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4" name="Google Shape;7424;p18"/>
            <p:cNvSpPr/>
            <p:nvPr/>
          </p:nvSpPr>
          <p:spPr>
            <a:xfrm>
              <a:off x="2138850" y="700100"/>
              <a:ext cx="23050" cy="8400"/>
            </a:xfrm>
            <a:custGeom>
              <a:avLst/>
              <a:gdLst/>
              <a:ahLst/>
              <a:cxnLst/>
              <a:rect l="l" t="t" r="r" b="b"/>
              <a:pathLst>
                <a:path w="922" h="336" extrusionOk="0">
                  <a:moveTo>
                    <a:pt x="469" y="0"/>
                  </a:moveTo>
                  <a:cubicBezTo>
                    <a:pt x="218" y="0"/>
                    <a:pt x="1" y="84"/>
                    <a:pt x="1" y="168"/>
                  </a:cubicBezTo>
                  <a:cubicBezTo>
                    <a:pt x="1" y="251"/>
                    <a:pt x="218" y="335"/>
                    <a:pt x="469" y="335"/>
                  </a:cubicBezTo>
                  <a:cubicBezTo>
                    <a:pt x="720" y="335"/>
                    <a:pt x="921" y="251"/>
                    <a:pt x="921" y="168"/>
                  </a:cubicBezTo>
                  <a:cubicBezTo>
                    <a:pt x="921" y="84"/>
                    <a:pt x="720" y="0"/>
                    <a:pt x="4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5" name="Google Shape;7425;p18"/>
            <p:cNvSpPr/>
            <p:nvPr/>
          </p:nvSpPr>
          <p:spPr>
            <a:xfrm>
              <a:off x="1962850" y="803450"/>
              <a:ext cx="158875" cy="39750"/>
            </a:xfrm>
            <a:custGeom>
              <a:avLst/>
              <a:gdLst/>
              <a:ahLst/>
              <a:cxnLst/>
              <a:rect l="l" t="t" r="r" b="b"/>
              <a:pathLst>
                <a:path w="6355" h="1590" extrusionOk="0">
                  <a:moveTo>
                    <a:pt x="2889" y="1"/>
                  </a:moveTo>
                  <a:cubicBezTo>
                    <a:pt x="1316" y="1"/>
                    <a:pt x="10" y="419"/>
                    <a:pt x="10" y="955"/>
                  </a:cubicBezTo>
                  <a:cubicBezTo>
                    <a:pt x="0" y="1275"/>
                    <a:pt x="603" y="1590"/>
                    <a:pt x="1381" y="1590"/>
                  </a:cubicBezTo>
                  <a:cubicBezTo>
                    <a:pt x="1862" y="1590"/>
                    <a:pt x="2411" y="1469"/>
                    <a:pt x="2923" y="1156"/>
                  </a:cubicBezTo>
                  <a:cubicBezTo>
                    <a:pt x="3712" y="678"/>
                    <a:pt x="4475" y="652"/>
                    <a:pt x="5104" y="652"/>
                  </a:cubicBezTo>
                  <a:cubicBezTo>
                    <a:pt x="5179" y="652"/>
                    <a:pt x="5252" y="652"/>
                    <a:pt x="5324" y="652"/>
                  </a:cubicBezTo>
                  <a:cubicBezTo>
                    <a:pt x="5490" y="652"/>
                    <a:pt x="5645" y="650"/>
                    <a:pt x="5785" y="637"/>
                  </a:cubicBezTo>
                  <a:cubicBezTo>
                    <a:pt x="6354" y="587"/>
                    <a:pt x="4446" y="34"/>
                    <a:pt x="288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6" name="Google Shape;7426;p18"/>
            <p:cNvSpPr/>
            <p:nvPr/>
          </p:nvSpPr>
          <p:spPr>
            <a:xfrm>
              <a:off x="2025450" y="837775"/>
              <a:ext cx="31400" cy="10475"/>
            </a:xfrm>
            <a:custGeom>
              <a:avLst/>
              <a:gdLst/>
              <a:ahLst/>
              <a:cxnLst/>
              <a:rect l="l" t="t" r="r" b="b"/>
              <a:pathLst>
                <a:path w="1256" h="419" extrusionOk="0">
                  <a:moveTo>
                    <a:pt x="636" y="0"/>
                  </a:moveTo>
                  <a:cubicBezTo>
                    <a:pt x="268" y="0"/>
                    <a:pt x="0" y="84"/>
                    <a:pt x="0" y="201"/>
                  </a:cubicBezTo>
                  <a:cubicBezTo>
                    <a:pt x="0" y="318"/>
                    <a:pt x="268" y="419"/>
                    <a:pt x="636" y="419"/>
                  </a:cubicBezTo>
                  <a:cubicBezTo>
                    <a:pt x="988" y="419"/>
                    <a:pt x="1256" y="335"/>
                    <a:pt x="1256" y="201"/>
                  </a:cubicBezTo>
                  <a:cubicBezTo>
                    <a:pt x="1256" y="84"/>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7" name="Google Shape;7427;p18"/>
            <p:cNvSpPr/>
            <p:nvPr/>
          </p:nvSpPr>
          <p:spPr>
            <a:xfrm>
              <a:off x="2012475" y="813075"/>
              <a:ext cx="31400" cy="10500"/>
            </a:xfrm>
            <a:custGeom>
              <a:avLst/>
              <a:gdLst/>
              <a:ahLst/>
              <a:cxnLst/>
              <a:rect l="l" t="t" r="r" b="b"/>
              <a:pathLst>
                <a:path w="1256" h="420" extrusionOk="0">
                  <a:moveTo>
                    <a:pt x="620" y="1"/>
                  </a:moveTo>
                  <a:cubicBezTo>
                    <a:pt x="285" y="1"/>
                    <a:pt x="1" y="84"/>
                    <a:pt x="1" y="202"/>
                  </a:cubicBezTo>
                  <a:cubicBezTo>
                    <a:pt x="1" y="336"/>
                    <a:pt x="268" y="419"/>
                    <a:pt x="620" y="419"/>
                  </a:cubicBezTo>
                  <a:cubicBezTo>
                    <a:pt x="955" y="419"/>
                    <a:pt x="1256" y="319"/>
                    <a:pt x="1256" y="202"/>
                  </a:cubicBezTo>
                  <a:cubicBezTo>
                    <a:pt x="1256" y="84"/>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8" name="Google Shape;7428;p18"/>
            <p:cNvSpPr/>
            <p:nvPr/>
          </p:nvSpPr>
          <p:spPr>
            <a:xfrm>
              <a:off x="1975650" y="827725"/>
              <a:ext cx="22200" cy="7150"/>
            </a:xfrm>
            <a:custGeom>
              <a:avLst/>
              <a:gdLst/>
              <a:ahLst/>
              <a:cxnLst/>
              <a:rect l="l" t="t" r="r" b="b"/>
              <a:pathLst>
                <a:path w="888" h="286" extrusionOk="0">
                  <a:moveTo>
                    <a:pt x="452" y="1"/>
                  </a:moveTo>
                  <a:cubicBezTo>
                    <a:pt x="201" y="1"/>
                    <a:pt x="1" y="68"/>
                    <a:pt x="1" y="151"/>
                  </a:cubicBezTo>
                  <a:cubicBezTo>
                    <a:pt x="1" y="235"/>
                    <a:pt x="201" y="285"/>
                    <a:pt x="452" y="285"/>
                  </a:cubicBezTo>
                  <a:cubicBezTo>
                    <a:pt x="704" y="285"/>
                    <a:pt x="888" y="235"/>
                    <a:pt x="888" y="151"/>
                  </a:cubicBezTo>
                  <a:cubicBezTo>
                    <a:pt x="888" y="68"/>
                    <a:pt x="704"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9" name="Google Shape;7429;p18"/>
            <p:cNvSpPr/>
            <p:nvPr/>
          </p:nvSpPr>
          <p:spPr>
            <a:xfrm>
              <a:off x="2075250" y="818100"/>
              <a:ext cx="21775" cy="7550"/>
            </a:xfrm>
            <a:custGeom>
              <a:avLst/>
              <a:gdLst/>
              <a:ahLst/>
              <a:cxnLst/>
              <a:rect l="l" t="t" r="r" b="b"/>
              <a:pathLst>
                <a:path w="871" h="302" extrusionOk="0">
                  <a:moveTo>
                    <a:pt x="436" y="1"/>
                  </a:moveTo>
                  <a:cubicBezTo>
                    <a:pt x="184" y="1"/>
                    <a:pt x="0" y="68"/>
                    <a:pt x="0" y="151"/>
                  </a:cubicBezTo>
                  <a:cubicBezTo>
                    <a:pt x="0" y="235"/>
                    <a:pt x="184" y="302"/>
                    <a:pt x="436" y="302"/>
                  </a:cubicBezTo>
                  <a:cubicBezTo>
                    <a:pt x="687" y="302"/>
                    <a:pt x="871" y="235"/>
                    <a:pt x="871" y="151"/>
                  </a:cubicBezTo>
                  <a:cubicBezTo>
                    <a:pt x="871" y="68"/>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0" name="Google Shape;7430;p18"/>
            <p:cNvSpPr/>
            <p:nvPr/>
          </p:nvSpPr>
          <p:spPr>
            <a:xfrm>
              <a:off x="2295350" y="809325"/>
              <a:ext cx="22200" cy="7550"/>
            </a:xfrm>
            <a:custGeom>
              <a:avLst/>
              <a:gdLst/>
              <a:ahLst/>
              <a:cxnLst/>
              <a:rect l="l" t="t" r="r" b="b"/>
              <a:pathLst>
                <a:path w="888" h="302" extrusionOk="0">
                  <a:moveTo>
                    <a:pt x="436" y="0"/>
                  </a:moveTo>
                  <a:cubicBezTo>
                    <a:pt x="185" y="0"/>
                    <a:pt x="1" y="67"/>
                    <a:pt x="1" y="151"/>
                  </a:cubicBezTo>
                  <a:cubicBezTo>
                    <a:pt x="1" y="234"/>
                    <a:pt x="185" y="301"/>
                    <a:pt x="436" y="301"/>
                  </a:cubicBezTo>
                  <a:cubicBezTo>
                    <a:pt x="687" y="301"/>
                    <a:pt x="888" y="234"/>
                    <a:pt x="888" y="151"/>
                  </a:cubicBezTo>
                  <a:cubicBezTo>
                    <a:pt x="888" y="67"/>
                    <a:pt x="687"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1" name="Google Shape;7431;p18"/>
            <p:cNvSpPr/>
            <p:nvPr/>
          </p:nvSpPr>
          <p:spPr>
            <a:xfrm>
              <a:off x="1863925" y="897375"/>
              <a:ext cx="193725" cy="30425"/>
            </a:xfrm>
            <a:custGeom>
              <a:avLst/>
              <a:gdLst/>
              <a:ahLst/>
              <a:cxnLst/>
              <a:rect l="l" t="t" r="r" b="b"/>
              <a:pathLst>
                <a:path w="7749" h="1217" extrusionOk="0">
                  <a:moveTo>
                    <a:pt x="3619" y="0"/>
                  </a:moveTo>
                  <a:cubicBezTo>
                    <a:pt x="3223" y="0"/>
                    <a:pt x="2825" y="43"/>
                    <a:pt x="2444" y="144"/>
                  </a:cubicBezTo>
                  <a:cubicBezTo>
                    <a:pt x="0" y="763"/>
                    <a:pt x="3281" y="1098"/>
                    <a:pt x="6210" y="1215"/>
                  </a:cubicBezTo>
                  <a:cubicBezTo>
                    <a:pt x="6246" y="1216"/>
                    <a:pt x="6279" y="1217"/>
                    <a:pt x="6311" y="1217"/>
                  </a:cubicBezTo>
                  <a:cubicBezTo>
                    <a:pt x="7748" y="1217"/>
                    <a:pt x="5733" y="0"/>
                    <a:pt x="36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2" name="Google Shape;7432;p18"/>
            <p:cNvSpPr/>
            <p:nvPr/>
          </p:nvSpPr>
          <p:spPr>
            <a:xfrm>
              <a:off x="1662750" y="693975"/>
              <a:ext cx="142875" cy="53300"/>
            </a:xfrm>
            <a:custGeom>
              <a:avLst/>
              <a:gdLst/>
              <a:ahLst/>
              <a:cxnLst/>
              <a:rect l="l" t="t" r="r" b="b"/>
              <a:pathLst>
                <a:path w="5715" h="2132" extrusionOk="0">
                  <a:moveTo>
                    <a:pt x="3380" y="0"/>
                  </a:moveTo>
                  <a:cubicBezTo>
                    <a:pt x="3249" y="0"/>
                    <a:pt x="3114" y="4"/>
                    <a:pt x="2976" y="11"/>
                  </a:cubicBezTo>
                  <a:cubicBezTo>
                    <a:pt x="1436" y="95"/>
                    <a:pt x="113" y="647"/>
                    <a:pt x="46" y="1233"/>
                  </a:cubicBezTo>
                  <a:cubicBezTo>
                    <a:pt x="1" y="1765"/>
                    <a:pt x="977" y="2131"/>
                    <a:pt x="2310" y="2131"/>
                  </a:cubicBezTo>
                  <a:cubicBezTo>
                    <a:pt x="2445" y="2131"/>
                    <a:pt x="2583" y="2128"/>
                    <a:pt x="2724" y="2120"/>
                  </a:cubicBezTo>
                  <a:cubicBezTo>
                    <a:pt x="4281" y="2036"/>
                    <a:pt x="5570" y="1501"/>
                    <a:pt x="5654" y="915"/>
                  </a:cubicBezTo>
                  <a:cubicBezTo>
                    <a:pt x="5715" y="381"/>
                    <a:pt x="4733" y="0"/>
                    <a:pt x="33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3" name="Google Shape;7433;p18"/>
            <p:cNvSpPr/>
            <p:nvPr/>
          </p:nvSpPr>
          <p:spPr>
            <a:xfrm>
              <a:off x="1914550" y="708475"/>
              <a:ext cx="140225" cy="59450"/>
            </a:xfrm>
            <a:custGeom>
              <a:avLst/>
              <a:gdLst/>
              <a:ahLst/>
              <a:cxnLst/>
              <a:rect l="l" t="t" r="r" b="b"/>
              <a:pathLst>
                <a:path w="5609" h="2378" extrusionOk="0">
                  <a:moveTo>
                    <a:pt x="2813" y="0"/>
                  </a:moveTo>
                  <a:cubicBezTo>
                    <a:pt x="1256" y="0"/>
                    <a:pt x="1" y="536"/>
                    <a:pt x="1" y="1189"/>
                  </a:cubicBezTo>
                  <a:cubicBezTo>
                    <a:pt x="1" y="1841"/>
                    <a:pt x="1256" y="2377"/>
                    <a:pt x="2813" y="2377"/>
                  </a:cubicBezTo>
                  <a:cubicBezTo>
                    <a:pt x="4353" y="2377"/>
                    <a:pt x="5608" y="1841"/>
                    <a:pt x="5608" y="1189"/>
                  </a:cubicBezTo>
                  <a:cubicBezTo>
                    <a:pt x="5608" y="536"/>
                    <a:pt x="4353" y="0"/>
                    <a:pt x="28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4" name="Google Shape;7434;p18"/>
            <p:cNvSpPr/>
            <p:nvPr/>
          </p:nvSpPr>
          <p:spPr>
            <a:xfrm>
              <a:off x="1914550" y="590050"/>
              <a:ext cx="97525" cy="18850"/>
            </a:xfrm>
            <a:custGeom>
              <a:avLst/>
              <a:gdLst/>
              <a:ahLst/>
              <a:cxnLst/>
              <a:rect l="l" t="t" r="r" b="b"/>
              <a:pathLst>
                <a:path w="3901" h="754" extrusionOk="0">
                  <a:moveTo>
                    <a:pt x="1942" y="0"/>
                  </a:moveTo>
                  <a:cubicBezTo>
                    <a:pt x="871" y="0"/>
                    <a:pt x="1" y="168"/>
                    <a:pt x="1" y="385"/>
                  </a:cubicBezTo>
                  <a:cubicBezTo>
                    <a:pt x="1" y="586"/>
                    <a:pt x="871" y="753"/>
                    <a:pt x="1942" y="753"/>
                  </a:cubicBezTo>
                  <a:cubicBezTo>
                    <a:pt x="3014" y="753"/>
                    <a:pt x="3901" y="586"/>
                    <a:pt x="3901" y="385"/>
                  </a:cubicBezTo>
                  <a:cubicBezTo>
                    <a:pt x="3901" y="168"/>
                    <a:pt x="3014" y="0"/>
                    <a:pt x="19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5" name="Google Shape;7435;p18"/>
            <p:cNvSpPr/>
            <p:nvPr/>
          </p:nvSpPr>
          <p:spPr>
            <a:xfrm>
              <a:off x="2029625" y="601500"/>
              <a:ext cx="33500" cy="12600"/>
            </a:xfrm>
            <a:custGeom>
              <a:avLst/>
              <a:gdLst/>
              <a:ahLst/>
              <a:cxnLst/>
              <a:rect l="l" t="t" r="r" b="b"/>
              <a:pathLst>
                <a:path w="1340" h="504" extrusionOk="0">
                  <a:moveTo>
                    <a:pt x="426" y="1"/>
                  </a:moveTo>
                  <a:cubicBezTo>
                    <a:pt x="205" y="1"/>
                    <a:pt x="42" y="56"/>
                    <a:pt x="18" y="128"/>
                  </a:cubicBezTo>
                  <a:cubicBezTo>
                    <a:pt x="1" y="262"/>
                    <a:pt x="269" y="413"/>
                    <a:pt x="620" y="463"/>
                  </a:cubicBezTo>
                  <a:cubicBezTo>
                    <a:pt x="743" y="491"/>
                    <a:pt x="860" y="504"/>
                    <a:pt x="962" y="504"/>
                  </a:cubicBezTo>
                  <a:cubicBezTo>
                    <a:pt x="1167" y="504"/>
                    <a:pt x="1312" y="452"/>
                    <a:pt x="1323" y="362"/>
                  </a:cubicBezTo>
                  <a:cubicBezTo>
                    <a:pt x="1340" y="245"/>
                    <a:pt x="1072" y="95"/>
                    <a:pt x="704" y="28"/>
                  </a:cubicBezTo>
                  <a:cubicBezTo>
                    <a:pt x="606" y="9"/>
                    <a:pt x="511" y="1"/>
                    <a:pt x="4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6" name="Google Shape;7436;p18"/>
            <p:cNvSpPr/>
            <p:nvPr/>
          </p:nvSpPr>
          <p:spPr>
            <a:xfrm>
              <a:off x="2009125" y="947725"/>
              <a:ext cx="158200" cy="41975"/>
            </a:xfrm>
            <a:custGeom>
              <a:avLst/>
              <a:gdLst/>
              <a:ahLst/>
              <a:cxnLst/>
              <a:rect l="l" t="t" r="r" b="b"/>
              <a:pathLst>
                <a:path w="6328" h="1679" extrusionOk="0">
                  <a:moveTo>
                    <a:pt x="5183" y="0"/>
                  </a:moveTo>
                  <a:cubicBezTo>
                    <a:pt x="4964" y="0"/>
                    <a:pt x="4746" y="46"/>
                    <a:pt x="4554" y="139"/>
                  </a:cubicBezTo>
                  <a:cubicBezTo>
                    <a:pt x="3984" y="390"/>
                    <a:pt x="3014" y="574"/>
                    <a:pt x="1959" y="574"/>
                  </a:cubicBezTo>
                  <a:cubicBezTo>
                    <a:pt x="1289" y="574"/>
                    <a:pt x="653" y="507"/>
                    <a:pt x="135" y="390"/>
                  </a:cubicBezTo>
                  <a:cubicBezTo>
                    <a:pt x="51" y="473"/>
                    <a:pt x="1" y="574"/>
                    <a:pt x="1" y="674"/>
                  </a:cubicBezTo>
                  <a:cubicBezTo>
                    <a:pt x="1" y="1227"/>
                    <a:pt x="1423" y="1678"/>
                    <a:pt x="3164" y="1678"/>
                  </a:cubicBezTo>
                  <a:cubicBezTo>
                    <a:pt x="4905" y="1678"/>
                    <a:pt x="6328" y="1243"/>
                    <a:pt x="6328" y="674"/>
                  </a:cubicBezTo>
                  <a:cubicBezTo>
                    <a:pt x="6328" y="473"/>
                    <a:pt x="6144" y="289"/>
                    <a:pt x="5826" y="139"/>
                  </a:cubicBezTo>
                  <a:cubicBezTo>
                    <a:pt x="5625" y="46"/>
                    <a:pt x="5403" y="0"/>
                    <a:pt x="5183"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7" name="Google Shape;7437;p18"/>
            <p:cNvSpPr/>
            <p:nvPr/>
          </p:nvSpPr>
          <p:spPr>
            <a:xfrm>
              <a:off x="2291300" y="805325"/>
              <a:ext cx="132975" cy="50600"/>
            </a:xfrm>
            <a:custGeom>
              <a:avLst/>
              <a:gdLst/>
              <a:ahLst/>
              <a:cxnLst/>
              <a:rect l="l" t="t" r="r" b="b"/>
              <a:pathLst>
                <a:path w="5319" h="2024" extrusionOk="0">
                  <a:moveTo>
                    <a:pt x="4000" y="1"/>
                  </a:moveTo>
                  <a:cubicBezTo>
                    <a:pt x="3689" y="1"/>
                    <a:pt x="3375" y="89"/>
                    <a:pt x="3092" y="261"/>
                  </a:cubicBezTo>
                  <a:cubicBezTo>
                    <a:pt x="2539" y="608"/>
                    <a:pt x="1671" y="1001"/>
                    <a:pt x="716" y="1001"/>
                  </a:cubicBezTo>
                  <a:cubicBezTo>
                    <a:pt x="660" y="1001"/>
                    <a:pt x="604" y="1000"/>
                    <a:pt x="548" y="997"/>
                  </a:cubicBezTo>
                  <a:lnTo>
                    <a:pt x="514" y="997"/>
                  </a:lnTo>
                  <a:cubicBezTo>
                    <a:pt x="508" y="997"/>
                    <a:pt x="503" y="997"/>
                    <a:pt x="497" y="997"/>
                  </a:cubicBezTo>
                  <a:cubicBezTo>
                    <a:pt x="93" y="997"/>
                    <a:pt x="1" y="1568"/>
                    <a:pt x="380" y="1717"/>
                  </a:cubicBezTo>
                  <a:cubicBezTo>
                    <a:pt x="816" y="1884"/>
                    <a:pt x="1418" y="2001"/>
                    <a:pt x="2104" y="2018"/>
                  </a:cubicBezTo>
                  <a:cubicBezTo>
                    <a:pt x="2202" y="2022"/>
                    <a:pt x="2299" y="2024"/>
                    <a:pt x="2395" y="2024"/>
                  </a:cubicBezTo>
                  <a:cubicBezTo>
                    <a:pt x="3986" y="2024"/>
                    <a:pt x="5252" y="1511"/>
                    <a:pt x="5268" y="880"/>
                  </a:cubicBezTo>
                  <a:cubicBezTo>
                    <a:pt x="5318" y="646"/>
                    <a:pt x="5151" y="428"/>
                    <a:pt x="4850" y="244"/>
                  </a:cubicBezTo>
                  <a:cubicBezTo>
                    <a:pt x="4588" y="81"/>
                    <a:pt x="4296" y="1"/>
                    <a:pt x="400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8" name="Google Shape;7438;p18"/>
            <p:cNvSpPr/>
            <p:nvPr/>
          </p:nvSpPr>
          <p:spPr>
            <a:xfrm>
              <a:off x="2330925" y="832325"/>
              <a:ext cx="31400" cy="8825"/>
            </a:xfrm>
            <a:custGeom>
              <a:avLst/>
              <a:gdLst/>
              <a:ahLst/>
              <a:cxnLst/>
              <a:rect l="l" t="t" r="r" b="b"/>
              <a:pathLst>
                <a:path w="1256" h="353" extrusionOk="0">
                  <a:moveTo>
                    <a:pt x="637" y="1"/>
                  </a:moveTo>
                  <a:cubicBezTo>
                    <a:pt x="302" y="1"/>
                    <a:pt x="1" y="84"/>
                    <a:pt x="1" y="168"/>
                  </a:cubicBezTo>
                  <a:cubicBezTo>
                    <a:pt x="1" y="269"/>
                    <a:pt x="268" y="352"/>
                    <a:pt x="637" y="352"/>
                  </a:cubicBezTo>
                  <a:cubicBezTo>
                    <a:pt x="988" y="352"/>
                    <a:pt x="1256" y="302"/>
                    <a:pt x="1256" y="185"/>
                  </a:cubicBezTo>
                  <a:cubicBezTo>
                    <a:pt x="1256" y="84"/>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9" name="Google Shape;7439;p18"/>
            <p:cNvSpPr/>
            <p:nvPr/>
          </p:nvSpPr>
          <p:spPr>
            <a:xfrm>
              <a:off x="2369850" y="804725"/>
              <a:ext cx="21775" cy="7125"/>
            </a:xfrm>
            <a:custGeom>
              <a:avLst/>
              <a:gdLst/>
              <a:ahLst/>
              <a:cxnLst/>
              <a:rect l="l" t="t" r="r" b="b"/>
              <a:pathLst>
                <a:path w="871" h="285" extrusionOk="0">
                  <a:moveTo>
                    <a:pt x="435" y="0"/>
                  </a:moveTo>
                  <a:cubicBezTo>
                    <a:pt x="184" y="0"/>
                    <a:pt x="0" y="67"/>
                    <a:pt x="0" y="151"/>
                  </a:cubicBezTo>
                  <a:cubicBezTo>
                    <a:pt x="0" y="234"/>
                    <a:pt x="184" y="285"/>
                    <a:pt x="435" y="285"/>
                  </a:cubicBezTo>
                  <a:cubicBezTo>
                    <a:pt x="670" y="285"/>
                    <a:pt x="871" y="234"/>
                    <a:pt x="871" y="151"/>
                  </a:cubicBezTo>
                  <a:cubicBezTo>
                    <a:pt x="871" y="67"/>
                    <a:pt x="687"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0" name="Google Shape;7440;p18"/>
            <p:cNvSpPr/>
            <p:nvPr/>
          </p:nvSpPr>
          <p:spPr>
            <a:xfrm>
              <a:off x="2020425" y="951175"/>
              <a:ext cx="21775" cy="7150"/>
            </a:xfrm>
            <a:custGeom>
              <a:avLst/>
              <a:gdLst/>
              <a:ahLst/>
              <a:cxnLst/>
              <a:rect l="l" t="t" r="r" b="b"/>
              <a:pathLst>
                <a:path w="871" h="286" extrusionOk="0">
                  <a:moveTo>
                    <a:pt x="436" y="1"/>
                  </a:moveTo>
                  <a:cubicBezTo>
                    <a:pt x="185" y="1"/>
                    <a:pt x="1" y="67"/>
                    <a:pt x="1" y="151"/>
                  </a:cubicBezTo>
                  <a:cubicBezTo>
                    <a:pt x="1" y="235"/>
                    <a:pt x="185" y="285"/>
                    <a:pt x="436" y="285"/>
                  </a:cubicBezTo>
                  <a:cubicBezTo>
                    <a:pt x="670" y="285"/>
                    <a:pt x="871" y="235"/>
                    <a:pt x="871" y="151"/>
                  </a:cubicBezTo>
                  <a:cubicBezTo>
                    <a:pt x="871" y="67"/>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1" name="Google Shape;7441;p18"/>
            <p:cNvSpPr/>
            <p:nvPr/>
          </p:nvSpPr>
          <p:spPr>
            <a:xfrm>
              <a:off x="2058925" y="969175"/>
              <a:ext cx="31400" cy="9275"/>
            </a:xfrm>
            <a:custGeom>
              <a:avLst/>
              <a:gdLst/>
              <a:ahLst/>
              <a:cxnLst/>
              <a:rect l="l" t="t" r="r" b="b"/>
              <a:pathLst>
                <a:path w="1256" h="371" extrusionOk="0">
                  <a:moveTo>
                    <a:pt x="637" y="0"/>
                  </a:moveTo>
                  <a:cubicBezTo>
                    <a:pt x="302" y="0"/>
                    <a:pt x="1" y="84"/>
                    <a:pt x="1" y="184"/>
                  </a:cubicBezTo>
                  <a:cubicBezTo>
                    <a:pt x="1" y="285"/>
                    <a:pt x="268" y="369"/>
                    <a:pt x="637" y="369"/>
                  </a:cubicBezTo>
                  <a:cubicBezTo>
                    <a:pt x="667" y="370"/>
                    <a:pt x="697" y="371"/>
                    <a:pt x="726" y="371"/>
                  </a:cubicBezTo>
                  <a:cubicBezTo>
                    <a:pt x="1032" y="371"/>
                    <a:pt x="1256" y="293"/>
                    <a:pt x="1256" y="201"/>
                  </a:cubicBezTo>
                  <a:cubicBezTo>
                    <a:pt x="1256" y="84"/>
                    <a:pt x="988" y="0"/>
                    <a:pt x="6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2" name="Google Shape;7442;p18"/>
            <p:cNvSpPr/>
            <p:nvPr/>
          </p:nvSpPr>
          <p:spPr>
            <a:xfrm>
              <a:off x="2117100" y="961225"/>
              <a:ext cx="21775" cy="7125"/>
            </a:xfrm>
            <a:custGeom>
              <a:avLst/>
              <a:gdLst/>
              <a:ahLst/>
              <a:cxnLst/>
              <a:rect l="l" t="t" r="r" b="b"/>
              <a:pathLst>
                <a:path w="871" h="285" extrusionOk="0">
                  <a:moveTo>
                    <a:pt x="435" y="0"/>
                  </a:moveTo>
                  <a:cubicBezTo>
                    <a:pt x="184" y="0"/>
                    <a:pt x="0" y="50"/>
                    <a:pt x="0" y="134"/>
                  </a:cubicBezTo>
                  <a:cubicBezTo>
                    <a:pt x="0" y="218"/>
                    <a:pt x="184" y="285"/>
                    <a:pt x="435" y="285"/>
                  </a:cubicBezTo>
                  <a:cubicBezTo>
                    <a:pt x="686" y="285"/>
                    <a:pt x="871" y="218"/>
                    <a:pt x="871" y="134"/>
                  </a:cubicBezTo>
                  <a:cubicBezTo>
                    <a:pt x="871" y="50"/>
                    <a:pt x="686"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3" name="Google Shape;7443;p18"/>
            <p:cNvSpPr/>
            <p:nvPr/>
          </p:nvSpPr>
          <p:spPr>
            <a:xfrm>
              <a:off x="2082350" y="944475"/>
              <a:ext cx="22225" cy="7150"/>
            </a:xfrm>
            <a:custGeom>
              <a:avLst/>
              <a:gdLst/>
              <a:ahLst/>
              <a:cxnLst/>
              <a:rect l="l" t="t" r="r" b="b"/>
              <a:pathLst>
                <a:path w="889" h="286" extrusionOk="0">
                  <a:moveTo>
                    <a:pt x="453" y="1"/>
                  </a:moveTo>
                  <a:cubicBezTo>
                    <a:pt x="202" y="1"/>
                    <a:pt x="1" y="51"/>
                    <a:pt x="1" y="135"/>
                  </a:cubicBezTo>
                  <a:cubicBezTo>
                    <a:pt x="1" y="218"/>
                    <a:pt x="202" y="285"/>
                    <a:pt x="453" y="285"/>
                  </a:cubicBezTo>
                  <a:cubicBezTo>
                    <a:pt x="704" y="285"/>
                    <a:pt x="888" y="218"/>
                    <a:pt x="888" y="135"/>
                  </a:cubicBezTo>
                  <a:cubicBezTo>
                    <a:pt x="888" y="51"/>
                    <a:pt x="704"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4" name="Google Shape;7444;p18"/>
            <p:cNvSpPr/>
            <p:nvPr/>
          </p:nvSpPr>
          <p:spPr>
            <a:xfrm>
              <a:off x="1922925" y="715475"/>
              <a:ext cx="110925" cy="48250"/>
            </a:xfrm>
            <a:custGeom>
              <a:avLst/>
              <a:gdLst/>
              <a:ahLst/>
              <a:cxnLst/>
              <a:rect l="l" t="t" r="r" b="b"/>
              <a:pathLst>
                <a:path w="4437" h="1930" extrusionOk="0">
                  <a:moveTo>
                    <a:pt x="1190" y="1"/>
                  </a:moveTo>
                  <a:cubicBezTo>
                    <a:pt x="1173" y="1"/>
                    <a:pt x="1156" y="2"/>
                    <a:pt x="1139" y="5"/>
                  </a:cubicBezTo>
                  <a:cubicBezTo>
                    <a:pt x="436" y="206"/>
                    <a:pt x="0" y="507"/>
                    <a:pt x="0" y="892"/>
                  </a:cubicBezTo>
                  <a:cubicBezTo>
                    <a:pt x="0" y="1461"/>
                    <a:pt x="1088" y="1930"/>
                    <a:pt x="2428" y="1930"/>
                  </a:cubicBezTo>
                  <a:cubicBezTo>
                    <a:pt x="3264" y="1930"/>
                    <a:pt x="4001" y="1746"/>
                    <a:pt x="4436" y="1478"/>
                  </a:cubicBezTo>
                  <a:lnTo>
                    <a:pt x="4436" y="1478"/>
                  </a:lnTo>
                  <a:cubicBezTo>
                    <a:pt x="4269" y="1494"/>
                    <a:pt x="4101" y="1511"/>
                    <a:pt x="3934" y="1511"/>
                  </a:cubicBezTo>
                  <a:cubicBezTo>
                    <a:pt x="2595" y="1511"/>
                    <a:pt x="1507" y="1059"/>
                    <a:pt x="1507" y="473"/>
                  </a:cubicBezTo>
                  <a:lnTo>
                    <a:pt x="1507" y="390"/>
                  </a:lnTo>
                  <a:cubicBezTo>
                    <a:pt x="1553" y="174"/>
                    <a:pt x="1387" y="1"/>
                    <a:pt x="119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5" name="Google Shape;7445;p18"/>
            <p:cNvSpPr/>
            <p:nvPr/>
          </p:nvSpPr>
          <p:spPr>
            <a:xfrm>
              <a:off x="1934225" y="723525"/>
              <a:ext cx="31400" cy="10500"/>
            </a:xfrm>
            <a:custGeom>
              <a:avLst/>
              <a:gdLst/>
              <a:ahLst/>
              <a:cxnLst/>
              <a:rect l="l" t="t" r="r" b="b"/>
              <a:pathLst>
                <a:path w="1256" h="420" extrusionOk="0">
                  <a:moveTo>
                    <a:pt x="636" y="1"/>
                  </a:moveTo>
                  <a:cubicBezTo>
                    <a:pt x="302" y="1"/>
                    <a:pt x="0" y="84"/>
                    <a:pt x="0" y="218"/>
                  </a:cubicBezTo>
                  <a:cubicBezTo>
                    <a:pt x="0" y="335"/>
                    <a:pt x="285" y="419"/>
                    <a:pt x="636" y="419"/>
                  </a:cubicBezTo>
                  <a:cubicBezTo>
                    <a:pt x="988" y="419"/>
                    <a:pt x="1256" y="335"/>
                    <a:pt x="1256" y="218"/>
                  </a:cubicBezTo>
                  <a:cubicBezTo>
                    <a:pt x="1256" y="84"/>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6" name="Google Shape;7446;p18"/>
            <p:cNvSpPr/>
            <p:nvPr/>
          </p:nvSpPr>
          <p:spPr>
            <a:xfrm>
              <a:off x="1971875" y="747800"/>
              <a:ext cx="25150" cy="7150"/>
            </a:xfrm>
            <a:custGeom>
              <a:avLst/>
              <a:gdLst/>
              <a:ahLst/>
              <a:cxnLst/>
              <a:rect l="l" t="t" r="r" b="b"/>
              <a:pathLst>
                <a:path w="1006" h="286" extrusionOk="0">
                  <a:moveTo>
                    <a:pt x="503" y="1"/>
                  </a:moveTo>
                  <a:cubicBezTo>
                    <a:pt x="235" y="1"/>
                    <a:pt x="1" y="51"/>
                    <a:pt x="1" y="134"/>
                  </a:cubicBezTo>
                  <a:cubicBezTo>
                    <a:pt x="1" y="218"/>
                    <a:pt x="235" y="285"/>
                    <a:pt x="503" y="285"/>
                  </a:cubicBezTo>
                  <a:cubicBezTo>
                    <a:pt x="788" y="285"/>
                    <a:pt x="1005" y="218"/>
                    <a:pt x="1005" y="134"/>
                  </a:cubicBezTo>
                  <a:cubicBezTo>
                    <a:pt x="1005" y="51"/>
                    <a:pt x="788"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7" name="Google Shape;7447;p18"/>
            <p:cNvSpPr/>
            <p:nvPr/>
          </p:nvSpPr>
          <p:spPr>
            <a:xfrm>
              <a:off x="2022100" y="728125"/>
              <a:ext cx="19275" cy="7575"/>
            </a:xfrm>
            <a:custGeom>
              <a:avLst/>
              <a:gdLst/>
              <a:ahLst/>
              <a:cxnLst/>
              <a:rect l="l" t="t" r="r" b="b"/>
              <a:pathLst>
                <a:path w="771" h="303" extrusionOk="0">
                  <a:moveTo>
                    <a:pt x="386" y="1"/>
                  </a:moveTo>
                  <a:cubicBezTo>
                    <a:pt x="168" y="1"/>
                    <a:pt x="1" y="68"/>
                    <a:pt x="1" y="151"/>
                  </a:cubicBezTo>
                  <a:cubicBezTo>
                    <a:pt x="1" y="235"/>
                    <a:pt x="168" y="302"/>
                    <a:pt x="386" y="302"/>
                  </a:cubicBezTo>
                  <a:cubicBezTo>
                    <a:pt x="603" y="285"/>
                    <a:pt x="770" y="218"/>
                    <a:pt x="770" y="151"/>
                  </a:cubicBezTo>
                  <a:cubicBezTo>
                    <a:pt x="770" y="68"/>
                    <a:pt x="586" y="1"/>
                    <a:pt x="3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8" name="Google Shape;7448;p18"/>
            <p:cNvSpPr/>
            <p:nvPr/>
          </p:nvSpPr>
          <p:spPr>
            <a:xfrm>
              <a:off x="1990725" y="717675"/>
              <a:ext cx="19275" cy="7550"/>
            </a:xfrm>
            <a:custGeom>
              <a:avLst/>
              <a:gdLst/>
              <a:ahLst/>
              <a:cxnLst/>
              <a:rect l="l" t="t" r="r" b="b"/>
              <a:pathLst>
                <a:path w="771" h="302" extrusionOk="0">
                  <a:moveTo>
                    <a:pt x="385" y="0"/>
                  </a:moveTo>
                  <a:cubicBezTo>
                    <a:pt x="168" y="0"/>
                    <a:pt x="0" y="67"/>
                    <a:pt x="0" y="151"/>
                  </a:cubicBezTo>
                  <a:cubicBezTo>
                    <a:pt x="0" y="235"/>
                    <a:pt x="168" y="302"/>
                    <a:pt x="385" y="302"/>
                  </a:cubicBezTo>
                  <a:cubicBezTo>
                    <a:pt x="603" y="285"/>
                    <a:pt x="770" y="218"/>
                    <a:pt x="770" y="151"/>
                  </a:cubicBezTo>
                  <a:cubicBezTo>
                    <a:pt x="770" y="67"/>
                    <a:pt x="586" y="0"/>
                    <a:pt x="3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9" name="Google Shape;7449;p18"/>
            <p:cNvSpPr/>
            <p:nvPr/>
          </p:nvSpPr>
          <p:spPr>
            <a:xfrm>
              <a:off x="1674350" y="851500"/>
              <a:ext cx="161975" cy="66300"/>
            </a:xfrm>
            <a:custGeom>
              <a:avLst/>
              <a:gdLst/>
              <a:ahLst/>
              <a:cxnLst/>
              <a:rect l="l" t="t" r="r" b="b"/>
              <a:pathLst>
                <a:path w="6479" h="2652" extrusionOk="0">
                  <a:moveTo>
                    <a:pt x="3306" y="0"/>
                  </a:moveTo>
                  <a:cubicBezTo>
                    <a:pt x="3232" y="0"/>
                    <a:pt x="3156" y="2"/>
                    <a:pt x="3081" y="4"/>
                  </a:cubicBezTo>
                  <a:cubicBezTo>
                    <a:pt x="1340" y="71"/>
                    <a:pt x="1" y="723"/>
                    <a:pt x="84" y="1427"/>
                  </a:cubicBezTo>
                  <a:cubicBezTo>
                    <a:pt x="165" y="2131"/>
                    <a:pt x="1531" y="2652"/>
                    <a:pt x="3173" y="2652"/>
                  </a:cubicBezTo>
                  <a:cubicBezTo>
                    <a:pt x="3248" y="2652"/>
                    <a:pt x="3323" y="2651"/>
                    <a:pt x="3399" y="2648"/>
                  </a:cubicBezTo>
                  <a:cubicBezTo>
                    <a:pt x="5140" y="2581"/>
                    <a:pt x="6479" y="1962"/>
                    <a:pt x="6395" y="1226"/>
                  </a:cubicBezTo>
                  <a:cubicBezTo>
                    <a:pt x="6315" y="521"/>
                    <a:pt x="4948" y="0"/>
                    <a:pt x="33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0" name="Google Shape;7450;p18"/>
            <p:cNvSpPr/>
            <p:nvPr/>
          </p:nvSpPr>
          <p:spPr>
            <a:xfrm>
              <a:off x="1710775" y="855675"/>
              <a:ext cx="112150" cy="32850"/>
            </a:xfrm>
            <a:custGeom>
              <a:avLst/>
              <a:gdLst/>
              <a:ahLst/>
              <a:cxnLst/>
              <a:rect l="l" t="t" r="r" b="b"/>
              <a:pathLst>
                <a:path w="4486" h="1314" extrusionOk="0">
                  <a:moveTo>
                    <a:pt x="1661" y="1"/>
                  </a:moveTo>
                  <a:cubicBezTo>
                    <a:pt x="1588" y="1"/>
                    <a:pt x="1514" y="2"/>
                    <a:pt x="1440" y="4"/>
                  </a:cubicBezTo>
                  <a:cubicBezTo>
                    <a:pt x="1055" y="21"/>
                    <a:pt x="686" y="71"/>
                    <a:pt x="352" y="138"/>
                  </a:cubicBezTo>
                  <a:cubicBezTo>
                    <a:pt x="50" y="188"/>
                    <a:pt x="0" y="573"/>
                    <a:pt x="218" y="741"/>
                  </a:cubicBezTo>
                  <a:cubicBezTo>
                    <a:pt x="764" y="1100"/>
                    <a:pt x="1732" y="1313"/>
                    <a:pt x="2811" y="1313"/>
                  </a:cubicBezTo>
                  <a:cubicBezTo>
                    <a:pt x="2889" y="1313"/>
                    <a:pt x="2967" y="1312"/>
                    <a:pt x="3046" y="1310"/>
                  </a:cubicBezTo>
                  <a:cubicBezTo>
                    <a:pt x="3431" y="1293"/>
                    <a:pt x="3800" y="1243"/>
                    <a:pt x="4134" y="1176"/>
                  </a:cubicBezTo>
                  <a:cubicBezTo>
                    <a:pt x="4436" y="1126"/>
                    <a:pt x="4486" y="741"/>
                    <a:pt x="4268" y="573"/>
                  </a:cubicBezTo>
                  <a:cubicBezTo>
                    <a:pt x="3720" y="228"/>
                    <a:pt x="2745" y="1"/>
                    <a:pt x="1661"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1" name="Google Shape;7451;p18"/>
            <p:cNvSpPr/>
            <p:nvPr/>
          </p:nvSpPr>
          <p:spPr>
            <a:xfrm>
              <a:off x="1696950" y="868325"/>
              <a:ext cx="26400" cy="8400"/>
            </a:xfrm>
            <a:custGeom>
              <a:avLst/>
              <a:gdLst/>
              <a:ahLst/>
              <a:cxnLst/>
              <a:rect l="l" t="t" r="r" b="b"/>
              <a:pathLst>
                <a:path w="1056" h="336" extrusionOk="0">
                  <a:moveTo>
                    <a:pt x="520" y="0"/>
                  </a:moveTo>
                  <a:cubicBezTo>
                    <a:pt x="235" y="0"/>
                    <a:pt x="1" y="67"/>
                    <a:pt x="1" y="168"/>
                  </a:cubicBezTo>
                  <a:cubicBezTo>
                    <a:pt x="1" y="251"/>
                    <a:pt x="235" y="335"/>
                    <a:pt x="520" y="335"/>
                  </a:cubicBezTo>
                  <a:cubicBezTo>
                    <a:pt x="821" y="335"/>
                    <a:pt x="1055" y="285"/>
                    <a:pt x="1055" y="168"/>
                  </a:cubicBezTo>
                  <a:cubicBezTo>
                    <a:pt x="1055" y="84"/>
                    <a:pt x="821" y="0"/>
                    <a:pt x="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2" name="Google Shape;7452;p18"/>
            <p:cNvSpPr/>
            <p:nvPr/>
          </p:nvSpPr>
          <p:spPr>
            <a:xfrm>
              <a:off x="1770600" y="864125"/>
              <a:ext cx="31425" cy="10500"/>
            </a:xfrm>
            <a:custGeom>
              <a:avLst/>
              <a:gdLst/>
              <a:ahLst/>
              <a:cxnLst/>
              <a:rect l="l" t="t" r="r" b="b"/>
              <a:pathLst>
                <a:path w="1257" h="420" extrusionOk="0">
                  <a:moveTo>
                    <a:pt x="637" y="1"/>
                  </a:moveTo>
                  <a:cubicBezTo>
                    <a:pt x="285" y="1"/>
                    <a:pt x="1" y="85"/>
                    <a:pt x="1" y="218"/>
                  </a:cubicBezTo>
                  <a:cubicBezTo>
                    <a:pt x="1" y="336"/>
                    <a:pt x="285" y="419"/>
                    <a:pt x="637" y="419"/>
                  </a:cubicBezTo>
                  <a:cubicBezTo>
                    <a:pt x="988" y="419"/>
                    <a:pt x="1256" y="319"/>
                    <a:pt x="1256" y="218"/>
                  </a:cubicBezTo>
                  <a:cubicBezTo>
                    <a:pt x="1256" y="85"/>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3" name="Google Shape;7453;p18"/>
            <p:cNvSpPr/>
            <p:nvPr/>
          </p:nvSpPr>
          <p:spPr>
            <a:xfrm>
              <a:off x="1738375" y="900950"/>
              <a:ext cx="25150" cy="6300"/>
            </a:xfrm>
            <a:custGeom>
              <a:avLst/>
              <a:gdLst/>
              <a:ahLst/>
              <a:cxnLst/>
              <a:rect l="l" t="t" r="r" b="b"/>
              <a:pathLst>
                <a:path w="1006" h="252" extrusionOk="0">
                  <a:moveTo>
                    <a:pt x="503" y="1"/>
                  </a:moveTo>
                  <a:cubicBezTo>
                    <a:pt x="235" y="1"/>
                    <a:pt x="1" y="68"/>
                    <a:pt x="1" y="118"/>
                  </a:cubicBezTo>
                  <a:cubicBezTo>
                    <a:pt x="1" y="185"/>
                    <a:pt x="218" y="252"/>
                    <a:pt x="503" y="252"/>
                  </a:cubicBezTo>
                  <a:cubicBezTo>
                    <a:pt x="771" y="252"/>
                    <a:pt x="1005" y="202"/>
                    <a:pt x="1005" y="118"/>
                  </a:cubicBezTo>
                  <a:cubicBezTo>
                    <a:pt x="1005" y="68"/>
                    <a:pt x="771"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4" name="Google Shape;7454;p18"/>
            <p:cNvSpPr/>
            <p:nvPr/>
          </p:nvSpPr>
          <p:spPr>
            <a:xfrm>
              <a:off x="1671575" y="705125"/>
              <a:ext cx="121650" cy="39150"/>
            </a:xfrm>
            <a:custGeom>
              <a:avLst/>
              <a:gdLst/>
              <a:ahLst/>
              <a:cxnLst/>
              <a:rect l="l" t="t" r="r" b="b"/>
              <a:pathLst>
                <a:path w="4866" h="1566" extrusionOk="0">
                  <a:moveTo>
                    <a:pt x="1099" y="0"/>
                  </a:moveTo>
                  <a:lnTo>
                    <a:pt x="1099" y="0"/>
                  </a:lnTo>
                  <a:cubicBezTo>
                    <a:pt x="497" y="201"/>
                    <a:pt x="78" y="486"/>
                    <a:pt x="62" y="787"/>
                  </a:cubicBezTo>
                  <a:cubicBezTo>
                    <a:pt x="0" y="1246"/>
                    <a:pt x="863" y="1565"/>
                    <a:pt x="2035" y="1565"/>
                  </a:cubicBezTo>
                  <a:cubicBezTo>
                    <a:pt x="2145" y="1565"/>
                    <a:pt x="2257" y="1563"/>
                    <a:pt x="2371" y="1557"/>
                  </a:cubicBezTo>
                  <a:cubicBezTo>
                    <a:pt x="3610" y="1490"/>
                    <a:pt x="4681" y="1071"/>
                    <a:pt x="4866" y="620"/>
                  </a:cubicBezTo>
                  <a:lnTo>
                    <a:pt x="4866" y="620"/>
                  </a:lnTo>
                  <a:cubicBezTo>
                    <a:pt x="4447" y="753"/>
                    <a:pt x="3945" y="837"/>
                    <a:pt x="3409" y="887"/>
                  </a:cubicBezTo>
                  <a:cubicBezTo>
                    <a:pt x="3276" y="896"/>
                    <a:pt x="3146" y="900"/>
                    <a:pt x="3020" y="900"/>
                  </a:cubicBezTo>
                  <a:cubicBezTo>
                    <a:pt x="1875" y="900"/>
                    <a:pt x="1037" y="570"/>
                    <a:pt x="1083" y="117"/>
                  </a:cubicBezTo>
                  <a:cubicBezTo>
                    <a:pt x="1083" y="67"/>
                    <a:pt x="1099" y="50"/>
                    <a:pt x="109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5" name="Google Shape;7455;p18"/>
            <p:cNvSpPr/>
            <p:nvPr/>
          </p:nvSpPr>
          <p:spPr>
            <a:xfrm>
              <a:off x="1692775" y="708875"/>
              <a:ext cx="31400" cy="10500"/>
            </a:xfrm>
            <a:custGeom>
              <a:avLst/>
              <a:gdLst/>
              <a:ahLst/>
              <a:cxnLst/>
              <a:rect l="l" t="t" r="r" b="b"/>
              <a:pathLst>
                <a:path w="1256" h="420" extrusionOk="0">
                  <a:moveTo>
                    <a:pt x="636" y="1"/>
                  </a:moveTo>
                  <a:cubicBezTo>
                    <a:pt x="302" y="1"/>
                    <a:pt x="0" y="85"/>
                    <a:pt x="0" y="218"/>
                  </a:cubicBezTo>
                  <a:cubicBezTo>
                    <a:pt x="0" y="336"/>
                    <a:pt x="268" y="419"/>
                    <a:pt x="636" y="419"/>
                  </a:cubicBezTo>
                  <a:cubicBezTo>
                    <a:pt x="988" y="419"/>
                    <a:pt x="1256" y="336"/>
                    <a:pt x="1256" y="218"/>
                  </a:cubicBezTo>
                  <a:cubicBezTo>
                    <a:pt x="1256" y="85"/>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6" name="Google Shape;7456;p18"/>
            <p:cNvSpPr/>
            <p:nvPr/>
          </p:nvSpPr>
          <p:spPr>
            <a:xfrm>
              <a:off x="1722475" y="729400"/>
              <a:ext cx="22200" cy="7975"/>
            </a:xfrm>
            <a:custGeom>
              <a:avLst/>
              <a:gdLst/>
              <a:ahLst/>
              <a:cxnLst/>
              <a:rect l="l" t="t" r="r" b="b"/>
              <a:pathLst>
                <a:path w="888" h="319" extrusionOk="0">
                  <a:moveTo>
                    <a:pt x="453" y="0"/>
                  </a:moveTo>
                  <a:cubicBezTo>
                    <a:pt x="202" y="0"/>
                    <a:pt x="1" y="84"/>
                    <a:pt x="1" y="167"/>
                  </a:cubicBezTo>
                  <a:cubicBezTo>
                    <a:pt x="1" y="251"/>
                    <a:pt x="218" y="318"/>
                    <a:pt x="453" y="318"/>
                  </a:cubicBezTo>
                  <a:cubicBezTo>
                    <a:pt x="670" y="318"/>
                    <a:pt x="888" y="234"/>
                    <a:pt x="888" y="151"/>
                  </a:cubicBezTo>
                  <a:cubicBezTo>
                    <a:pt x="888" y="50"/>
                    <a:pt x="670" y="0"/>
                    <a:pt x="4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7" name="Google Shape;7457;p18"/>
            <p:cNvSpPr/>
            <p:nvPr/>
          </p:nvSpPr>
          <p:spPr>
            <a:xfrm>
              <a:off x="1757625" y="708050"/>
              <a:ext cx="22200" cy="7550"/>
            </a:xfrm>
            <a:custGeom>
              <a:avLst/>
              <a:gdLst/>
              <a:ahLst/>
              <a:cxnLst/>
              <a:rect l="l" t="t" r="r" b="b"/>
              <a:pathLst>
                <a:path w="888" h="302" extrusionOk="0">
                  <a:moveTo>
                    <a:pt x="436" y="0"/>
                  </a:moveTo>
                  <a:cubicBezTo>
                    <a:pt x="218" y="0"/>
                    <a:pt x="1" y="84"/>
                    <a:pt x="1" y="168"/>
                  </a:cubicBezTo>
                  <a:cubicBezTo>
                    <a:pt x="1" y="251"/>
                    <a:pt x="218" y="302"/>
                    <a:pt x="436" y="302"/>
                  </a:cubicBezTo>
                  <a:cubicBezTo>
                    <a:pt x="670" y="302"/>
                    <a:pt x="888" y="218"/>
                    <a:pt x="888" y="134"/>
                  </a:cubicBezTo>
                  <a:cubicBezTo>
                    <a:pt x="888" y="51"/>
                    <a:pt x="670"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8" name="Google Shape;7458;p18"/>
            <p:cNvSpPr/>
            <p:nvPr/>
          </p:nvSpPr>
          <p:spPr>
            <a:xfrm>
              <a:off x="1702800" y="949750"/>
              <a:ext cx="261600" cy="72175"/>
            </a:xfrm>
            <a:custGeom>
              <a:avLst/>
              <a:gdLst/>
              <a:ahLst/>
              <a:cxnLst/>
              <a:rect l="l" t="t" r="r" b="b"/>
              <a:pathLst>
                <a:path w="10464" h="2887" extrusionOk="0">
                  <a:moveTo>
                    <a:pt x="2079" y="1"/>
                  </a:moveTo>
                  <a:cubicBezTo>
                    <a:pt x="1950" y="1"/>
                    <a:pt x="1826" y="13"/>
                    <a:pt x="1708" y="41"/>
                  </a:cubicBezTo>
                  <a:cubicBezTo>
                    <a:pt x="1" y="426"/>
                    <a:pt x="3131" y="2836"/>
                    <a:pt x="7617" y="2886"/>
                  </a:cubicBezTo>
                  <a:cubicBezTo>
                    <a:pt x="7658" y="2887"/>
                    <a:pt x="7699" y="2887"/>
                    <a:pt x="7740" y="2887"/>
                  </a:cubicBezTo>
                  <a:cubicBezTo>
                    <a:pt x="10155" y="2887"/>
                    <a:pt x="10463" y="2401"/>
                    <a:pt x="8487" y="2401"/>
                  </a:cubicBezTo>
                  <a:cubicBezTo>
                    <a:pt x="6647" y="2385"/>
                    <a:pt x="3847" y="1"/>
                    <a:pt x="20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9" name="Google Shape;7459;p18"/>
            <p:cNvSpPr/>
            <p:nvPr/>
          </p:nvSpPr>
          <p:spPr>
            <a:xfrm>
              <a:off x="1680625" y="953275"/>
              <a:ext cx="47750" cy="26000"/>
            </a:xfrm>
            <a:custGeom>
              <a:avLst/>
              <a:gdLst/>
              <a:ahLst/>
              <a:cxnLst/>
              <a:rect l="l" t="t" r="r" b="b"/>
              <a:pathLst>
                <a:path w="1910" h="1040" extrusionOk="0">
                  <a:moveTo>
                    <a:pt x="562" y="0"/>
                  </a:moveTo>
                  <a:cubicBezTo>
                    <a:pt x="473" y="0"/>
                    <a:pt x="390" y="11"/>
                    <a:pt x="319" y="34"/>
                  </a:cubicBezTo>
                  <a:cubicBezTo>
                    <a:pt x="1" y="151"/>
                    <a:pt x="34" y="435"/>
                    <a:pt x="386" y="703"/>
                  </a:cubicBezTo>
                  <a:cubicBezTo>
                    <a:pt x="654" y="920"/>
                    <a:pt x="1039" y="1040"/>
                    <a:pt x="1340" y="1040"/>
                  </a:cubicBezTo>
                  <a:cubicBezTo>
                    <a:pt x="1434" y="1040"/>
                    <a:pt x="1520" y="1028"/>
                    <a:pt x="1591" y="1005"/>
                  </a:cubicBezTo>
                  <a:cubicBezTo>
                    <a:pt x="1909" y="904"/>
                    <a:pt x="1892" y="603"/>
                    <a:pt x="1541" y="335"/>
                  </a:cubicBezTo>
                  <a:cubicBezTo>
                    <a:pt x="1255" y="127"/>
                    <a:pt x="870" y="0"/>
                    <a:pt x="5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0" name="Google Shape;7460;p18"/>
            <p:cNvSpPr/>
            <p:nvPr/>
          </p:nvSpPr>
          <p:spPr>
            <a:xfrm>
              <a:off x="1791925" y="646025"/>
              <a:ext cx="319275" cy="16000"/>
            </a:xfrm>
            <a:custGeom>
              <a:avLst/>
              <a:gdLst/>
              <a:ahLst/>
              <a:cxnLst/>
              <a:rect l="l" t="t" r="r" b="b"/>
              <a:pathLst>
                <a:path w="12771" h="640" extrusionOk="0">
                  <a:moveTo>
                    <a:pt x="5084" y="0"/>
                  </a:moveTo>
                  <a:cubicBezTo>
                    <a:pt x="3940" y="0"/>
                    <a:pt x="2868" y="39"/>
                    <a:pt x="2127" y="138"/>
                  </a:cubicBezTo>
                  <a:cubicBezTo>
                    <a:pt x="1" y="410"/>
                    <a:pt x="1935" y="640"/>
                    <a:pt x="5329" y="640"/>
                  </a:cubicBezTo>
                  <a:cubicBezTo>
                    <a:pt x="6743" y="640"/>
                    <a:pt x="8412" y="600"/>
                    <a:pt x="10145" y="506"/>
                  </a:cubicBezTo>
                  <a:cubicBezTo>
                    <a:pt x="12770" y="367"/>
                    <a:pt x="8590" y="0"/>
                    <a:pt x="5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1" name="Google Shape;7461;p18"/>
            <p:cNvSpPr/>
            <p:nvPr/>
          </p:nvSpPr>
          <p:spPr>
            <a:xfrm>
              <a:off x="1853875" y="842375"/>
              <a:ext cx="22200" cy="7350"/>
            </a:xfrm>
            <a:custGeom>
              <a:avLst/>
              <a:gdLst/>
              <a:ahLst/>
              <a:cxnLst/>
              <a:rect l="l" t="t" r="r" b="b"/>
              <a:pathLst>
                <a:path w="888" h="294" extrusionOk="0">
                  <a:moveTo>
                    <a:pt x="436" y="0"/>
                  </a:moveTo>
                  <a:cubicBezTo>
                    <a:pt x="218" y="0"/>
                    <a:pt x="1" y="67"/>
                    <a:pt x="1" y="151"/>
                  </a:cubicBezTo>
                  <a:cubicBezTo>
                    <a:pt x="1" y="235"/>
                    <a:pt x="185" y="285"/>
                    <a:pt x="436" y="285"/>
                  </a:cubicBezTo>
                  <a:cubicBezTo>
                    <a:pt x="480" y="291"/>
                    <a:pt x="523" y="294"/>
                    <a:pt x="564" y="294"/>
                  </a:cubicBezTo>
                  <a:cubicBezTo>
                    <a:pt x="752" y="294"/>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2" name="Google Shape;7462;p18"/>
            <p:cNvSpPr/>
            <p:nvPr/>
          </p:nvSpPr>
          <p:spPr>
            <a:xfrm>
              <a:off x="2227975" y="757000"/>
              <a:ext cx="21800" cy="7575"/>
            </a:xfrm>
            <a:custGeom>
              <a:avLst/>
              <a:gdLst/>
              <a:ahLst/>
              <a:cxnLst/>
              <a:rect l="l" t="t" r="r" b="b"/>
              <a:pathLst>
                <a:path w="872" h="303" extrusionOk="0">
                  <a:moveTo>
                    <a:pt x="436" y="1"/>
                  </a:moveTo>
                  <a:cubicBezTo>
                    <a:pt x="202" y="1"/>
                    <a:pt x="1" y="68"/>
                    <a:pt x="1" y="151"/>
                  </a:cubicBezTo>
                  <a:cubicBezTo>
                    <a:pt x="1" y="235"/>
                    <a:pt x="185" y="302"/>
                    <a:pt x="436" y="302"/>
                  </a:cubicBezTo>
                  <a:cubicBezTo>
                    <a:pt x="687" y="302"/>
                    <a:pt x="871" y="235"/>
                    <a:pt x="871" y="151"/>
                  </a:cubicBezTo>
                  <a:cubicBezTo>
                    <a:pt x="871"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3" name="Google Shape;7463;p18"/>
            <p:cNvSpPr/>
            <p:nvPr/>
          </p:nvSpPr>
          <p:spPr>
            <a:xfrm>
              <a:off x="2092400" y="675000"/>
              <a:ext cx="22200" cy="7125"/>
            </a:xfrm>
            <a:custGeom>
              <a:avLst/>
              <a:gdLst/>
              <a:ahLst/>
              <a:cxnLst/>
              <a:rect l="l" t="t" r="r" b="b"/>
              <a:pathLst>
                <a:path w="888" h="285" extrusionOk="0">
                  <a:moveTo>
                    <a:pt x="436" y="0"/>
                  </a:moveTo>
                  <a:cubicBezTo>
                    <a:pt x="218" y="0"/>
                    <a:pt x="1" y="67"/>
                    <a:pt x="1" y="151"/>
                  </a:cubicBezTo>
                  <a:cubicBezTo>
                    <a:pt x="1" y="234"/>
                    <a:pt x="185" y="285"/>
                    <a:pt x="436" y="285"/>
                  </a:cubicBezTo>
                  <a:cubicBezTo>
                    <a:pt x="687" y="285"/>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4" name="Google Shape;7464;p18"/>
            <p:cNvSpPr/>
            <p:nvPr/>
          </p:nvSpPr>
          <p:spPr>
            <a:xfrm>
              <a:off x="1625400" y="879625"/>
              <a:ext cx="21775" cy="7125"/>
            </a:xfrm>
            <a:custGeom>
              <a:avLst/>
              <a:gdLst/>
              <a:ahLst/>
              <a:cxnLst/>
              <a:rect l="l" t="t" r="r" b="b"/>
              <a:pathLst>
                <a:path w="871" h="285" extrusionOk="0">
                  <a:moveTo>
                    <a:pt x="436" y="0"/>
                  </a:moveTo>
                  <a:cubicBezTo>
                    <a:pt x="201" y="0"/>
                    <a:pt x="0" y="50"/>
                    <a:pt x="0" y="134"/>
                  </a:cubicBezTo>
                  <a:cubicBezTo>
                    <a:pt x="0" y="218"/>
                    <a:pt x="184" y="285"/>
                    <a:pt x="436" y="285"/>
                  </a:cubicBezTo>
                  <a:cubicBezTo>
                    <a:pt x="687" y="285"/>
                    <a:pt x="871" y="218"/>
                    <a:pt x="871" y="134"/>
                  </a:cubicBezTo>
                  <a:cubicBezTo>
                    <a:pt x="871" y="50"/>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5" name="Google Shape;7465;p18"/>
            <p:cNvSpPr/>
            <p:nvPr/>
          </p:nvSpPr>
          <p:spPr>
            <a:xfrm>
              <a:off x="1838825" y="754075"/>
              <a:ext cx="21775" cy="7150"/>
            </a:xfrm>
            <a:custGeom>
              <a:avLst/>
              <a:gdLst/>
              <a:ahLst/>
              <a:cxnLst/>
              <a:rect l="l" t="t" r="r" b="b"/>
              <a:pathLst>
                <a:path w="871" h="286" extrusionOk="0">
                  <a:moveTo>
                    <a:pt x="435" y="1"/>
                  </a:moveTo>
                  <a:cubicBezTo>
                    <a:pt x="201" y="1"/>
                    <a:pt x="0" y="51"/>
                    <a:pt x="0" y="135"/>
                  </a:cubicBezTo>
                  <a:cubicBezTo>
                    <a:pt x="0" y="218"/>
                    <a:pt x="184" y="285"/>
                    <a:pt x="435" y="285"/>
                  </a:cubicBezTo>
                  <a:cubicBezTo>
                    <a:pt x="686" y="285"/>
                    <a:pt x="870" y="218"/>
                    <a:pt x="870" y="135"/>
                  </a:cubicBezTo>
                  <a:cubicBezTo>
                    <a:pt x="870" y="51"/>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6" name="Google Shape;7466;p18"/>
            <p:cNvSpPr/>
            <p:nvPr/>
          </p:nvSpPr>
          <p:spPr>
            <a:xfrm>
              <a:off x="2201625" y="872500"/>
              <a:ext cx="22200" cy="7550"/>
            </a:xfrm>
            <a:custGeom>
              <a:avLst/>
              <a:gdLst/>
              <a:ahLst/>
              <a:cxnLst/>
              <a:rect l="l" t="t" r="r" b="b"/>
              <a:pathLst>
                <a:path w="888" h="302" extrusionOk="0">
                  <a:moveTo>
                    <a:pt x="452" y="1"/>
                  </a:moveTo>
                  <a:cubicBezTo>
                    <a:pt x="218" y="1"/>
                    <a:pt x="0" y="68"/>
                    <a:pt x="0" y="151"/>
                  </a:cubicBezTo>
                  <a:cubicBezTo>
                    <a:pt x="0" y="235"/>
                    <a:pt x="201" y="302"/>
                    <a:pt x="452" y="302"/>
                  </a:cubicBezTo>
                  <a:cubicBezTo>
                    <a:pt x="703" y="302"/>
                    <a:pt x="888" y="235"/>
                    <a:pt x="888" y="151"/>
                  </a:cubicBezTo>
                  <a:cubicBezTo>
                    <a:pt x="888" y="68"/>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7" name="Google Shape;7467;p18"/>
            <p:cNvSpPr/>
            <p:nvPr/>
          </p:nvSpPr>
          <p:spPr>
            <a:xfrm>
              <a:off x="2398300" y="887975"/>
              <a:ext cx="22200" cy="7200"/>
            </a:xfrm>
            <a:custGeom>
              <a:avLst/>
              <a:gdLst/>
              <a:ahLst/>
              <a:cxnLst/>
              <a:rect l="l" t="t" r="r" b="b"/>
              <a:pathLst>
                <a:path w="888" h="288" extrusionOk="0">
                  <a:moveTo>
                    <a:pt x="452" y="1"/>
                  </a:moveTo>
                  <a:cubicBezTo>
                    <a:pt x="218" y="1"/>
                    <a:pt x="0" y="51"/>
                    <a:pt x="0" y="135"/>
                  </a:cubicBezTo>
                  <a:cubicBezTo>
                    <a:pt x="0" y="219"/>
                    <a:pt x="201" y="286"/>
                    <a:pt x="452" y="286"/>
                  </a:cubicBezTo>
                  <a:cubicBezTo>
                    <a:pt x="471" y="287"/>
                    <a:pt x="490" y="288"/>
                    <a:pt x="509" y="288"/>
                  </a:cubicBezTo>
                  <a:cubicBezTo>
                    <a:pt x="706" y="288"/>
                    <a:pt x="888" y="211"/>
                    <a:pt x="888" y="135"/>
                  </a:cubicBezTo>
                  <a:cubicBezTo>
                    <a:pt x="888" y="51"/>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8" name="Google Shape;7468;p18"/>
            <p:cNvSpPr/>
            <p:nvPr/>
          </p:nvSpPr>
          <p:spPr>
            <a:xfrm>
              <a:off x="1667650" y="779600"/>
              <a:ext cx="22225" cy="7150"/>
            </a:xfrm>
            <a:custGeom>
              <a:avLst/>
              <a:gdLst/>
              <a:ahLst/>
              <a:cxnLst/>
              <a:rect l="l" t="t" r="r" b="b"/>
              <a:pathLst>
                <a:path w="889" h="286" extrusionOk="0">
                  <a:moveTo>
                    <a:pt x="436" y="1"/>
                  </a:moveTo>
                  <a:cubicBezTo>
                    <a:pt x="219" y="1"/>
                    <a:pt x="1" y="68"/>
                    <a:pt x="1" y="151"/>
                  </a:cubicBezTo>
                  <a:cubicBezTo>
                    <a:pt x="1" y="235"/>
                    <a:pt x="185" y="285"/>
                    <a:pt x="436" y="285"/>
                  </a:cubicBezTo>
                  <a:cubicBezTo>
                    <a:pt x="687" y="285"/>
                    <a:pt x="888" y="235"/>
                    <a:pt x="888" y="151"/>
                  </a:cubicBezTo>
                  <a:cubicBezTo>
                    <a:pt x="888"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9" name="Google Shape;7469;p18"/>
            <p:cNvSpPr/>
            <p:nvPr/>
          </p:nvSpPr>
          <p:spPr>
            <a:xfrm>
              <a:off x="1912475" y="949500"/>
              <a:ext cx="21775" cy="7200"/>
            </a:xfrm>
            <a:custGeom>
              <a:avLst/>
              <a:gdLst/>
              <a:ahLst/>
              <a:cxnLst/>
              <a:rect l="l" t="t" r="r" b="b"/>
              <a:pathLst>
                <a:path w="871" h="288" extrusionOk="0">
                  <a:moveTo>
                    <a:pt x="435" y="1"/>
                  </a:moveTo>
                  <a:cubicBezTo>
                    <a:pt x="218" y="1"/>
                    <a:pt x="0" y="68"/>
                    <a:pt x="0" y="151"/>
                  </a:cubicBezTo>
                  <a:cubicBezTo>
                    <a:pt x="0" y="235"/>
                    <a:pt x="184" y="285"/>
                    <a:pt x="435" y="285"/>
                  </a:cubicBezTo>
                  <a:cubicBezTo>
                    <a:pt x="460" y="287"/>
                    <a:pt x="484" y="288"/>
                    <a:pt x="507" y="288"/>
                  </a:cubicBezTo>
                  <a:cubicBezTo>
                    <a:pt x="709" y="288"/>
                    <a:pt x="870" y="226"/>
                    <a:pt x="870" y="151"/>
                  </a:cubicBezTo>
                  <a:cubicBezTo>
                    <a:pt x="870" y="68"/>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0" name="Google Shape;7470;p18"/>
          <p:cNvGrpSpPr/>
          <p:nvPr/>
        </p:nvGrpSpPr>
        <p:grpSpPr>
          <a:xfrm rot="-2378607">
            <a:off x="8096210" y="2678522"/>
            <a:ext cx="2095578" cy="1058786"/>
            <a:chOff x="1423500" y="1965000"/>
            <a:chExt cx="1202875" cy="607750"/>
          </a:xfrm>
        </p:grpSpPr>
        <p:sp>
          <p:nvSpPr>
            <p:cNvPr id="7471" name="Google Shape;7471;p18"/>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2" name="Google Shape;7472;p18"/>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3" name="Google Shape;7473;p18"/>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4" name="Google Shape;7474;p18"/>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5" name="Google Shape;7475;p18"/>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6" name="Google Shape;7476;p18"/>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7" name="Google Shape;7477;p18"/>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8" name="Google Shape;7478;p18"/>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9" name="Google Shape;7479;p18"/>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0" name="Google Shape;7480;p18"/>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1" name="Google Shape;7481;p18"/>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2" name="Google Shape;7482;p18"/>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3" name="Google Shape;7483;p18"/>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4" name="Google Shape;7484;p18"/>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5" name="Google Shape;7485;p18"/>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6" name="Google Shape;7486;p18"/>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7" name="Google Shape;7487;p18"/>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8" name="Google Shape;7488;p18"/>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9" name="Google Shape;7489;p18"/>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0" name="Google Shape;7490;p18"/>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1" name="Google Shape;7491;p18"/>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2" name="Google Shape;7492;p18"/>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3" name="Google Shape;7493;p18"/>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4" name="Google Shape;7494;p18"/>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5" name="Google Shape;7495;p18"/>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6" name="Google Shape;7496;p18"/>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7" name="Google Shape;7497;p18"/>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8" name="Google Shape;7498;p18"/>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9" name="Google Shape;7499;p18"/>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0" name="Google Shape;7500;p18"/>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1" name="Google Shape;7501;p18"/>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2" name="Google Shape;7502;p18"/>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3" name="Google Shape;7503;p18"/>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4" name="Google Shape;7504;p18"/>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5" name="Google Shape;7505;p18"/>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6" name="Google Shape;7506;p18"/>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7" name="Google Shape;7507;p18"/>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8" name="Google Shape;7508;p18"/>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9" name="Google Shape;7509;p18"/>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0" name="Google Shape;7510;p18"/>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1" name="Google Shape;7511;p18"/>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2" name="Google Shape;7512;p18"/>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3" name="Google Shape;7513;p18"/>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4" name="Google Shape;7514;p18"/>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5" name="Google Shape;7515;p18"/>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6" name="Google Shape;7516;p18"/>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7" name="Google Shape;7517;p18"/>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8" name="Google Shape;7518;p18"/>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9" name="Google Shape;7519;p18"/>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0" name="Google Shape;7520;p18"/>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1" name="Google Shape;7521;p18"/>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2" name="Google Shape;7522;p18"/>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3" name="Google Shape;7523;p18"/>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4" name="Google Shape;7524;p18"/>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5" name="Google Shape;7525;p18"/>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6" name="Google Shape;7526;p18"/>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7" name="Google Shape;7527;p18"/>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8" name="Google Shape;7528;p18"/>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9" name="Google Shape;7529;p18"/>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0" name="Google Shape;7530;p18"/>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1" name="Google Shape;7531;p18"/>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2" name="Google Shape;7532;p18"/>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3" name="Google Shape;7533;p18"/>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4" name="Google Shape;7534;p18"/>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5" name="Google Shape;7535;p18"/>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6" name="Google Shape;7536;p18"/>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7" name="Google Shape;7537;p18"/>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8" name="Google Shape;7538;p18"/>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9" name="Google Shape;7539;p18"/>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0" name="Google Shape;7540;p18"/>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1" name="Google Shape;7541;p18"/>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2" name="Google Shape;7542;p18"/>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3" name="Google Shape;7543;p18"/>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4" name="Google Shape;7544;p18"/>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5" name="Google Shape;7545;p18"/>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6" name="Google Shape;7546;p18"/>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7" name="Google Shape;7547;p18"/>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8" name="Google Shape;7548;p18"/>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9" name="Google Shape;7549;p18"/>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0" name="Google Shape;7550;p18"/>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1" name="Google Shape;7551;p18"/>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2" name="Google Shape;7552;p18"/>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3" name="Google Shape;7553;p18"/>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4" name="Google Shape;7554;p18"/>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5" name="Google Shape;7555;p18"/>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6" name="Google Shape;7556;p18"/>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7" name="Google Shape;7557;p18"/>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8" name="Google Shape;7558;p18"/>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9" name="Google Shape;7559;p18"/>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0" name="Google Shape;7560;p18"/>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1" name="Google Shape;7561;p18"/>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2" name="Google Shape;7562;p18"/>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3" name="Google Shape;7563;p18"/>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4" name="Google Shape;7564;p18"/>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5" name="Google Shape;7565;p18"/>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6" name="Google Shape;7566;p18"/>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7" name="Google Shape;7567;p18"/>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8" name="Google Shape;7568;p18"/>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9" name="Google Shape;7569;p18"/>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0" name="Google Shape;7570;p18"/>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1" name="Google Shape;7571;p18"/>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2" name="Google Shape;7572;p18"/>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3" name="Google Shape;7573;p18"/>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4" name="Google Shape;7574;p18"/>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5" name="Google Shape;7575;p18"/>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6" name="Google Shape;7576;p18"/>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7" name="Google Shape;7577;p18"/>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8" name="Google Shape;7578;p18"/>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9" name="Google Shape;7579;p18"/>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0" name="Google Shape;7580;p18"/>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1" name="Google Shape;7581;p18"/>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2" name="Google Shape;7582;p18"/>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3" name="Google Shape;7583;p18"/>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4" name="Google Shape;7584;p18"/>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5" name="Google Shape;7585;p18"/>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6" name="Google Shape;7586;p18"/>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7" name="Google Shape;7587;p18"/>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8" name="Google Shape;7588;p18"/>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9" name="Google Shape;7589;p18"/>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0" name="Google Shape;7590;p18"/>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1" name="Google Shape;7591;p18"/>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2" name="Google Shape;7592;p18"/>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3" name="Google Shape;7593;p18"/>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4" name="Google Shape;7594;p18"/>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5" name="Google Shape;7595;p18"/>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6" name="Google Shape;7596;p18"/>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7" name="Google Shape;7597;p18"/>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8" name="Google Shape;7598;p18"/>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9" name="Google Shape;7599;p18"/>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0" name="Google Shape;7600;p18"/>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1" name="Google Shape;7601;p18"/>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2" name="Google Shape;7602;p18"/>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03" name="Google Shape;7603;p18"/>
          <p:cNvGrpSpPr/>
          <p:nvPr/>
        </p:nvGrpSpPr>
        <p:grpSpPr>
          <a:xfrm rot="-2700000">
            <a:off x="7849618" y="431915"/>
            <a:ext cx="608448" cy="494433"/>
            <a:chOff x="3883850" y="1662875"/>
            <a:chExt cx="361150" cy="293475"/>
          </a:xfrm>
        </p:grpSpPr>
        <p:sp>
          <p:nvSpPr>
            <p:cNvPr id="7604" name="Google Shape;7604;p18"/>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5" name="Google Shape;7605;p18"/>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6" name="Google Shape;7606;p18"/>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7" name="Google Shape;7607;p18"/>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8" name="Google Shape;7608;p18"/>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9" name="Google Shape;7609;p18"/>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0" name="Google Shape;7610;p18"/>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1" name="Google Shape;7611;p18"/>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2" name="Google Shape;7612;p18"/>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3" name="Google Shape;7613;p18"/>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4" name="Google Shape;7614;p18"/>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5" name="Google Shape;7615;p18"/>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6" name="Google Shape;7616;p18"/>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7" name="Google Shape;7617;p18"/>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8" name="Google Shape;7618;p18"/>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9" name="Google Shape;7619;p18"/>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0" name="Google Shape;7620;p18"/>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1" name="Google Shape;7621;p18"/>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2" name="Google Shape;7622;p18"/>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3" name="Google Shape;7623;p18"/>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4" name="Google Shape;7624;p18"/>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5" name="Google Shape;7625;p18"/>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6" name="Google Shape;7626;p18"/>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7" name="Google Shape;7627;p18"/>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8" name="Google Shape;7628;p18"/>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9" name="Google Shape;7629;p18"/>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30" name="Google Shape;7630;p18"/>
          <p:cNvGrpSpPr/>
          <p:nvPr/>
        </p:nvGrpSpPr>
        <p:grpSpPr>
          <a:xfrm rot="1811724">
            <a:off x="8559202" y="595468"/>
            <a:ext cx="260751" cy="160466"/>
            <a:chOff x="5492850" y="1205450"/>
            <a:chExt cx="260725" cy="160450"/>
          </a:xfrm>
        </p:grpSpPr>
        <p:sp>
          <p:nvSpPr>
            <p:cNvPr id="7631" name="Google Shape;7631;p18"/>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2" name="Google Shape;7632;p18"/>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3" name="Google Shape;7633;p18"/>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4" name="Google Shape;7634;p18"/>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5" name="Google Shape;7635;p18"/>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6" name="Google Shape;7636;p18"/>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37" name="Google Shape;7637;p18"/>
          <p:cNvGrpSpPr/>
          <p:nvPr/>
        </p:nvGrpSpPr>
        <p:grpSpPr>
          <a:xfrm rot="-1811716" flipH="1">
            <a:off x="8408689" y="789381"/>
            <a:ext cx="193361" cy="118994"/>
            <a:chOff x="5492850" y="1205450"/>
            <a:chExt cx="260725" cy="160450"/>
          </a:xfrm>
        </p:grpSpPr>
        <p:sp>
          <p:nvSpPr>
            <p:cNvPr id="7638" name="Google Shape;7638;p18"/>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9" name="Google Shape;7639;p18"/>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0" name="Google Shape;7640;p18"/>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1" name="Google Shape;7641;p18"/>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2" name="Google Shape;7642;p18"/>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3" name="Google Shape;7643;p18"/>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4" name="Google Shape;7644;p18"/>
          <p:cNvGrpSpPr/>
          <p:nvPr/>
        </p:nvGrpSpPr>
        <p:grpSpPr>
          <a:xfrm rot="1926705">
            <a:off x="862417" y="-250863"/>
            <a:ext cx="784617" cy="494768"/>
            <a:chOff x="4015675" y="2112550"/>
            <a:chExt cx="545275" cy="343875"/>
          </a:xfrm>
        </p:grpSpPr>
        <p:sp>
          <p:nvSpPr>
            <p:cNvPr id="7645" name="Google Shape;7645;p18"/>
            <p:cNvSpPr/>
            <p:nvPr/>
          </p:nvSpPr>
          <p:spPr>
            <a:xfrm>
              <a:off x="4015675" y="2112550"/>
              <a:ext cx="378725" cy="343875"/>
            </a:xfrm>
            <a:custGeom>
              <a:avLst/>
              <a:gdLst/>
              <a:ahLst/>
              <a:cxnLst/>
              <a:rect l="l" t="t" r="r" b="b"/>
              <a:pathLst>
                <a:path w="15149" h="13755" extrusionOk="0">
                  <a:moveTo>
                    <a:pt x="8012" y="1286"/>
                  </a:moveTo>
                  <a:cubicBezTo>
                    <a:pt x="8877" y="1286"/>
                    <a:pt x="9725" y="1673"/>
                    <a:pt x="10344" y="2372"/>
                  </a:cubicBezTo>
                  <a:cubicBezTo>
                    <a:pt x="11734" y="3962"/>
                    <a:pt x="12705" y="5519"/>
                    <a:pt x="12872" y="6205"/>
                  </a:cubicBezTo>
                  <a:cubicBezTo>
                    <a:pt x="13374" y="8381"/>
                    <a:pt x="11215" y="8967"/>
                    <a:pt x="11031" y="9687"/>
                  </a:cubicBezTo>
                  <a:cubicBezTo>
                    <a:pt x="10813" y="10390"/>
                    <a:pt x="11399" y="12917"/>
                    <a:pt x="9524" y="12967"/>
                  </a:cubicBezTo>
                  <a:lnTo>
                    <a:pt x="4536" y="13051"/>
                  </a:lnTo>
                  <a:cubicBezTo>
                    <a:pt x="4525" y="13051"/>
                    <a:pt x="4515" y="13051"/>
                    <a:pt x="4504" y="13051"/>
                  </a:cubicBezTo>
                  <a:cubicBezTo>
                    <a:pt x="3379" y="13051"/>
                    <a:pt x="2374" y="12186"/>
                    <a:pt x="2109" y="10942"/>
                  </a:cubicBezTo>
                  <a:cubicBezTo>
                    <a:pt x="1925" y="10055"/>
                    <a:pt x="1925" y="9084"/>
                    <a:pt x="2109" y="8130"/>
                  </a:cubicBezTo>
                  <a:cubicBezTo>
                    <a:pt x="2578" y="5853"/>
                    <a:pt x="4335" y="6473"/>
                    <a:pt x="4586" y="5117"/>
                  </a:cubicBezTo>
                  <a:cubicBezTo>
                    <a:pt x="4770" y="4129"/>
                    <a:pt x="5089" y="2338"/>
                    <a:pt x="6762" y="1568"/>
                  </a:cubicBezTo>
                  <a:cubicBezTo>
                    <a:pt x="7167" y="1377"/>
                    <a:pt x="7592" y="1286"/>
                    <a:pt x="8012" y="1286"/>
                  </a:cubicBezTo>
                  <a:close/>
                  <a:moveTo>
                    <a:pt x="7572" y="0"/>
                  </a:moveTo>
                  <a:cubicBezTo>
                    <a:pt x="7036" y="0"/>
                    <a:pt x="6500" y="102"/>
                    <a:pt x="5992" y="313"/>
                  </a:cubicBezTo>
                  <a:cubicBezTo>
                    <a:pt x="3833" y="1183"/>
                    <a:pt x="3515" y="3276"/>
                    <a:pt x="3314" y="4447"/>
                  </a:cubicBezTo>
                  <a:cubicBezTo>
                    <a:pt x="3046" y="6054"/>
                    <a:pt x="703" y="5284"/>
                    <a:pt x="218" y="7946"/>
                  </a:cubicBezTo>
                  <a:cubicBezTo>
                    <a:pt x="0" y="9067"/>
                    <a:pt x="67" y="10206"/>
                    <a:pt x="385" y="11243"/>
                  </a:cubicBezTo>
                  <a:cubicBezTo>
                    <a:pt x="820" y="12716"/>
                    <a:pt x="2209" y="13754"/>
                    <a:pt x="3733" y="13754"/>
                  </a:cubicBezTo>
                  <a:lnTo>
                    <a:pt x="10328" y="13754"/>
                  </a:lnTo>
                  <a:cubicBezTo>
                    <a:pt x="12805" y="13754"/>
                    <a:pt x="11750" y="10741"/>
                    <a:pt x="11968" y="9904"/>
                  </a:cubicBezTo>
                  <a:cubicBezTo>
                    <a:pt x="12202" y="9051"/>
                    <a:pt x="15148" y="8431"/>
                    <a:pt x="14362" y="5853"/>
                  </a:cubicBezTo>
                  <a:cubicBezTo>
                    <a:pt x="14111" y="5050"/>
                    <a:pt x="12721" y="3209"/>
                    <a:pt x="10780" y="1334"/>
                  </a:cubicBezTo>
                  <a:cubicBezTo>
                    <a:pt x="9898" y="475"/>
                    <a:pt x="8734" y="0"/>
                    <a:pt x="7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6" name="Google Shape;7646;p18"/>
            <p:cNvSpPr/>
            <p:nvPr/>
          </p:nvSpPr>
          <p:spPr>
            <a:xfrm>
              <a:off x="4083450" y="2190250"/>
              <a:ext cx="60700" cy="59850"/>
            </a:xfrm>
            <a:custGeom>
              <a:avLst/>
              <a:gdLst/>
              <a:ahLst/>
              <a:cxnLst/>
              <a:rect l="l" t="t" r="r" b="b"/>
              <a:pathLst>
                <a:path w="2428" h="2394" extrusionOk="0">
                  <a:moveTo>
                    <a:pt x="1507" y="0"/>
                  </a:moveTo>
                  <a:cubicBezTo>
                    <a:pt x="1290" y="0"/>
                    <a:pt x="1055" y="0"/>
                    <a:pt x="871" y="17"/>
                  </a:cubicBezTo>
                  <a:cubicBezTo>
                    <a:pt x="754" y="503"/>
                    <a:pt x="670" y="938"/>
                    <a:pt x="603" y="1306"/>
                  </a:cubicBezTo>
                  <a:cubicBezTo>
                    <a:pt x="536" y="1741"/>
                    <a:pt x="285" y="2009"/>
                    <a:pt x="1" y="2193"/>
                  </a:cubicBezTo>
                  <a:cubicBezTo>
                    <a:pt x="436" y="2327"/>
                    <a:pt x="955" y="2394"/>
                    <a:pt x="1507" y="2394"/>
                  </a:cubicBezTo>
                  <a:lnTo>
                    <a:pt x="1708" y="2394"/>
                  </a:lnTo>
                  <a:cubicBezTo>
                    <a:pt x="1775" y="2277"/>
                    <a:pt x="1842" y="2143"/>
                    <a:pt x="1859" y="1992"/>
                  </a:cubicBezTo>
                  <a:cubicBezTo>
                    <a:pt x="1959" y="1490"/>
                    <a:pt x="2093" y="754"/>
                    <a:pt x="2428" y="67"/>
                  </a:cubicBezTo>
                  <a:cubicBezTo>
                    <a:pt x="2126" y="17"/>
                    <a:pt x="1808" y="0"/>
                    <a:pt x="1507"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7" name="Google Shape;7647;p18"/>
            <p:cNvSpPr/>
            <p:nvPr/>
          </p:nvSpPr>
          <p:spPr>
            <a:xfrm>
              <a:off x="4044950" y="2112550"/>
              <a:ext cx="363675" cy="343875"/>
            </a:xfrm>
            <a:custGeom>
              <a:avLst/>
              <a:gdLst/>
              <a:ahLst/>
              <a:cxnLst/>
              <a:rect l="l" t="t" r="r" b="b"/>
              <a:pathLst>
                <a:path w="14547" h="13755" extrusionOk="0">
                  <a:moveTo>
                    <a:pt x="7946" y="1273"/>
                  </a:moveTo>
                  <a:cubicBezTo>
                    <a:pt x="8817" y="1273"/>
                    <a:pt x="9671" y="1669"/>
                    <a:pt x="10295" y="2372"/>
                  </a:cubicBezTo>
                  <a:cubicBezTo>
                    <a:pt x="11701" y="3962"/>
                    <a:pt x="12655" y="5519"/>
                    <a:pt x="12839" y="6205"/>
                  </a:cubicBezTo>
                  <a:cubicBezTo>
                    <a:pt x="13358" y="8381"/>
                    <a:pt x="10831" y="8900"/>
                    <a:pt x="10630" y="9636"/>
                  </a:cubicBezTo>
                  <a:cubicBezTo>
                    <a:pt x="10429" y="10339"/>
                    <a:pt x="11366" y="12951"/>
                    <a:pt x="9491" y="12967"/>
                  </a:cubicBezTo>
                  <a:lnTo>
                    <a:pt x="4503" y="13051"/>
                  </a:lnTo>
                  <a:cubicBezTo>
                    <a:pt x="4493" y="13051"/>
                    <a:pt x="4482" y="13051"/>
                    <a:pt x="4471" y="13051"/>
                  </a:cubicBezTo>
                  <a:cubicBezTo>
                    <a:pt x="3330" y="13051"/>
                    <a:pt x="2325" y="12169"/>
                    <a:pt x="2076" y="10925"/>
                  </a:cubicBezTo>
                  <a:cubicBezTo>
                    <a:pt x="1892" y="10055"/>
                    <a:pt x="1892" y="9084"/>
                    <a:pt x="2076" y="8130"/>
                  </a:cubicBezTo>
                  <a:cubicBezTo>
                    <a:pt x="2545" y="5853"/>
                    <a:pt x="4303" y="6473"/>
                    <a:pt x="4554" y="5117"/>
                  </a:cubicBezTo>
                  <a:cubicBezTo>
                    <a:pt x="4738" y="4129"/>
                    <a:pt x="5039" y="2338"/>
                    <a:pt x="6713" y="1552"/>
                  </a:cubicBezTo>
                  <a:cubicBezTo>
                    <a:pt x="7112" y="1363"/>
                    <a:pt x="7531" y="1273"/>
                    <a:pt x="7946" y="1273"/>
                  </a:cubicBezTo>
                  <a:close/>
                  <a:moveTo>
                    <a:pt x="7259" y="0"/>
                  </a:moveTo>
                  <a:cubicBezTo>
                    <a:pt x="6743" y="0"/>
                    <a:pt x="6228" y="102"/>
                    <a:pt x="5742" y="313"/>
                  </a:cubicBezTo>
                  <a:cubicBezTo>
                    <a:pt x="3666" y="1183"/>
                    <a:pt x="3348" y="3276"/>
                    <a:pt x="3164" y="4447"/>
                  </a:cubicBezTo>
                  <a:cubicBezTo>
                    <a:pt x="2913" y="6054"/>
                    <a:pt x="637" y="5284"/>
                    <a:pt x="202" y="7946"/>
                  </a:cubicBezTo>
                  <a:cubicBezTo>
                    <a:pt x="1" y="9067"/>
                    <a:pt x="68" y="10206"/>
                    <a:pt x="335" y="11243"/>
                  </a:cubicBezTo>
                  <a:cubicBezTo>
                    <a:pt x="754" y="12716"/>
                    <a:pt x="2076" y="13754"/>
                    <a:pt x="3566" y="13754"/>
                  </a:cubicBezTo>
                  <a:lnTo>
                    <a:pt x="9910" y="13754"/>
                  </a:lnTo>
                  <a:cubicBezTo>
                    <a:pt x="12287" y="13754"/>
                    <a:pt x="10948" y="10724"/>
                    <a:pt x="11182" y="9871"/>
                  </a:cubicBezTo>
                  <a:cubicBezTo>
                    <a:pt x="11366" y="9017"/>
                    <a:pt x="14547" y="8431"/>
                    <a:pt x="13777" y="5853"/>
                  </a:cubicBezTo>
                  <a:cubicBezTo>
                    <a:pt x="13542" y="5050"/>
                    <a:pt x="12203" y="3209"/>
                    <a:pt x="10345" y="1334"/>
                  </a:cubicBezTo>
                  <a:cubicBezTo>
                    <a:pt x="9498" y="475"/>
                    <a:pt x="8376" y="0"/>
                    <a:pt x="7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8" name="Google Shape;7648;p18"/>
            <p:cNvSpPr/>
            <p:nvPr/>
          </p:nvSpPr>
          <p:spPr>
            <a:xfrm>
              <a:off x="4169650" y="2136025"/>
              <a:ext cx="385025" cy="320400"/>
            </a:xfrm>
            <a:custGeom>
              <a:avLst/>
              <a:gdLst/>
              <a:ahLst/>
              <a:cxnLst/>
              <a:rect l="l" t="t" r="r" b="b"/>
              <a:pathLst>
                <a:path w="15401" h="12816" extrusionOk="0">
                  <a:moveTo>
                    <a:pt x="11120" y="1162"/>
                  </a:moveTo>
                  <a:cubicBezTo>
                    <a:pt x="11994" y="1162"/>
                    <a:pt x="12716" y="1528"/>
                    <a:pt x="13090" y="2186"/>
                  </a:cubicBezTo>
                  <a:cubicBezTo>
                    <a:pt x="13944" y="3676"/>
                    <a:pt x="14396" y="5115"/>
                    <a:pt x="14312" y="5751"/>
                  </a:cubicBezTo>
                  <a:cubicBezTo>
                    <a:pt x="14061" y="7794"/>
                    <a:pt x="11617" y="8296"/>
                    <a:pt x="11149" y="8965"/>
                  </a:cubicBezTo>
                  <a:cubicBezTo>
                    <a:pt x="10713" y="9635"/>
                    <a:pt x="10513" y="12045"/>
                    <a:pt x="8638" y="12062"/>
                  </a:cubicBezTo>
                  <a:lnTo>
                    <a:pt x="3633" y="12129"/>
                  </a:lnTo>
                  <a:cubicBezTo>
                    <a:pt x="3621" y="12129"/>
                    <a:pt x="3609" y="12129"/>
                    <a:pt x="3597" y="12129"/>
                  </a:cubicBezTo>
                  <a:cubicBezTo>
                    <a:pt x="2447" y="12129"/>
                    <a:pt x="1760" y="11330"/>
                    <a:pt x="1926" y="10170"/>
                  </a:cubicBezTo>
                  <a:cubicBezTo>
                    <a:pt x="2026" y="9350"/>
                    <a:pt x="2361" y="8446"/>
                    <a:pt x="2880" y="7542"/>
                  </a:cubicBezTo>
                  <a:cubicBezTo>
                    <a:pt x="4118" y="5433"/>
                    <a:pt x="5658" y="6003"/>
                    <a:pt x="6395" y="4747"/>
                  </a:cubicBezTo>
                  <a:cubicBezTo>
                    <a:pt x="6914" y="3826"/>
                    <a:pt x="7868" y="2153"/>
                    <a:pt x="9793" y="1416"/>
                  </a:cubicBezTo>
                  <a:cubicBezTo>
                    <a:pt x="10256" y="1244"/>
                    <a:pt x="10705" y="1162"/>
                    <a:pt x="11120" y="1162"/>
                  </a:cubicBezTo>
                  <a:close/>
                  <a:moveTo>
                    <a:pt x="10818" y="0"/>
                  </a:moveTo>
                  <a:cubicBezTo>
                    <a:pt x="10310" y="0"/>
                    <a:pt x="9771" y="90"/>
                    <a:pt x="9224" y="278"/>
                  </a:cubicBezTo>
                  <a:cubicBezTo>
                    <a:pt x="6847" y="1098"/>
                    <a:pt x="5809" y="3073"/>
                    <a:pt x="5257" y="4128"/>
                  </a:cubicBezTo>
                  <a:cubicBezTo>
                    <a:pt x="4453" y="5618"/>
                    <a:pt x="2445" y="4914"/>
                    <a:pt x="1072" y="7392"/>
                  </a:cubicBezTo>
                  <a:cubicBezTo>
                    <a:pt x="486" y="8463"/>
                    <a:pt x="151" y="9518"/>
                    <a:pt x="84" y="10472"/>
                  </a:cubicBezTo>
                  <a:cubicBezTo>
                    <a:pt x="1" y="11861"/>
                    <a:pt x="955" y="12815"/>
                    <a:pt x="2445" y="12815"/>
                  </a:cubicBezTo>
                  <a:lnTo>
                    <a:pt x="8789" y="12815"/>
                  </a:lnTo>
                  <a:cubicBezTo>
                    <a:pt x="11165" y="12815"/>
                    <a:pt x="11098" y="9986"/>
                    <a:pt x="11601" y="9200"/>
                  </a:cubicBezTo>
                  <a:cubicBezTo>
                    <a:pt x="12120" y="8413"/>
                    <a:pt x="15250" y="7860"/>
                    <a:pt x="15350" y="5450"/>
                  </a:cubicBezTo>
                  <a:cubicBezTo>
                    <a:pt x="15400" y="4730"/>
                    <a:pt x="14681" y="2990"/>
                    <a:pt x="13475" y="1249"/>
                  </a:cubicBezTo>
                  <a:cubicBezTo>
                    <a:pt x="12910" y="442"/>
                    <a:pt x="11941" y="0"/>
                    <a:pt x="108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9" name="Google Shape;7649;p18"/>
            <p:cNvSpPr/>
            <p:nvPr/>
          </p:nvSpPr>
          <p:spPr>
            <a:xfrm>
              <a:off x="4264650" y="2188575"/>
              <a:ext cx="74925" cy="89150"/>
            </a:xfrm>
            <a:custGeom>
              <a:avLst/>
              <a:gdLst/>
              <a:ahLst/>
              <a:cxnLst/>
              <a:rect l="l" t="t" r="r" b="b"/>
              <a:pathLst>
                <a:path w="2997" h="3566" extrusionOk="0">
                  <a:moveTo>
                    <a:pt x="2746" y="0"/>
                  </a:moveTo>
                  <a:cubicBezTo>
                    <a:pt x="2110" y="737"/>
                    <a:pt x="1725" y="1490"/>
                    <a:pt x="1423" y="2043"/>
                  </a:cubicBezTo>
                  <a:cubicBezTo>
                    <a:pt x="1122" y="2628"/>
                    <a:pt x="586" y="2879"/>
                    <a:pt x="0" y="3097"/>
                  </a:cubicBezTo>
                  <a:cubicBezTo>
                    <a:pt x="452" y="3264"/>
                    <a:pt x="921" y="3432"/>
                    <a:pt x="1423" y="3566"/>
                  </a:cubicBezTo>
                  <a:cubicBezTo>
                    <a:pt x="1892" y="3348"/>
                    <a:pt x="2310" y="3147"/>
                    <a:pt x="2578" y="2645"/>
                  </a:cubicBezTo>
                  <a:cubicBezTo>
                    <a:pt x="2712" y="2428"/>
                    <a:pt x="2829" y="2210"/>
                    <a:pt x="2997" y="1925"/>
                  </a:cubicBezTo>
                  <a:cubicBezTo>
                    <a:pt x="2879" y="1473"/>
                    <a:pt x="2762" y="787"/>
                    <a:pt x="2746"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0" name="Google Shape;7650;p18"/>
            <p:cNvSpPr/>
            <p:nvPr/>
          </p:nvSpPr>
          <p:spPr>
            <a:xfrm>
              <a:off x="4369275" y="2135800"/>
              <a:ext cx="79100" cy="64100"/>
            </a:xfrm>
            <a:custGeom>
              <a:avLst/>
              <a:gdLst/>
              <a:ahLst/>
              <a:cxnLst/>
              <a:rect l="l" t="t" r="r" b="b"/>
              <a:pathLst>
                <a:path w="3164" h="2564" extrusionOk="0">
                  <a:moveTo>
                    <a:pt x="2829" y="1"/>
                  </a:moveTo>
                  <a:cubicBezTo>
                    <a:pt x="2326" y="1"/>
                    <a:pt x="1782" y="99"/>
                    <a:pt x="1239" y="270"/>
                  </a:cubicBezTo>
                  <a:cubicBezTo>
                    <a:pt x="770" y="438"/>
                    <a:pt x="352" y="638"/>
                    <a:pt x="0" y="856"/>
                  </a:cubicBezTo>
                  <a:cubicBezTo>
                    <a:pt x="50" y="1174"/>
                    <a:pt x="50" y="1526"/>
                    <a:pt x="50" y="1894"/>
                  </a:cubicBezTo>
                  <a:cubicBezTo>
                    <a:pt x="50" y="2111"/>
                    <a:pt x="50" y="2329"/>
                    <a:pt x="17" y="2563"/>
                  </a:cubicBezTo>
                  <a:cubicBezTo>
                    <a:pt x="502" y="2111"/>
                    <a:pt x="1088" y="1693"/>
                    <a:pt x="1808" y="1425"/>
                  </a:cubicBezTo>
                  <a:cubicBezTo>
                    <a:pt x="2277" y="1241"/>
                    <a:pt x="2745" y="1174"/>
                    <a:pt x="3164" y="1174"/>
                  </a:cubicBezTo>
                  <a:cubicBezTo>
                    <a:pt x="3063" y="772"/>
                    <a:pt x="2980" y="387"/>
                    <a:pt x="2946" y="2"/>
                  </a:cubicBezTo>
                  <a:cubicBezTo>
                    <a:pt x="2907" y="1"/>
                    <a:pt x="2868" y="1"/>
                    <a:pt x="282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1" name="Google Shape;7651;p18"/>
            <p:cNvSpPr/>
            <p:nvPr/>
          </p:nvSpPr>
          <p:spPr>
            <a:xfrm>
              <a:off x="4199375" y="2154175"/>
              <a:ext cx="361575" cy="302250"/>
            </a:xfrm>
            <a:custGeom>
              <a:avLst/>
              <a:gdLst/>
              <a:ahLst/>
              <a:cxnLst/>
              <a:rect l="l" t="t" r="r" b="b"/>
              <a:pathLst>
                <a:path w="14463" h="12090" extrusionOk="0">
                  <a:moveTo>
                    <a:pt x="10496" y="955"/>
                  </a:moveTo>
                  <a:cubicBezTo>
                    <a:pt x="11383" y="955"/>
                    <a:pt x="12149" y="1322"/>
                    <a:pt x="12521" y="1996"/>
                  </a:cubicBezTo>
                  <a:cubicBezTo>
                    <a:pt x="13291" y="3419"/>
                    <a:pt x="13542" y="4808"/>
                    <a:pt x="13458" y="5427"/>
                  </a:cubicBezTo>
                  <a:cubicBezTo>
                    <a:pt x="13224" y="7369"/>
                    <a:pt x="10713" y="7804"/>
                    <a:pt x="10294" y="8440"/>
                  </a:cubicBezTo>
                  <a:cubicBezTo>
                    <a:pt x="9876" y="9059"/>
                    <a:pt x="9926" y="11369"/>
                    <a:pt x="8135" y="11386"/>
                  </a:cubicBezTo>
                  <a:lnTo>
                    <a:pt x="3348" y="11453"/>
                  </a:lnTo>
                  <a:cubicBezTo>
                    <a:pt x="3336" y="11453"/>
                    <a:pt x="3325" y="11453"/>
                    <a:pt x="3314" y="11453"/>
                  </a:cubicBezTo>
                  <a:cubicBezTo>
                    <a:pt x="2212" y="11453"/>
                    <a:pt x="1508" y="10655"/>
                    <a:pt x="1674" y="9528"/>
                  </a:cubicBezTo>
                  <a:cubicBezTo>
                    <a:pt x="1775" y="8725"/>
                    <a:pt x="2109" y="7854"/>
                    <a:pt x="2611" y="6967"/>
                  </a:cubicBezTo>
                  <a:cubicBezTo>
                    <a:pt x="3833" y="4925"/>
                    <a:pt x="5323" y="5528"/>
                    <a:pt x="6026" y="4289"/>
                  </a:cubicBezTo>
                  <a:cubicBezTo>
                    <a:pt x="6528" y="3419"/>
                    <a:pt x="7432" y="1828"/>
                    <a:pt x="9273" y="1176"/>
                  </a:cubicBezTo>
                  <a:cubicBezTo>
                    <a:pt x="9689" y="1027"/>
                    <a:pt x="10104" y="955"/>
                    <a:pt x="10496" y="955"/>
                  </a:cubicBezTo>
                  <a:close/>
                  <a:moveTo>
                    <a:pt x="10398" y="1"/>
                  </a:moveTo>
                  <a:cubicBezTo>
                    <a:pt x="9919" y="1"/>
                    <a:pt x="9399" y="86"/>
                    <a:pt x="8855" y="255"/>
                  </a:cubicBezTo>
                  <a:cubicBezTo>
                    <a:pt x="6595" y="958"/>
                    <a:pt x="5708" y="2866"/>
                    <a:pt x="5139" y="3921"/>
                  </a:cubicBezTo>
                  <a:cubicBezTo>
                    <a:pt x="4369" y="5360"/>
                    <a:pt x="2411" y="4607"/>
                    <a:pt x="1038" y="7017"/>
                  </a:cubicBezTo>
                  <a:cubicBezTo>
                    <a:pt x="469" y="8038"/>
                    <a:pt x="151" y="9059"/>
                    <a:pt x="84" y="10030"/>
                  </a:cubicBezTo>
                  <a:cubicBezTo>
                    <a:pt x="0" y="11369"/>
                    <a:pt x="737" y="12089"/>
                    <a:pt x="2176" y="12089"/>
                  </a:cubicBezTo>
                  <a:lnTo>
                    <a:pt x="8269" y="12089"/>
                  </a:lnTo>
                  <a:cubicBezTo>
                    <a:pt x="10512" y="12089"/>
                    <a:pt x="10244" y="9394"/>
                    <a:pt x="10713" y="8658"/>
                  </a:cubicBezTo>
                  <a:cubicBezTo>
                    <a:pt x="11198" y="7904"/>
                    <a:pt x="14295" y="7436"/>
                    <a:pt x="14412" y="5176"/>
                  </a:cubicBezTo>
                  <a:cubicBezTo>
                    <a:pt x="14462" y="4473"/>
                    <a:pt x="13826" y="2833"/>
                    <a:pt x="12722" y="1125"/>
                  </a:cubicBezTo>
                  <a:cubicBezTo>
                    <a:pt x="12213" y="369"/>
                    <a:pt x="11393" y="1"/>
                    <a:pt x="103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2" name="Google Shape;7652;p18"/>
          <p:cNvGrpSpPr/>
          <p:nvPr/>
        </p:nvGrpSpPr>
        <p:grpSpPr>
          <a:xfrm rot="2952480">
            <a:off x="318087" y="4571076"/>
            <a:ext cx="348372" cy="283092"/>
            <a:chOff x="3883850" y="1662875"/>
            <a:chExt cx="361150" cy="293475"/>
          </a:xfrm>
        </p:grpSpPr>
        <p:sp>
          <p:nvSpPr>
            <p:cNvPr id="7653" name="Google Shape;7653;p18"/>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4" name="Google Shape;7654;p18"/>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5" name="Google Shape;7655;p18"/>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6" name="Google Shape;7656;p18"/>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7" name="Google Shape;7657;p18"/>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8" name="Google Shape;7658;p18"/>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9" name="Google Shape;7659;p18"/>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0" name="Google Shape;7660;p18"/>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1" name="Google Shape;7661;p18"/>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2" name="Google Shape;7662;p18"/>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3" name="Google Shape;7663;p18"/>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4" name="Google Shape;7664;p18"/>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5" name="Google Shape;7665;p18"/>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6" name="Google Shape;7666;p18"/>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7" name="Google Shape;7667;p18"/>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8" name="Google Shape;7668;p18"/>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9" name="Google Shape;7669;p18"/>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0" name="Google Shape;7670;p18"/>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1" name="Google Shape;7671;p18"/>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2" name="Google Shape;7672;p18"/>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3" name="Google Shape;7673;p18"/>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4" name="Google Shape;7674;p18"/>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5" name="Google Shape;7675;p18"/>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6" name="Google Shape;7676;p18"/>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7" name="Google Shape;7677;p18"/>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8" name="Google Shape;7678;p18"/>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9" name="Google Shape;7679;p18"/>
          <p:cNvGrpSpPr/>
          <p:nvPr/>
        </p:nvGrpSpPr>
        <p:grpSpPr>
          <a:xfrm rot="-1811716" flipH="1">
            <a:off x="267564" y="4125706"/>
            <a:ext cx="193361" cy="118994"/>
            <a:chOff x="5492850" y="1205450"/>
            <a:chExt cx="260725" cy="160450"/>
          </a:xfrm>
        </p:grpSpPr>
        <p:sp>
          <p:nvSpPr>
            <p:cNvPr id="7680" name="Google Shape;7680;p18"/>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rgbClr val="8E8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1" name="Google Shape;7681;p18"/>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B5A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2" name="Google Shape;7682;p18"/>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3" name="Google Shape;7683;p18"/>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4" name="Google Shape;7684;p18"/>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rgbClr val="5952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5" name="Google Shape;7685;p18"/>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rgbClr val="443E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86" name="Google Shape;7686;p18"/>
          <p:cNvGrpSpPr/>
          <p:nvPr/>
        </p:nvGrpSpPr>
        <p:grpSpPr>
          <a:xfrm rot="509016">
            <a:off x="5317166" y="4575523"/>
            <a:ext cx="2098792" cy="984613"/>
            <a:chOff x="1406550" y="1260600"/>
            <a:chExt cx="1204775" cy="565200"/>
          </a:xfrm>
        </p:grpSpPr>
        <p:sp>
          <p:nvSpPr>
            <p:cNvPr id="7687" name="Google Shape;7687;p18"/>
            <p:cNvSpPr/>
            <p:nvPr/>
          </p:nvSpPr>
          <p:spPr>
            <a:xfrm>
              <a:off x="1406550" y="1264650"/>
              <a:ext cx="1204775" cy="555275"/>
            </a:xfrm>
            <a:custGeom>
              <a:avLst/>
              <a:gdLst/>
              <a:ahLst/>
              <a:cxnLst/>
              <a:rect l="l" t="t" r="r" b="b"/>
              <a:pathLst>
                <a:path w="48191" h="22211" extrusionOk="0">
                  <a:moveTo>
                    <a:pt x="25953" y="0"/>
                  </a:moveTo>
                  <a:cubicBezTo>
                    <a:pt x="24999" y="0"/>
                    <a:pt x="24004" y="17"/>
                    <a:pt x="22965" y="49"/>
                  </a:cubicBezTo>
                  <a:cubicBezTo>
                    <a:pt x="9089" y="467"/>
                    <a:pt x="0" y="3263"/>
                    <a:pt x="921" y="12586"/>
                  </a:cubicBezTo>
                  <a:cubicBezTo>
                    <a:pt x="1557" y="19097"/>
                    <a:pt x="14897" y="22211"/>
                    <a:pt x="24991" y="22211"/>
                  </a:cubicBezTo>
                  <a:cubicBezTo>
                    <a:pt x="36390" y="22211"/>
                    <a:pt x="48190" y="14461"/>
                    <a:pt x="44759" y="7263"/>
                  </a:cubicBezTo>
                  <a:cubicBezTo>
                    <a:pt x="42311" y="2152"/>
                    <a:pt x="36876" y="0"/>
                    <a:pt x="25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8" name="Google Shape;7688;p18"/>
            <p:cNvSpPr/>
            <p:nvPr/>
          </p:nvSpPr>
          <p:spPr>
            <a:xfrm>
              <a:off x="1450475" y="1293850"/>
              <a:ext cx="1112300" cy="487575"/>
            </a:xfrm>
            <a:custGeom>
              <a:avLst/>
              <a:gdLst/>
              <a:ahLst/>
              <a:cxnLst/>
              <a:rect l="l" t="t" r="r" b="b"/>
              <a:pathLst>
                <a:path w="44492" h="19503" extrusionOk="0">
                  <a:moveTo>
                    <a:pt x="24368" y="1"/>
                  </a:moveTo>
                  <a:cubicBezTo>
                    <a:pt x="23367" y="1"/>
                    <a:pt x="22314" y="18"/>
                    <a:pt x="21208" y="53"/>
                  </a:cubicBezTo>
                  <a:cubicBezTo>
                    <a:pt x="8370" y="454"/>
                    <a:pt x="1" y="2697"/>
                    <a:pt x="871" y="11301"/>
                  </a:cubicBezTo>
                  <a:cubicBezTo>
                    <a:pt x="1474" y="17293"/>
                    <a:pt x="13475" y="19503"/>
                    <a:pt x="22799" y="19503"/>
                  </a:cubicBezTo>
                  <a:cubicBezTo>
                    <a:pt x="33344" y="19503"/>
                    <a:pt x="44492" y="13025"/>
                    <a:pt x="41328" y="6380"/>
                  </a:cubicBezTo>
                  <a:cubicBezTo>
                    <a:pt x="39111" y="1702"/>
                    <a:pt x="34179" y="1"/>
                    <a:pt x="243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9" name="Google Shape;7689;p18"/>
            <p:cNvSpPr/>
            <p:nvPr/>
          </p:nvSpPr>
          <p:spPr>
            <a:xfrm>
              <a:off x="1427050" y="1514850"/>
              <a:ext cx="1112725" cy="310950"/>
            </a:xfrm>
            <a:custGeom>
              <a:avLst/>
              <a:gdLst/>
              <a:ahLst/>
              <a:cxnLst/>
              <a:rect l="l" t="t" r="r" b="b"/>
              <a:pathLst>
                <a:path w="44509" h="12438" extrusionOk="0">
                  <a:moveTo>
                    <a:pt x="101" y="0"/>
                  </a:moveTo>
                  <a:lnTo>
                    <a:pt x="101" y="0"/>
                  </a:lnTo>
                  <a:cubicBezTo>
                    <a:pt x="0" y="804"/>
                    <a:pt x="0" y="1657"/>
                    <a:pt x="84" y="2578"/>
                  </a:cubicBezTo>
                  <a:cubicBezTo>
                    <a:pt x="737" y="9089"/>
                    <a:pt x="14077" y="12437"/>
                    <a:pt x="24154" y="12437"/>
                  </a:cubicBezTo>
                  <a:cubicBezTo>
                    <a:pt x="34030" y="12437"/>
                    <a:pt x="44157" y="6428"/>
                    <a:pt x="44508" y="218"/>
                  </a:cubicBezTo>
                  <a:lnTo>
                    <a:pt x="44508" y="218"/>
                  </a:lnTo>
                  <a:cubicBezTo>
                    <a:pt x="43654" y="6194"/>
                    <a:pt x="33812" y="11684"/>
                    <a:pt x="24204" y="11684"/>
                  </a:cubicBezTo>
                  <a:cubicBezTo>
                    <a:pt x="14128" y="11684"/>
                    <a:pt x="770" y="8570"/>
                    <a:pt x="151" y="2059"/>
                  </a:cubicBezTo>
                  <a:cubicBezTo>
                    <a:pt x="84" y="1323"/>
                    <a:pt x="67" y="653"/>
                    <a:pt x="1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0" name="Google Shape;7690;p18"/>
            <p:cNvSpPr/>
            <p:nvPr/>
          </p:nvSpPr>
          <p:spPr>
            <a:xfrm>
              <a:off x="1423275" y="1260600"/>
              <a:ext cx="1118575" cy="293600"/>
            </a:xfrm>
            <a:custGeom>
              <a:avLst/>
              <a:gdLst/>
              <a:ahLst/>
              <a:cxnLst/>
              <a:rect l="l" t="t" r="r" b="b"/>
              <a:pathLst>
                <a:path w="44743" h="11744" extrusionOk="0">
                  <a:moveTo>
                    <a:pt x="25024" y="1"/>
                  </a:moveTo>
                  <a:cubicBezTo>
                    <a:pt x="24140" y="1"/>
                    <a:pt x="23220" y="15"/>
                    <a:pt x="22263" y="44"/>
                  </a:cubicBezTo>
                  <a:cubicBezTo>
                    <a:pt x="8889" y="462"/>
                    <a:pt x="1" y="3207"/>
                    <a:pt x="185" y="11744"/>
                  </a:cubicBezTo>
                  <a:cubicBezTo>
                    <a:pt x="369" y="3626"/>
                    <a:pt x="9190" y="964"/>
                    <a:pt x="22296" y="579"/>
                  </a:cubicBezTo>
                  <a:cubicBezTo>
                    <a:pt x="23287" y="548"/>
                    <a:pt x="24238" y="533"/>
                    <a:pt x="25151" y="533"/>
                  </a:cubicBezTo>
                  <a:cubicBezTo>
                    <a:pt x="36163" y="533"/>
                    <a:pt x="41632" y="2796"/>
                    <a:pt x="44090" y="7927"/>
                  </a:cubicBezTo>
                  <a:cubicBezTo>
                    <a:pt x="44475" y="8714"/>
                    <a:pt x="44659" y="9484"/>
                    <a:pt x="44693" y="10254"/>
                  </a:cubicBezTo>
                  <a:cubicBezTo>
                    <a:pt x="44743" y="9317"/>
                    <a:pt x="44542" y="8346"/>
                    <a:pt x="44090" y="7408"/>
                  </a:cubicBezTo>
                  <a:cubicBezTo>
                    <a:pt x="41625" y="2262"/>
                    <a:pt x="36116" y="1"/>
                    <a:pt x="25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1" name="Google Shape;7691;p18"/>
            <p:cNvSpPr/>
            <p:nvPr/>
          </p:nvSpPr>
          <p:spPr>
            <a:xfrm>
              <a:off x="1447450" y="1299025"/>
              <a:ext cx="1027225" cy="464700"/>
            </a:xfrm>
            <a:custGeom>
              <a:avLst/>
              <a:gdLst/>
              <a:ahLst/>
              <a:cxnLst/>
              <a:rect l="l" t="t" r="r" b="b"/>
              <a:pathLst>
                <a:path w="41089" h="18588" extrusionOk="0">
                  <a:moveTo>
                    <a:pt x="24535" y="1"/>
                  </a:moveTo>
                  <a:cubicBezTo>
                    <a:pt x="23384" y="1"/>
                    <a:pt x="22185" y="29"/>
                    <a:pt x="20944" y="80"/>
                  </a:cubicBezTo>
                  <a:cubicBezTo>
                    <a:pt x="9646" y="565"/>
                    <a:pt x="4390" y="2624"/>
                    <a:pt x="2398" y="7411"/>
                  </a:cubicBezTo>
                  <a:cubicBezTo>
                    <a:pt x="1" y="13215"/>
                    <a:pt x="9357" y="18588"/>
                    <a:pt x="18763" y="18588"/>
                  </a:cubicBezTo>
                  <a:cubicBezTo>
                    <a:pt x="19340" y="18588"/>
                    <a:pt x="19918" y="18567"/>
                    <a:pt x="20492" y="18526"/>
                  </a:cubicBezTo>
                  <a:cubicBezTo>
                    <a:pt x="29247" y="17907"/>
                    <a:pt x="40679" y="14525"/>
                    <a:pt x="40863" y="9102"/>
                  </a:cubicBezTo>
                  <a:cubicBezTo>
                    <a:pt x="41089" y="2131"/>
                    <a:pt x="34625" y="1"/>
                    <a:pt x="245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2" name="Google Shape;7692;p18"/>
            <p:cNvSpPr/>
            <p:nvPr/>
          </p:nvSpPr>
          <p:spPr>
            <a:xfrm>
              <a:off x="1439025" y="1308900"/>
              <a:ext cx="1025525" cy="450175"/>
            </a:xfrm>
            <a:custGeom>
              <a:avLst/>
              <a:gdLst/>
              <a:ahLst/>
              <a:cxnLst/>
              <a:rect l="l" t="t" r="r" b="b"/>
              <a:pathLst>
                <a:path w="41021" h="18007" extrusionOk="0">
                  <a:moveTo>
                    <a:pt x="24879" y="0"/>
                  </a:moveTo>
                  <a:cubicBezTo>
                    <a:pt x="23603" y="0"/>
                    <a:pt x="22282" y="66"/>
                    <a:pt x="20930" y="204"/>
                  </a:cubicBezTo>
                  <a:cubicBezTo>
                    <a:pt x="11941" y="1124"/>
                    <a:pt x="6250" y="2179"/>
                    <a:pt x="3020" y="7184"/>
                  </a:cubicBezTo>
                  <a:cubicBezTo>
                    <a:pt x="1" y="11821"/>
                    <a:pt x="10031" y="18006"/>
                    <a:pt x="19970" y="18006"/>
                  </a:cubicBezTo>
                  <a:cubicBezTo>
                    <a:pt x="20722" y="18006"/>
                    <a:pt x="21473" y="17971"/>
                    <a:pt x="22219" y="17896"/>
                  </a:cubicBezTo>
                  <a:cubicBezTo>
                    <a:pt x="34070" y="16675"/>
                    <a:pt x="40079" y="12038"/>
                    <a:pt x="40564" y="7452"/>
                  </a:cubicBezTo>
                  <a:cubicBezTo>
                    <a:pt x="41020" y="3422"/>
                    <a:pt x="34112" y="0"/>
                    <a:pt x="248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3" name="Google Shape;7693;p18"/>
            <p:cNvSpPr/>
            <p:nvPr/>
          </p:nvSpPr>
          <p:spPr>
            <a:xfrm>
              <a:off x="1447350" y="1315975"/>
              <a:ext cx="1011500" cy="419150"/>
            </a:xfrm>
            <a:custGeom>
              <a:avLst/>
              <a:gdLst/>
              <a:ahLst/>
              <a:cxnLst/>
              <a:rect l="l" t="t" r="r" b="b"/>
              <a:pathLst>
                <a:path w="40460" h="16766" extrusionOk="0">
                  <a:moveTo>
                    <a:pt x="24729" y="1"/>
                  </a:moveTo>
                  <a:cubicBezTo>
                    <a:pt x="23450" y="1"/>
                    <a:pt x="22124" y="66"/>
                    <a:pt x="20764" y="205"/>
                  </a:cubicBezTo>
                  <a:cubicBezTo>
                    <a:pt x="11910" y="1093"/>
                    <a:pt x="6302" y="2130"/>
                    <a:pt x="3021" y="6951"/>
                  </a:cubicBezTo>
                  <a:cubicBezTo>
                    <a:pt x="0" y="11390"/>
                    <a:pt x="10165" y="16766"/>
                    <a:pt x="19948" y="16766"/>
                  </a:cubicBezTo>
                  <a:cubicBezTo>
                    <a:pt x="20790" y="16766"/>
                    <a:pt x="21628" y="16726"/>
                    <a:pt x="22455" y="16643"/>
                  </a:cubicBezTo>
                  <a:cubicBezTo>
                    <a:pt x="34138" y="15454"/>
                    <a:pt x="39361" y="11554"/>
                    <a:pt x="39947" y="7152"/>
                  </a:cubicBezTo>
                  <a:cubicBezTo>
                    <a:pt x="40460" y="3281"/>
                    <a:pt x="33767" y="1"/>
                    <a:pt x="247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4" name="Google Shape;7694;p18"/>
            <p:cNvSpPr/>
            <p:nvPr/>
          </p:nvSpPr>
          <p:spPr>
            <a:xfrm>
              <a:off x="2072350" y="1350525"/>
              <a:ext cx="329350" cy="96850"/>
            </a:xfrm>
            <a:custGeom>
              <a:avLst/>
              <a:gdLst/>
              <a:ahLst/>
              <a:cxnLst/>
              <a:rect l="l" t="t" r="r" b="b"/>
              <a:pathLst>
                <a:path w="13174" h="3874" extrusionOk="0">
                  <a:moveTo>
                    <a:pt x="5782" y="1"/>
                  </a:moveTo>
                  <a:cubicBezTo>
                    <a:pt x="4496" y="1"/>
                    <a:pt x="3161" y="810"/>
                    <a:pt x="1020" y="2707"/>
                  </a:cubicBezTo>
                  <a:cubicBezTo>
                    <a:pt x="31" y="3584"/>
                    <a:pt x="0" y="3873"/>
                    <a:pt x="572" y="3873"/>
                  </a:cubicBezTo>
                  <a:cubicBezTo>
                    <a:pt x="1681" y="3873"/>
                    <a:pt x="5062" y="2782"/>
                    <a:pt x="8109" y="2782"/>
                  </a:cubicBezTo>
                  <a:cubicBezTo>
                    <a:pt x="9123" y="2782"/>
                    <a:pt x="10101" y="2903"/>
                    <a:pt x="10946" y="3226"/>
                  </a:cubicBezTo>
                  <a:cubicBezTo>
                    <a:pt x="11895" y="3593"/>
                    <a:pt x="12399" y="3747"/>
                    <a:pt x="12582" y="3747"/>
                  </a:cubicBezTo>
                  <a:cubicBezTo>
                    <a:pt x="13174" y="3747"/>
                    <a:pt x="10404" y="2138"/>
                    <a:pt x="8435" y="949"/>
                  </a:cubicBezTo>
                  <a:cubicBezTo>
                    <a:pt x="7433" y="343"/>
                    <a:pt x="6618" y="1"/>
                    <a:pt x="578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5" name="Google Shape;7695;p18"/>
            <p:cNvSpPr/>
            <p:nvPr/>
          </p:nvSpPr>
          <p:spPr>
            <a:xfrm>
              <a:off x="1580725" y="1367450"/>
              <a:ext cx="772400" cy="329975"/>
            </a:xfrm>
            <a:custGeom>
              <a:avLst/>
              <a:gdLst/>
              <a:ahLst/>
              <a:cxnLst/>
              <a:rect l="l" t="t" r="r" b="b"/>
              <a:pathLst>
                <a:path w="30896" h="13199" extrusionOk="0">
                  <a:moveTo>
                    <a:pt x="10486" y="1"/>
                  </a:moveTo>
                  <a:cubicBezTo>
                    <a:pt x="5302" y="1"/>
                    <a:pt x="220" y="3089"/>
                    <a:pt x="114" y="7604"/>
                  </a:cubicBezTo>
                  <a:cubicBezTo>
                    <a:pt x="1" y="11782"/>
                    <a:pt x="6792" y="13199"/>
                    <a:pt x="14214" y="13199"/>
                  </a:cubicBezTo>
                  <a:cubicBezTo>
                    <a:pt x="15592" y="13199"/>
                    <a:pt x="16993" y="13150"/>
                    <a:pt x="18375" y="13060"/>
                  </a:cubicBezTo>
                  <a:cubicBezTo>
                    <a:pt x="26711" y="12508"/>
                    <a:pt x="30896" y="6030"/>
                    <a:pt x="21656" y="5762"/>
                  </a:cubicBezTo>
                  <a:cubicBezTo>
                    <a:pt x="21406" y="5756"/>
                    <a:pt x="21169" y="5752"/>
                    <a:pt x="20945" y="5752"/>
                  </a:cubicBezTo>
                  <a:cubicBezTo>
                    <a:pt x="12914" y="5752"/>
                    <a:pt x="20364" y="10013"/>
                    <a:pt x="10090" y="11169"/>
                  </a:cubicBezTo>
                  <a:cubicBezTo>
                    <a:pt x="9229" y="11267"/>
                    <a:pt x="8460" y="11312"/>
                    <a:pt x="7773" y="11312"/>
                  </a:cubicBezTo>
                  <a:cubicBezTo>
                    <a:pt x="27" y="11312"/>
                    <a:pt x="2814" y="5552"/>
                    <a:pt x="4951" y="4875"/>
                  </a:cubicBezTo>
                  <a:cubicBezTo>
                    <a:pt x="8583" y="3720"/>
                    <a:pt x="19430" y="1042"/>
                    <a:pt x="12115" y="105"/>
                  </a:cubicBezTo>
                  <a:cubicBezTo>
                    <a:pt x="11575" y="35"/>
                    <a:pt x="11029" y="1"/>
                    <a:pt x="10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6" name="Google Shape;7696;p18"/>
            <p:cNvSpPr/>
            <p:nvPr/>
          </p:nvSpPr>
          <p:spPr>
            <a:xfrm>
              <a:off x="2287400" y="1486800"/>
              <a:ext cx="106750" cy="111450"/>
            </a:xfrm>
            <a:custGeom>
              <a:avLst/>
              <a:gdLst/>
              <a:ahLst/>
              <a:cxnLst/>
              <a:rect l="l" t="t" r="r" b="b"/>
              <a:pathLst>
                <a:path w="4270" h="4458" extrusionOk="0">
                  <a:moveTo>
                    <a:pt x="2302" y="1"/>
                  </a:moveTo>
                  <a:cubicBezTo>
                    <a:pt x="1248" y="1"/>
                    <a:pt x="1" y="540"/>
                    <a:pt x="1" y="1106"/>
                  </a:cubicBezTo>
                  <a:cubicBezTo>
                    <a:pt x="1" y="3019"/>
                    <a:pt x="690" y="4458"/>
                    <a:pt x="1722" y="4458"/>
                  </a:cubicBezTo>
                  <a:cubicBezTo>
                    <a:pt x="2215" y="4458"/>
                    <a:pt x="2787" y="4129"/>
                    <a:pt x="3399" y="3365"/>
                  </a:cubicBezTo>
                  <a:cubicBezTo>
                    <a:pt x="4152" y="2428"/>
                    <a:pt x="4269" y="838"/>
                    <a:pt x="3298" y="235"/>
                  </a:cubicBezTo>
                  <a:cubicBezTo>
                    <a:pt x="3036" y="71"/>
                    <a:pt x="2682" y="1"/>
                    <a:pt x="230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7" name="Google Shape;7697;p18"/>
            <p:cNvSpPr/>
            <p:nvPr/>
          </p:nvSpPr>
          <p:spPr>
            <a:xfrm>
              <a:off x="2228825" y="1474250"/>
              <a:ext cx="64875" cy="29350"/>
            </a:xfrm>
            <a:custGeom>
              <a:avLst/>
              <a:gdLst/>
              <a:ahLst/>
              <a:cxnLst/>
              <a:rect l="l" t="t" r="r" b="b"/>
              <a:pathLst>
                <a:path w="2595" h="1174" extrusionOk="0">
                  <a:moveTo>
                    <a:pt x="1306" y="1"/>
                  </a:moveTo>
                  <a:cubicBezTo>
                    <a:pt x="586" y="1"/>
                    <a:pt x="0" y="269"/>
                    <a:pt x="0" y="587"/>
                  </a:cubicBezTo>
                  <a:cubicBezTo>
                    <a:pt x="0" y="921"/>
                    <a:pt x="586" y="1172"/>
                    <a:pt x="1306" y="1172"/>
                  </a:cubicBezTo>
                  <a:cubicBezTo>
                    <a:pt x="1327" y="1173"/>
                    <a:pt x="1348" y="1173"/>
                    <a:pt x="1368" y="1173"/>
                  </a:cubicBezTo>
                  <a:cubicBezTo>
                    <a:pt x="2043" y="1173"/>
                    <a:pt x="2595" y="911"/>
                    <a:pt x="2595" y="587"/>
                  </a:cubicBezTo>
                  <a:cubicBezTo>
                    <a:pt x="2595" y="252"/>
                    <a:pt x="2009" y="1"/>
                    <a:pt x="130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8" name="Google Shape;7698;p18"/>
            <p:cNvSpPr/>
            <p:nvPr/>
          </p:nvSpPr>
          <p:spPr>
            <a:xfrm>
              <a:off x="1938825" y="1549575"/>
              <a:ext cx="31400" cy="18850"/>
            </a:xfrm>
            <a:custGeom>
              <a:avLst/>
              <a:gdLst/>
              <a:ahLst/>
              <a:cxnLst/>
              <a:rect l="l" t="t" r="r" b="b"/>
              <a:pathLst>
                <a:path w="1256" h="754" extrusionOk="0">
                  <a:moveTo>
                    <a:pt x="620" y="1"/>
                  </a:moveTo>
                  <a:cubicBezTo>
                    <a:pt x="268" y="1"/>
                    <a:pt x="1" y="168"/>
                    <a:pt x="1" y="369"/>
                  </a:cubicBezTo>
                  <a:cubicBezTo>
                    <a:pt x="1" y="586"/>
                    <a:pt x="268" y="754"/>
                    <a:pt x="620" y="754"/>
                  </a:cubicBezTo>
                  <a:cubicBezTo>
                    <a:pt x="971" y="754"/>
                    <a:pt x="1256" y="586"/>
                    <a:pt x="1256" y="369"/>
                  </a:cubicBezTo>
                  <a:cubicBezTo>
                    <a:pt x="1256" y="168"/>
                    <a:pt x="971" y="1"/>
                    <a:pt x="62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9" name="Google Shape;7699;p18"/>
            <p:cNvSpPr/>
            <p:nvPr/>
          </p:nvSpPr>
          <p:spPr>
            <a:xfrm>
              <a:off x="1686500" y="1573025"/>
              <a:ext cx="37675" cy="13825"/>
            </a:xfrm>
            <a:custGeom>
              <a:avLst/>
              <a:gdLst/>
              <a:ahLst/>
              <a:cxnLst/>
              <a:rect l="l" t="t" r="r" b="b"/>
              <a:pathLst>
                <a:path w="1507" h="553" extrusionOk="0">
                  <a:moveTo>
                    <a:pt x="753" y="0"/>
                  </a:moveTo>
                  <a:cubicBezTo>
                    <a:pt x="335" y="0"/>
                    <a:pt x="0" y="134"/>
                    <a:pt x="0" y="268"/>
                  </a:cubicBezTo>
                  <a:cubicBezTo>
                    <a:pt x="0" y="418"/>
                    <a:pt x="335" y="552"/>
                    <a:pt x="753" y="552"/>
                  </a:cubicBezTo>
                  <a:cubicBezTo>
                    <a:pt x="1172" y="552"/>
                    <a:pt x="1507" y="418"/>
                    <a:pt x="1507" y="268"/>
                  </a:cubicBezTo>
                  <a:cubicBezTo>
                    <a:pt x="1507" y="134"/>
                    <a:pt x="1172" y="0"/>
                    <a:pt x="7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0" name="Google Shape;7700;p18"/>
            <p:cNvSpPr/>
            <p:nvPr/>
          </p:nvSpPr>
          <p:spPr>
            <a:xfrm>
              <a:off x="1560950" y="1463375"/>
              <a:ext cx="29325" cy="18850"/>
            </a:xfrm>
            <a:custGeom>
              <a:avLst/>
              <a:gdLst/>
              <a:ahLst/>
              <a:cxnLst/>
              <a:rect l="l" t="t" r="r" b="b"/>
              <a:pathLst>
                <a:path w="1173" h="754" extrusionOk="0">
                  <a:moveTo>
                    <a:pt x="586" y="0"/>
                  </a:moveTo>
                  <a:cubicBezTo>
                    <a:pt x="252" y="0"/>
                    <a:pt x="1" y="168"/>
                    <a:pt x="1" y="369"/>
                  </a:cubicBezTo>
                  <a:cubicBezTo>
                    <a:pt x="1" y="586"/>
                    <a:pt x="268" y="754"/>
                    <a:pt x="586" y="754"/>
                  </a:cubicBezTo>
                  <a:cubicBezTo>
                    <a:pt x="921" y="754"/>
                    <a:pt x="1172" y="586"/>
                    <a:pt x="1172" y="369"/>
                  </a:cubicBezTo>
                  <a:cubicBezTo>
                    <a:pt x="1172" y="168"/>
                    <a:pt x="905" y="0"/>
                    <a:pt x="58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1" name="Google Shape;7701;p18"/>
            <p:cNvSpPr/>
            <p:nvPr/>
          </p:nvSpPr>
          <p:spPr>
            <a:xfrm>
              <a:off x="1939675" y="1348300"/>
              <a:ext cx="110075" cy="18850"/>
            </a:xfrm>
            <a:custGeom>
              <a:avLst/>
              <a:gdLst/>
              <a:ahLst/>
              <a:cxnLst/>
              <a:rect l="l" t="t" r="r" b="b"/>
              <a:pathLst>
                <a:path w="4403" h="754" extrusionOk="0">
                  <a:moveTo>
                    <a:pt x="2193" y="0"/>
                  </a:moveTo>
                  <a:cubicBezTo>
                    <a:pt x="988" y="0"/>
                    <a:pt x="0" y="168"/>
                    <a:pt x="0" y="369"/>
                  </a:cubicBezTo>
                  <a:cubicBezTo>
                    <a:pt x="0" y="586"/>
                    <a:pt x="988" y="754"/>
                    <a:pt x="2193" y="754"/>
                  </a:cubicBezTo>
                  <a:cubicBezTo>
                    <a:pt x="3415" y="754"/>
                    <a:pt x="4402" y="586"/>
                    <a:pt x="4402" y="369"/>
                  </a:cubicBezTo>
                  <a:cubicBezTo>
                    <a:pt x="4402" y="168"/>
                    <a:pt x="3415" y="0"/>
                    <a:pt x="219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2" name="Google Shape;7702;p18"/>
            <p:cNvSpPr/>
            <p:nvPr/>
          </p:nvSpPr>
          <p:spPr>
            <a:xfrm>
              <a:off x="1886925" y="1428325"/>
              <a:ext cx="164075" cy="32050"/>
            </a:xfrm>
            <a:custGeom>
              <a:avLst/>
              <a:gdLst/>
              <a:ahLst/>
              <a:cxnLst/>
              <a:rect l="l" t="t" r="r" b="b"/>
              <a:pathLst>
                <a:path w="6563" h="1282" extrusionOk="0">
                  <a:moveTo>
                    <a:pt x="3956" y="0"/>
                  </a:moveTo>
                  <a:cubicBezTo>
                    <a:pt x="2950" y="0"/>
                    <a:pt x="1843" y="116"/>
                    <a:pt x="1106" y="331"/>
                  </a:cubicBezTo>
                  <a:cubicBezTo>
                    <a:pt x="1" y="649"/>
                    <a:pt x="85" y="1034"/>
                    <a:pt x="1290" y="1202"/>
                  </a:cubicBezTo>
                  <a:cubicBezTo>
                    <a:pt x="1678" y="1256"/>
                    <a:pt x="2134" y="1282"/>
                    <a:pt x="2611" y="1282"/>
                  </a:cubicBezTo>
                  <a:cubicBezTo>
                    <a:pt x="3614" y="1282"/>
                    <a:pt x="4709" y="1166"/>
                    <a:pt x="5458" y="951"/>
                  </a:cubicBezTo>
                  <a:cubicBezTo>
                    <a:pt x="6562" y="649"/>
                    <a:pt x="6479" y="248"/>
                    <a:pt x="5274" y="80"/>
                  </a:cubicBezTo>
                  <a:cubicBezTo>
                    <a:pt x="4891" y="26"/>
                    <a:pt x="4435" y="0"/>
                    <a:pt x="395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3" name="Google Shape;7703;p18"/>
            <p:cNvSpPr/>
            <p:nvPr/>
          </p:nvSpPr>
          <p:spPr>
            <a:xfrm>
              <a:off x="2125875" y="1330725"/>
              <a:ext cx="45225" cy="13825"/>
            </a:xfrm>
            <a:custGeom>
              <a:avLst/>
              <a:gdLst/>
              <a:ahLst/>
              <a:cxnLst/>
              <a:rect l="l" t="t" r="r" b="b"/>
              <a:pathLst>
                <a:path w="1809" h="553" extrusionOk="0">
                  <a:moveTo>
                    <a:pt x="905" y="0"/>
                  </a:moveTo>
                  <a:cubicBezTo>
                    <a:pt x="419" y="0"/>
                    <a:pt x="1" y="134"/>
                    <a:pt x="1" y="285"/>
                  </a:cubicBezTo>
                  <a:cubicBezTo>
                    <a:pt x="1" y="419"/>
                    <a:pt x="402" y="553"/>
                    <a:pt x="905" y="553"/>
                  </a:cubicBezTo>
                  <a:cubicBezTo>
                    <a:pt x="1407" y="553"/>
                    <a:pt x="1808" y="419"/>
                    <a:pt x="1808" y="285"/>
                  </a:cubicBezTo>
                  <a:cubicBezTo>
                    <a:pt x="1808" y="134"/>
                    <a:pt x="1407" y="0"/>
                    <a:pt x="905" y="0"/>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4" name="Google Shape;7704;p18"/>
            <p:cNvSpPr/>
            <p:nvPr/>
          </p:nvSpPr>
          <p:spPr>
            <a:xfrm>
              <a:off x="2066450" y="1471750"/>
              <a:ext cx="42725" cy="25975"/>
            </a:xfrm>
            <a:custGeom>
              <a:avLst/>
              <a:gdLst/>
              <a:ahLst/>
              <a:cxnLst/>
              <a:rect l="l" t="t" r="r" b="b"/>
              <a:pathLst>
                <a:path w="1709" h="1039" extrusionOk="0">
                  <a:moveTo>
                    <a:pt x="854" y="0"/>
                  </a:moveTo>
                  <a:cubicBezTo>
                    <a:pt x="369" y="0"/>
                    <a:pt x="1" y="218"/>
                    <a:pt x="1" y="519"/>
                  </a:cubicBezTo>
                  <a:cubicBezTo>
                    <a:pt x="1" y="804"/>
                    <a:pt x="369" y="1038"/>
                    <a:pt x="854" y="1038"/>
                  </a:cubicBezTo>
                  <a:cubicBezTo>
                    <a:pt x="1323" y="1038"/>
                    <a:pt x="1708" y="804"/>
                    <a:pt x="1708" y="519"/>
                  </a:cubicBezTo>
                  <a:cubicBezTo>
                    <a:pt x="1708" y="218"/>
                    <a:pt x="1323" y="0"/>
                    <a:pt x="8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5" name="Google Shape;7705;p18"/>
            <p:cNvSpPr/>
            <p:nvPr/>
          </p:nvSpPr>
          <p:spPr>
            <a:xfrm>
              <a:off x="1995725" y="1467550"/>
              <a:ext cx="39800" cy="19700"/>
            </a:xfrm>
            <a:custGeom>
              <a:avLst/>
              <a:gdLst/>
              <a:ahLst/>
              <a:cxnLst/>
              <a:rect l="l" t="t" r="r" b="b"/>
              <a:pathLst>
                <a:path w="1592" h="788" extrusionOk="0">
                  <a:moveTo>
                    <a:pt x="788" y="1"/>
                  </a:moveTo>
                  <a:cubicBezTo>
                    <a:pt x="352" y="1"/>
                    <a:pt x="1" y="168"/>
                    <a:pt x="1" y="386"/>
                  </a:cubicBezTo>
                  <a:cubicBezTo>
                    <a:pt x="1" y="620"/>
                    <a:pt x="352" y="788"/>
                    <a:pt x="788" y="788"/>
                  </a:cubicBezTo>
                  <a:cubicBezTo>
                    <a:pt x="1240" y="771"/>
                    <a:pt x="1591" y="603"/>
                    <a:pt x="1591" y="386"/>
                  </a:cubicBezTo>
                  <a:cubicBezTo>
                    <a:pt x="1591" y="185"/>
                    <a:pt x="1240" y="1"/>
                    <a:pt x="788"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6" name="Google Shape;7706;p18"/>
            <p:cNvSpPr/>
            <p:nvPr/>
          </p:nvSpPr>
          <p:spPr>
            <a:xfrm>
              <a:off x="1891550" y="1466725"/>
              <a:ext cx="39775" cy="20100"/>
            </a:xfrm>
            <a:custGeom>
              <a:avLst/>
              <a:gdLst/>
              <a:ahLst/>
              <a:cxnLst/>
              <a:rect l="l" t="t" r="r" b="b"/>
              <a:pathLst>
                <a:path w="1591" h="804" extrusionOk="0">
                  <a:moveTo>
                    <a:pt x="787" y="0"/>
                  </a:moveTo>
                  <a:cubicBezTo>
                    <a:pt x="352" y="0"/>
                    <a:pt x="0" y="168"/>
                    <a:pt x="0" y="402"/>
                  </a:cubicBezTo>
                  <a:cubicBezTo>
                    <a:pt x="0" y="620"/>
                    <a:pt x="352" y="804"/>
                    <a:pt x="787" y="804"/>
                  </a:cubicBezTo>
                  <a:cubicBezTo>
                    <a:pt x="1239" y="804"/>
                    <a:pt x="1590" y="620"/>
                    <a:pt x="1590" y="402"/>
                  </a:cubicBezTo>
                  <a:cubicBezTo>
                    <a:pt x="1590" y="201"/>
                    <a:pt x="1239" y="0"/>
                    <a:pt x="7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7" name="Google Shape;7707;p18"/>
            <p:cNvSpPr/>
            <p:nvPr/>
          </p:nvSpPr>
          <p:spPr>
            <a:xfrm>
              <a:off x="1886525" y="1342850"/>
              <a:ext cx="37250" cy="14675"/>
            </a:xfrm>
            <a:custGeom>
              <a:avLst/>
              <a:gdLst/>
              <a:ahLst/>
              <a:cxnLst/>
              <a:rect l="l" t="t" r="r" b="b"/>
              <a:pathLst>
                <a:path w="1490" h="587" extrusionOk="0">
                  <a:moveTo>
                    <a:pt x="753" y="1"/>
                  </a:moveTo>
                  <a:cubicBezTo>
                    <a:pt x="335" y="1"/>
                    <a:pt x="0" y="135"/>
                    <a:pt x="0" y="302"/>
                  </a:cubicBezTo>
                  <a:cubicBezTo>
                    <a:pt x="0" y="436"/>
                    <a:pt x="335" y="587"/>
                    <a:pt x="753" y="587"/>
                  </a:cubicBezTo>
                  <a:cubicBezTo>
                    <a:pt x="1172" y="570"/>
                    <a:pt x="1490" y="436"/>
                    <a:pt x="1490" y="302"/>
                  </a:cubicBezTo>
                  <a:cubicBezTo>
                    <a:pt x="1490" y="151"/>
                    <a:pt x="1172" y="1"/>
                    <a:pt x="75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8" name="Google Shape;7708;p18"/>
            <p:cNvSpPr/>
            <p:nvPr/>
          </p:nvSpPr>
          <p:spPr>
            <a:xfrm>
              <a:off x="2189900" y="1549150"/>
              <a:ext cx="42725" cy="26000"/>
            </a:xfrm>
            <a:custGeom>
              <a:avLst/>
              <a:gdLst/>
              <a:ahLst/>
              <a:cxnLst/>
              <a:rect l="l" t="t" r="r" b="b"/>
              <a:pathLst>
                <a:path w="1709" h="1040" extrusionOk="0">
                  <a:moveTo>
                    <a:pt x="854" y="1"/>
                  </a:moveTo>
                  <a:cubicBezTo>
                    <a:pt x="369" y="1"/>
                    <a:pt x="1" y="219"/>
                    <a:pt x="1" y="520"/>
                  </a:cubicBezTo>
                  <a:cubicBezTo>
                    <a:pt x="1" y="804"/>
                    <a:pt x="369" y="1039"/>
                    <a:pt x="854" y="1039"/>
                  </a:cubicBezTo>
                  <a:cubicBezTo>
                    <a:pt x="870" y="1039"/>
                    <a:pt x="885" y="1039"/>
                    <a:pt x="900" y="1039"/>
                  </a:cubicBezTo>
                  <a:cubicBezTo>
                    <a:pt x="1363" y="1039"/>
                    <a:pt x="1708" y="795"/>
                    <a:pt x="1708" y="520"/>
                  </a:cubicBezTo>
                  <a:cubicBezTo>
                    <a:pt x="1708" y="219"/>
                    <a:pt x="1323" y="1"/>
                    <a:pt x="854"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9" name="Google Shape;7709;p18"/>
            <p:cNvSpPr/>
            <p:nvPr/>
          </p:nvSpPr>
          <p:spPr>
            <a:xfrm>
              <a:off x="1730850" y="1376325"/>
              <a:ext cx="149825" cy="70325"/>
            </a:xfrm>
            <a:custGeom>
              <a:avLst/>
              <a:gdLst/>
              <a:ahLst/>
              <a:cxnLst/>
              <a:rect l="l" t="t" r="r" b="b"/>
              <a:pathLst>
                <a:path w="5993" h="2813" extrusionOk="0">
                  <a:moveTo>
                    <a:pt x="2997" y="1"/>
                  </a:moveTo>
                  <a:cubicBezTo>
                    <a:pt x="1340" y="1"/>
                    <a:pt x="0" y="637"/>
                    <a:pt x="0" y="1407"/>
                  </a:cubicBezTo>
                  <a:cubicBezTo>
                    <a:pt x="0" y="2177"/>
                    <a:pt x="1340" y="2813"/>
                    <a:pt x="2997" y="2813"/>
                  </a:cubicBezTo>
                  <a:cubicBezTo>
                    <a:pt x="4654" y="2813"/>
                    <a:pt x="5993" y="2177"/>
                    <a:pt x="5993" y="1407"/>
                  </a:cubicBezTo>
                  <a:cubicBezTo>
                    <a:pt x="5993" y="637"/>
                    <a:pt x="4654" y="1"/>
                    <a:pt x="29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0" name="Google Shape;7710;p18"/>
            <p:cNvSpPr/>
            <p:nvPr/>
          </p:nvSpPr>
          <p:spPr>
            <a:xfrm>
              <a:off x="1738375" y="1401050"/>
              <a:ext cx="110925" cy="36875"/>
            </a:xfrm>
            <a:custGeom>
              <a:avLst/>
              <a:gdLst/>
              <a:ahLst/>
              <a:cxnLst/>
              <a:rect l="l" t="t" r="r" b="b"/>
              <a:pathLst>
                <a:path w="4437" h="1475" extrusionOk="0">
                  <a:moveTo>
                    <a:pt x="625" y="0"/>
                  </a:moveTo>
                  <a:cubicBezTo>
                    <a:pt x="498" y="0"/>
                    <a:pt x="396" y="39"/>
                    <a:pt x="319" y="133"/>
                  </a:cubicBezTo>
                  <a:cubicBezTo>
                    <a:pt x="1" y="518"/>
                    <a:pt x="603" y="1037"/>
                    <a:pt x="1658" y="1305"/>
                  </a:cubicBezTo>
                  <a:cubicBezTo>
                    <a:pt x="2074" y="1419"/>
                    <a:pt x="2501" y="1474"/>
                    <a:pt x="2884" y="1474"/>
                  </a:cubicBezTo>
                  <a:cubicBezTo>
                    <a:pt x="3455" y="1474"/>
                    <a:pt x="3928" y="1352"/>
                    <a:pt x="4118" y="1121"/>
                  </a:cubicBezTo>
                  <a:cubicBezTo>
                    <a:pt x="4436" y="753"/>
                    <a:pt x="3382" y="786"/>
                    <a:pt x="2344" y="518"/>
                  </a:cubicBezTo>
                  <a:cubicBezTo>
                    <a:pt x="1561" y="319"/>
                    <a:pt x="990" y="0"/>
                    <a:pt x="625"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1" name="Google Shape;7711;p18"/>
            <p:cNvSpPr/>
            <p:nvPr/>
          </p:nvSpPr>
          <p:spPr>
            <a:xfrm>
              <a:off x="1767675" y="1385550"/>
              <a:ext cx="106725" cy="33400"/>
            </a:xfrm>
            <a:custGeom>
              <a:avLst/>
              <a:gdLst/>
              <a:ahLst/>
              <a:cxnLst/>
              <a:rect l="l" t="t" r="r" b="b"/>
              <a:pathLst>
                <a:path w="4269" h="1336" extrusionOk="0">
                  <a:moveTo>
                    <a:pt x="1481" y="0"/>
                  </a:moveTo>
                  <a:cubicBezTo>
                    <a:pt x="1130" y="0"/>
                    <a:pt x="814" y="43"/>
                    <a:pt x="586" y="134"/>
                  </a:cubicBezTo>
                  <a:cubicBezTo>
                    <a:pt x="0" y="368"/>
                    <a:pt x="1105" y="469"/>
                    <a:pt x="1942" y="787"/>
                  </a:cubicBezTo>
                  <a:cubicBezTo>
                    <a:pt x="2622" y="1040"/>
                    <a:pt x="2941" y="1336"/>
                    <a:pt x="3339" y="1336"/>
                  </a:cubicBezTo>
                  <a:cubicBezTo>
                    <a:pt x="3440" y="1336"/>
                    <a:pt x="3547" y="1317"/>
                    <a:pt x="3666" y="1272"/>
                  </a:cubicBezTo>
                  <a:cubicBezTo>
                    <a:pt x="4269" y="1038"/>
                    <a:pt x="4051" y="603"/>
                    <a:pt x="3198" y="301"/>
                  </a:cubicBezTo>
                  <a:cubicBezTo>
                    <a:pt x="2675" y="107"/>
                    <a:pt x="2034" y="0"/>
                    <a:pt x="148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2" name="Google Shape;7712;p18"/>
            <p:cNvSpPr/>
            <p:nvPr/>
          </p:nvSpPr>
          <p:spPr>
            <a:xfrm>
              <a:off x="1807425" y="1423625"/>
              <a:ext cx="13225" cy="9250"/>
            </a:xfrm>
            <a:custGeom>
              <a:avLst/>
              <a:gdLst/>
              <a:ahLst/>
              <a:cxnLst/>
              <a:rect l="l" t="t" r="r" b="b"/>
              <a:pathLst>
                <a:path w="529" h="370" extrusionOk="0">
                  <a:moveTo>
                    <a:pt x="335" y="0"/>
                  </a:moveTo>
                  <a:cubicBezTo>
                    <a:pt x="151" y="201"/>
                    <a:pt x="1" y="352"/>
                    <a:pt x="268" y="369"/>
                  </a:cubicBezTo>
                  <a:cubicBezTo>
                    <a:pt x="274" y="369"/>
                    <a:pt x="280" y="369"/>
                    <a:pt x="286" y="369"/>
                  </a:cubicBezTo>
                  <a:cubicBezTo>
                    <a:pt x="529" y="369"/>
                    <a:pt x="369" y="17"/>
                    <a:pt x="369" y="17"/>
                  </a:cubicBezTo>
                  <a:lnTo>
                    <a:pt x="3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3" name="Google Shape;7713;p18"/>
            <p:cNvSpPr/>
            <p:nvPr/>
          </p:nvSpPr>
          <p:spPr>
            <a:xfrm>
              <a:off x="1792375" y="1421950"/>
              <a:ext cx="12200" cy="8675"/>
            </a:xfrm>
            <a:custGeom>
              <a:avLst/>
              <a:gdLst/>
              <a:ahLst/>
              <a:cxnLst/>
              <a:rect l="l" t="t" r="r" b="b"/>
              <a:pathLst>
                <a:path w="488" h="347" extrusionOk="0">
                  <a:moveTo>
                    <a:pt x="385" y="0"/>
                  </a:moveTo>
                  <a:cubicBezTo>
                    <a:pt x="167" y="151"/>
                    <a:pt x="0" y="251"/>
                    <a:pt x="251" y="335"/>
                  </a:cubicBezTo>
                  <a:cubicBezTo>
                    <a:pt x="275" y="343"/>
                    <a:pt x="296" y="347"/>
                    <a:pt x="314" y="347"/>
                  </a:cubicBezTo>
                  <a:cubicBezTo>
                    <a:pt x="487" y="347"/>
                    <a:pt x="419" y="17"/>
                    <a:pt x="419" y="17"/>
                  </a:cubicBezTo>
                  <a:lnTo>
                    <a:pt x="3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4" name="Google Shape;7714;p18"/>
            <p:cNvSpPr/>
            <p:nvPr/>
          </p:nvSpPr>
          <p:spPr>
            <a:xfrm>
              <a:off x="1772275" y="1417750"/>
              <a:ext cx="12200" cy="8700"/>
            </a:xfrm>
            <a:custGeom>
              <a:avLst/>
              <a:gdLst/>
              <a:ahLst/>
              <a:cxnLst/>
              <a:rect l="l" t="t" r="r" b="b"/>
              <a:pathLst>
                <a:path w="488" h="348" extrusionOk="0">
                  <a:moveTo>
                    <a:pt x="402" y="1"/>
                  </a:moveTo>
                  <a:cubicBezTo>
                    <a:pt x="168" y="152"/>
                    <a:pt x="1" y="252"/>
                    <a:pt x="252" y="336"/>
                  </a:cubicBezTo>
                  <a:cubicBezTo>
                    <a:pt x="275" y="344"/>
                    <a:pt x="296" y="347"/>
                    <a:pt x="314" y="347"/>
                  </a:cubicBezTo>
                  <a:cubicBezTo>
                    <a:pt x="488" y="347"/>
                    <a:pt x="419" y="18"/>
                    <a:pt x="419" y="18"/>
                  </a:cubicBezTo>
                  <a:lnTo>
                    <a:pt x="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5" name="Google Shape;7715;p18"/>
            <p:cNvSpPr/>
            <p:nvPr/>
          </p:nvSpPr>
          <p:spPr>
            <a:xfrm>
              <a:off x="1756125" y="1411475"/>
              <a:ext cx="12000" cy="6525"/>
            </a:xfrm>
            <a:custGeom>
              <a:avLst/>
              <a:gdLst/>
              <a:ahLst/>
              <a:cxnLst/>
              <a:rect l="l" t="t" r="r" b="b"/>
              <a:pathLst>
                <a:path w="480" h="261" extrusionOk="0">
                  <a:moveTo>
                    <a:pt x="352" y="1"/>
                  </a:moveTo>
                  <a:cubicBezTo>
                    <a:pt x="140" y="1"/>
                    <a:pt x="1" y="13"/>
                    <a:pt x="144" y="185"/>
                  </a:cubicBezTo>
                  <a:cubicBezTo>
                    <a:pt x="183" y="240"/>
                    <a:pt x="223" y="261"/>
                    <a:pt x="259" y="261"/>
                  </a:cubicBezTo>
                  <a:cubicBezTo>
                    <a:pt x="381" y="261"/>
                    <a:pt x="479" y="34"/>
                    <a:pt x="479" y="34"/>
                  </a:cubicBezTo>
                  <a:lnTo>
                    <a:pt x="462" y="1"/>
                  </a:lnTo>
                  <a:cubicBezTo>
                    <a:pt x="424" y="1"/>
                    <a:pt x="387" y="1"/>
                    <a:pt x="3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6" name="Google Shape;7716;p18"/>
            <p:cNvSpPr/>
            <p:nvPr/>
          </p:nvSpPr>
          <p:spPr>
            <a:xfrm>
              <a:off x="1842575" y="1405250"/>
              <a:ext cx="10900" cy="6675"/>
            </a:xfrm>
            <a:custGeom>
              <a:avLst/>
              <a:gdLst/>
              <a:ahLst/>
              <a:cxnLst/>
              <a:rect l="l" t="t" r="r" b="b"/>
              <a:pathLst>
                <a:path w="436" h="267" extrusionOk="0">
                  <a:moveTo>
                    <a:pt x="222" y="0"/>
                  </a:moveTo>
                  <a:cubicBezTo>
                    <a:pt x="137" y="0"/>
                    <a:pt x="79" y="123"/>
                    <a:pt x="1" y="267"/>
                  </a:cubicBezTo>
                  <a:lnTo>
                    <a:pt x="17" y="267"/>
                  </a:lnTo>
                  <a:cubicBezTo>
                    <a:pt x="17" y="267"/>
                    <a:pt x="436" y="116"/>
                    <a:pt x="302" y="32"/>
                  </a:cubicBezTo>
                  <a:cubicBezTo>
                    <a:pt x="272" y="10"/>
                    <a:pt x="246"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7" name="Google Shape;7717;p18"/>
            <p:cNvSpPr/>
            <p:nvPr/>
          </p:nvSpPr>
          <p:spPr>
            <a:xfrm>
              <a:off x="1832950" y="1400200"/>
              <a:ext cx="12175" cy="7125"/>
            </a:xfrm>
            <a:custGeom>
              <a:avLst/>
              <a:gdLst/>
              <a:ahLst/>
              <a:cxnLst/>
              <a:rect l="l" t="t" r="r" b="b"/>
              <a:pathLst>
                <a:path w="487" h="285" extrusionOk="0">
                  <a:moveTo>
                    <a:pt x="154" y="1"/>
                  </a:moveTo>
                  <a:cubicBezTo>
                    <a:pt x="17" y="1"/>
                    <a:pt x="15" y="131"/>
                    <a:pt x="1" y="285"/>
                  </a:cubicBezTo>
                  <a:lnTo>
                    <a:pt x="51" y="285"/>
                  </a:lnTo>
                  <a:cubicBezTo>
                    <a:pt x="51" y="285"/>
                    <a:pt x="486" y="67"/>
                    <a:pt x="252" y="17"/>
                  </a:cubicBezTo>
                  <a:cubicBezTo>
                    <a:pt x="213" y="6"/>
                    <a:pt x="181" y="1"/>
                    <a:pt x="1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8" name="Google Shape;7718;p18"/>
            <p:cNvSpPr/>
            <p:nvPr/>
          </p:nvSpPr>
          <p:spPr>
            <a:xfrm>
              <a:off x="1817900" y="1392525"/>
              <a:ext cx="12575" cy="8100"/>
            </a:xfrm>
            <a:custGeom>
              <a:avLst/>
              <a:gdLst/>
              <a:ahLst/>
              <a:cxnLst/>
              <a:rect l="l" t="t" r="r" b="b"/>
              <a:pathLst>
                <a:path w="503" h="324" extrusionOk="0">
                  <a:moveTo>
                    <a:pt x="139" y="0"/>
                  </a:moveTo>
                  <a:cubicBezTo>
                    <a:pt x="0" y="0"/>
                    <a:pt x="0" y="145"/>
                    <a:pt x="0" y="324"/>
                  </a:cubicBezTo>
                  <a:lnTo>
                    <a:pt x="34" y="324"/>
                  </a:lnTo>
                  <a:cubicBezTo>
                    <a:pt x="34" y="324"/>
                    <a:pt x="502" y="106"/>
                    <a:pt x="251" y="22"/>
                  </a:cubicBezTo>
                  <a:cubicBezTo>
                    <a:pt x="206" y="7"/>
                    <a:pt x="169" y="0"/>
                    <a:pt x="1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9" name="Google Shape;7719;p18"/>
            <p:cNvSpPr/>
            <p:nvPr/>
          </p:nvSpPr>
          <p:spPr>
            <a:xfrm>
              <a:off x="1792775" y="1389175"/>
              <a:ext cx="16375" cy="8100"/>
            </a:xfrm>
            <a:custGeom>
              <a:avLst/>
              <a:gdLst/>
              <a:ahLst/>
              <a:cxnLst/>
              <a:rect l="l" t="t" r="r" b="b"/>
              <a:pathLst>
                <a:path w="655" h="324" extrusionOk="0">
                  <a:moveTo>
                    <a:pt x="412" y="1"/>
                  </a:moveTo>
                  <a:cubicBezTo>
                    <a:pt x="394" y="1"/>
                    <a:pt x="375" y="2"/>
                    <a:pt x="352" y="6"/>
                  </a:cubicBezTo>
                  <a:cubicBezTo>
                    <a:pt x="1" y="73"/>
                    <a:pt x="185" y="173"/>
                    <a:pt x="403" y="324"/>
                  </a:cubicBezTo>
                  <a:lnTo>
                    <a:pt x="436" y="307"/>
                  </a:lnTo>
                  <a:cubicBezTo>
                    <a:pt x="436" y="307"/>
                    <a:pt x="655" y="1"/>
                    <a:pt x="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0" name="Google Shape;7720;p18"/>
            <p:cNvSpPr/>
            <p:nvPr/>
          </p:nvSpPr>
          <p:spPr>
            <a:xfrm>
              <a:off x="2274425" y="1444925"/>
              <a:ext cx="116775" cy="67025"/>
            </a:xfrm>
            <a:custGeom>
              <a:avLst/>
              <a:gdLst/>
              <a:ahLst/>
              <a:cxnLst/>
              <a:rect l="l" t="t" r="r" b="b"/>
              <a:pathLst>
                <a:path w="4671" h="2681" extrusionOk="0">
                  <a:moveTo>
                    <a:pt x="2256" y="1"/>
                  </a:moveTo>
                  <a:cubicBezTo>
                    <a:pt x="1015" y="1"/>
                    <a:pt x="17" y="574"/>
                    <a:pt x="1" y="1291"/>
                  </a:cubicBezTo>
                  <a:cubicBezTo>
                    <a:pt x="1" y="2027"/>
                    <a:pt x="1022" y="2647"/>
                    <a:pt x="2311" y="2680"/>
                  </a:cubicBezTo>
                  <a:cubicBezTo>
                    <a:pt x="2329" y="2680"/>
                    <a:pt x="2346" y="2681"/>
                    <a:pt x="2364" y="2681"/>
                  </a:cubicBezTo>
                  <a:cubicBezTo>
                    <a:pt x="3612" y="2681"/>
                    <a:pt x="4638" y="2101"/>
                    <a:pt x="4654" y="1375"/>
                  </a:cubicBezTo>
                  <a:cubicBezTo>
                    <a:pt x="4671" y="638"/>
                    <a:pt x="3633" y="19"/>
                    <a:pt x="2361" y="2"/>
                  </a:cubicBezTo>
                  <a:cubicBezTo>
                    <a:pt x="2326" y="1"/>
                    <a:pt x="2291" y="1"/>
                    <a:pt x="2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1" name="Google Shape;7721;p18"/>
            <p:cNvSpPr/>
            <p:nvPr/>
          </p:nvSpPr>
          <p:spPr>
            <a:xfrm>
              <a:off x="2280700" y="1468525"/>
              <a:ext cx="86250" cy="35325"/>
            </a:xfrm>
            <a:custGeom>
              <a:avLst/>
              <a:gdLst/>
              <a:ahLst/>
              <a:cxnLst/>
              <a:rect l="l" t="t" r="r" b="b"/>
              <a:pathLst>
                <a:path w="3450" h="1413" extrusionOk="0">
                  <a:moveTo>
                    <a:pt x="489" y="0"/>
                  </a:moveTo>
                  <a:cubicBezTo>
                    <a:pt x="383" y="0"/>
                    <a:pt x="299" y="42"/>
                    <a:pt x="235" y="146"/>
                  </a:cubicBezTo>
                  <a:cubicBezTo>
                    <a:pt x="1" y="498"/>
                    <a:pt x="486" y="1016"/>
                    <a:pt x="1323" y="1267"/>
                  </a:cubicBezTo>
                  <a:cubicBezTo>
                    <a:pt x="1643" y="1365"/>
                    <a:pt x="1969" y="1412"/>
                    <a:pt x="2260" y="1412"/>
                  </a:cubicBezTo>
                  <a:cubicBezTo>
                    <a:pt x="2715" y="1412"/>
                    <a:pt x="3089" y="1298"/>
                    <a:pt x="3231" y="1083"/>
                  </a:cubicBezTo>
                  <a:cubicBezTo>
                    <a:pt x="3449" y="732"/>
                    <a:pt x="2646" y="749"/>
                    <a:pt x="1825" y="498"/>
                  </a:cubicBezTo>
                  <a:cubicBezTo>
                    <a:pt x="1215" y="302"/>
                    <a:pt x="774" y="0"/>
                    <a:pt x="489"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2" name="Google Shape;7722;p18"/>
            <p:cNvSpPr/>
            <p:nvPr/>
          </p:nvSpPr>
          <p:spPr>
            <a:xfrm>
              <a:off x="2302900" y="1452850"/>
              <a:ext cx="82875" cy="32225"/>
            </a:xfrm>
            <a:custGeom>
              <a:avLst/>
              <a:gdLst/>
              <a:ahLst/>
              <a:cxnLst/>
              <a:rect l="l" t="t" r="r" b="b"/>
              <a:pathLst>
                <a:path w="3315" h="1289" extrusionOk="0">
                  <a:moveTo>
                    <a:pt x="1164" y="1"/>
                  </a:moveTo>
                  <a:cubicBezTo>
                    <a:pt x="887" y="1"/>
                    <a:pt x="637" y="41"/>
                    <a:pt x="452" y="120"/>
                  </a:cubicBezTo>
                  <a:cubicBezTo>
                    <a:pt x="0" y="338"/>
                    <a:pt x="854" y="438"/>
                    <a:pt x="1523" y="756"/>
                  </a:cubicBezTo>
                  <a:cubicBezTo>
                    <a:pt x="2056" y="996"/>
                    <a:pt x="2292" y="1289"/>
                    <a:pt x="2602" y="1289"/>
                  </a:cubicBezTo>
                  <a:cubicBezTo>
                    <a:pt x="2682" y="1289"/>
                    <a:pt x="2767" y="1269"/>
                    <a:pt x="2862" y="1225"/>
                  </a:cubicBezTo>
                  <a:cubicBezTo>
                    <a:pt x="3314" y="1024"/>
                    <a:pt x="3130" y="606"/>
                    <a:pt x="2477" y="288"/>
                  </a:cubicBezTo>
                  <a:cubicBezTo>
                    <a:pt x="2072" y="95"/>
                    <a:pt x="1587" y="1"/>
                    <a:pt x="116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3" name="Google Shape;7723;p18"/>
            <p:cNvSpPr/>
            <p:nvPr/>
          </p:nvSpPr>
          <p:spPr>
            <a:xfrm>
              <a:off x="2334700" y="1489750"/>
              <a:ext cx="10300" cy="9225"/>
            </a:xfrm>
            <a:custGeom>
              <a:avLst/>
              <a:gdLst/>
              <a:ahLst/>
              <a:cxnLst/>
              <a:rect l="l" t="t" r="r" b="b"/>
              <a:pathLst>
                <a:path w="412" h="369" extrusionOk="0">
                  <a:moveTo>
                    <a:pt x="251" y="0"/>
                  </a:moveTo>
                  <a:cubicBezTo>
                    <a:pt x="117" y="201"/>
                    <a:pt x="0" y="335"/>
                    <a:pt x="201" y="368"/>
                  </a:cubicBezTo>
                  <a:cubicBezTo>
                    <a:pt x="206" y="369"/>
                    <a:pt x="211" y="369"/>
                    <a:pt x="216" y="369"/>
                  </a:cubicBezTo>
                  <a:cubicBezTo>
                    <a:pt x="412" y="369"/>
                    <a:pt x="268" y="34"/>
                    <a:pt x="268" y="34"/>
                  </a:cubicBez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4" name="Google Shape;7724;p18"/>
            <p:cNvSpPr/>
            <p:nvPr/>
          </p:nvSpPr>
          <p:spPr>
            <a:xfrm>
              <a:off x="2322150" y="1488475"/>
              <a:ext cx="10225" cy="8525"/>
            </a:xfrm>
            <a:custGeom>
              <a:avLst/>
              <a:gdLst/>
              <a:ahLst/>
              <a:cxnLst/>
              <a:rect l="l" t="t" r="r" b="b"/>
              <a:pathLst>
                <a:path w="409" h="341" extrusionOk="0">
                  <a:moveTo>
                    <a:pt x="318" y="1"/>
                  </a:moveTo>
                  <a:cubicBezTo>
                    <a:pt x="151" y="135"/>
                    <a:pt x="0" y="252"/>
                    <a:pt x="201" y="336"/>
                  </a:cubicBezTo>
                  <a:cubicBezTo>
                    <a:pt x="215" y="339"/>
                    <a:pt x="227" y="340"/>
                    <a:pt x="239" y="340"/>
                  </a:cubicBezTo>
                  <a:cubicBezTo>
                    <a:pt x="408" y="340"/>
                    <a:pt x="335" y="18"/>
                    <a:pt x="335" y="18"/>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5" name="Google Shape;7725;p18"/>
            <p:cNvSpPr/>
            <p:nvPr/>
          </p:nvSpPr>
          <p:spPr>
            <a:xfrm>
              <a:off x="2307075" y="1484300"/>
              <a:ext cx="9425" cy="8675"/>
            </a:xfrm>
            <a:custGeom>
              <a:avLst/>
              <a:gdLst/>
              <a:ahLst/>
              <a:cxnLst/>
              <a:rect l="l" t="t" r="r" b="b"/>
              <a:pathLst>
                <a:path w="377" h="347" extrusionOk="0">
                  <a:moveTo>
                    <a:pt x="302" y="0"/>
                  </a:moveTo>
                  <a:cubicBezTo>
                    <a:pt x="134" y="134"/>
                    <a:pt x="0" y="252"/>
                    <a:pt x="201" y="335"/>
                  </a:cubicBezTo>
                  <a:cubicBezTo>
                    <a:pt x="219" y="343"/>
                    <a:pt x="234" y="347"/>
                    <a:pt x="247" y="347"/>
                  </a:cubicBezTo>
                  <a:cubicBezTo>
                    <a:pt x="376" y="347"/>
                    <a:pt x="335" y="17"/>
                    <a:pt x="335" y="17"/>
                  </a:cubicBezTo>
                  <a:lnTo>
                    <a:pt x="3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6" name="Google Shape;7726;p18"/>
            <p:cNvSpPr/>
            <p:nvPr/>
          </p:nvSpPr>
          <p:spPr>
            <a:xfrm>
              <a:off x="2293800" y="1478425"/>
              <a:ext cx="9525" cy="6350"/>
            </a:xfrm>
            <a:custGeom>
              <a:avLst/>
              <a:gdLst/>
              <a:ahLst/>
              <a:cxnLst/>
              <a:rect l="l" t="t" r="r" b="b"/>
              <a:pathLst>
                <a:path w="381" h="254" extrusionOk="0">
                  <a:moveTo>
                    <a:pt x="275" y="1"/>
                  </a:moveTo>
                  <a:cubicBezTo>
                    <a:pt x="105" y="1"/>
                    <a:pt x="1" y="13"/>
                    <a:pt x="130" y="185"/>
                  </a:cubicBezTo>
                  <a:cubicBezTo>
                    <a:pt x="164" y="235"/>
                    <a:pt x="196" y="254"/>
                    <a:pt x="224" y="254"/>
                  </a:cubicBezTo>
                  <a:cubicBezTo>
                    <a:pt x="321" y="254"/>
                    <a:pt x="381" y="35"/>
                    <a:pt x="381" y="35"/>
                  </a:cubicBezTo>
                  <a:lnTo>
                    <a:pt x="364" y="1"/>
                  </a:lnTo>
                  <a:cubicBezTo>
                    <a:pt x="333" y="1"/>
                    <a:pt x="303" y="1"/>
                    <a:pt x="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7" name="Google Shape;7727;p18"/>
            <p:cNvSpPr/>
            <p:nvPr/>
          </p:nvSpPr>
          <p:spPr>
            <a:xfrm>
              <a:off x="2360650" y="1472200"/>
              <a:ext cx="9225" cy="6275"/>
            </a:xfrm>
            <a:custGeom>
              <a:avLst/>
              <a:gdLst/>
              <a:ahLst/>
              <a:cxnLst/>
              <a:rect l="l" t="t" r="r" b="b"/>
              <a:pathLst>
                <a:path w="369" h="251" extrusionOk="0">
                  <a:moveTo>
                    <a:pt x="172" y="0"/>
                  </a:moveTo>
                  <a:cubicBezTo>
                    <a:pt x="104" y="0"/>
                    <a:pt x="52" y="120"/>
                    <a:pt x="0" y="250"/>
                  </a:cubicBezTo>
                  <a:lnTo>
                    <a:pt x="33" y="250"/>
                  </a:lnTo>
                  <a:cubicBezTo>
                    <a:pt x="33" y="250"/>
                    <a:pt x="368" y="150"/>
                    <a:pt x="234" y="32"/>
                  </a:cubicBezTo>
                  <a:cubicBezTo>
                    <a:pt x="212" y="10"/>
                    <a:pt x="19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8" name="Google Shape;7728;p18"/>
            <p:cNvSpPr/>
            <p:nvPr/>
          </p:nvSpPr>
          <p:spPr>
            <a:xfrm>
              <a:off x="2353950" y="1467375"/>
              <a:ext cx="8800" cy="6900"/>
            </a:xfrm>
            <a:custGeom>
              <a:avLst/>
              <a:gdLst/>
              <a:ahLst/>
              <a:cxnLst/>
              <a:rect l="l" t="t" r="r" b="b"/>
              <a:pathLst>
                <a:path w="352" h="276" extrusionOk="0">
                  <a:moveTo>
                    <a:pt x="104" y="1"/>
                  </a:moveTo>
                  <a:cubicBezTo>
                    <a:pt x="16" y="1"/>
                    <a:pt x="14" y="127"/>
                    <a:pt x="0" y="276"/>
                  </a:cubicBezTo>
                  <a:lnTo>
                    <a:pt x="17" y="276"/>
                  </a:lnTo>
                  <a:cubicBezTo>
                    <a:pt x="17" y="276"/>
                    <a:pt x="352" y="92"/>
                    <a:pt x="184" y="25"/>
                  </a:cubicBezTo>
                  <a:cubicBezTo>
                    <a:pt x="152" y="8"/>
                    <a:pt x="125" y="1"/>
                    <a:pt x="1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9" name="Google Shape;7729;p18"/>
            <p:cNvSpPr/>
            <p:nvPr/>
          </p:nvSpPr>
          <p:spPr>
            <a:xfrm>
              <a:off x="2341100" y="1459900"/>
              <a:ext cx="9950" cy="8100"/>
            </a:xfrm>
            <a:custGeom>
              <a:avLst/>
              <a:gdLst/>
              <a:ahLst/>
              <a:cxnLst/>
              <a:rect l="l" t="t" r="r" b="b"/>
              <a:pathLst>
                <a:path w="398" h="324" extrusionOk="0">
                  <a:moveTo>
                    <a:pt x="108" y="0"/>
                  </a:moveTo>
                  <a:cubicBezTo>
                    <a:pt x="1" y="0"/>
                    <a:pt x="12" y="145"/>
                    <a:pt x="12" y="324"/>
                  </a:cubicBezTo>
                  <a:lnTo>
                    <a:pt x="62" y="324"/>
                  </a:lnTo>
                  <a:cubicBezTo>
                    <a:pt x="62" y="324"/>
                    <a:pt x="397" y="106"/>
                    <a:pt x="196" y="22"/>
                  </a:cubicBezTo>
                  <a:cubicBezTo>
                    <a:pt x="160" y="7"/>
                    <a:pt x="131" y="0"/>
                    <a:pt x="1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0" name="Google Shape;7730;p18"/>
            <p:cNvSpPr/>
            <p:nvPr/>
          </p:nvSpPr>
          <p:spPr>
            <a:xfrm>
              <a:off x="2321725" y="1457300"/>
              <a:ext cx="12275" cy="7350"/>
            </a:xfrm>
            <a:custGeom>
              <a:avLst/>
              <a:gdLst/>
              <a:ahLst/>
              <a:cxnLst/>
              <a:rect l="l" t="t" r="r" b="b"/>
              <a:pathLst>
                <a:path w="491" h="294" extrusionOk="0">
                  <a:moveTo>
                    <a:pt x="327" y="0"/>
                  </a:moveTo>
                  <a:cubicBezTo>
                    <a:pt x="310" y="0"/>
                    <a:pt x="291" y="3"/>
                    <a:pt x="268" y="9"/>
                  </a:cubicBezTo>
                  <a:cubicBezTo>
                    <a:pt x="0" y="76"/>
                    <a:pt x="134" y="177"/>
                    <a:pt x="302" y="294"/>
                  </a:cubicBezTo>
                  <a:lnTo>
                    <a:pt x="352" y="277"/>
                  </a:lnTo>
                  <a:cubicBezTo>
                    <a:pt x="352" y="277"/>
                    <a:pt x="490" y="0"/>
                    <a:pt x="3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1" name="Google Shape;7731;p18"/>
            <p:cNvSpPr/>
            <p:nvPr/>
          </p:nvSpPr>
          <p:spPr>
            <a:xfrm>
              <a:off x="1904500" y="1452925"/>
              <a:ext cx="118050" cy="66975"/>
            </a:xfrm>
            <a:custGeom>
              <a:avLst/>
              <a:gdLst/>
              <a:ahLst/>
              <a:cxnLst/>
              <a:rect l="l" t="t" r="r" b="b"/>
              <a:pathLst>
                <a:path w="4722" h="2679" extrusionOk="0">
                  <a:moveTo>
                    <a:pt x="2311" y="0"/>
                  </a:moveTo>
                  <a:cubicBezTo>
                    <a:pt x="1039" y="0"/>
                    <a:pt x="1" y="603"/>
                    <a:pt x="51" y="1339"/>
                  </a:cubicBezTo>
                  <a:cubicBezTo>
                    <a:pt x="68" y="2059"/>
                    <a:pt x="1139" y="2678"/>
                    <a:pt x="2411" y="2678"/>
                  </a:cubicBezTo>
                  <a:cubicBezTo>
                    <a:pt x="3683" y="2678"/>
                    <a:pt x="4721" y="2059"/>
                    <a:pt x="4671" y="1339"/>
                  </a:cubicBezTo>
                  <a:cubicBezTo>
                    <a:pt x="4654" y="603"/>
                    <a:pt x="3600" y="0"/>
                    <a:pt x="23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2" name="Google Shape;7732;p18"/>
            <p:cNvSpPr/>
            <p:nvPr/>
          </p:nvSpPr>
          <p:spPr>
            <a:xfrm>
              <a:off x="1905350" y="1447900"/>
              <a:ext cx="117600" cy="66975"/>
            </a:xfrm>
            <a:custGeom>
              <a:avLst/>
              <a:gdLst/>
              <a:ahLst/>
              <a:cxnLst/>
              <a:rect l="l" t="t" r="r" b="b"/>
              <a:pathLst>
                <a:path w="4704" h="2679" extrusionOk="0">
                  <a:moveTo>
                    <a:pt x="2294" y="0"/>
                  </a:moveTo>
                  <a:cubicBezTo>
                    <a:pt x="1022" y="0"/>
                    <a:pt x="0" y="619"/>
                    <a:pt x="34" y="1339"/>
                  </a:cubicBezTo>
                  <a:cubicBezTo>
                    <a:pt x="51" y="2076"/>
                    <a:pt x="1122" y="2678"/>
                    <a:pt x="2394" y="2678"/>
                  </a:cubicBezTo>
                  <a:cubicBezTo>
                    <a:pt x="3666" y="2678"/>
                    <a:pt x="4704" y="2092"/>
                    <a:pt x="4654" y="1339"/>
                  </a:cubicBezTo>
                  <a:cubicBezTo>
                    <a:pt x="4637" y="619"/>
                    <a:pt x="3566" y="0"/>
                    <a:pt x="22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3" name="Google Shape;7733;p18"/>
            <p:cNvSpPr/>
            <p:nvPr/>
          </p:nvSpPr>
          <p:spPr>
            <a:xfrm>
              <a:off x="1912050" y="1471625"/>
              <a:ext cx="86225" cy="35575"/>
            </a:xfrm>
            <a:custGeom>
              <a:avLst/>
              <a:gdLst/>
              <a:ahLst/>
              <a:cxnLst/>
              <a:rect l="l" t="t" r="r" b="b"/>
              <a:pathLst>
                <a:path w="3449" h="1423" extrusionOk="0">
                  <a:moveTo>
                    <a:pt x="477" y="1"/>
                  </a:moveTo>
                  <a:cubicBezTo>
                    <a:pt x="374" y="1"/>
                    <a:pt x="293" y="41"/>
                    <a:pt x="235" y="139"/>
                  </a:cubicBezTo>
                  <a:cubicBezTo>
                    <a:pt x="0" y="507"/>
                    <a:pt x="486" y="1026"/>
                    <a:pt x="1323" y="1277"/>
                  </a:cubicBezTo>
                  <a:cubicBezTo>
                    <a:pt x="1636" y="1375"/>
                    <a:pt x="1957" y="1422"/>
                    <a:pt x="2246" y="1422"/>
                  </a:cubicBezTo>
                  <a:cubicBezTo>
                    <a:pt x="2698" y="1422"/>
                    <a:pt x="3071" y="1308"/>
                    <a:pt x="3214" y="1093"/>
                  </a:cubicBezTo>
                  <a:cubicBezTo>
                    <a:pt x="3448" y="725"/>
                    <a:pt x="2628" y="759"/>
                    <a:pt x="1825" y="507"/>
                  </a:cubicBezTo>
                  <a:cubicBezTo>
                    <a:pt x="1212" y="299"/>
                    <a:pt x="760" y="1"/>
                    <a:pt x="47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4" name="Google Shape;7734;p18"/>
            <p:cNvSpPr/>
            <p:nvPr/>
          </p:nvSpPr>
          <p:spPr>
            <a:xfrm>
              <a:off x="1933800" y="1455925"/>
              <a:ext cx="83300" cy="32350"/>
            </a:xfrm>
            <a:custGeom>
              <a:avLst/>
              <a:gdLst/>
              <a:ahLst/>
              <a:cxnLst/>
              <a:rect l="l" t="t" r="r" b="b"/>
              <a:pathLst>
                <a:path w="3332" h="1294" extrusionOk="0">
                  <a:moveTo>
                    <a:pt x="1142" y="0"/>
                  </a:moveTo>
                  <a:cubicBezTo>
                    <a:pt x="877" y="0"/>
                    <a:pt x="641" y="38"/>
                    <a:pt x="469" y="114"/>
                  </a:cubicBezTo>
                  <a:cubicBezTo>
                    <a:pt x="1" y="332"/>
                    <a:pt x="871" y="432"/>
                    <a:pt x="1541" y="750"/>
                  </a:cubicBezTo>
                  <a:cubicBezTo>
                    <a:pt x="2078" y="1006"/>
                    <a:pt x="2313" y="1293"/>
                    <a:pt x="2627" y="1293"/>
                  </a:cubicBezTo>
                  <a:cubicBezTo>
                    <a:pt x="2705" y="1293"/>
                    <a:pt x="2787" y="1276"/>
                    <a:pt x="2880" y="1236"/>
                  </a:cubicBezTo>
                  <a:cubicBezTo>
                    <a:pt x="3332" y="1018"/>
                    <a:pt x="3148" y="600"/>
                    <a:pt x="2495" y="298"/>
                  </a:cubicBezTo>
                  <a:cubicBezTo>
                    <a:pt x="2079" y="101"/>
                    <a:pt x="1574" y="0"/>
                    <a:pt x="114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5" name="Google Shape;7735;p18"/>
            <p:cNvSpPr/>
            <p:nvPr/>
          </p:nvSpPr>
          <p:spPr>
            <a:xfrm>
              <a:off x="1966025" y="1493075"/>
              <a:ext cx="10725" cy="8850"/>
            </a:xfrm>
            <a:custGeom>
              <a:avLst/>
              <a:gdLst/>
              <a:ahLst/>
              <a:cxnLst/>
              <a:rect l="l" t="t" r="r" b="b"/>
              <a:pathLst>
                <a:path w="429" h="354" extrusionOk="0">
                  <a:moveTo>
                    <a:pt x="252" y="1"/>
                  </a:moveTo>
                  <a:cubicBezTo>
                    <a:pt x="118" y="185"/>
                    <a:pt x="1" y="336"/>
                    <a:pt x="201" y="352"/>
                  </a:cubicBezTo>
                  <a:cubicBezTo>
                    <a:pt x="207" y="353"/>
                    <a:pt x="212" y="353"/>
                    <a:pt x="217" y="353"/>
                  </a:cubicBezTo>
                  <a:cubicBezTo>
                    <a:pt x="428" y="353"/>
                    <a:pt x="268" y="18"/>
                    <a:pt x="268" y="18"/>
                  </a:cubicBezTo>
                  <a:lnTo>
                    <a:pt x="2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6" name="Google Shape;7736;p18"/>
            <p:cNvSpPr/>
            <p:nvPr/>
          </p:nvSpPr>
          <p:spPr>
            <a:xfrm>
              <a:off x="1953475" y="1491400"/>
              <a:ext cx="10150" cy="8600"/>
            </a:xfrm>
            <a:custGeom>
              <a:avLst/>
              <a:gdLst/>
              <a:ahLst/>
              <a:cxnLst/>
              <a:rect l="l" t="t" r="r" b="b"/>
              <a:pathLst>
                <a:path w="406" h="344" extrusionOk="0">
                  <a:moveTo>
                    <a:pt x="302" y="1"/>
                  </a:moveTo>
                  <a:cubicBezTo>
                    <a:pt x="134" y="152"/>
                    <a:pt x="0" y="252"/>
                    <a:pt x="201" y="336"/>
                  </a:cubicBezTo>
                  <a:cubicBezTo>
                    <a:pt x="219" y="341"/>
                    <a:pt x="234" y="344"/>
                    <a:pt x="248" y="344"/>
                  </a:cubicBezTo>
                  <a:cubicBezTo>
                    <a:pt x="406" y="344"/>
                    <a:pt x="335" y="18"/>
                    <a:pt x="335" y="18"/>
                  </a:cubicBezTo>
                  <a:lnTo>
                    <a:pt x="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7" name="Google Shape;7737;p18"/>
            <p:cNvSpPr/>
            <p:nvPr/>
          </p:nvSpPr>
          <p:spPr>
            <a:xfrm>
              <a:off x="1938000" y="1487225"/>
              <a:ext cx="9750" cy="8675"/>
            </a:xfrm>
            <a:custGeom>
              <a:avLst/>
              <a:gdLst/>
              <a:ahLst/>
              <a:cxnLst/>
              <a:rect l="l" t="t" r="r" b="b"/>
              <a:pathLst>
                <a:path w="390" h="347" extrusionOk="0">
                  <a:moveTo>
                    <a:pt x="318" y="1"/>
                  </a:moveTo>
                  <a:cubicBezTo>
                    <a:pt x="151" y="151"/>
                    <a:pt x="0" y="252"/>
                    <a:pt x="218" y="335"/>
                  </a:cubicBezTo>
                  <a:cubicBezTo>
                    <a:pt x="235" y="343"/>
                    <a:pt x="250" y="347"/>
                    <a:pt x="263" y="347"/>
                  </a:cubicBezTo>
                  <a:cubicBezTo>
                    <a:pt x="390" y="347"/>
                    <a:pt x="335" y="17"/>
                    <a:pt x="335" y="17"/>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8" name="Google Shape;7738;p18"/>
            <p:cNvSpPr/>
            <p:nvPr/>
          </p:nvSpPr>
          <p:spPr>
            <a:xfrm>
              <a:off x="1925125" y="1480950"/>
              <a:ext cx="9125" cy="6575"/>
            </a:xfrm>
            <a:custGeom>
              <a:avLst/>
              <a:gdLst/>
              <a:ahLst/>
              <a:cxnLst/>
              <a:rect l="l" t="t" r="r" b="b"/>
              <a:pathLst>
                <a:path w="365" h="263" extrusionOk="0">
                  <a:moveTo>
                    <a:pt x="264" y="0"/>
                  </a:moveTo>
                  <a:cubicBezTo>
                    <a:pt x="105" y="0"/>
                    <a:pt x="1" y="12"/>
                    <a:pt x="130" y="185"/>
                  </a:cubicBezTo>
                  <a:cubicBezTo>
                    <a:pt x="162" y="241"/>
                    <a:pt x="193" y="263"/>
                    <a:pt x="220" y="263"/>
                  </a:cubicBezTo>
                  <a:cubicBezTo>
                    <a:pt x="307" y="263"/>
                    <a:pt x="364" y="51"/>
                    <a:pt x="364" y="51"/>
                  </a:cubicBezTo>
                  <a:lnTo>
                    <a:pt x="348" y="1"/>
                  </a:lnTo>
                  <a:cubicBezTo>
                    <a:pt x="319" y="1"/>
                    <a:pt x="291" y="0"/>
                    <a:pt x="2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9" name="Google Shape;7739;p18"/>
            <p:cNvSpPr/>
            <p:nvPr/>
          </p:nvSpPr>
          <p:spPr>
            <a:xfrm>
              <a:off x="1991975" y="1475475"/>
              <a:ext cx="8800" cy="5925"/>
            </a:xfrm>
            <a:custGeom>
              <a:avLst/>
              <a:gdLst/>
              <a:ahLst/>
              <a:cxnLst/>
              <a:rect l="l" t="t" r="r" b="b"/>
              <a:pathLst>
                <a:path w="352" h="237" extrusionOk="0">
                  <a:moveTo>
                    <a:pt x="168" y="1"/>
                  </a:moveTo>
                  <a:cubicBezTo>
                    <a:pt x="102" y="1"/>
                    <a:pt x="51" y="109"/>
                    <a:pt x="0" y="236"/>
                  </a:cubicBezTo>
                  <a:lnTo>
                    <a:pt x="17" y="236"/>
                  </a:lnTo>
                  <a:cubicBezTo>
                    <a:pt x="17" y="236"/>
                    <a:pt x="352" y="119"/>
                    <a:pt x="235" y="35"/>
                  </a:cubicBezTo>
                  <a:cubicBezTo>
                    <a:pt x="211" y="11"/>
                    <a:pt x="189" y="1"/>
                    <a:pt x="1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0" name="Google Shape;7740;p18"/>
            <p:cNvSpPr/>
            <p:nvPr/>
          </p:nvSpPr>
          <p:spPr>
            <a:xfrm>
              <a:off x="1985275" y="1470325"/>
              <a:ext cx="8825" cy="6875"/>
            </a:xfrm>
            <a:custGeom>
              <a:avLst/>
              <a:gdLst/>
              <a:ahLst/>
              <a:cxnLst/>
              <a:rect l="l" t="t" r="r" b="b"/>
              <a:pathLst>
                <a:path w="353" h="275" extrusionOk="0">
                  <a:moveTo>
                    <a:pt x="105" y="0"/>
                  </a:moveTo>
                  <a:cubicBezTo>
                    <a:pt x="17" y="0"/>
                    <a:pt x="14" y="127"/>
                    <a:pt x="1" y="275"/>
                  </a:cubicBezTo>
                  <a:lnTo>
                    <a:pt x="17" y="275"/>
                  </a:lnTo>
                  <a:cubicBezTo>
                    <a:pt x="17" y="275"/>
                    <a:pt x="352" y="91"/>
                    <a:pt x="185" y="24"/>
                  </a:cubicBezTo>
                  <a:cubicBezTo>
                    <a:pt x="152" y="7"/>
                    <a:pt x="126" y="0"/>
                    <a:pt x="1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1" name="Google Shape;7741;p18"/>
            <p:cNvSpPr/>
            <p:nvPr/>
          </p:nvSpPr>
          <p:spPr>
            <a:xfrm>
              <a:off x="1972450" y="1463250"/>
              <a:ext cx="9500" cy="7675"/>
            </a:xfrm>
            <a:custGeom>
              <a:avLst/>
              <a:gdLst/>
              <a:ahLst/>
              <a:cxnLst/>
              <a:rect l="l" t="t" r="r" b="b"/>
              <a:pathLst>
                <a:path w="380" h="307" extrusionOk="0">
                  <a:moveTo>
                    <a:pt x="106" y="0"/>
                  </a:moveTo>
                  <a:cubicBezTo>
                    <a:pt x="0" y="0"/>
                    <a:pt x="11" y="142"/>
                    <a:pt x="11" y="307"/>
                  </a:cubicBezTo>
                  <a:lnTo>
                    <a:pt x="45" y="307"/>
                  </a:lnTo>
                  <a:cubicBezTo>
                    <a:pt x="45" y="307"/>
                    <a:pt x="380" y="106"/>
                    <a:pt x="195" y="22"/>
                  </a:cubicBezTo>
                  <a:cubicBezTo>
                    <a:pt x="159" y="7"/>
                    <a:pt x="130"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2" name="Google Shape;7742;p18"/>
            <p:cNvSpPr/>
            <p:nvPr/>
          </p:nvSpPr>
          <p:spPr>
            <a:xfrm>
              <a:off x="1952625" y="1460325"/>
              <a:ext cx="13225" cy="7675"/>
            </a:xfrm>
            <a:custGeom>
              <a:avLst/>
              <a:gdLst/>
              <a:ahLst/>
              <a:cxnLst/>
              <a:rect l="l" t="t" r="r" b="b"/>
              <a:pathLst>
                <a:path w="529" h="307" extrusionOk="0">
                  <a:moveTo>
                    <a:pt x="335" y="0"/>
                  </a:moveTo>
                  <a:cubicBezTo>
                    <a:pt x="321" y="0"/>
                    <a:pt x="304" y="2"/>
                    <a:pt x="285" y="5"/>
                  </a:cubicBezTo>
                  <a:cubicBezTo>
                    <a:pt x="1" y="72"/>
                    <a:pt x="152" y="173"/>
                    <a:pt x="319" y="307"/>
                  </a:cubicBezTo>
                  <a:lnTo>
                    <a:pt x="369" y="290"/>
                  </a:lnTo>
                  <a:cubicBezTo>
                    <a:pt x="369" y="290"/>
                    <a:pt x="528"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3" name="Google Shape;7743;p18"/>
            <p:cNvSpPr/>
            <p:nvPr/>
          </p:nvSpPr>
          <p:spPr>
            <a:xfrm>
              <a:off x="2060175" y="1350225"/>
              <a:ext cx="121375" cy="61700"/>
            </a:xfrm>
            <a:custGeom>
              <a:avLst/>
              <a:gdLst/>
              <a:ahLst/>
              <a:cxnLst/>
              <a:rect l="l" t="t" r="r" b="b"/>
              <a:pathLst>
                <a:path w="4855" h="2468" extrusionOk="0">
                  <a:moveTo>
                    <a:pt x="1927" y="1"/>
                  </a:moveTo>
                  <a:cubicBezTo>
                    <a:pt x="1854" y="1"/>
                    <a:pt x="1781" y="3"/>
                    <a:pt x="1708" y="7"/>
                  </a:cubicBezTo>
                  <a:cubicBezTo>
                    <a:pt x="637" y="57"/>
                    <a:pt x="1" y="593"/>
                    <a:pt x="185" y="1212"/>
                  </a:cubicBezTo>
                  <a:cubicBezTo>
                    <a:pt x="386" y="1882"/>
                    <a:pt x="1541" y="2468"/>
                    <a:pt x="2779" y="2468"/>
                  </a:cubicBezTo>
                  <a:cubicBezTo>
                    <a:pt x="4102" y="2468"/>
                    <a:pt x="4855" y="1815"/>
                    <a:pt x="4436" y="1095"/>
                  </a:cubicBezTo>
                  <a:cubicBezTo>
                    <a:pt x="4077" y="438"/>
                    <a:pt x="2972" y="1"/>
                    <a:pt x="19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4" name="Google Shape;7744;p18"/>
            <p:cNvSpPr/>
            <p:nvPr/>
          </p:nvSpPr>
          <p:spPr>
            <a:xfrm>
              <a:off x="2061025" y="1344800"/>
              <a:ext cx="121800" cy="61700"/>
            </a:xfrm>
            <a:custGeom>
              <a:avLst/>
              <a:gdLst/>
              <a:ahLst/>
              <a:cxnLst/>
              <a:rect l="l" t="t" r="r" b="b"/>
              <a:pathLst>
                <a:path w="4872" h="2468" extrusionOk="0">
                  <a:moveTo>
                    <a:pt x="1954" y="0"/>
                  </a:moveTo>
                  <a:cubicBezTo>
                    <a:pt x="1882" y="0"/>
                    <a:pt x="1811" y="2"/>
                    <a:pt x="1741" y="6"/>
                  </a:cubicBezTo>
                  <a:cubicBezTo>
                    <a:pt x="670" y="73"/>
                    <a:pt x="0" y="592"/>
                    <a:pt x="218" y="1228"/>
                  </a:cubicBezTo>
                  <a:cubicBezTo>
                    <a:pt x="416" y="1889"/>
                    <a:pt x="1525" y="2467"/>
                    <a:pt x="2760" y="2467"/>
                  </a:cubicBezTo>
                  <a:cubicBezTo>
                    <a:pt x="2777" y="2467"/>
                    <a:pt x="2795" y="2467"/>
                    <a:pt x="2812" y="2467"/>
                  </a:cubicBezTo>
                  <a:cubicBezTo>
                    <a:pt x="4101" y="2467"/>
                    <a:pt x="4871" y="1831"/>
                    <a:pt x="4453" y="1094"/>
                  </a:cubicBezTo>
                  <a:cubicBezTo>
                    <a:pt x="4108" y="452"/>
                    <a:pt x="3000" y="0"/>
                    <a:pt x="19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5" name="Google Shape;7745;p18"/>
            <p:cNvSpPr/>
            <p:nvPr/>
          </p:nvSpPr>
          <p:spPr>
            <a:xfrm>
              <a:off x="2089900" y="1363150"/>
              <a:ext cx="78275" cy="35475"/>
            </a:xfrm>
            <a:custGeom>
              <a:avLst/>
              <a:gdLst/>
              <a:ahLst/>
              <a:cxnLst/>
              <a:rect l="l" t="t" r="r" b="b"/>
              <a:pathLst>
                <a:path w="3131" h="1419" extrusionOk="0">
                  <a:moveTo>
                    <a:pt x="2426" y="0"/>
                  </a:moveTo>
                  <a:cubicBezTo>
                    <a:pt x="2140" y="0"/>
                    <a:pt x="1867" y="308"/>
                    <a:pt x="1373" y="511"/>
                  </a:cubicBezTo>
                  <a:cubicBezTo>
                    <a:pt x="737" y="779"/>
                    <a:pt x="0" y="762"/>
                    <a:pt x="335" y="1097"/>
                  </a:cubicBezTo>
                  <a:cubicBezTo>
                    <a:pt x="543" y="1305"/>
                    <a:pt x="926" y="1419"/>
                    <a:pt x="1353" y="1419"/>
                  </a:cubicBezTo>
                  <a:cubicBezTo>
                    <a:pt x="1648" y="1419"/>
                    <a:pt x="1965" y="1364"/>
                    <a:pt x="2260" y="1248"/>
                  </a:cubicBezTo>
                  <a:cubicBezTo>
                    <a:pt x="2946" y="946"/>
                    <a:pt x="3130" y="444"/>
                    <a:pt x="2712" y="109"/>
                  </a:cubicBezTo>
                  <a:cubicBezTo>
                    <a:pt x="2610" y="32"/>
                    <a:pt x="2517" y="0"/>
                    <a:pt x="2426"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6" name="Google Shape;7746;p18"/>
            <p:cNvSpPr/>
            <p:nvPr/>
          </p:nvSpPr>
          <p:spPr>
            <a:xfrm>
              <a:off x="2070650" y="1351300"/>
              <a:ext cx="66975" cy="29650"/>
            </a:xfrm>
            <a:custGeom>
              <a:avLst/>
              <a:gdLst/>
              <a:ahLst/>
              <a:cxnLst/>
              <a:rect l="l" t="t" r="r" b="b"/>
              <a:pathLst>
                <a:path w="2679" h="1186" extrusionOk="0">
                  <a:moveTo>
                    <a:pt x="1607" y="0"/>
                  </a:moveTo>
                  <a:cubicBezTo>
                    <a:pt x="1209" y="0"/>
                    <a:pt x="766" y="108"/>
                    <a:pt x="452" y="299"/>
                  </a:cubicBezTo>
                  <a:cubicBezTo>
                    <a:pt x="0" y="583"/>
                    <a:pt x="0" y="968"/>
                    <a:pt x="452" y="1136"/>
                  </a:cubicBezTo>
                  <a:cubicBezTo>
                    <a:pt x="543" y="1170"/>
                    <a:pt x="618" y="1185"/>
                    <a:pt x="683" y="1185"/>
                  </a:cubicBezTo>
                  <a:cubicBezTo>
                    <a:pt x="966" y="1185"/>
                    <a:pt x="1062" y="899"/>
                    <a:pt x="1456" y="667"/>
                  </a:cubicBezTo>
                  <a:cubicBezTo>
                    <a:pt x="1942" y="383"/>
                    <a:pt x="2678" y="249"/>
                    <a:pt x="2143" y="81"/>
                  </a:cubicBezTo>
                  <a:cubicBezTo>
                    <a:pt x="1988" y="26"/>
                    <a:pt x="1803" y="0"/>
                    <a:pt x="160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7" name="Google Shape;7747;p18"/>
            <p:cNvSpPr/>
            <p:nvPr/>
          </p:nvSpPr>
          <p:spPr>
            <a:xfrm>
              <a:off x="2113750" y="1385125"/>
              <a:ext cx="10050" cy="8450"/>
            </a:xfrm>
            <a:custGeom>
              <a:avLst/>
              <a:gdLst/>
              <a:ahLst/>
              <a:cxnLst/>
              <a:rect l="l" t="t" r="r" b="b"/>
              <a:pathLst>
                <a:path w="402" h="338" extrusionOk="0">
                  <a:moveTo>
                    <a:pt x="0" y="0"/>
                  </a:moveTo>
                  <a:cubicBezTo>
                    <a:pt x="0" y="0"/>
                    <a:pt x="0" y="337"/>
                    <a:pt x="191" y="337"/>
                  </a:cubicBezTo>
                  <a:cubicBezTo>
                    <a:pt x="199" y="337"/>
                    <a:pt x="208" y="337"/>
                    <a:pt x="218" y="335"/>
                  </a:cubicBezTo>
                  <a:cubicBezTo>
                    <a:pt x="402" y="318"/>
                    <a:pt x="235" y="168"/>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8" name="Google Shape;7748;p18"/>
            <p:cNvSpPr/>
            <p:nvPr/>
          </p:nvSpPr>
          <p:spPr>
            <a:xfrm>
              <a:off x="2123375" y="1382600"/>
              <a:ext cx="10900" cy="8275"/>
            </a:xfrm>
            <a:custGeom>
              <a:avLst/>
              <a:gdLst/>
              <a:ahLst/>
              <a:cxnLst/>
              <a:rect l="l" t="t" r="r" b="b"/>
              <a:pathLst>
                <a:path w="436" h="331" extrusionOk="0">
                  <a:moveTo>
                    <a:pt x="17" y="1"/>
                  </a:moveTo>
                  <a:lnTo>
                    <a:pt x="0" y="18"/>
                  </a:lnTo>
                  <a:cubicBezTo>
                    <a:pt x="0" y="18"/>
                    <a:pt x="82" y="331"/>
                    <a:pt x="221" y="331"/>
                  </a:cubicBezTo>
                  <a:cubicBezTo>
                    <a:pt x="236" y="331"/>
                    <a:pt x="252" y="327"/>
                    <a:pt x="268" y="319"/>
                  </a:cubicBezTo>
                  <a:cubicBezTo>
                    <a:pt x="435" y="235"/>
                    <a:pt x="251" y="152"/>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9" name="Google Shape;7749;p18"/>
            <p:cNvSpPr/>
            <p:nvPr/>
          </p:nvSpPr>
          <p:spPr>
            <a:xfrm>
              <a:off x="2136350" y="1378425"/>
              <a:ext cx="10900" cy="8375"/>
            </a:xfrm>
            <a:custGeom>
              <a:avLst/>
              <a:gdLst/>
              <a:ahLst/>
              <a:cxnLst/>
              <a:rect l="l" t="t" r="r" b="b"/>
              <a:pathLst>
                <a:path w="436" h="335" extrusionOk="0">
                  <a:moveTo>
                    <a:pt x="17" y="1"/>
                  </a:moveTo>
                  <a:lnTo>
                    <a:pt x="0" y="17"/>
                  </a:lnTo>
                  <a:cubicBezTo>
                    <a:pt x="0" y="17"/>
                    <a:pt x="79" y="335"/>
                    <a:pt x="238" y="335"/>
                  </a:cubicBezTo>
                  <a:cubicBezTo>
                    <a:pt x="258" y="335"/>
                    <a:pt x="279" y="330"/>
                    <a:pt x="301" y="319"/>
                  </a:cubicBezTo>
                  <a:cubicBezTo>
                    <a:pt x="435" y="235"/>
                    <a:pt x="251" y="134"/>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0" name="Google Shape;7750;p18"/>
            <p:cNvSpPr/>
            <p:nvPr/>
          </p:nvSpPr>
          <p:spPr>
            <a:xfrm>
              <a:off x="2144700" y="1372325"/>
              <a:ext cx="8700" cy="6300"/>
            </a:xfrm>
            <a:custGeom>
              <a:avLst/>
              <a:gdLst/>
              <a:ahLst/>
              <a:cxnLst/>
              <a:rect l="l" t="t" r="r" b="b"/>
              <a:pathLst>
                <a:path w="348" h="252" extrusionOk="0">
                  <a:moveTo>
                    <a:pt x="161" y="1"/>
                  </a:moveTo>
                  <a:cubicBezTo>
                    <a:pt x="115" y="1"/>
                    <a:pt x="61" y="6"/>
                    <a:pt x="1" y="10"/>
                  </a:cubicBezTo>
                  <a:lnTo>
                    <a:pt x="1" y="60"/>
                  </a:lnTo>
                  <a:cubicBezTo>
                    <a:pt x="1" y="60"/>
                    <a:pt x="173" y="251"/>
                    <a:pt x="271" y="251"/>
                  </a:cubicBezTo>
                  <a:cubicBezTo>
                    <a:pt x="303" y="251"/>
                    <a:pt x="327" y="231"/>
                    <a:pt x="336" y="178"/>
                  </a:cubicBezTo>
                  <a:cubicBezTo>
                    <a:pt x="348" y="32"/>
                    <a:pt x="281" y="1"/>
                    <a:pt x="1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1" name="Google Shape;7751;p18"/>
            <p:cNvSpPr/>
            <p:nvPr/>
          </p:nvSpPr>
          <p:spPr>
            <a:xfrm>
              <a:off x="2083200" y="1369125"/>
              <a:ext cx="8400" cy="5550"/>
            </a:xfrm>
            <a:custGeom>
              <a:avLst/>
              <a:gdLst/>
              <a:ahLst/>
              <a:cxnLst/>
              <a:rect l="l" t="t" r="r" b="b"/>
              <a:pathLst>
                <a:path w="336" h="222" extrusionOk="0">
                  <a:moveTo>
                    <a:pt x="108" y="1"/>
                  </a:moveTo>
                  <a:cubicBezTo>
                    <a:pt x="87" y="1"/>
                    <a:pt x="68" y="12"/>
                    <a:pt x="51" y="38"/>
                  </a:cubicBezTo>
                  <a:cubicBezTo>
                    <a:pt x="0" y="121"/>
                    <a:pt x="335" y="222"/>
                    <a:pt x="335" y="222"/>
                  </a:cubicBezTo>
                  <a:cubicBezTo>
                    <a:pt x="248" y="97"/>
                    <a:pt x="170" y="1"/>
                    <a:pt x="1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2" name="Google Shape;7752;p18"/>
            <p:cNvSpPr/>
            <p:nvPr/>
          </p:nvSpPr>
          <p:spPr>
            <a:xfrm>
              <a:off x="2086550" y="1364750"/>
              <a:ext cx="9650" cy="5750"/>
            </a:xfrm>
            <a:custGeom>
              <a:avLst/>
              <a:gdLst/>
              <a:ahLst/>
              <a:cxnLst/>
              <a:rect l="l" t="t" r="r" b="b"/>
              <a:pathLst>
                <a:path w="386" h="230" extrusionOk="0">
                  <a:moveTo>
                    <a:pt x="205" y="1"/>
                  </a:moveTo>
                  <a:cubicBezTo>
                    <a:pt x="184" y="1"/>
                    <a:pt x="161" y="10"/>
                    <a:pt x="134" y="29"/>
                  </a:cubicBezTo>
                  <a:cubicBezTo>
                    <a:pt x="0" y="62"/>
                    <a:pt x="369" y="230"/>
                    <a:pt x="369" y="230"/>
                  </a:cubicBezTo>
                  <a:lnTo>
                    <a:pt x="385" y="230"/>
                  </a:lnTo>
                  <a:cubicBezTo>
                    <a:pt x="321" y="100"/>
                    <a:pt x="276" y="1"/>
                    <a:pt x="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3" name="Google Shape;7753;p18"/>
            <p:cNvSpPr/>
            <p:nvPr/>
          </p:nvSpPr>
          <p:spPr>
            <a:xfrm>
              <a:off x="2094075" y="1358125"/>
              <a:ext cx="10075" cy="6100"/>
            </a:xfrm>
            <a:custGeom>
              <a:avLst/>
              <a:gdLst/>
              <a:ahLst/>
              <a:cxnLst/>
              <a:rect l="l" t="t" r="r" b="b"/>
              <a:pathLst>
                <a:path w="403" h="244" extrusionOk="0">
                  <a:moveTo>
                    <a:pt x="201" y="0"/>
                  </a:moveTo>
                  <a:cubicBezTo>
                    <a:pt x="177" y="0"/>
                    <a:pt x="150" y="8"/>
                    <a:pt x="118" y="26"/>
                  </a:cubicBezTo>
                  <a:cubicBezTo>
                    <a:pt x="1" y="76"/>
                    <a:pt x="369" y="243"/>
                    <a:pt x="369" y="243"/>
                  </a:cubicBezTo>
                  <a:lnTo>
                    <a:pt x="402" y="243"/>
                  </a:lnTo>
                  <a:cubicBezTo>
                    <a:pt x="336" y="111"/>
                    <a:pt x="291"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4" name="Google Shape;7754;p18"/>
            <p:cNvSpPr/>
            <p:nvPr/>
          </p:nvSpPr>
          <p:spPr>
            <a:xfrm>
              <a:off x="2106800" y="1355175"/>
              <a:ext cx="12000" cy="6550"/>
            </a:xfrm>
            <a:custGeom>
              <a:avLst/>
              <a:gdLst/>
              <a:ahLst/>
              <a:cxnLst/>
              <a:rect l="l" t="t" r="r" b="b"/>
              <a:pathLst>
                <a:path w="480" h="262" extrusionOk="0">
                  <a:moveTo>
                    <a:pt x="135" y="0"/>
                  </a:moveTo>
                  <a:cubicBezTo>
                    <a:pt x="1" y="0"/>
                    <a:pt x="245" y="244"/>
                    <a:pt x="245" y="244"/>
                  </a:cubicBezTo>
                  <a:lnTo>
                    <a:pt x="278" y="261"/>
                  </a:lnTo>
                  <a:cubicBezTo>
                    <a:pt x="395" y="144"/>
                    <a:pt x="479" y="60"/>
                    <a:pt x="195" y="10"/>
                  </a:cubicBezTo>
                  <a:cubicBezTo>
                    <a:pt x="169" y="3"/>
                    <a:pt x="150" y="0"/>
                    <a:pt x="1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5" name="Google Shape;7755;p18"/>
            <p:cNvSpPr/>
            <p:nvPr/>
          </p:nvSpPr>
          <p:spPr>
            <a:xfrm>
              <a:off x="2035900" y="1578750"/>
              <a:ext cx="136025" cy="85500"/>
            </a:xfrm>
            <a:custGeom>
              <a:avLst/>
              <a:gdLst/>
              <a:ahLst/>
              <a:cxnLst/>
              <a:rect l="l" t="t" r="r" b="b"/>
              <a:pathLst>
                <a:path w="5441" h="3420" extrusionOk="0">
                  <a:moveTo>
                    <a:pt x="2813" y="0"/>
                  </a:moveTo>
                  <a:cubicBezTo>
                    <a:pt x="1602" y="0"/>
                    <a:pt x="507" y="569"/>
                    <a:pt x="269" y="1378"/>
                  </a:cubicBezTo>
                  <a:cubicBezTo>
                    <a:pt x="1" y="2299"/>
                    <a:pt x="855" y="3219"/>
                    <a:pt x="2328" y="3387"/>
                  </a:cubicBezTo>
                  <a:cubicBezTo>
                    <a:pt x="2496" y="3409"/>
                    <a:pt x="2663" y="3419"/>
                    <a:pt x="2827" y="3419"/>
                  </a:cubicBezTo>
                  <a:cubicBezTo>
                    <a:pt x="4159" y="3419"/>
                    <a:pt x="5283" y="2721"/>
                    <a:pt x="5357" y="1796"/>
                  </a:cubicBezTo>
                  <a:cubicBezTo>
                    <a:pt x="5441" y="842"/>
                    <a:pt x="4370" y="72"/>
                    <a:pt x="3014" y="5"/>
                  </a:cubicBezTo>
                  <a:cubicBezTo>
                    <a:pt x="2947" y="2"/>
                    <a:pt x="2880" y="0"/>
                    <a:pt x="28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6" name="Google Shape;7756;p18"/>
            <p:cNvSpPr/>
            <p:nvPr/>
          </p:nvSpPr>
          <p:spPr>
            <a:xfrm>
              <a:off x="2033825" y="1571275"/>
              <a:ext cx="136025" cy="85625"/>
            </a:xfrm>
            <a:custGeom>
              <a:avLst/>
              <a:gdLst/>
              <a:ahLst/>
              <a:cxnLst/>
              <a:rect l="l" t="t" r="r" b="b"/>
              <a:pathLst>
                <a:path w="5441" h="3425" extrusionOk="0">
                  <a:moveTo>
                    <a:pt x="2865" y="0"/>
                  </a:moveTo>
                  <a:cubicBezTo>
                    <a:pt x="1650" y="0"/>
                    <a:pt x="541" y="588"/>
                    <a:pt x="268" y="1392"/>
                  </a:cubicBezTo>
                  <a:cubicBezTo>
                    <a:pt x="0" y="2313"/>
                    <a:pt x="887" y="3234"/>
                    <a:pt x="2327" y="3401"/>
                  </a:cubicBezTo>
                  <a:cubicBezTo>
                    <a:pt x="2473" y="3417"/>
                    <a:pt x="2617" y="3425"/>
                    <a:pt x="2760" y="3425"/>
                  </a:cubicBezTo>
                  <a:cubicBezTo>
                    <a:pt x="4107" y="3425"/>
                    <a:pt x="5266" y="2734"/>
                    <a:pt x="5357" y="1811"/>
                  </a:cubicBezTo>
                  <a:cubicBezTo>
                    <a:pt x="5440" y="840"/>
                    <a:pt x="4369" y="70"/>
                    <a:pt x="3013" y="3"/>
                  </a:cubicBezTo>
                  <a:cubicBezTo>
                    <a:pt x="2964" y="1"/>
                    <a:pt x="2914" y="0"/>
                    <a:pt x="28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7" name="Google Shape;7757;p18"/>
            <p:cNvSpPr/>
            <p:nvPr/>
          </p:nvSpPr>
          <p:spPr>
            <a:xfrm>
              <a:off x="2062700" y="1602075"/>
              <a:ext cx="98350" cy="42700"/>
            </a:xfrm>
            <a:custGeom>
              <a:avLst/>
              <a:gdLst/>
              <a:ahLst/>
              <a:cxnLst/>
              <a:rect l="l" t="t" r="r" b="b"/>
              <a:pathLst>
                <a:path w="3934" h="1708" extrusionOk="0">
                  <a:moveTo>
                    <a:pt x="3414" y="1"/>
                  </a:moveTo>
                  <a:cubicBezTo>
                    <a:pt x="3088" y="1"/>
                    <a:pt x="2546" y="333"/>
                    <a:pt x="1841" y="512"/>
                  </a:cubicBezTo>
                  <a:cubicBezTo>
                    <a:pt x="854" y="780"/>
                    <a:pt x="0" y="663"/>
                    <a:pt x="151" y="1148"/>
                  </a:cubicBezTo>
                  <a:cubicBezTo>
                    <a:pt x="246" y="1503"/>
                    <a:pt x="752" y="1708"/>
                    <a:pt x="1401" y="1708"/>
                  </a:cubicBezTo>
                  <a:cubicBezTo>
                    <a:pt x="1669" y="1708"/>
                    <a:pt x="1962" y="1673"/>
                    <a:pt x="2260" y="1600"/>
                  </a:cubicBezTo>
                  <a:cubicBezTo>
                    <a:pt x="3281" y="1332"/>
                    <a:pt x="3934" y="696"/>
                    <a:pt x="3699" y="194"/>
                  </a:cubicBezTo>
                  <a:cubicBezTo>
                    <a:pt x="3642" y="54"/>
                    <a:pt x="3545" y="1"/>
                    <a:pt x="341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8" name="Google Shape;7758;p18"/>
            <p:cNvSpPr/>
            <p:nvPr/>
          </p:nvSpPr>
          <p:spPr>
            <a:xfrm>
              <a:off x="2045950" y="1580850"/>
              <a:ext cx="92100" cy="35675"/>
            </a:xfrm>
            <a:custGeom>
              <a:avLst/>
              <a:gdLst/>
              <a:ahLst/>
              <a:cxnLst/>
              <a:rect l="l" t="t" r="r" b="b"/>
              <a:pathLst>
                <a:path w="3684" h="1427" extrusionOk="0">
                  <a:moveTo>
                    <a:pt x="2330" y="0"/>
                  </a:moveTo>
                  <a:cubicBezTo>
                    <a:pt x="1926" y="0"/>
                    <a:pt x="1471" y="80"/>
                    <a:pt x="1072" y="239"/>
                  </a:cubicBezTo>
                  <a:cubicBezTo>
                    <a:pt x="285" y="541"/>
                    <a:pt x="1" y="1026"/>
                    <a:pt x="402" y="1327"/>
                  </a:cubicBezTo>
                  <a:cubicBezTo>
                    <a:pt x="499" y="1397"/>
                    <a:pt x="592" y="1427"/>
                    <a:pt x="686" y="1427"/>
                  </a:cubicBezTo>
                  <a:cubicBezTo>
                    <a:pt x="1000" y="1427"/>
                    <a:pt x="1338" y="1103"/>
                    <a:pt x="1942" y="859"/>
                  </a:cubicBezTo>
                  <a:cubicBezTo>
                    <a:pt x="2712" y="541"/>
                    <a:pt x="3683" y="490"/>
                    <a:pt x="3214" y="189"/>
                  </a:cubicBezTo>
                  <a:cubicBezTo>
                    <a:pt x="3010" y="63"/>
                    <a:pt x="2690" y="0"/>
                    <a:pt x="233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9" name="Google Shape;7759;p18"/>
            <p:cNvSpPr/>
            <p:nvPr/>
          </p:nvSpPr>
          <p:spPr>
            <a:xfrm>
              <a:off x="2082350" y="1624900"/>
              <a:ext cx="12175" cy="11750"/>
            </a:xfrm>
            <a:custGeom>
              <a:avLst/>
              <a:gdLst/>
              <a:ahLst/>
              <a:cxnLst/>
              <a:rect l="l" t="t" r="r" b="b"/>
              <a:pathLst>
                <a:path w="487" h="470" extrusionOk="0">
                  <a:moveTo>
                    <a:pt x="302" y="1"/>
                  </a:moveTo>
                  <a:lnTo>
                    <a:pt x="252" y="17"/>
                  </a:lnTo>
                  <a:cubicBezTo>
                    <a:pt x="252" y="17"/>
                    <a:pt x="1" y="469"/>
                    <a:pt x="252" y="469"/>
                  </a:cubicBezTo>
                  <a:cubicBezTo>
                    <a:pt x="486" y="469"/>
                    <a:pt x="403" y="268"/>
                    <a:pt x="3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0" name="Google Shape;7760;p18"/>
            <p:cNvSpPr/>
            <p:nvPr/>
          </p:nvSpPr>
          <p:spPr>
            <a:xfrm>
              <a:off x="2097525" y="1623650"/>
              <a:ext cx="12050" cy="11475"/>
            </a:xfrm>
            <a:custGeom>
              <a:avLst/>
              <a:gdLst/>
              <a:ahLst/>
              <a:cxnLst/>
              <a:rect l="l" t="t" r="r" b="b"/>
              <a:pathLst>
                <a:path w="482" h="459" extrusionOk="0">
                  <a:moveTo>
                    <a:pt x="197" y="0"/>
                  </a:moveTo>
                  <a:lnTo>
                    <a:pt x="147" y="34"/>
                  </a:lnTo>
                  <a:cubicBezTo>
                    <a:pt x="147" y="34"/>
                    <a:pt x="1" y="459"/>
                    <a:pt x="187" y="459"/>
                  </a:cubicBezTo>
                  <a:cubicBezTo>
                    <a:pt x="200" y="459"/>
                    <a:pt x="215" y="457"/>
                    <a:pt x="231" y="452"/>
                  </a:cubicBezTo>
                  <a:cubicBezTo>
                    <a:pt x="482" y="352"/>
                    <a:pt x="365" y="218"/>
                    <a:pt x="1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1" name="Google Shape;7761;p18"/>
            <p:cNvSpPr/>
            <p:nvPr/>
          </p:nvSpPr>
          <p:spPr>
            <a:xfrm>
              <a:off x="2116550" y="1620300"/>
              <a:ext cx="12275" cy="11225"/>
            </a:xfrm>
            <a:custGeom>
              <a:avLst/>
              <a:gdLst/>
              <a:ahLst/>
              <a:cxnLst/>
              <a:rect l="l" t="t" r="r" b="b"/>
              <a:pathLst>
                <a:path w="491" h="449" extrusionOk="0">
                  <a:moveTo>
                    <a:pt x="190" y="0"/>
                  </a:moveTo>
                  <a:lnTo>
                    <a:pt x="139" y="17"/>
                  </a:lnTo>
                  <a:cubicBezTo>
                    <a:pt x="139" y="17"/>
                    <a:pt x="0" y="449"/>
                    <a:pt x="191" y="449"/>
                  </a:cubicBezTo>
                  <a:cubicBezTo>
                    <a:pt x="210" y="449"/>
                    <a:pt x="231" y="445"/>
                    <a:pt x="257" y="436"/>
                  </a:cubicBezTo>
                  <a:cubicBezTo>
                    <a:pt x="491" y="352"/>
                    <a:pt x="357" y="201"/>
                    <a:pt x="1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2" name="Google Shape;7762;p18"/>
            <p:cNvSpPr/>
            <p:nvPr/>
          </p:nvSpPr>
          <p:spPr>
            <a:xfrm>
              <a:off x="2134250" y="1614025"/>
              <a:ext cx="11750" cy="8525"/>
            </a:xfrm>
            <a:custGeom>
              <a:avLst/>
              <a:gdLst/>
              <a:ahLst/>
              <a:cxnLst/>
              <a:rect l="l" t="t" r="r" b="b"/>
              <a:pathLst>
                <a:path w="470" h="341" extrusionOk="0">
                  <a:moveTo>
                    <a:pt x="17" y="0"/>
                  </a:moveTo>
                  <a:lnTo>
                    <a:pt x="0" y="34"/>
                  </a:lnTo>
                  <a:cubicBezTo>
                    <a:pt x="0" y="34"/>
                    <a:pt x="53" y="340"/>
                    <a:pt x="167" y="340"/>
                  </a:cubicBezTo>
                  <a:cubicBezTo>
                    <a:pt x="197" y="340"/>
                    <a:pt x="230" y="320"/>
                    <a:pt x="268" y="268"/>
                  </a:cubicBezTo>
                  <a:cubicBezTo>
                    <a:pt x="469" y="0"/>
                    <a:pt x="268" y="0"/>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3" name="Google Shape;7763;p18"/>
            <p:cNvSpPr/>
            <p:nvPr/>
          </p:nvSpPr>
          <p:spPr>
            <a:xfrm>
              <a:off x="2063100" y="1600800"/>
              <a:ext cx="7975" cy="7800"/>
            </a:xfrm>
            <a:custGeom>
              <a:avLst/>
              <a:gdLst/>
              <a:ahLst/>
              <a:cxnLst/>
              <a:rect l="l" t="t" r="r" b="b"/>
              <a:pathLst>
                <a:path w="319" h="312" extrusionOk="0">
                  <a:moveTo>
                    <a:pt x="203" y="1"/>
                  </a:moveTo>
                  <a:cubicBezTo>
                    <a:pt x="180" y="1"/>
                    <a:pt x="152" y="14"/>
                    <a:pt x="118" y="44"/>
                  </a:cubicBezTo>
                  <a:cubicBezTo>
                    <a:pt x="1" y="144"/>
                    <a:pt x="302" y="312"/>
                    <a:pt x="302" y="312"/>
                  </a:cubicBezTo>
                  <a:lnTo>
                    <a:pt x="319" y="312"/>
                  </a:lnTo>
                  <a:cubicBezTo>
                    <a:pt x="306" y="156"/>
                    <a:pt x="283" y="1"/>
                    <a:pt x="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4" name="Google Shape;7764;p18"/>
            <p:cNvSpPr/>
            <p:nvPr/>
          </p:nvSpPr>
          <p:spPr>
            <a:xfrm>
              <a:off x="2071900" y="1595525"/>
              <a:ext cx="9475" cy="8475"/>
            </a:xfrm>
            <a:custGeom>
              <a:avLst/>
              <a:gdLst/>
              <a:ahLst/>
              <a:cxnLst/>
              <a:rect l="l" t="t" r="r" b="b"/>
              <a:pathLst>
                <a:path w="379" h="339" extrusionOk="0">
                  <a:moveTo>
                    <a:pt x="278" y="0"/>
                  </a:moveTo>
                  <a:cubicBezTo>
                    <a:pt x="258" y="0"/>
                    <a:pt x="232" y="7"/>
                    <a:pt x="201" y="21"/>
                  </a:cubicBezTo>
                  <a:cubicBezTo>
                    <a:pt x="0" y="88"/>
                    <a:pt x="302" y="339"/>
                    <a:pt x="302" y="339"/>
                  </a:cubicBezTo>
                  <a:lnTo>
                    <a:pt x="318" y="339"/>
                  </a:lnTo>
                  <a:cubicBezTo>
                    <a:pt x="360" y="158"/>
                    <a:pt x="379" y="0"/>
                    <a:pt x="2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5" name="Google Shape;7765;p18"/>
            <p:cNvSpPr/>
            <p:nvPr/>
          </p:nvSpPr>
          <p:spPr>
            <a:xfrm>
              <a:off x="2085700" y="1587875"/>
              <a:ext cx="10975" cy="9425"/>
            </a:xfrm>
            <a:custGeom>
              <a:avLst/>
              <a:gdLst/>
              <a:ahLst/>
              <a:cxnLst/>
              <a:rect l="l" t="t" r="r" b="b"/>
              <a:pathLst>
                <a:path w="439" h="377" extrusionOk="0">
                  <a:moveTo>
                    <a:pt x="298" y="0"/>
                  </a:moveTo>
                  <a:cubicBezTo>
                    <a:pt x="280" y="0"/>
                    <a:pt x="260" y="3"/>
                    <a:pt x="235" y="9"/>
                  </a:cubicBezTo>
                  <a:cubicBezTo>
                    <a:pt x="1" y="92"/>
                    <a:pt x="319" y="377"/>
                    <a:pt x="319" y="377"/>
                  </a:cubicBezTo>
                  <a:lnTo>
                    <a:pt x="352" y="377"/>
                  </a:lnTo>
                  <a:cubicBezTo>
                    <a:pt x="382" y="169"/>
                    <a:pt x="438"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6" name="Google Shape;7766;p18"/>
            <p:cNvSpPr/>
            <p:nvPr/>
          </p:nvSpPr>
          <p:spPr>
            <a:xfrm>
              <a:off x="2104650" y="1585700"/>
              <a:ext cx="12875" cy="8675"/>
            </a:xfrm>
            <a:custGeom>
              <a:avLst/>
              <a:gdLst/>
              <a:ahLst/>
              <a:cxnLst/>
              <a:rect l="l" t="t" r="r" b="b"/>
              <a:pathLst>
                <a:path w="515" h="347" extrusionOk="0">
                  <a:moveTo>
                    <a:pt x="181" y="0"/>
                  </a:moveTo>
                  <a:cubicBezTo>
                    <a:pt x="0" y="0"/>
                    <a:pt x="96" y="330"/>
                    <a:pt x="96" y="330"/>
                  </a:cubicBezTo>
                  <a:lnTo>
                    <a:pt x="130" y="347"/>
                  </a:lnTo>
                  <a:cubicBezTo>
                    <a:pt x="348" y="213"/>
                    <a:pt x="515" y="96"/>
                    <a:pt x="247" y="12"/>
                  </a:cubicBezTo>
                  <a:cubicBezTo>
                    <a:pt x="222" y="4"/>
                    <a:pt x="200" y="0"/>
                    <a:pt x="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7" name="Google Shape;7767;p18"/>
            <p:cNvSpPr/>
            <p:nvPr/>
          </p:nvSpPr>
          <p:spPr>
            <a:xfrm>
              <a:off x="1689000" y="1570900"/>
              <a:ext cx="129750" cy="71950"/>
            </a:xfrm>
            <a:custGeom>
              <a:avLst/>
              <a:gdLst/>
              <a:ahLst/>
              <a:cxnLst/>
              <a:rect l="l" t="t" r="r" b="b"/>
              <a:pathLst>
                <a:path w="5190" h="2878" extrusionOk="0">
                  <a:moveTo>
                    <a:pt x="2722" y="1"/>
                  </a:moveTo>
                  <a:cubicBezTo>
                    <a:pt x="2702" y="1"/>
                    <a:pt x="2682" y="1"/>
                    <a:pt x="2662" y="1"/>
                  </a:cubicBezTo>
                  <a:cubicBezTo>
                    <a:pt x="1256" y="18"/>
                    <a:pt x="1" y="755"/>
                    <a:pt x="118" y="1658"/>
                  </a:cubicBezTo>
                  <a:cubicBezTo>
                    <a:pt x="211" y="2415"/>
                    <a:pt x="1209" y="2877"/>
                    <a:pt x="2353" y="2877"/>
                  </a:cubicBezTo>
                  <a:cubicBezTo>
                    <a:pt x="2652" y="2877"/>
                    <a:pt x="2960" y="2846"/>
                    <a:pt x="3265" y="2780"/>
                  </a:cubicBezTo>
                  <a:cubicBezTo>
                    <a:pt x="4503" y="2512"/>
                    <a:pt x="5190" y="1759"/>
                    <a:pt x="5005" y="1089"/>
                  </a:cubicBezTo>
                  <a:cubicBezTo>
                    <a:pt x="4824" y="480"/>
                    <a:pt x="3883" y="1"/>
                    <a:pt x="27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8" name="Google Shape;7768;p18"/>
            <p:cNvSpPr/>
            <p:nvPr/>
          </p:nvSpPr>
          <p:spPr>
            <a:xfrm>
              <a:off x="1726250" y="1590400"/>
              <a:ext cx="84125" cy="42675"/>
            </a:xfrm>
            <a:custGeom>
              <a:avLst/>
              <a:gdLst/>
              <a:ahLst/>
              <a:cxnLst/>
              <a:rect l="l" t="t" r="r" b="b"/>
              <a:pathLst>
                <a:path w="3365" h="1707" extrusionOk="0">
                  <a:moveTo>
                    <a:pt x="2883" y="1"/>
                  </a:moveTo>
                  <a:cubicBezTo>
                    <a:pt x="2638" y="1"/>
                    <a:pt x="2323" y="330"/>
                    <a:pt x="1775" y="611"/>
                  </a:cubicBezTo>
                  <a:cubicBezTo>
                    <a:pt x="971" y="996"/>
                    <a:pt x="0" y="1113"/>
                    <a:pt x="385" y="1481"/>
                  </a:cubicBezTo>
                  <a:cubicBezTo>
                    <a:pt x="539" y="1635"/>
                    <a:pt x="801" y="1707"/>
                    <a:pt x="1108" y="1707"/>
                  </a:cubicBezTo>
                  <a:cubicBezTo>
                    <a:pt x="1535" y="1707"/>
                    <a:pt x="2049" y="1567"/>
                    <a:pt x="2478" y="1314"/>
                  </a:cubicBezTo>
                  <a:cubicBezTo>
                    <a:pt x="3147" y="912"/>
                    <a:pt x="3365" y="393"/>
                    <a:pt x="3097" y="108"/>
                  </a:cubicBezTo>
                  <a:cubicBezTo>
                    <a:pt x="3029" y="33"/>
                    <a:pt x="2960" y="1"/>
                    <a:pt x="288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9" name="Google Shape;7769;p18"/>
            <p:cNvSpPr/>
            <p:nvPr/>
          </p:nvSpPr>
          <p:spPr>
            <a:xfrm>
              <a:off x="1699050" y="1578800"/>
              <a:ext cx="87900" cy="37950"/>
            </a:xfrm>
            <a:custGeom>
              <a:avLst/>
              <a:gdLst/>
              <a:ahLst/>
              <a:cxnLst/>
              <a:rect l="l" t="t" r="r" b="b"/>
              <a:pathLst>
                <a:path w="3516" h="1518" extrusionOk="0">
                  <a:moveTo>
                    <a:pt x="2492" y="1"/>
                  </a:moveTo>
                  <a:cubicBezTo>
                    <a:pt x="2015" y="1"/>
                    <a:pt x="1430" y="131"/>
                    <a:pt x="938" y="372"/>
                  </a:cubicBezTo>
                  <a:cubicBezTo>
                    <a:pt x="151" y="790"/>
                    <a:pt x="0" y="1326"/>
                    <a:pt x="670" y="1476"/>
                  </a:cubicBezTo>
                  <a:cubicBezTo>
                    <a:pt x="768" y="1505"/>
                    <a:pt x="855" y="1518"/>
                    <a:pt x="935" y="1518"/>
                  </a:cubicBezTo>
                  <a:cubicBezTo>
                    <a:pt x="1374" y="1518"/>
                    <a:pt x="1593" y="1127"/>
                    <a:pt x="2160" y="773"/>
                  </a:cubicBezTo>
                  <a:cubicBezTo>
                    <a:pt x="2762" y="422"/>
                    <a:pt x="3515" y="254"/>
                    <a:pt x="3064" y="87"/>
                  </a:cubicBezTo>
                  <a:cubicBezTo>
                    <a:pt x="2910" y="29"/>
                    <a:pt x="2712" y="1"/>
                    <a:pt x="2492"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0" name="Google Shape;7770;p18"/>
            <p:cNvSpPr/>
            <p:nvPr/>
          </p:nvSpPr>
          <p:spPr>
            <a:xfrm>
              <a:off x="1755350" y="1617375"/>
              <a:ext cx="10675" cy="9825"/>
            </a:xfrm>
            <a:custGeom>
              <a:avLst/>
              <a:gdLst/>
              <a:ahLst/>
              <a:cxnLst/>
              <a:rect l="l" t="t" r="r" b="b"/>
              <a:pathLst>
                <a:path w="427" h="393" extrusionOk="0">
                  <a:moveTo>
                    <a:pt x="75" y="0"/>
                  </a:moveTo>
                  <a:lnTo>
                    <a:pt x="58" y="34"/>
                  </a:lnTo>
                  <a:cubicBezTo>
                    <a:pt x="58" y="34"/>
                    <a:pt x="1" y="393"/>
                    <a:pt x="152" y="393"/>
                  </a:cubicBezTo>
                  <a:cubicBezTo>
                    <a:pt x="164" y="393"/>
                    <a:pt x="177" y="390"/>
                    <a:pt x="192" y="385"/>
                  </a:cubicBezTo>
                  <a:cubicBezTo>
                    <a:pt x="427" y="318"/>
                    <a:pt x="259" y="184"/>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1" name="Google Shape;7771;p18"/>
            <p:cNvSpPr/>
            <p:nvPr/>
          </p:nvSpPr>
          <p:spPr>
            <a:xfrm>
              <a:off x="1768100" y="1614025"/>
              <a:ext cx="10050" cy="8775"/>
            </a:xfrm>
            <a:custGeom>
              <a:avLst/>
              <a:gdLst/>
              <a:ahLst/>
              <a:cxnLst/>
              <a:rect l="l" t="t" r="r" b="b"/>
              <a:pathLst>
                <a:path w="402" h="351" extrusionOk="0">
                  <a:moveTo>
                    <a:pt x="17" y="0"/>
                  </a:moveTo>
                  <a:lnTo>
                    <a:pt x="0" y="17"/>
                  </a:lnTo>
                  <a:cubicBezTo>
                    <a:pt x="0" y="17"/>
                    <a:pt x="14" y="351"/>
                    <a:pt x="159" y="351"/>
                  </a:cubicBezTo>
                  <a:cubicBezTo>
                    <a:pt x="177" y="351"/>
                    <a:pt x="196" y="346"/>
                    <a:pt x="218" y="335"/>
                  </a:cubicBezTo>
                  <a:cubicBezTo>
                    <a:pt x="402" y="201"/>
                    <a:pt x="235" y="118"/>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2" name="Google Shape;7772;p18"/>
            <p:cNvSpPr/>
            <p:nvPr/>
          </p:nvSpPr>
          <p:spPr>
            <a:xfrm>
              <a:off x="1782325" y="1608175"/>
              <a:ext cx="9225" cy="8075"/>
            </a:xfrm>
            <a:custGeom>
              <a:avLst/>
              <a:gdLst/>
              <a:ahLst/>
              <a:cxnLst/>
              <a:rect l="l" t="t" r="r" b="b"/>
              <a:pathLst>
                <a:path w="369" h="323" extrusionOk="0">
                  <a:moveTo>
                    <a:pt x="17" y="0"/>
                  </a:moveTo>
                  <a:lnTo>
                    <a:pt x="0" y="17"/>
                  </a:lnTo>
                  <a:cubicBezTo>
                    <a:pt x="0" y="17"/>
                    <a:pt x="13" y="323"/>
                    <a:pt x="139" y="323"/>
                  </a:cubicBezTo>
                  <a:cubicBezTo>
                    <a:pt x="157" y="323"/>
                    <a:pt x="178" y="316"/>
                    <a:pt x="201" y="301"/>
                  </a:cubicBezTo>
                  <a:cubicBezTo>
                    <a:pt x="369" y="201"/>
                    <a:pt x="201" y="117"/>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3" name="Google Shape;7773;p18"/>
            <p:cNvSpPr/>
            <p:nvPr/>
          </p:nvSpPr>
          <p:spPr>
            <a:xfrm>
              <a:off x="1791100" y="1600300"/>
              <a:ext cx="7425" cy="6025"/>
            </a:xfrm>
            <a:custGeom>
              <a:avLst/>
              <a:gdLst/>
              <a:ahLst/>
              <a:cxnLst/>
              <a:rect l="l" t="t" r="r" b="b"/>
              <a:pathLst>
                <a:path w="297" h="241" extrusionOk="0">
                  <a:moveTo>
                    <a:pt x="163" y="1"/>
                  </a:moveTo>
                  <a:cubicBezTo>
                    <a:pt x="118" y="1"/>
                    <a:pt x="62" y="8"/>
                    <a:pt x="1" y="14"/>
                  </a:cubicBezTo>
                  <a:lnTo>
                    <a:pt x="1" y="64"/>
                  </a:lnTo>
                  <a:cubicBezTo>
                    <a:pt x="1" y="64"/>
                    <a:pt x="122" y="241"/>
                    <a:pt x="197" y="241"/>
                  </a:cubicBezTo>
                  <a:cubicBezTo>
                    <a:pt x="223" y="241"/>
                    <a:pt x="243" y="220"/>
                    <a:pt x="252" y="164"/>
                  </a:cubicBezTo>
                  <a:cubicBezTo>
                    <a:pt x="297" y="30"/>
                    <a:pt x="252" y="1"/>
                    <a:pt x="1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4" name="Google Shape;7774;p18"/>
            <p:cNvSpPr/>
            <p:nvPr/>
          </p:nvSpPr>
          <p:spPr>
            <a:xfrm>
              <a:off x="1720400" y="1601700"/>
              <a:ext cx="11300" cy="6500"/>
            </a:xfrm>
            <a:custGeom>
              <a:avLst/>
              <a:gdLst/>
              <a:ahLst/>
              <a:cxnLst/>
              <a:rect l="l" t="t" r="r" b="b"/>
              <a:pathLst>
                <a:path w="452" h="260" extrusionOk="0">
                  <a:moveTo>
                    <a:pt x="192" y="0"/>
                  </a:moveTo>
                  <a:cubicBezTo>
                    <a:pt x="166" y="0"/>
                    <a:pt x="142" y="13"/>
                    <a:pt x="117" y="41"/>
                  </a:cubicBezTo>
                  <a:cubicBezTo>
                    <a:pt x="0" y="142"/>
                    <a:pt x="418" y="259"/>
                    <a:pt x="418" y="259"/>
                  </a:cubicBezTo>
                  <a:lnTo>
                    <a:pt x="452" y="259"/>
                  </a:lnTo>
                  <a:cubicBezTo>
                    <a:pt x="351" y="120"/>
                    <a:pt x="269" y="0"/>
                    <a:pt x="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5" name="Google Shape;7775;p18"/>
            <p:cNvSpPr/>
            <p:nvPr/>
          </p:nvSpPr>
          <p:spPr>
            <a:xfrm>
              <a:off x="1727500" y="1595275"/>
              <a:ext cx="11750" cy="7050"/>
            </a:xfrm>
            <a:custGeom>
              <a:avLst/>
              <a:gdLst/>
              <a:ahLst/>
              <a:cxnLst/>
              <a:rect l="l" t="t" r="r" b="b"/>
              <a:pathLst>
                <a:path w="470" h="282" extrusionOk="0">
                  <a:moveTo>
                    <a:pt x="298" y="0"/>
                  </a:moveTo>
                  <a:cubicBezTo>
                    <a:pt x="271" y="0"/>
                    <a:pt x="240" y="10"/>
                    <a:pt x="201" y="31"/>
                  </a:cubicBezTo>
                  <a:cubicBezTo>
                    <a:pt x="1" y="98"/>
                    <a:pt x="436" y="282"/>
                    <a:pt x="436" y="282"/>
                  </a:cubicBezTo>
                  <a:lnTo>
                    <a:pt x="469" y="282"/>
                  </a:lnTo>
                  <a:cubicBezTo>
                    <a:pt x="429" y="136"/>
                    <a:pt x="400"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6" name="Google Shape;7776;p18"/>
            <p:cNvSpPr/>
            <p:nvPr/>
          </p:nvSpPr>
          <p:spPr>
            <a:xfrm>
              <a:off x="1739225" y="1586900"/>
              <a:ext cx="12150" cy="7475"/>
            </a:xfrm>
            <a:custGeom>
              <a:avLst/>
              <a:gdLst/>
              <a:ahLst/>
              <a:cxnLst/>
              <a:rect l="l" t="t" r="r" b="b"/>
              <a:pathLst>
                <a:path w="486" h="299" extrusionOk="0">
                  <a:moveTo>
                    <a:pt x="322" y="1"/>
                  </a:moveTo>
                  <a:cubicBezTo>
                    <a:pt x="294" y="1"/>
                    <a:pt x="259" y="10"/>
                    <a:pt x="218" y="31"/>
                  </a:cubicBezTo>
                  <a:cubicBezTo>
                    <a:pt x="0" y="115"/>
                    <a:pt x="452" y="299"/>
                    <a:pt x="452" y="299"/>
                  </a:cubicBezTo>
                  <a:lnTo>
                    <a:pt x="486" y="299"/>
                  </a:lnTo>
                  <a:cubicBezTo>
                    <a:pt x="459" y="139"/>
                    <a:pt x="433" y="1"/>
                    <a:pt x="3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7" name="Google Shape;7777;p18"/>
            <p:cNvSpPr/>
            <p:nvPr/>
          </p:nvSpPr>
          <p:spPr>
            <a:xfrm>
              <a:off x="1756275" y="1582825"/>
              <a:ext cx="13100" cy="7375"/>
            </a:xfrm>
            <a:custGeom>
              <a:avLst/>
              <a:gdLst/>
              <a:ahLst/>
              <a:cxnLst/>
              <a:rect l="l" t="t" r="r" b="b"/>
              <a:pathLst>
                <a:path w="524" h="295" extrusionOk="0">
                  <a:moveTo>
                    <a:pt x="174" y="1"/>
                  </a:moveTo>
                  <a:cubicBezTo>
                    <a:pt x="1" y="1"/>
                    <a:pt x="222" y="278"/>
                    <a:pt x="222" y="278"/>
                  </a:cubicBezTo>
                  <a:lnTo>
                    <a:pt x="272" y="294"/>
                  </a:lnTo>
                  <a:cubicBezTo>
                    <a:pt x="390" y="160"/>
                    <a:pt x="523" y="43"/>
                    <a:pt x="239" y="10"/>
                  </a:cubicBezTo>
                  <a:cubicBezTo>
                    <a:pt x="213" y="4"/>
                    <a:pt x="192"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8" name="Google Shape;7778;p18"/>
            <p:cNvSpPr/>
            <p:nvPr/>
          </p:nvSpPr>
          <p:spPr>
            <a:xfrm>
              <a:off x="1682725" y="1459600"/>
              <a:ext cx="41875" cy="61975"/>
            </a:xfrm>
            <a:custGeom>
              <a:avLst/>
              <a:gdLst/>
              <a:ahLst/>
              <a:cxnLst/>
              <a:rect l="l" t="t" r="r" b="b"/>
              <a:pathLst>
                <a:path w="1675" h="2479" extrusionOk="0">
                  <a:moveTo>
                    <a:pt x="536" y="1"/>
                  </a:moveTo>
                  <a:lnTo>
                    <a:pt x="151" y="34"/>
                  </a:lnTo>
                  <a:cubicBezTo>
                    <a:pt x="1" y="2026"/>
                    <a:pt x="888" y="2478"/>
                    <a:pt x="888" y="2478"/>
                  </a:cubicBezTo>
                  <a:lnTo>
                    <a:pt x="1674" y="2009"/>
                  </a:lnTo>
                  <a:cubicBezTo>
                    <a:pt x="1674" y="1993"/>
                    <a:pt x="536" y="1156"/>
                    <a:pt x="5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9" name="Google Shape;7779;p18"/>
            <p:cNvSpPr/>
            <p:nvPr/>
          </p:nvSpPr>
          <p:spPr>
            <a:xfrm>
              <a:off x="2134250" y="1484075"/>
              <a:ext cx="64050" cy="18250"/>
            </a:xfrm>
            <a:custGeom>
              <a:avLst/>
              <a:gdLst/>
              <a:ahLst/>
              <a:cxnLst/>
              <a:rect l="l" t="t" r="r" b="b"/>
              <a:pathLst>
                <a:path w="2562" h="730" extrusionOk="0">
                  <a:moveTo>
                    <a:pt x="828" y="0"/>
                  </a:moveTo>
                  <a:cubicBezTo>
                    <a:pt x="393" y="0"/>
                    <a:pt x="185" y="93"/>
                    <a:pt x="185" y="93"/>
                  </a:cubicBezTo>
                  <a:lnTo>
                    <a:pt x="0" y="729"/>
                  </a:lnTo>
                  <a:cubicBezTo>
                    <a:pt x="0" y="729"/>
                    <a:pt x="673" y="494"/>
                    <a:pt x="1459" y="494"/>
                  </a:cubicBezTo>
                  <a:cubicBezTo>
                    <a:pt x="1781" y="494"/>
                    <a:pt x="2123" y="533"/>
                    <a:pt x="2444" y="645"/>
                  </a:cubicBezTo>
                  <a:lnTo>
                    <a:pt x="2561" y="361"/>
                  </a:lnTo>
                  <a:cubicBezTo>
                    <a:pt x="1792" y="75"/>
                    <a:pt x="1219" y="0"/>
                    <a:pt x="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0" name="Google Shape;7780;p18"/>
            <p:cNvSpPr/>
            <p:nvPr/>
          </p:nvSpPr>
          <p:spPr>
            <a:xfrm>
              <a:off x="1988200" y="1342075"/>
              <a:ext cx="37700" cy="10850"/>
            </a:xfrm>
            <a:custGeom>
              <a:avLst/>
              <a:gdLst/>
              <a:ahLst/>
              <a:cxnLst/>
              <a:rect l="l" t="t" r="r" b="b"/>
              <a:pathLst>
                <a:path w="1508" h="434" extrusionOk="0">
                  <a:moveTo>
                    <a:pt x="471" y="0"/>
                  </a:moveTo>
                  <a:cubicBezTo>
                    <a:pt x="232" y="0"/>
                    <a:pt x="118" y="49"/>
                    <a:pt x="118" y="49"/>
                  </a:cubicBezTo>
                  <a:lnTo>
                    <a:pt x="1" y="434"/>
                  </a:lnTo>
                  <a:cubicBezTo>
                    <a:pt x="1" y="434"/>
                    <a:pt x="384" y="283"/>
                    <a:pt x="851" y="283"/>
                  </a:cubicBezTo>
                  <a:cubicBezTo>
                    <a:pt x="1046" y="283"/>
                    <a:pt x="1255" y="309"/>
                    <a:pt x="1457" y="383"/>
                  </a:cubicBezTo>
                  <a:lnTo>
                    <a:pt x="1507" y="216"/>
                  </a:lnTo>
                  <a:cubicBezTo>
                    <a:pt x="1041" y="44"/>
                    <a:pt x="699" y="0"/>
                    <a:pt x="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1" name="Google Shape;7781;p18"/>
            <p:cNvSpPr/>
            <p:nvPr/>
          </p:nvSpPr>
          <p:spPr>
            <a:xfrm>
              <a:off x="2180700" y="1351225"/>
              <a:ext cx="27225" cy="20525"/>
            </a:xfrm>
            <a:custGeom>
              <a:avLst/>
              <a:gdLst/>
              <a:ahLst/>
              <a:cxnLst/>
              <a:rect l="l" t="t" r="r" b="b"/>
              <a:pathLst>
                <a:path w="1089" h="821" extrusionOk="0">
                  <a:moveTo>
                    <a:pt x="335" y="1"/>
                  </a:moveTo>
                  <a:lnTo>
                    <a:pt x="0" y="17"/>
                  </a:lnTo>
                  <a:cubicBezTo>
                    <a:pt x="34" y="17"/>
                    <a:pt x="670" y="402"/>
                    <a:pt x="787" y="821"/>
                  </a:cubicBezTo>
                  <a:lnTo>
                    <a:pt x="1088" y="804"/>
                  </a:lnTo>
                  <a:cubicBezTo>
                    <a:pt x="971" y="168"/>
                    <a:pt x="335" y="1"/>
                    <a:pt x="3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2" name="Google Shape;7782;p18"/>
            <p:cNvSpPr/>
            <p:nvPr/>
          </p:nvSpPr>
          <p:spPr>
            <a:xfrm>
              <a:off x="2362300" y="1540800"/>
              <a:ext cx="32675" cy="20950"/>
            </a:xfrm>
            <a:custGeom>
              <a:avLst/>
              <a:gdLst/>
              <a:ahLst/>
              <a:cxnLst/>
              <a:rect l="l" t="t" r="r" b="b"/>
              <a:pathLst>
                <a:path w="1307" h="838" extrusionOk="0">
                  <a:moveTo>
                    <a:pt x="905" y="0"/>
                  </a:moveTo>
                  <a:cubicBezTo>
                    <a:pt x="905" y="0"/>
                    <a:pt x="152" y="184"/>
                    <a:pt x="1" y="804"/>
                  </a:cubicBezTo>
                  <a:lnTo>
                    <a:pt x="386" y="837"/>
                  </a:lnTo>
                  <a:cubicBezTo>
                    <a:pt x="486" y="419"/>
                    <a:pt x="1307" y="34"/>
                    <a:pt x="1307" y="17"/>
                  </a:cubicBezTo>
                  <a:lnTo>
                    <a:pt x="905" y="0"/>
                  </a:lnTo>
                  <a:close/>
                </a:path>
              </a:pathLst>
            </a:custGeom>
            <a:solidFill>
              <a:srgbClr val="B2AA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3" name="Google Shape;7783;p18"/>
            <p:cNvSpPr/>
            <p:nvPr/>
          </p:nvSpPr>
          <p:spPr>
            <a:xfrm>
              <a:off x="1834200" y="1671775"/>
              <a:ext cx="63225" cy="31450"/>
            </a:xfrm>
            <a:custGeom>
              <a:avLst/>
              <a:gdLst/>
              <a:ahLst/>
              <a:cxnLst/>
              <a:rect l="l" t="t" r="r" b="b"/>
              <a:pathLst>
                <a:path w="2529" h="1258" extrusionOk="0">
                  <a:moveTo>
                    <a:pt x="202" y="0"/>
                  </a:moveTo>
                  <a:lnTo>
                    <a:pt x="1" y="251"/>
                  </a:lnTo>
                  <a:cubicBezTo>
                    <a:pt x="1161" y="1194"/>
                    <a:pt x="1920" y="1257"/>
                    <a:pt x="2101" y="1257"/>
                  </a:cubicBezTo>
                  <a:cubicBezTo>
                    <a:pt x="2129" y="1257"/>
                    <a:pt x="2143" y="1256"/>
                    <a:pt x="2143" y="1256"/>
                  </a:cubicBezTo>
                  <a:lnTo>
                    <a:pt x="2528" y="703"/>
                  </a:lnTo>
                  <a:cubicBezTo>
                    <a:pt x="2528" y="687"/>
                    <a:pt x="1122" y="737"/>
                    <a:pt x="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4" name="Google Shape;7784;p18"/>
            <p:cNvSpPr/>
            <p:nvPr/>
          </p:nvSpPr>
          <p:spPr>
            <a:xfrm>
              <a:off x="2230500" y="1402750"/>
              <a:ext cx="46475" cy="29125"/>
            </a:xfrm>
            <a:custGeom>
              <a:avLst/>
              <a:gdLst/>
              <a:ahLst/>
              <a:cxnLst/>
              <a:rect l="l" t="t" r="r" b="b"/>
              <a:pathLst>
                <a:path w="1859" h="1165" extrusionOk="0">
                  <a:moveTo>
                    <a:pt x="1040" y="191"/>
                  </a:moveTo>
                  <a:cubicBezTo>
                    <a:pt x="1211" y="191"/>
                    <a:pt x="1375" y="257"/>
                    <a:pt x="1473" y="367"/>
                  </a:cubicBezTo>
                  <a:cubicBezTo>
                    <a:pt x="1590" y="534"/>
                    <a:pt x="1507" y="768"/>
                    <a:pt x="1272" y="869"/>
                  </a:cubicBezTo>
                  <a:cubicBezTo>
                    <a:pt x="1185" y="904"/>
                    <a:pt x="1094" y="920"/>
                    <a:pt x="1006" y="920"/>
                  </a:cubicBezTo>
                  <a:cubicBezTo>
                    <a:pt x="840" y="920"/>
                    <a:pt x="685" y="861"/>
                    <a:pt x="586" y="752"/>
                  </a:cubicBezTo>
                  <a:cubicBezTo>
                    <a:pt x="436" y="584"/>
                    <a:pt x="519" y="350"/>
                    <a:pt x="770" y="249"/>
                  </a:cubicBezTo>
                  <a:cubicBezTo>
                    <a:pt x="857" y="209"/>
                    <a:pt x="950" y="191"/>
                    <a:pt x="1040" y="191"/>
                  </a:cubicBezTo>
                  <a:close/>
                  <a:moveTo>
                    <a:pt x="940" y="0"/>
                  </a:moveTo>
                  <a:cubicBezTo>
                    <a:pt x="798" y="0"/>
                    <a:pt x="653" y="26"/>
                    <a:pt x="519" y="82"/>
                  </a:cubicBezTo>
                  <a:cubicBezTo>
                    <a:pt x="134" y="249"/>
                    <a:pt x="0" y="601"/>
                    <a:pt x="235" y="869"/>
                  </a:cubicBezTo>
                  <a:cubicBezTo>
                    <a:pt x="395" y="1051"/>
                    <a:pt x="663" y="1164"/>
                    <a:pt x="946" y="1164"/>
                  </a:cubicBezTo>
                  <a:cubicBezTo>
                    <a:pt x="1077" y="1164"/>
                    <a:pt x="1212" y="1140"/>
                    <a:pt x="1339" y="1086"/>
                  </a:cubicBezTo>
                  <a:cubicBezTo>
                    <a:pt x="1741" y="919"/>
                    <a:pt x="1858" y="551"/>
                    <a:pt x="1641" y="283"/>
                  </a:cubicBezTo>
                  <a:cubicBezTo>
                    <a:pt x="1496" y="104"/>
                    <a:pt x="1224" y="0"/>
                    <a:pt x="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5" name="Google Shape;7785;p18"/>
            <p:cNvSpPr/>
            <p:nvPr/>
          </p:nvSpPr>
          <p:spPr>
            <a:xfrm>
              <a:off x="2255600" y="1583300"/>
              <a:ext cx="46475" cy="29000"/>
            </a:xfrm>
            <a:custGeom>
              <a:avLst/>
              <a:gdLst/>
              <a:ahLst/>
              <a:cxnLst/>
              <a:rect l="l" t="t" r="r" b="b"/>
              <a:pathLst>
                <a:path w="1859" h="1160" extrusionOk="0">
                  <a:moveTo>
                    <a:pt x="1024" y="190"/>
                  </a:moveTo>
                  <a:cubicBezTo>
                    <a:pt x="1194" y="190"/>
                    <a:pt x="1353" y="250"/>
                    <a:pt x="1440" y="359"/>
                  </a:cubicBezTo>
                  <a:cubicBezTo>
                    <a:pt x="1591" y="526"/>
                    <a:pt x="1507" y="761"/>
                    <a:pt x="1256" y="861"/>
                  </a:cubicBezTo>
                  <a:cubicBezTo>
                    <a:pt x="1169" y="902"/>
                    <a:pt x="1079" y="920"/>
                    <a:pt x="991" y="920"/>
                  </a:cubicBezTo>
                  <a:cubicBezTo>
                    <a:pt x="824" y="920"/>
                    <a:pt x="668" y="854"/>
                    <a:pt x="570" y="744"/>
                  </a:cubicBezTo>
                  <a:cubicBezTo>
                    <a:pt x="419" y="577"/>
                    <a:pt x="503" y="342"/>
                    <a:pt x="754" y="242"/>
                  </a:cubicBezTo>
                  <a:cubicBezTo>
                    <a:pt x="841" y="207"/>
                    <a:pt x="934" y="190"/>
                    <a:pt x="1024" y="190"/>
                  </a:cubicBezTo>
                  <a:close/>
                  <a:moveTo>
                    <a:pt x="929" y="0"/>
                  </a:moveTo>
                  <a:cubicBezTo>
                    <a:pt x="789" y="0"/>
                    <a:pt x="648" y="24"/>
                    <a:pt x="520" y="74"/>
                  </a:cubicBezTo>
                  <a:cubicBezTo>
                    <a:pt x="135" y="242"/>
                    <a:pt x="1" y="593"/>
                    <a:pt x="235" y="861"/>
                  </a:cubicBezTo>
                  <a:cubicBezTo>
                    <a:pt x="392" y="1052"/>
                    <a:pt x="655" y="1160"/>
                    <a:pt x="932" y="1160"/>
                  </a:cubicBezTo>
                  <a:cubicBezTo>
                    <a:pt x="1068" y="1160"/>
                    <a:pt x="1207" y="1134"/>
                    <a:pt x="1340" y="1079"/>
                  </a:cubicBezTo>
                  <a:cubicBezTo>
                    <a:pt x="1741" y="911"/>
                    <a:pt x="1859" y="560"/>
                    <a:pt x="1641" y="275"/>
                  </a:cubicBezTo>
                  <a:cubicBezTo>
                    <a:pt x="1485" y="97"/>
                    <a:pt x="1210"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6" name="Google Shape;7786;p18"/>
            <p:cNvSpPr/>
            <p:nvPr/>
          </p:nvSpPr>
          <p:spPr>
            <a:xfrm>
              <a:off x="1904100" y="1625425"/>
              <a:ext cx="46050" cy="28350"/>
            </a:xfrm>
            <a:custGeom>
              <a:avLst/>
              <a:gdLst/>
              <a:ahLst/>
              <a:cxnLst/>
              <a:rect l="l" t="t" r="r" b="b"/>
              <a:pathLst>
                <a:path w="1842" h="1134" extrusionOk="0">
                  <a:moveTo>
                    <a:pt x="1116" y="167"/>
                  </a:moveTo>
                  <a:cubicBezTo>
                    <a:pt x="1257" y="167"/>
                    <a:pt x="1388" y="210"/>
                    <a:pt x="1456" y="298"/>
                  </a:cubicBezTo>
                  <a:cubicBezTo>
                    <a:pt x="1590" y="432"/>
                    <a:pt x="1523" y="649"/>
                    <a:pt x="1306" y="766"/>
                  </a:cubicBezTo>
                  <a:cubicBezTo>
                    <a:pt x="1203" y="825"/>
                    <a:pt x="1081" y="852"/>
                    <a:pt x="965" y="852"/>
                  </a:cubicBezTo>
                  <a:cubicBezTo>
                    <a:pt x="817" y="852"/>
                    <a:pt x="678" y="808"/>
                    <a:pt x="603" y="733"/>
                  </a:cubicBezTo>
                  <a:cubicBezTo>
                    <a:pt x="486" y="565"/>
                    <a:pt x="569" y="348"/>
                    <a:pt x="820" y="231"/>
                  </a:cubicBezTo>
                  <a:cubicBezTo>
                    <a:pt x="911" y="189"/>
                    <a:pt x="1016" y="167"/>
                    <a:pt x="1116" y="167"/>
                  </a:cubicBezTo>
                  <a:close/>
                  <a:moveTo>
                    <a:pt x="1035" y="1"/>
                  </a:moveTo>
                  <a:cubicBezTo>
                    <a:pt x="883" y="1"/>
                    <a:pt x="725" y="30"/>
                    <a:pt x="586" y="97"/>
                  </a:cubicBezTo>
                  <a:cubicBezTo>
                    <a:pt x="184" y="281"/>
                    <a:pt x="0" y="649"/>
                    <a:pt x="235" y="917"/>
                  </a:cubicBezTo>
                  <a:cubicBezTo>
                    <a:pt x="362" y="1062"/>
                    <a:pt x="573" y="1134"/>
                    <a:pt x="804" y="1134"/>
                  </a:cubicBezTo>
                  <a:cubicBezTo>
                    <a:pt x="998" y="1134"/>
                    <a:pt x="1206" y="1083"/>
                    <a:pt x="1390" y="984"/>
                  </a:cubicBezTo>
                  <a:cubicBezTo>
                    <a:pt x="1741" y="766"/>
                    <a:pt x="1841" y="415"/>
                    <a:pt x="1607" y="180"/>
                  </a:cubicBezTo>
                  <a:cubicBezTo>
                    <a:pt x="1486" y="69"/>
                    <a:pt x="1267" y="1"/>
                    <a:pt x="10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7" name="Google Shape;7787;p18"/>
            <p:cNvSpPr/>
            <p:nvPr/>
          </p:nvSpPr>
          <p:spPr>
            <a:xfrm>
              <a:off x="1715775" y="1454800"/>
              <a:ext cx="36850" cy="26625"/>
            </a:xfrm>
            <a:custGeom>
              <a:avLst/>
              <a:gdLst/>
              <a:ahLst/>
              <a:cxnLst/>
              <a:rect l="l" t="t" r="r" b="b"/>
              <a:pathLst>
                <a:path w="1474" h="1065" extrusionOk="0">
                  <a:moveTo>
                    <a:pt x="622" y="100"/>
                  </a:moveTo>
                  <a:cubicBezTo>
                    <a:pt x="769" y="100"/>
                    <a:pt x="919" y="166"/>
                    <a:pt x="1005" y="277"/>
                  </a:cubicBezTo>
                  <a:cubicBezTo>
                    <a:pt x="1139" y="444"/>
                    <a:pt x="1089" y="628"/>
                    <a:pt x="905" y="712"/>
                  </a:cubicBezTo>
                  <a:cubicBezTo>
                    <a:pt x="855" y="734"/>
                    <a:pt x="801" y="745"/>
                    <a:pt x="746" y="745"/>
                  </a:cubicBezTo>
                  <a:cubicBezTo>
                    <a:pt x="595" y="745"/>
                    <a:pt x="434" y="667"/>
                    <a:pt x="336" y="544"/>
                  </a:cubicBezTo>
                  <a:cubicBezTo>
                    <a:pt x="235" y="394"/>
                    <a:pt x="302" y="210"/>
                    <a:pt x="470" y="126"/>
                  </a:cubicBezTo>
                  <a:cubicBezTo>
                    <a:pt x="518" y="108"/>
                    <a:pt x="570" y="100"/>
                    <a:pt x="622" y="100"/>
                  </a:cubicBezTo>
                  <a:close/>
                  <a:moveTo>
                    <a:pt x="652" y="1"/>
                  </a:moveTo>
                  <a:cubicBezTo>
                    <a:pt x="566" y="1"/>
                    <a:pt x="481" y="14"/>
                    <a:pt x="403" y="42"/>
                  </a:cubicBezTo>
                  <a:cubicBezTo>
                    <a:pt x="101" y="143"/>
                    <a:pt x="1" y="444"/>
                    <a:pt x="168" y="712"/>
                  </a:cubicBezTo>
                  <a:cubicBezTo>
                    <a:pt x="304" y="934"/>
                    <a:pt x="567" y="1065"/>
                    <a:pt x="830" y="1065"/>
                  </a:cubicBezTo>
                  <a:cubicBezTo>
                    <a:pt x="924" y="1065"/>
                    <a:pt x="1018" y="1048"/>
                    <a:pt x="1106" y="1013"/>
                  </a:cubicBezTo>
                  <a:cubicBezTo>
                    <a:pt x="1424" y="862"/>
                    <a:pt x="1474" y="528"/>
                    <a:pt x="1256" y="277"/>
                  </a:cubicBezTo>
                  <a:cubicBezTo>
                    <a:pt x="1111" y="95"/>
                    <a:pt x="878"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8" name="Google Shape;7788;p18"/>
            <p:cNvSpPr/>
            <p:nvPr/>
          </p:nvSpPr>
          <p:spPr>
            <a:xfrm>
              <a:off x="1952225" y="1364175"/>
              <a:ext cx="44375" cy="25450"/>
            </a:xfrm>
            <a:custGeom>
              <a:avLst/>
              <a:gdLst/>
              <a:ahLst/>
              <a:cxnLst/>
              <a:rect l="l" t="t" r="r" b="b"/>
              <a:pathLst>
                <a:path w="1775" h="1018" extrusionOk="0">
                  <a:moveTo>
                    <a:pt x="726" y="113"/>
                  </a:moveTo>
                  <a:cubicBezTo>
                    <a:pt x="921" y="113"/>
                    <a:pt x="1169" y="222"/>
                    <a:pt x="1272" y="370"/>
                  </a:cubicBezTo>
                  <a:cubicBezTo>
                    <a:pt x="1406" y="554"/>
                    <a:pt x="1339" y="721"/>
                    <a:pt x="1088" y="738"/>
                  </a:cubicBezTo>
                  <a:cubicBezTo>
                    <a:pt x="1052" y="745"/>
                    <a:pt x="1015" y="749"/>
                    <a:pt x="977" y="749"/>
                  </a:cubicBezTo>
                  <a:cubicBezTo>
                    <a:pt x="754" y="749"/>
                    <a:pt x="519" y="628"/>
                    <a:pt x="419" y="470"/>
                  </a:cubicBezTo>
                  <a:cubicBezTo>
                    <a:pt x="301" y="303"/>
                    <a:pt x="402" y="152"/>
                    <a:pt x="653" y="119"/>
                  </a:cubicBezTo>
                  <a:cubicBezTo>
                    <a:pt x="676" y="115"/>
                    <a:pt x="701" y="113"/>
                    <a:pt x="726" y="113"/>
                  </a:cubicBezTo>
                  <a:close/>
                  <a:moveTo>
                    <a:pt x="573" y="0"/>
                  </a:moveTo>
                  <a:cubicBezTo>
                    <a:pt x="555" y="0"/>
                    <a:pt x="537" y="1"/>
                    <a:pt x="519" y="1"/>
                  </a:cubicBezTo>
                  <a:cubicBezTo>
                    <a:pt x="168" y="52"/>
                    <a:pt x="0" y="286"/>
                    <a:pt x="168" y="554"/>
                  </a:cubicBezTo>
                  <a:cubicBezTo>
                    <a:pt x="330" y="805"/>
                    <a:pt x="741" y="1017"/>
                    <a:pt x="1123" y="1017"/>
                  </a:cubicBezTo>
                  <a:cubicBezTo>
                    <a:pt x="1173" y="1017"/>
                    <a:pt x="1223" y="1014"/>
                    <a:pt x="1272" y="1006"/>
                  </a:cubicBezTo>
                  <a:cubicBezTo>
                    <a:pt x="1674" y="972"/>
                    <a:pt x="1774" y="671"/>
                    <a:pt x="1557" y="403"/>
                  </a:cubicBezTo>
                  <a:cubicBezTo>
                    <a:pt x="1349" y="164"/>
                    <a:pt x="944" y="0"/>
                    <a:pt x="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9" name="Google Shape;7789;p18"/>
            <p:cNvSpPr/>
            <p:nvPr/>
          </p:nvSpPr>
          <p:spPr>
            <a:xfrm>
              <a:off x="1782325" y="1477100"/>
              <a:ext cx="98775" cy="60375"/>
            </a:xfrm>
            <a:custGeom>
              <a:avLst/>
              <a:gdLst/>
              <a:ahLst/>
              <a:cxnLst/>
              <a:rect l="l" t="t" r="r" b="b"/>
              <a:pathLst>
                <a:path w="3951" h="2415" extrusionOk="0">
                  <a:moveTo>
                    <a:pt x="1951" y="152"/>
                  </a:moveTo>
                  <a:cubicBezTo>
                    <a:pt x="1993" y="152"/>
                    <a:pt x="2034" y="153"/>
                    <a:pt x="2076" y="155"/>
                  </a:cubicBezTo>
                  <a:cubicBezTo>
                    <a:pt x="2294" y="171"/>
                    <a:pt x="2528" y="221"/>
                    <a:pt x="2712" y="288"/>
                  </a:cubicBezTo>
                  <a:cubicBezTo>
                    <a:pt x="2494" y="221"/>
                    <a:pt x="2243" y="205"/>
                    <a:pt x="1959" y="205"/>
                  </a:cubicBezTo>
                  <a:cubicBezTo>
                    <a:pt x="1524" y="205"/>
                    <a:pt x="1122" y="288"/>
                    <a:pt x="821" y="406"/>
                  </a:cubicBezTo>
                  <a:cubicBezTo>
                    <a:pt x="1097" y="237"/>
                    <a:pt x="1499" y="152"/>
                    <a:pt x="1951" y="152"/>
                  </a:cubicBezTo>
                  <a:close/>
                  <a:moveTo>
                    <a:pt x="2016" y="338"/>
                  </a:moveTo>
                  <a:cubicBezTo>
                    <a:pt x="2828" y="338"/>
                    <a:pt x="3501" y="684"/>
                    <a:pt x="3599" y="1142"/>
                  </a:cubicBezTo>
                  <a:lnTo>
                    <a:pt x="3599" y="1176"/>
                  </a:lnTo>
                  <a:cubicBezTo>
                    <a:pt x="3536" y="1677"/>
                    <a:pt x="2857" y="2017"/>
                    <a:pt x="2029" y="2017"/>
                  </a:cubicBezTo>
                  <a:cubicBezTo>
                    <a:pt x="1973" y="2017"/>
                    <a:pt x="1916" y="2016"/>
                    <a:pt x="1858" y="2012"/>
                  </a:cubicBezTo>
                  <a:cubicBezTo>
                    <a:pt x="1072" y="1979"/>
                    <a:pt x="436" y="1628"/>
                    <a:pt x="335" y="1176"/>
                  </a:cubicBezTo>
                  <a:cubicBezTo>
                    <a:pt x="419" y="707"/>
                    <a:pt x="1105" y="339"/>
                    <a:pt x="1959" y="339"/>
                  </a:cubicBezTo>
                  <a:cubicBezTo>
                    <a:pt x="1978" y="338"/>
                    <a:pt x="1997" y="338"/>
                    <a:pt x="2016" y="338"/>
                  </a:cubicBezTo>
                  <a:close/>
                  <a:moveTo>
                    <a:pt x="1911" y="0"/>
                  </a:moveTo>
                  <a:cubicBezTo>
                    <a:pt x="896" y="0"/>
                    <a:pt x="64" y="436"/>
                    <a:pt x="0" y="1008"/>
                  </a:cubicBezTo>
                  <a:cubicBezTo>
                    <a:pt x="0" y="1075"/>
                    <a:pt x="0" y="1159"/>
                    <a:pt x="17" y="1226"/>
                  </a:cubicBezTo>
                  <a:lnTo>
                    <a:pt x="17" y="1309"/>
                  </a:lnTo>
                  <a:cubicBezTo>
                    <a:pt x="17" y="1912"/>
                    <a:pt x="904" y="2414"/>
                    <a:pt x="1992" y="2414"/>
                  </a:cubicBezTo>
                  <a:cubicBezTo>
                    <a:pt x="3080" y="2414"/>
                    <a:pt x="3951" y="1912"/>
                    <a:pt x="3951" y="1309"/>
                  </a:cubicBezTo>
                  <a:cubicBezTo>
                    <a:pt x="3934" y="1243"/>
                    <a:pt x="3917" y="1176"/>
                    <a:pt x="3917" y="1142"/>
                  </a:cubicBezTo>
                  <a:cubicBezTo>
                    <a:pt x="3884" y="556"/>
                    <a:pt x="3097" y="71"/>
                    <a:pt x="2076" y="4"/>
                  </a:cubicBezTo>
                  <a:cubicBezTo>
                    <a:pt x="2021" y="1"/>
                    <a:pt x="1966" y="0"/>
                    <a:pt x="19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0" name="Google Shape;7790;p18"/>
            <p:cNvSpPr/>
            <p:nvPr/>
          </p:nvSpPr>
          <p:spPr>
            <a:xfrm>
              <a:off x="1781900" y="1477175"/>
              <a:ext cx="98375" cy="55700"/>
            </a:xfrm>
            <a:custGeom>
              <a:avLst/>
              <a:gdLst/>
              <a:ahLst/>
              <a:cxnLst/>
              <a:rect l="l" t="t" r="r" b="b"/>
              <a:pathLst>
                <a:path w="3935" h="2228" extrusionOk="0">
                  <a:moveTo>
                    <a:pt x="1959" y="135"/>
                  </a:moveTo>
                  <a:cubicBezTo>
                    <a:pt x="2863" y="135"/>
                    <a:pt x="3616" y="553"/>
                    <a:pt x="3616" y="1072"/>
                  </a:cubicBezTo>
                  <a:cubicBezTo>
                    <a:pt x="3616" y="1591"/>
                    <a:pt x="2880" y="2009"/>
                    <a:pt x="1959" y="2009"/>
                  </a:cubicBezTo>
                  <a:cubicBezTo>
                    <a:pt x="1055" y="2009"/>
                    <a:pt x="302" y="1591"/>
                    <a:pt x="302" y="1072"/>
                  </a:cubicBezTo>
                  <a:cubicBezTo>
                    <a:pt x="302" y="553"/>
                    <a:pt x="1038" y="135"/>
                    <a:pt x="1959" y="135"/>
                  </a:cubicBezTo>
                  <a:close/>
                  <a:moveTo>
                    <a:pt x="1959" y="1"/>
                  </a:moveTo>
                  <a:cubicBezTo>
                    <a:pt x="871" y="1"/>
                    <a:pt x="1" y="503"/>
                    <a:pt x="1" y="1122"/>
                  </a:cubicBezTo>
                  <a:cubicBezTo>
                    <a:pt x="1" y="1725"/>
                    <a:pt x="871" y="2227"/>
                    <a:pt x="1959" y="2227"/>
                  </a:cubicBezTo>
                  <a:cubicBezTo>
                    <a:pt x="3047" y="2227"/>
                    <a:pt x="3934" y="1725"/>
                    <a:pt x="3934" y="1122"/>
                  </a:cubicBezTo>
                  <a:cubicBezTo>
                    <a:pt x="3901" y="486"/>
                    <a:pt x="3030" y="1"/>
                    <a:pt x="1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1" name="Google Shape;7791;p18"/>
            <p:cNvSpPr/>
            <p:nvPr/>
          </p:nvSpPr>
          <p:spPr>
            <a:xfrm>
              <a:off x="1779800" y="1472425"/>
              <a:ext cx="100875" cy="55925"/>
            </a:xfrm>
            <a:custGeom>
              <a:avLst/>
              <a:gdLst/>
              <a:ahLst/>
              <a:cxnLst/>
              <a:rect l="l" t="t" r="r" b="b"/>
              <a:pathLst>
                <a:path w="4035" h="2237" extrusionOk="0">
                  <a:moveTo>
                    <a:pt x="1962" y="153"/>
                  </a:moveTo>
                  <a:cubicBezTo>
                    <a:pt x="2017" y="153"/>
                    <a:pt x="2071" y="154"/>
                    <a:pt x="2127" y="157"/>
                  </a:cubicBezTo>
                  <a:cubicBezTo>
                    <a:pt x="3031" y="191"/>
                    <a:pt x="3717" y="660"/>
                    <a:pt x="3667" y="1178"/>
                  </a:cubicBezTo>
                  <a:cubicBezTo>
                    <a:pt x="3635" y="1651"/>
                    <a:pt x="2951" y="2020"/>
                    <a:pt x="2104" y="2020"/>
                  </a:cubicBezTo>
                  <a:cubicBezTo>
                    <a:pt x="2051" y="2020"/>
                    <a:pt x="1997" y="2018"/>
                    <a:pt x="1943" y="2015"/>
                  </a:cubicBezTo>
                  <a:cubicBezTo>
                    <a:pt x="1039" y="1982"/>
                    <a:pt x="352" y="1513"/>
                    <a:pt x="386" y="994"/>
                  </a:cubicBezTo>
                  <a:cubicBezTo>
                    <a:pt x="449" y="507"/>
                    <a:pt x="1131" y="153"/>
                    <a:pt x="1962" y="153"/>
                  </a:cubicBezTo>
                  <a:close/>
                  <a:moveTo>
                    <a:pt x="1920" y="0"/>
                  </a:moveTo>
                  <a:cubicBezTo>
                    <a:pt x="924" y="0"/>
                    <a:pt x="114" y="447"/>
                    <a:pt x="51" y="1011"/>
                  </a:cubicBezTo>
                  <a:cubicBezTo>
                    <a:pt x="1" y="1614"/>
                    <a:pt x="804" y="2166"/>
                    <a:pt x="1892" y="2233"/>
                  </a:cubicBezTo>
                  <a:cubicBezTo>
                    <a:pt x="1948" y="2236"/>
                    <a:pt x="2003" y="2237"/>
                    <a:pt x="2057" y="2237"/>
                  </a:cubicBezTo>
                  <a:cubicBezTo>
                    <a:pt x="3072" y="2237"/>
                    <a:pt x="3904" y="1801"/>
                    <a:pt x="3968" y="1229"/>
                  </a:cubicBezTo>
                  <a:cubicBezTo>
                    <a:pt x="4035" y="609"/>
                    <a:pt x="3215" y="74"/>
                    <a:pt x="2127" y="7"/>
                  </a:cubicBezTo>
                  <a:cubicBezTo>
                    <a:pt x="2057" y="2"/>
                    <a:pt x="1988" y="0"/>
                    <a:pt x="1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2" name="Google Shape;7792;p18"/>
            <p:cNvSpPr/>
            <p:nvPr/>
          </p:nvSpPr>
          <p:spPr>
            <a:xfrm>
              <a:off x="1927100" y="1545725"/>
              <a:ext cx="103825" cy="63475"/>
            </a:xfrm>
            <a:custGeom>
              <a:avLst/>
              <a:gdLst/>
              <a:ahLst/>
              <a:cxnLst/>
              <a:rect l="l" t="t" r="r" b="b"/>
              <a:pathLst>
                <a:path w="4153" h="2539" extrusionOk="0">
                  <a:moveTo>
                    <a:pt x="2381" y="149"/>
                  </a:moveTo>
                  <a:cubicBezTo>
                    <a:pt x="2432" y="149"/>
                    <a:pt x="2481" y="151"/>
                    <a:pt x="2528" y="155"/>
                  </a:cubicBezTo>
                  <a:cubicBezTo>
                    <a:pt x="2294" y="171"/>
                    <a:pt x="2026" y="222"/>
                    <a:pt x="1775" y="272"/>
                  </a:cubicBezTo>
                  <a:cubicBezTo>
                    <a:pt x="1357" y="406"/>
                    <a:pt x="1005" y="590"/>
                    <a:pt x="737" y="807"/>
                  </a:cubicBezTo>
                  <a:cubicBezTo>
                    <a:pt x="988" y="556"/>
                    <a:pt x="1407" y="322"/>
                    <a:pt x="1859" y="222"/>
                  </a:cubicBezTo>
                  <a:cubicBezTo>
                    <a:pt x="2038" y="170"/>
                    <a:pt x="2217" y="149"/>
                    <a:pt x="2381" y="149"/>
                  </a:cubicBezTo>
                  <a:close/>
                  <a:moveTo>
                    <a:pt x="2593" y="295"/>
                  </a:moveTo>
                  <a:cubicBezTo>
                    <a:pt x="3076" y="295"/>
                    <a:pt x="3469" y="452"/>
                    <a:pt x="3616" y="724"/>
                  </a:cubicBezTo>
                  <a:cubicBezTo>
                    <a:pt x="3616" y="740"/>
                    <a:pt x="3616" y="740"/>
                    <a:pt x="3633" y="757"/>
                  </a:cubicBezTo>
                  <a:cubicBezTo>
                    <a:pt x="3734" y="1259"/>
                    <a:pt x="3097" y="1845"/>
                    <a:pt x="2210" y="2063"/>
                  </a:cubicBezTo>
                  <a:cubicBezTo>
                    <a:pt x="1999" y="2113"/>
                    <a:pt x="1793" y="2137"/>
                    <a:pt x="1600" y="2137"/>
                  </a:cubicBezTo>
                  <a:cubicBezTo>
                    <a:pt x="1091" y="2137"/>
                    <a:pt x="678" y="1969"/>
                    <a:pt x="520" y="1678"/>
                  </a:cubicBezTo>
                  <a:cubicBezTo>
                    <a:pt x="453" y="1192"/>
                    <a:pt x="1039" y="657"/>
                    <a:pt x="1859" y="406"/>
                  </a:cubicBezTo>
                  <a:cubicBezTo>
                    <a:pt x="2113" y="330"/>
                    <a:pt x="2363" y="295"/>
                    <a:pt x="2593" y="295"/>
                  </a:cubicBezTo>
                  <a:close/>
                  <a:moveTo>
                    <a:pt x="2562" y="0"/>
                  </a:moveTo>
                  <a:cubicBezTo>
                    <a:pt x="2329" y="0"/>
                    <a:pt x="2080" y="28"/>
                    <a:pt x="1825" y="88"/>
                  </a:cubicBezTo>
                  <a:cubicBezTo>
                    <a:pt x="771" y="339"/>
                    <a:pt x="1" y="1025"/>
                    <a:pt x="101" y="1611"/>
                  </a:cubicBezTo>
                  <a:lnTo>
                    <a:pt x="168" y="1812"/>
                  </a:lnTo>
                  <a:cubicBezTo>
                    <a:pt x="168" y="1828"/>
                    <a:pt x="168" y="1845"/>
                    <a:pt x="185" y="1895"/>
                  </a:cubicBezTo>
                  <a:cubicBezTo>
                    <a:pt x="303" y="2309"/>
                    <a:pt x="829" y="2539"/>
                    <a:pt x="1498" y="2539"/>
                  </a:cubicBezTo>
                  <a:cubicBezTo>
                    <a:pt x="1778" y="2539"/>
                    <a:pt x="2083" y="2498"/>
                    <a:pt x="2394" y="2414"/>
                  </a:cubicBezTo>
                  <a:cubicBezTo>
                    <a:pt x="3449" y="2113"/>
                    <a:pt x="4152" y="1393"/>
                    <a:pt x="3985" y="807"/>
                  </a:cubicBezTo>
                  <a:cubicBezTo>
                    <a:pt x="3951" y="757"/>
                    <a:pt x="3934" y="690"/>
                    <a:pt x="3918" y="657"/>
                  </a:cubicBezTo>
                  <a:cubicBezTo>
                    <a:pt x="3793" y="244"/>
                    <a:pt x="3248" y="0"/>
                    <a:pt x="25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3" name="Google Shape;7793;p18"/>
            <p:cNvSpPr/>
            <p:nvPr/>
          </p:nvSpPr>
          <p:spPr>
            <a:xfrm>
              <a:off x="1924600" y="1545300"/>
              <a:ext cx="102550" cy="59725"/>
            </a:xfrm>
            <a:custGeom>
              <a:avLst/>
              <a:gdLst/>
              <a:ahLst/>
              <a:cxnLst/>
              <a:rect l="l" t="t" r="r" b="b"/>
              <a:pathLst>
                <a:path w="4102" h="2389" extrusionOk="0">
                  <a:moveTo>
                    <a:pt x="2537" y="144"/>
                  </a:moveTo>
                  <a:cubicBezTo>
                    <a:pt x="3086" y="144"/>
                    <a:pt x="3511" y="339"/>
                    <a:pt x="3616" y="691"/>
                  </a:cubicBezTo>
                  <a:cubicBezTo>
                    <a:pt x="3767" y="1193"/>
                    <a:pt x="3181" y="1795"/>
                    <a:pt x="2294" y="2046"/>
                  </a:cubicBezTo>
                  <a:cubicBezTo>
                    <a:pt x="2032" y="2122"/>
                    <a:pt x="1775" y="2158"/>
                    <a:pt x="1539" y="2158"/>
                  </a:cubicBezTo>
                  <a:cubicBezTo>
                    <a:pt x="991" y="2158"/>
                    <a:pt x="558" y="1962"/>
                    <a:pt x="452" y="1611"/>
                  </a:cubicBezTo>
                  <a:cubicBezTo>
                    <a:pt x="318" y="1109"/>
                    <a:pt x="904" y="506"/>
                    <a:pt x="1775" y="255"/>
                  </a:cubicBezTo>
                  <a:cubicBezTo>
                    <a:pt x="2041" y="180"/>
                    <a:pt x="2301" y="144"/>
                    <a:pt x="2537" y="144"/>
                  </a:cubicBezTo>
                  <a:close/>
                  <a:moveTo>
                    <a:pt x="2592" y="1"/>
                  </a:moveTo>
                  <a:cubicBezTo>
                    <a:pt x="2324" y="1"/>
                    <a:pt x="2035" y="40"/>
                    <a:pt x="1741" y="121"/>
                  </a:cubicBezTo>
                  <a:cubicBezTo>
                    <a:pt x="687" y="423"/>
                    <a:pt x="0" y="1159"/>
                    <a:pt x="168" y="1745"/>
                  </a:cubicBezTo>
                  <a:cubicBezTo>
                    <a:pt x="286" y="2158"/>
                    <a:pt x="812" y="2388"/>
                    <a:pt x="1475" y="2388"/>
                  </a:cubicBezTo>
                  <a:cubicBezTo>
                    <a:pt x="1753" y="2388"/>
                    <a:pt x="2054" y="2348"/>
                    <a:pt x="2361" y="2264"/>
                  </a:cubicBezTo>
                  <a:cubicBezTo>
                    <a:pt x="3415" y="1963"/>
                    <a:pt x="4101" y="1243"/>
                    <a:pt x="3934" y="657"/>
                  </a:cubicBezTo>
                  <a:cubicBezTo>
                    <a:pt x="3791" y="240"/>
                    <a:pt x="3257" y="1"/>
                    <a:pt x="25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4" name="Google Shape;7794;p18"/>
            <p:cNvSpPr/>
            <p:nvPr/>
          </p:nvSpPr>
          <p:spPr>
            <a:xfrm>
              <a:off x="1923350" y="1541550"/>
              <a:ext cx="101275" cy="58825"/>
            </a:xfrm>
            <a:custGeom>
              <a:avLst/>
              <a:gdLst/>
              <a:ahLst/>
              <a:cxnLst/>
              <a:rect l="l" t="t" r="r" b="b"/>
              <a:pathLst>
                <a:path w="4051" h="2353" extrusionOk="0">
                  <a:moveTo>
                    <a:pt x="2496" y="142"/>
                  </a:moveTo>
                  <a:cubicBezTo>
                    <a:pt x="3097" y="142"/>
                    <a:pt x="3569" y="378"/>
                    <a:pt x="3632" y="757"/>
                  </a:cubicBezTo>
                  <a:cubicBezTo>
                    <a:pt x="3733" y="1276"/>
                    <a:pt x="3080" y="1862"/>
                    <a:pt x="2210" y="2062"/>
                  </a:cubicBezTo>
                  <a:cubicBezTo>
                    <a:pt x="2002" y="2110"/>
                    <a:pt x="1799" y="2132"/>
                    <a:pt x="1610" y="2132"/>
                  </a:cubicBezTo>
                  <a:cubicBezTo>
                    <a:pt x="991" y="2132"/>
                    <a:pt x="512" y="1895"/>
                    <a:pt x="435" y="1510"/>
                  </a:cubicBezTo>
                  <a:cubicBezTo>
                    <a:pt x="352" y="1008"/>
                    <a:pt x="988" y="422"/>
                    <a:pt x="1875" y="221"/>
                  </a:cubicBezTo>
                  <a:cubicBezTo>
                    <a:pt x="2089" y="168"/>
                    <a:pt x="2299" y="142"/>
                    <a:pt x="2496" y="142"/>
                  </a:cubicBezTo>
                  <a:close/>
                  <a:moveTo>
                    <a:pt x="2542" y="1"/>
                  </a:moveTo>
                  <a:cubicBezTo>
                    <a:pt x="2315" y="1"/>
                    <a:pt x="2073" y="28"/>
                    <a:pt x="1825" y="87"/>
                  </a:cubicBezTo>
                  <a:cubicBezTo>
                    <a:pt x="787" y="338"/>
                    <a:pt x="0" y="1025"/>
                    <a:pt x="117" y="1611"/>
                  </a:cubicBezTo>
                  <a:cubicBezTo>
                    <a:pt x="194" y="2068"/>
                    <a:pt x="753" y="2352"/>
                    <a:pt x="1487" y="2352"/>
                  </a:cubicBezTo>
                  <a:cubicBezTo>
                    <a:pt x="1719" y="2352"/>
                    <a:pt x="1969" y="2324"/>
                    <a:pt x="2226" y="2263"/>
                  </a:cubicBezTo>
                  <a:cubicBezTo>
                    <a:pt x="3264" y="2012"/>
                    <a:pt x="4051" y="1326"/>
                    <a:pt x="3934" y="740"/>
                  </a:cubicBezTo>
                  <a:cubicBezTo>
                    <a:pt x="3857" y="292"/>
                    <a:pt x="3281" y="1"/>
                    <a:pt x="2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5" name="Google Shape;7795;p18"/>
            <p:cNvSpPr/>
            <p:nvPr/>
          </p:nvSpPr>
          <p:spPr>
            <a:xfrm>
              <a:off x="2166975" y="1523200"/>
              <a:ext cx="86975" cy="61200"/>
            </a:xfrm>
            <a:custGeom>
              <a:avLst/>
              <a:gdLst/>
              <a:ahLst/>
              <a:cxnLst/>
              <a:rect l="l" t="t" r="r" b="b"/>
              <a:pathLst>
                <a:path w="3479" h="2448" extrusionOk="0">
                  <a:moveTo>
                    <a:pt x="1939" y="152"/>
                  </a:moveTo>
                  <a:cubicBezTo>
                    <a:pt x="2123" y="152"/>
                    <a:pt x="2340" y="168"/>
                    <a:pt x="2508" y="219"/>
                  </a:cubicBezTo>
                  <a:cubicBezTo>
                    <a:pt x="2388" y="191"/>
                    <a:pt x="2273" y="179"/>
                    <a:pt x="2153" y="179"/>
                  </a:cubicBezTo>
                  <a:cubicBezTo>
                    <a:pt x="2054" y="179"/>
                    <a:pt x="1951" y="187"/>
                    <a:pt x="1838" y="202"/>
                  </a:cubicBezTo>
                  <a:cubicBezTo>
                    <a:pt x="1453" y="235"/>
                    <a:pt x="1102" y="336"/>
                    <a:pt x="801" y="503"/>
                  </a:cubicBezTo>
                  <a:cubicBezTo>
                    <a:pt x="1102" y="302"/>
                    <a:pt x="1504" y="168"/>
                    <a:pt x="1939" y="152"/>
                  </a:cubicBezTo>
                  <a:close/>
                  <a:moveTo>
                    <a:pt x="2075" y="322"/>
                  </a:moveTo>
                  <a:cubicBezTo>
                    <a:pt x="2680" y="322"/>
                    <a:pt x="3137" y="604"/>
                    <a:pt x="3211" y="1005"/>
                  </a:cubicBezTo>
                  <a:lnTo>
                    <a:pt x="3211" y="1056"/>
                  </a:lnTo>
                  <a:cubicBezTo>
                    <a:pt x="3127" y="1575"/>
                    <a:pt x="2424" y="2010"/>
                    <a:pt x="1637" y="2060"/>
                  </a:cubicBezTo>
                  <a:cubicBezTo>
                    <a:pt x="1618" y="2060"/>
                    <a:pt x="1599" y="2061"/>
                    <a:pt x="1580" y="2061"/>
                  </a:cubicBezTo>
                  <a:cubicBezTo>
                    <a:pt x="923" y="2061"/>
                    <a:pt x="430" y="1780"/>
                    <a:pt x="365" y="1340"/>
                  </a:cubicBezTo>
                  <a:cubicBezTo>
                    <a:pt x="449" y="872"/>
                    <a:pt x="1102" y="420"/>
                    <a:pt x="1838" y="336"/>
                  </a:cubicBezTo>
                  <a:cubicBezTo>
                    <a:pt x="1919" y="326"/>
                    <a:pt x="1998" y="322"/>
                    <a:pt x="2075" y="322"/>
                  </a:cubicBezTo>
                  <a:close/>
                  <a:moveTo>
                    <a:pt x="1989" y="1"/>
                  </a:moveTo>
                  <a:cubicBezTo>
                    <a:pt x="1972" y="1"/>
                    <a:pt x="1956" y="1"/>
                    <a:pt x="1939" y="1"/>
                  </a:cubicBezTo>
                  <a:cubicBezTo>
                    <a:pt x="985" y="51"/>
                    <a:pt x="148" y="570"/>
                    <a:pt x="47" y="1206"/>
                  </a:cubicBezTo>
                  <a:cubicBezTo>
                    <a:pt x="31" y="1257"/>
                    <a:pt x="31" y="1340"/>
                    <a:pt x="47" y="1407"/>
                  </a:cubicBezTo>
                  <a:cubicBezTo>
                    <a:pt x="47" y="1424"/>
                    <a:pt x="47" y="1474"/>
                    <a:pt x="31" y="1491"/>
                  </a:cubicBezTo>
                  <a:cubicBezTo>
                    <a:pt x="1" y="2055"/>
                    <a:pt x="564" y="2448"/>
                    <a:pt x="1368" y="2448"/>
                  </a:cubicBezTo>
                  <a:cubicBezTo>
                    <a:pt x="1471" y="2448"/>
                    <a:pt x="1578" y="2441"/>
                    <a:pt x="1688" y="2428"/>
                  </a:cubicBezTo>
                  <a:cubicBezTo>
                    <a:pt x="2625" y="2328"/>
                    <a:pt x="3445" y="1759"/>
                    <a:pt x="3479" y="1139"/>
                  </a:cubicBezTo>
                  <a:cubicBezTo>
                    <a:pt x="3479" y="1089"/>
                    <a:pt x="3479" y="1039"/>
                    <a:pt x="3462" y="989"/>
                  </a:cubicBezTo>
                  <a:cubicBezTo>
                    <a:pt x="3478" y="414"/>
                    <a:pt x="2835" y="1"/>
                    <a:pt x="19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6" name="Google Shape;7796;p18"/>
            <p:cNvSpPr/>
            <p:nvPr/>
          </p:nvSpPr>
          <p:spPr>
            <a:xfrm>
              <a:off x="2168275" y="1524100"/>
              <a:ext cx="87725" cy="56850"/>
            </a:xfrm>
            <a:custGeom>
              <a:avLst/>
              <a:gdLst/>
              <a:ahLst/>
              <a:cxnLst/>
              <a:rect l="l" t="t" r="r" b="b"/>
              <a:pathLst>
                <a:path w="3509" h="2274" extrusionOk="0">
                  <a:moveTo>
                    <a:pt x="2070" y="154"/>
                  </a:moveTo>
                  <a:cubicBezTo>
                    <a:pt x="2756" y="154"/>
                    <a:pt x="3256" y="485"/>
                    <a:pt x="3226" y="953"/>
                  </a:cubicBezTo>
                  <a:cubicBezTo>
                    <a:pt x="3176" y="1472"/>
                    <a:pt x="2506" y="1957"/>
                    <a:pt x="1719" y="2041"/>
                  </a:cubicBezTo>
                  <a:cubicBezTo>
                    <a:pt x="1640" y="2049"/>
                    <a:pt x="1562" y="2053"/>
                    <a:pt x="1486" y="2053"/>
                  </a:cubicBezTo>
                  <a:cubicBezTo>
                    <a:pt x="799" y="2053"/>
                    <a:pt x="300" y="1721"/>
                    <a:pt x="330" y="1254"/>
                  </a:cubicBezTo>
                  <a:cubicBezTo>
                    <a:pt x="380" y="718"/>
                    <a:pt x="1050" y="233"/>
                    <a:pt x="1837" y="166"/>
                  </a:cubicBezTo>
                  <a:cubicBezTo>
                    <a:pt x="1916" y="158"/>
                    <a:pt x="1994" y="154"/>
                    <a:pt x="2070" y="154"/>
                  </a:cubicBezTo>
                  <a:close/>
                  <a:moveTo>
                    <a:pt x="2115" y="0"/>
                  </a:moveTo>
                  <a:cubicBezTo>
                    <a:pt x="2025" y="0"/>
                    <a:pt x="1932" y="5"/>
                    <a:pt x="1837" y="15"/>
                  </a:cubicBezTo>
                  <a:cubicBezTo>
                    <a:pt x="899" y="116"/>
                    <a:pt x="79" y="685"/>
                    <a:pt x="45" y="1304"/>
                  </a:cubicBezTo>
                  <a:cubicBezTo>
                    <a:pt x="0" y="1877"/>
                    <a:pt x="593" y="2273"/>
                    <a:pt x="1420" y="2273"/>
                  </a:cubicBezTo>
                  <a:cubicBezTo>
                    <a:pt x="1511" y="2273"/>
                    <a:pt x="1606" y="2268"/>
                    <a:pt x="1703" y="2258"/>
                  </a:cubicBezTo>
                  <a:cubicBezTo>
                    <a:pt x="2640" y="2141"/>
                    <a:pt x="3460" y="1589"/>
                    <a:pt x="3494" y="953"/>
                  </a:cubicBezTo>
                  <a:cubicBezTo>
                    <a:pt x="3509" y="395"/>
                    <a:pt x="2927" y="0"/>
                    <a:pt x="2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7" name="Google Shape;7797;p18"/>
            <p:cNvSpPr/>
            <p:nvPr/>
          </p:nvSpPr>
          <p:spPr>
            <a:xfrm>
              <a:off x="2166975" y="1519775"/>
              <a:ext cx="90200" cy="56650"/>
            </a:xfrm>
            <a:custGeom>
              <a:avLst/>
              <a:gdLst/>
              <a:ahLst/>
              <a:cxnLst/>
              <a:rect l="l" t="t" r="r" b="b"/>
              <a:pathLst>
                <a:path w="3608" h="2266" extrusionOk="0">
                  <a:moveTo>
                    <a:pt x="2022" y="121"/>
                  </a:moveTo>
                  <a:cubicBezTo>
                    <a:pt x="2799" y="121"/>
                    <a:pt x="3343" y="501"/>
                    <a:pt x="3261" y="1025"/>
                  </a:cubicBezTo>
                  <a:cubicBezTo>
                    <a:pt x="3177" y="1544"/>
                    <a:pt x="2474" y="2013"/>
                    <a:pt x="1688" y="2030"/>
                  </a:cubicBezTo>
                  <a:cubicBezTo>
                    <a:pt x="1671" y="2030"/>
                    <a:pt x="1655" y="2030"/>
                    <a:pt x="1639" y="2030"/>
                  </a:cubicBezTo>
                  <a:cubicBezTo>
                    <a:pt x="862" y="2030"/>
                    <a:pt x="334" y="1634"/>
                    <a:pt x="416" y="1126"/>
                  </a:cubicBezTo>
                  <a:cubicBezTo>
                    <a:pt x="499" y="607"/>
                    <a:pt x="1202" y="172"/>
                    <a:pt x="1972" y="121"/>
                  </a:cubicBezTo>
                  <a:cubicBezTo>
                    <a:pt x="1989" y="121"/>
                    <a:pt x="2006" y="121"/>
                    <a:pt x="2022" y="121"/>
                  </a:cubicBezTo>
                  <a:close/>
                  <a:moveTo>
                    <a:pt x="2107" y="1"/>
                  </a:moveTo>
                  <a:cubicBezTo>
                    <a:pt x="2063" y="1"/>
                    <a:pt x="2018" y="2"/>
                    <a:pt x="1972" y="4"/>
                  </a:cubicBezTo>
                  <a:cubicBezTo>
                    <a:pt x="1035" y="38"/>
                    <a:pt x="198" y="557"/>
                    <a:pt x="97" y="1193"/>
                  </a:cubicBezTo>
                  <a:cubicBezTo>
                    <a:pt x="0" y="1792"/>
                    <a:pt x="639" y="2266"/>
                    <a:pt x="1530" y="2266"/>
                  </a:cubicBezTo>
                  <a:cubicBezTo>
                    <a:pt x="1560" y="2266"/>
                    <a:pt x="1590" y="2265"/>
                    <a:pt x="1621" y="2264"/>
                  </a:cubicBezTo>
                  <a:cubicBezTo>
                    <a:pt x="2558" y="2214"/>
                    <a:pt x="3395" y="1695"/>
                    <a:pt x="3512" y="1059"/>
                  </a:cubicBezTo>
                  <a:cubicBezTo>
                    <a:pt x="3608" y="469"/>
                    <a:pt x="2990" y="1"/>
                    <a:pt x="2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8" name="Google Shape;7798;p18"/>
            <p:cNvSpPr/>
            <p:nvPr/>
          </p:nvSpPr>
          <p:spPr>
            <a:xfrm>
              <a:off x="1565550" y="1534925"/>
              <a:ext cx="41050" cy="15625"/>
            </a:xfrm>
            <a:custGeom>
              <a:avLst/>
              <a:gdLst/>
              <a:ahLst/>
              <a:cxnLst/>
              <a:rect l="l" t="t" r="r" b="b"/>
              <a:pathLst>
                <a:path w="1642" h="625" extrusionOk="0">
                  <a:moveTo>
                    <a:pt x="821" y="1"/>
                  </a:moveTo>
                  <a:cubicBezTo>
                    <a:pt x="386" y="1"/>
                    <a:pt x="1" y="151"/>
                    <a:pt x="1" y="319"/>
                  </a:cubicBezTo>
                  <a:cubicBezTo>
                    <a:pt x="1" y="503"/>
                    <a:pt x="352" y="620"/>
                    <a:pt x="821" y="620"/>
                  </a:cubicBezTo>
                  <a:cubicBezTo>
                    <a:pt x="865" y="623"/>
                    <a:pt x="909" y="625"/>
                    <a:pt x="951" y="625"/>
                  </a:cubicBezTo>
                  <a:cubicBezTo>
                    <a:pt x="1353" y="625"/>
                    <a:pt x="1641" y="486"/>
                    <a:pt x="1641" y="319"/>
                  </a:cubicBezTo>
                  <a:cubicBezTo>
                    <a:pt x="1641" y="118"/>
                    <a:pt x="1290" y="1"/>
                    <a:pt x="8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9" name="Google Shape;7799;p18"/>
            <p:cNvSpPr/>
            <p:nvPr/>
          </p:nvSpPr>
          <p:spPr>
            <a:xfrm>
              <a:off x="1574200" y="1376675"/>
              <a:ext cx="120550" cy="78925"/>
            </a:xfrm>
            <a:custGeom>
              <a:avLst/>
              <a:gdLst/>
              <a:ahLst/>
              <a:cxnLst/>
              <a:rect l="l" t="t" r="r" b="b"/>
              <a:pathLst>
                <a:path w="4822" h="3157" extrusionOk="0">
                  <a:moveTo>
                    <a:pt x="4687" y="0"/>
                  </a:moveTo>
                  <a:cubicBezTo>
                    <a:pt x="4252" y="0"/>
                    <a:pt x="2747" y="543"/>
                    <a:pt x="1128" y="1761"/>
                  </a:cubicBezTo>
                  <a:cubicBezTo>
                    <a:pt x="0" y="2611"/>
                    <a:pt x="323" y="3156"/>
                    <a:pt x="1001" y="3156"/>
                  </a:cubicBezTo>
                  <a:cubicBezTo>
                    <a:pt x="1511" y="3156"/>
                    <a:pt x="2222" y="2848"/>
                    <a:pt x="2668" y="2129"/>
                  </a:cubicBezTo>
                  <a:cubicBezTo>
                    <a:pt x="3588" y="673"/>
                    <a:pt x="4793" y="322"/>
                    <a:pt x="4810" y="71"/>
                  </a:cubicBezTo>
                  <a:cubicBezTo>
                    <a:pt x="4822" y="24"/>
                    <a:pt x="4778" y="0"/>
                    <a:pt x="46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0" name="Google Shape;7800;p18"/>
            <p:cNvSpPr/>
            <p:nvPr/>
          </p:nvSpPr>
          <p:spPr>
            <a:xfrm>
              <a:off x="1708675" y="1364525"/>
              <a:ext cx="34750" cy="8575"/>
            </a:xfrm>
            <a:custGeom>
              <a:avLst/>
              <a:gdLst/>
              <a:ahLst/>
              <a:cxnLst/>
              <a:rect l="l" t="t" r="r" b="b"/>
              <a:pathLst>
                <a:path w="1390" h="343" extrusionOk="0">
                  <a:moveTo>
                    <a:pt x="977" y="1"/>
                  </a:moveTo>
                  <a:cubicBezTo>
                    <a:pt x="887" y="1"/>
                    <a:pt x="788" y="7"/>
                    <a:pt x="687" y="21"/>
                  </a:cubicBezTo>
                  <a:cubicBezTo>
                    <a:pt x="302" y="54"/>
                    <a:pt x="0" y="155"/>
                    <a:pt x="17" y="239"/>
                  </a:cubicBezTo>
                  <a:cubicBezTo>
                    <a:pt x="17" y="299"/>
                    <a:pt x="193" y="342"/>
                    <a:pt x="430" y="342"/>
                  </a:cubicBezTo>
                  <a:cubicBezTo>
                    <a:pt x="520" y="342"/>
                    <a:pt x="619" y="336"/>
                    <a:pt x="720" y="322"/>
                  </a:cubicBezTo>
                  <a:cubicBezTo>
                    <a:pt x="1105" y="289"/>
                    <a:pt x="1390" y="188"/>
                    <a:pt x="1390" y="105"/>
                  </a:cubicBezTo>
                  <a:cubicBezTo>
                    <a:pt x="1390" y="44"/>
                    <a:pt x="1214" y="1"/>
                    <a:pt x="9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1" name="Google Shape;7801;p18"/>
            <p:cNvSpPr/>
            <p:nvPr/>
          </p:nvSpPr>
          <p:spPr>
            <a:xfrm>
              <a:off x="1914375" y="1683475"/>
              <a:ext cx="214875" cy="41050"/>
            </a:xfrm>
            <a:custGeom>
              <a:avLst/>
              <a:gdLst/>
              <a:ahLst/>
              <a:cxnLst/>
              <a:rect l="l" t="t" r="r" b="b"/>
              <a:pathLst>
                <a:path w="8595" h="1642" extrusionOk="0">
                  <a:moveTo>
                    <a:pt x="3437" y="1"/>
                  </a:moveTo>
                  <a:cubicBezTo>
                    <a:pt x="2593" y="1"/>
                    <a:pt x="2013" y="271"/>
                    <a:pt x="1045" y="838"/>
                  </a:cubicBezTo>
                  <a:cubicBezTo>
                    <a:pt x="0" y="1467"/>
                    <a:pt x="280" y="1641"/>
                    <a:pt x="1566" y="1641"/>
                  </a:cubicBezTo>
                  <a:cubicBezTo>
                    <a:pt x="2297" y="1641"/>
                    <a:pt x="3354" y="1585"/>
                    <a:pt x="4678" y="1524"/>
                  </a:cubicBezTo>
                  <a:cubicBezTo>
                    <a:pt x="5866" y="1474"/>
                    <a:pt x="8595" y="1039"/>
                    <a:pt x="5883" y="403"/>
                  </a:cubicBezTo>
                  <a:cubicBezTo>
                    <a:pt x="4776" y="138"/>
                    <a:pt x="4039" y="1"/>
                    <a:pt x="34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2" name="Google Shape;7802;p18"/>
            <p:cNvSpPr/>
            <p:nvPr/>
          </p:nvSpPr>
          <p:spPr>
            <a:xfrm>
              <a:off x="2110825" y="1696050"/>
              <a:ext cx="36425" cy="11325"/>
            </a:xfrm>
            <a:custGeom>
              <a:avLst/>
              <a:gdLst/>
              <a:ahLst/>
              <a:cxnLst/>
              <a:rect l="l" t="t" r="r" b="b"/>
              <a:pathLst>
                <a:path w="1457" h="453" extrusionOk="0">
                  <a:moveTo>
                    <a:pt x="737" y="0"/>
                  </a:moveTo>
                  <a:cubicBezTo>
                    <a:pt x="335" y="0"/>
                    <a:pt x="0" y="101"/>
                    <a:pt x="0" y="234"/>
                  </a:cubicBezTo>
                  <a:cubicBezTo>
                    <a:pt x="0" y="352"/>
                    <a:pt x="335" y="452"/>
                    <a:pt x="737" y="452"/>
                  </a:cubicBezTo>
                  <a:cubicBezTo>
                    <a:pt x="1122" y="452"/>
                    <a:pt x="1456" y="352"/>
                    <a:pt x="1456" y="234"/>
                  </a:cubicBezTo>
                  <a:cubicBezTo>
                    <a:pt x="1456" y="101"/>
                    <a:pt x="1122" y="0"/>
                    <a:pt x="7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3" name="Google Shape;7803;p18"/>
            <p:cNvSpPr/>
            <p:nvPr/>
          </p:nvSpPr>
          <p:spPr>
            <a:xfrm>
              <a:off x="2319625" y="1385100"/>
              <a:ext cx="100450" cy="49700"/>
            </a:xfrm>
            <a:custGeom>
              <a:avLst/>
              <a:gdLst/>
              <a:ahLst/>
              <a:cxnLst/>
              <a:rect l="l" t="t" r="r" b="b"/>
              <a:pathLst>
                <a:path w="4018" h="1988" extrusionOk="0">
                  <a:moveTo>
                    <a:pt x="922" y="0"/>
                  </a:moveTo>
                  <a:cubicBezTo>
                    <a:pt x="612" y="0"/>
                    <a:pt x="373" y="47"/>
                    <a:pt x="268" y="119"/>
                  </a:cubicBezTo>
                  <a:cubicBezTo>
                    <a:pt x="1" y="252"/>
                    <a:pt x="704" y="487"/>
                    <a:pt x="1641" y="989"/>
                  </a:cubicBezTo>
                  <a:cubicBezTo>
                    <a:pt x="2519" y="1435"/>
                    <a:pt x="3277" y="1987"/>
                    <a:pt x="3623" y="1987"/>
                  </a:cubicBezTo>
                  <a:cubicBezTo>
                    <a:pt x="3667" y="1987"/>
                    <a:pt x="3703" y="1978"/>
                    <a:pt x="3733" y="1960"/>
                  </a:cubicBezTo>
                  <a:cubicBezTo>
                    <a:pt x="4018" y="1809"/>
                    <a:pt x="3616" y="922"/>
                    <a:pt x="2645" y="420"/>
                  </a:cubicBezTo>
                  <a:cubicBezTo>
                    <a:pt x="2063" y="114"/>
                    <a:pt x="1407" y="0"/>
                    <a:pt x="9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4" name="Google Shape;7804;p18"/>
            <p:cNvSpPr/>
            <p:nvPr/>
          </p:nvSpPr>
          <p:spPr>
            <a:xfrm>
              <a:off x="2416400" y="1433175"/>
              <a:ext cx="20900" cy="25050"/>
            </a:xfrm>
            <a:custGeom>
              <a:avLst/>
              <a:gdLst/>
              <a:ahLst/>
              <a:cxnLst/>
              <a:rect l="l" t="t" r="r" b="b"/>
              <a:pathLst>
                <a:path w="836" h="1002" extrusionOk="0">
                  <a:moveTo>
                    <a:pt x="238" y="1"/>
                  </a:moveTo>
                  <a:cubicBezTo>
                    <a:pt x="72" y="1"/>
                    <a:pt x="0" y="299"/>
                    <a:pt x="80" y="505"/>
                  </a:cubicBezTo>
                  <a:cubicBezTo>
                    <a:pt x="164" y="723"/>
                    <a:pt x="398" y="957"/>
                    <a:pt x="565" y="991"/>
                  </a:cubicBezTo>
                  <a:cubicBezTo>
                    <a:pt x="594" y="998"/>
                    <a:pt x="620" y="1001"/>
                    <a:pt x="644" y="1001"/>
                  </a:cubicBezTo>
                  <a:cubicBezTo>
                    <a:pt x="786" y="1001"/>
                    <a:pt x="836" y="879"/>
                    <a:pt x="749" y="706"/>
                  </a:cubicBezTo>
                  <a:cubicBezTo>
                    <a:pt x="666" y="489"/>
                    <a:pt x="448" y="70"/>
                    <a:pt x="264" y="3"/>
                  </a:cubicBezTo>
                  <a:cubicBezTo>
                    <a:pt x="255" y="2"/>
                    <a:pt x="246" y="1"/>
                    <a:pt x="2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05" name="Google Shape;7805;p18"/>
          <p:cNvSpPr txBox="1">
            <a:spLocks noGrp="1"/>
          </p:cNvSpPr>
          <p:nvPr>
            <p:ph type="title"/>
          </p:nvPr>
        </p:nvSpPr>
        <p:spPr>
          <a:xfrm>
            <a:off x="4819650" y="1228725"/>
            <a:ext cx="3381600" cy="41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500"/>
              <a:buNone/>
              <a:defRPr sz="2200">
                <a:solidFill>
                  <a:schemeClr val="accent5"/>
                </a:solidFill>
              </a:defRPr>
            </a:lvl1pPr>
            <a:lvl2pPr lvl="1" algn="ctr" rtl="0">
              <a:spcBef>
                <a:spcPts val="0"/>
              </a:spcBef>
              <a:spcAft>
                <a:spcPts val="0"/>
              </a:spcAft>
              <a:buClr>
                <a:schemeClr val="accent2"/>
              </a:buClr>
              <a:buSzPts val="2500"/>
              <a:buNone/>
              <a:defRPr sz="2500">
                <a:solidFill>
                  <a:schemeClr val="accent2"/>
                </a:solidFill>
              </a:defRPr>
            </a:lvl2pPr>
            <a:lvl3pPr lvl="2" algn="ctr" rtl="0">
              <a:spcBef>
                <a:spcPts val="0"/>
              </a:spcBef>
              <a:spcAft>
                <a:spcPts val="0"/>
              </a:spcAft>
              <a:buClr>
                <a:schemeClr val="accent2"/>
              </a:buClr>
              <a:buSzPts val="2500"/>
              <a:buNone/>
              <a:defRPr sz="2500">
                <a:solidFill>
                  <a:schemeClr val="accent2"/>
                </a:solidFill>
              </a:defRPr>
            </a:lvl3pPr>
            <a:lvl4pPr lvl="3" algn="ctr" rtl="0">
              <a:spcBef>
                <a:spcPts val="0"/>
              </a:spcBef>
              <a:spcAft>
                <a:spcPts val="0"/>
              </a:spcAft>
              <a:buClr>
                <a:schemeClr val="accent2"/>
              </a:buClr>
              <a:buSzPts val="2500"/>
              <a:buNone/>
              <a:defRPr sz="2500">
                <a:solidFill>
                  <a:schemeClr val="accent2"/>
                </a:solidFill>
              </a:defRPr>
            </a:lvl4pPr>
            <a:lvl5pPr lvl="4" algn="ctr" rtl="0">
              <a:spcBef>
                <a:spcPts val="0"/>
              </a:spcBef>
              <a:spcAft>
                <a:spcPts val="0"/>
              </a:spcAft>
              <a:buClr>
                <a:schemeClr val="accent2"/>
              </a:buClr>
              <a:buSzPts val="2500"/>
              <a:buNone/>
              <a:defRPr sz="2500">
                <a:solidFill>
                  <a:schemeClr val="accent2"/>
                </a:solidFill>
              </a:defRPr>
            </a:lvl5pPr>
            <a:lvl6pPr lvl="5" algn="ctr" rtl="0">
              <a:spcBef>
                <a:spcPts val="0"/>
              </a:spcBef>
              <a:spcAft>
                <a:spcPts val="0"/>
              </a:spcAft>
              <a:buClr>
                <a:schemeClr val="accent2"/>
              </a:buClr>
              <a:buSzPts val="2500"/>
              <a:buNone/>
              <a:defRPr sz="2500">
                <a:solidFill>
                  <a:schemeClr val="accent2"/>
                </a:solidFill>
              </a:defRPr>
            </a:lvl6pPr>
            <a:lvl7pPr lvl="6" algn="ctr" rtl="0">
              <a:spcBef>
                <a:spcPts val="0"/>
              </a:spcBef>
              <a:spcAft>
                <a:spcPts val="0"/>
              </a:spcAft>
              <a:buClr>
                <a:schemeClr val="accent2"/>
              </a:buClr>
              <a:buSzPts val="2500"/>
              <a:buNone/>
              <a:defRPr sz="2500">
                <a:solidFill>
                  <a:schemeClr val="accent2"/>
                </a:solidFill>
              </a:defRPr>
            </a:lvl7pPr>
            <a:lvl8pPr lvl="7" algn="ctr" rtl="0">
              <a:spcBef>
                <a:spcPts val="0"/>
              </a:spcBef>
              <a:spcAft>
                <a:spcPts val="0"/>
              </a:spcAft>
              <a:buClr>
                <a:schemeClr val="accent2"/>
              </a:buClr>
              <a:buSzPts val="2500"/>
              <a:buNone/>
              <a:defRPr sz="2500">
                <a:solidFill>
                  <a:schemeClr val="accent2"/>
                </a:solidFill>
              </a:defRPr>
            </a:lvl8pPr>
            <a:lvl9pPr lvl="8" algn="ctr" rtl="0">
              <a:spcBef>
                <a:spcPts val="0"/>
              </a:spcBef>
              <a:spcAft>
                <a:spcPts val="0"/>
              </a:spcAft>
              <a:buClr>
                <a:schemeClr val="accent2"/>
              </a:buClr>
              <a:buSzPts val="2500"/>
              <a:buNone/>
              <a:defRPr sz="2500">
                <a:solidFill>
                  <a:schemeClr val="accent2"/>
                </a:solidFill>
              </a:defRPr>
            </a:lvl9pPr>
          </a:lstStyle>
          <a:p>
            <a:endParaRPr/>
          </a:p>
        </p:txBody>
      </p:sp>
      <p:sp>
        <p:nvSpPr>
          <p:cNvPr id="7806" name="Google Shape;7806;p18"/>
          <p:cNvSpPr txBox="1">
            <a:spLocks noGrp="1"/>
          </p:cNvSpPr>
          <p:nvPr>
            <p:ph type="subTitle" idx="1"/>
          </p:nvPr>
        </p:nvSpPr>
        <p:spPr>
          <a:xfrm>
            <a:off x="4819650" y="1602525"/>
            <a:ext cx="3381600" cy="527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07" name="Google Shape;7807;p18"/>
          <p:cNvSpPr txBox="1">
            <a:spLocks noGrp="1"/>
          </p:cNvSpPr>
          <p:nvPr>
            <p:ph type="title" idx="2"/>
          </p:nvPr>
        </p:nvSpPr>
        <p:spPr>
          <a:xfrm>
            <a:off x="4819650" y="2345312"/>
            <a:ext cx="3381600" cy="41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500"/>
              <a:buNone/>
              <a:defRPr sz="2200">
                <a:solidFill>
                  <a:schemeClr val="accent5"/>
                </a:solidFill>
              </a:defRPr>
            </a:lvl1pPr>
            <a:lvl2pPr lvl="1" algn="ctr" rtl="0">
              <a:spcBef>
                <a:spcPts val="0"/>
              </a:spcBef>
              <a:spcAft>
                <a:spcPts val="0"/>
              </a:spcAft>
              <a:buClr>
                <a:schemeClr val="accent2"/>
              </a:buClr>
              <a:buSzPts val="2500"/>
              <a:buNone/>
              <a:defRPr sz="2500">
                <a:solidFill>
                  <a:schemeClr val="accent2"/>
                </a:solidFill>
              </a:defRPr>
            </a:lvl2pPr>
            <a:lvl3pPr lvl="2" algn="ctr" rtl="0">
              <a:spcBef>
                <a:spcPts val="0"/>
              </a:spcBef>
              <a:spcAft>
                <a:spcPts val="0"/>
              </a:spcAft>
              <a:buClr>
                <a:schemeClr val="accent2"/>
              </a:buClr>
              <a:buSzPts val="2500"/>
              <a:buNone/>
              <a:defRPr sz="2500">
                <a:solidFill>
                  <a:schemeClr val="accent2"/>
                </a:solidFill>
              </a:defRPr>
            </a:lvl3pPr>
            <a:lvl4pPr lvl="3" algn="ctr" rtl="0">
              <a:spcBef>
                <a:spcPts val="0"/>
              </a:spcBef>
              <a:spcAft>
                <a:spcPts val="0"/>
              </a:spcAft>
              <a:buClr>
                <a:schemeClr val="accent2"/>
              </a:buClr>
              <a:buSzPts val="2500"/>
              <a:buNone/>
              <a:defRPr sz="2500">
                <a:solidFill>
                  <a:schemeClr val="accent2"/>
                </a:solidFill>
              </a:defRPr>
            </a:lvl4pPr>
            <a:lvl5pPr lvl="4" algn="ctr" rtl="0">
              <a:spcBef>
                <a:spcPts val="0"/>
              </a:spcBef>
              <a:spcAft>
                <a:spcPts val="0"/>
              </a:spcAft>
              <a:buClr>
                <a:schemeClr val="accent2"/>
              </a:buClr>
              <a:buSzPts val="2500"/>
              <a:buNone/>
              <a:defRPr sz="2500">
                <a:solidFill>
                  <a:schemeClr val="accent2"/>
                </a:solidFill>
              </a:defRPr>
            </a:lvl5pPr>
            <a:lvl6pPr lvl="5" algn="ctr" rtl="0">
              <a:spcBef>
                <a:spcPts val="0"/>
              </a:spcBef>
              <a:spcAft>
                <a:spcPts val="0"/>
              </a:spcAft>
              <a:buClr>
                <a:schemeClr val="accent2"/>
              </a:buClr>
              <a:buSzPts val="2500"/>
              <a:buNone/>
              <a:defRPr sz="2500">
                <a:solidFill>
                  <a:schemeClr val="accent2"/>
                </a:solidFill>
              </a:defRPr>
            </a:lvl6pPr>
            <a:lvl7pPr lvl="6" algn="ctr" rtl="0">
              <a:spcBef>
                <a:spcPts val="0"/>
              </a:spcBef>
              <a:spcAft>
                <a:spcPts val="0"/>
              </a:spcAft>
              <a:buClr>
                <a:schemeClr val="accent2"/>
              </a:buClr>
              <a:buSzPts val="2500"/>
              <a:buNone/>
              <a:defRPr sz="2500">
                <a:solidFill>
                  <a:schemeClr val="accent2"/>
                </a:solidFill>
              </a:defRPr>
            </a:lvl7pPr>
            <a:lvl8pPr lvl="7" algn="ctr" rtl="0">
              <a:spcBef>
                <a:spcPts val="0"/>
              </a:spcBef>
              <a:spcAft>
                <a:spcPts val="0"/>
              </a:spcAft>
              <a:buClr>
                <a:schemeClr val="accent2"/>
              </a:buClr>
              <a:buSzPts val="2500"/>
              <a:buNone/>
              <a:defRPr sz="2500">
                <a:solidFill>
                  <a:schemeClr val="accent2"/>
                </a:solidFill>
              </a:defRPr>
            </a:lvl8pPr>
            <a:lvl9pPr lvl="8" algn="ctr" rtl="0">
              <a:spcBef>
                <a:spcPts val="0"/>
              </a:spcBef>
              <a:spcAft>
                <a:spcPts val="0"/>
              </a:spcAft>
              <a:buClr>
                <a:schemeClr val="accent2"/>
              </a:buClr>
              <a:buSzPts val="2500"/>
              <a:buNone/>
              <a:defRPr sz="2500">
                <a:solidFill>
                  <a:schemeClr val="accent2"/>
                </a:solidFill>
              </a:defRPr>
            </a:lvl9pPr>
          </a:lstStyle>
          <a:p>
            <a:endParaRPr/>
          </a:p>
        </p:txBody>
      </p:sp>
      <p:sp>
        <p:nvSpPr>
          <p:cNvPr id="7808" name="Google Shape;7808;p18"/>
          <p:cNvSpPr txBox="1">
            <a:spLocks noGrp="1"/>
          </p:cNvSpPr>
          <p:nvPr>
            <p:ph type="subTitle" idx="3"/>
          </p:nvPr>
        </p:nvSpPr>
        <p:spPr>
          <a:xfrm>
            <a:off x="4819650" y="2717750"/>
            <a:ext cx="3381600" cy="53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09" name="Google Shape;7809;p18"/>
          <p:cNvSpPr txBox="1">
            <a:spLocks noGrp="1"/>
          </p:cNvSpPr>
          <p:nvPr>
            <p:ph type="title" idx="4"/>
          </p:nvPr>
        </p:nvSpPr>
        <p:spPr>
          <a:xfrm>
            <a:off x="4819650" y="3461900"/>
            <a:ext cx="3381600" cy="411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2500"/>
              <a:buNone/>
              <a:defRPr sz="2200">
                <a:solidFill>
                  <a:schemeClr val="accent5"/>
                </a:solidFill>
              </a:defRPr>
            </a:lvl1pPr>
            <a:lvl2pPr lvl="1" algn="ctr" rtl="0">
              <a:spcBef>
                <a:spcPts val="0"/>
              </a:spcBef>
              <a:spcAft>
                <a:spcPts val="0"/>
              </a:spcAft>
              <a:buClr>
                <a:schemeClr val="accent2"/>
              </a:buClr>
              <a:buSzPts val="2500"/>
              <a:buNone/>
              <a:defRPr sz="2500">
                <a:solidFill>
                  <a:schemeClr val="accent2"/>
                </a:solidFill>
              </a:defRPr>
            </a:lvl2pPr>
            <a:lvl3pPr lvl="2" algn="ctr" rtl="0">
              <a:spcBef>
                <a:spcPts val="0"/>
              </a:spcBef>
              <a:spcAft>
                <a:spcPts val="0"/>
              </a:spcAft>
              <a:buClr>
                <a:schemeClr val="accent2"/>
              </a:buClr>
              <a:buSzPts val="2500"/>
              <a:buNone/>
              <a:defRPr sz="2500">
                <a:solidFill>
                  <a:schemeClr val="accent2"/>
                </a:solidFill>
              </a:defRPr>
            </a:lvl3pPr>
            <a:lvl4pPr lvl="3" algn="ctr" rtl="0">
              <a:spcBef>
                <a:spcPts val="0"/>
              </a:spcBef>
              <a:spcAft>
                <a:spcPts val="0"/>
              </a:spcAft>
              <a:buClr>
                <a:schemeClr val="accent2"/>
              </a:buClr>
              <a:buSzPts val="2500"/>
              <a:buNone/>
              <a:defRPr sz="2500">
                <a:solidFill>
                  <a:schemeClr val="accent2"/>
                </a:solidFill>
              </a:defRPr>
            </a:lvl4pPr>
            <a:lvl5pPr lvl="4" algn="ctr" rtl="0">
              <a:spcBef>
                <a:spcPts val="0"/>
              </a:spcBef>
              <a:spcAft>
                <a:spcPts val="0"/>
              </a:spcAft>
              <a:buClr>
                <a:schemeClr val="accent2"/>
              </a:buClr>
              <a:buSzPts val="2500"/>
              <a:buNone/>
              <a:defRPr sz="2500">
                <a:solidFill>
                  <a:schemeClr val="accent2"/>
                </a:solidFill>
              </a:defRPr>
            </a:lvl5pPr>
            <a:lvl6pPr lvl="5" algn="ctr" rtl="0">
              <a:spcBef>
                <a:spcPts val="0"/>
              </a:spcBef>
              <a:spcAft>
                <a:spcPts val="0"/>
              </a:spcAft>
              <a:buClr>
                <a:schemeClr val="accent2"/>
              </a:buClr>
              <a:buSzPts val="2500"/>
              <a:buNone/>
              <a:defRPr sz="2500">
                <a:solidFill>
                  <a:schemeClr val="accent2"/>
                </a:solidFill>
              </a:defRPr>
            </a:lvl6pPr>
            <a:lvl7pPr lvl="6" algn="ctr" rtl="0">
              <a:spcBef>
                <a:spcPts val="0"/>
              </a:spcBef>
              <a:spcAft>
                <a:spcPts val="0"/>
              </a:spcAft>
              <a:buClr>
                <a:schemeClr val="accent2"/>
              </a:buClr>
              <a:buSzPts val="2500"/>
              <a:buNone/>
              <a:defRPr sz="2500">
                <a:solidFill>
                  <a:schemeClr val="accent2"/>
                </a:solidFill>
              </a:defRPr>
            </a:lvl7pPr>
            <a:lvl8pPr lvl="7" algn="ctr" rtl="0">
              <a:spcBef>
                <a:spcPts val="0"/>
              </a:spcBef>
              <a:spcAft>
                <a:spcPts val="0"/>
              </a:spcAft>
              <a:buClr>
                <a:schemeClr val="accent2"/>
              </a:buClr>
              <a:buSzPts val="2500"/>
              <a:buNone/>
              <a:defRPr sz="2500">
                <a:solidFill>
                  <a:schemeClr val="accent2"/>
                </a:solidFill>
              </a:defRPr>
            </a:lvl8pPr>
            <a:lvl9pPr lvl="8" algn="ctr" rtl="0">
              <a:spcBef>
                <a:spcPts val="0"/>
              </a:spcBef>
              <a:spcAft>
                <a:spcPts val="0"/>
              </a:spcAft>
              <a:buClr>
                <a:schemeClr val="accent2"/>
              </a:buClr>
              <a:buSzPts val="2500"/>
              <a:buNone/>
              <a:defRPr sz="2500">
                <a:solidFill>
                  <a:schemeClr val="accent2"/>
                </a:solidFill>
              </a:defRPr>
            </a:lvl9pPr>
          </a:lstStyle>
          <a:p>
            <a:endParaRPr/>
          </a:p>
        </p:txBody>
      </p:sp>
      <p:sp>
        <p:nvSpPr>
          <p:cNvPr id="7810" name="Google Shape;7810;p18"/>
          <p:cNvSpPr txBox="1">
            <a:spLocks noGrp="1"/>
          </p:cNvSpPr>
          <p:nvPr>
            <p:ph type="subTitle" idx="5"/>
          </p:nvPr>
        </p:nvSpPr>
        <p:spPr>
          <a:xfrm>
            <a:off x="4819650" y="3835675"/>
            <a:ext cx="3381600" cy="53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11" name="Google Shape;7811;p18"/>
          <p:cNvSpPr txBox="1">
            <a:spLocks noGrp="1"/>
          </p:cNvSpPr>
          <p:nvPr>
            <p:ph type="title" idx="6"/>
          </p:nvPr>
        </p:nvSpPr>
        <p:spPr>
          <a:xfrm>
            <a:off x="713225" y="539500"/>
            <a:ext cx="7717500" cy="5904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7812"/>
        <p:cNvGrpSpPr/>
        <p:nvPr/>
      </p:nvGrpSpPr>
      <p:grpSpPr>
        <a:xfrm>
          <a:off x="0" y="0"/>
          <a:ext cx="0" cy="0"/>
          <a:chOff x="0" y="0"/>
          <a:chExt cx="0" cy="0"/>
        </a:xfrm>
      </p:grpSpPr>
      <p:grpSp>
        <p:nvGrpSpPr>
          <p:cNvPr id="7813" name="Google Shape;7813;p19"/>
          <p:cNvGrpSpPr/>
          <p:nvPr/>
        </p:nvGrpSpPr>
        <p:grpSpPr>
          <a:xfrm rot="1574134">
            <a:off x="3441138" y="4663966"/>
            <a:ext cx="2261716" cy="949902"/>
            <a:chOff x="1411350" y="554900"/>
            <a:chExt cx="1298300" cy="545275"/>
          </a:xfrm>
        </p:grpSpPr>
        <p:sp>
          <p:nvSpPr>
            <p:cNvPr id="7814" name="Google Shape;7814;p19"/>
            <p:cNvSpPr/>
            <p:nvPr/>
          </p:nvSpPr>
          <p:spPr>
            <a:xfrm>
              <a:off x="1411350" y="555300"/>
              <a:ext cx="1298300" cy="544875"/>
            </a:xfrm>
            <a:custGeom>
              <a:avLst/>
              <a:gdLst/>
              <a:ahLst/>
              <a:cxnLst/>
              <a:rect l="l" t="t" r="r" b="b"/>
              <a:pathLst>
                <a:path w="51932" h="21795" extrusionOk="0">
                  <a:moveTo>
                    <a:pt x="21160" y="685"/>
                  </a:moveTo>
                  <a:cubicBezTo>
                    <a:pt x="11439" y="685"/>
                    <a:pt x="0" y="6642"/>
                    <a:pt x="695" y="11818"/>
                  </a:cubicBezTo>
                  <a:cubicBezTo>
                    <a:pt x="1515" y="17928"/>
                    <a:pt x="11441" y="21794"/>
                    <a:pt x="26305" y="21794"/>
                  </a:cubicBezTo>
                  <a:cubicBezTo>
                    <a:pt x="39612" y="21794"/>
                    <a:pt x="51932" y="12588"/>
                    <a:pt x="47664" y="6295"/>
                  </a:cubicBezTo>
                  <a:cubicBezTo>
                    <a:pt x="43395" y="1"/>
                    <a:pt x="37219" y="4353"/>
                    <a:pt x="26171" y="1306"/>
                  </a:cubicBezTo>
                  <a:cubicBezTo>
                    <a:pt x="24611" y="879"/>
                    <a:pt x="22914" y="685"/>
                    <a:pt x="21160" y="68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5" name="Google Shape;7815;p19"/>
            <p:cNvSpPr/>
            <p:nvPr/>
          </p:nvSpPr>
          <p:spPr>
            <a:xfrm>
              <a:off x="1451675" y="627700"/>
              <a:ext cx="1206100" cy="430725"/>
            </a:xfrm>
            <a:custGeom>
              <a:avLst/>
              <a:gdLst/>
              <a:ahLst/>
              <a:cxnLst/>
              <a:rect l="l" t="t" r="r" b="b"/>
              <a:pathLst>
                <a:path w="48244" h="17229" extrusionOk="0">
                  <a:moveTo>
                    <a:pt x="20236" y="218"/>
                  </a:moveTo>
                  <a:cubicBezTo>
                    <a:pt x="10022" y="218"/>
                    <a:pt x="0" y="3725"/>
                    <a:pt x="773" y="8604"/>
                  </a:cubicBezTo>
                  <a:cubicBezTo>
                    <a:pt x="1610" y="13906"/>
                    <a:pt x="10561" y="17228"/>
                    <a:pt x="23915" y="17228"/>
                  </a:cubicBezTo>
                  <a:cubicBezTo>
                    <a:pt x="24178" y="17228"/>
                    <a:pt x="24443" y="17227"/>
                    <a:pt x="24709" y="17225"/>
                  </a:cubicBezTo>
                  <a:cubicBezTo>
                    <a:pt x="37062" y="17124"/>
                    <a:pt x="48243" y="8939"/>
                    <a:pt x="44293" y="3332"/>
                  </a:cubicBezTo>
                  <a:cubicBezTo>
                    <a:pt x="41950" y="1"/>
                    <a:pt x="34032" y="1122"/>
                    <a:pt x="23437" y="335"/>
                  </a:cubicBezTo>
                  <a:cubicBezTo>
                    <a:pt x="22376" y="256"/>
                    <a:pt x="21305" y="218"/>
                    <a:pt x="20236" y="21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6" name="Google Shape;7816;p19"/>
            <p:cNvSpPr/>
            <p:nvPr/>
          </p:nvSpPr>
          <p:spPr>
            <a:xfrm>
              <a:off x="1421225" y="554900"/>
              <a:ext cx="1204325" cy="288750"/>
            </a:xfrm>
            <a:custGeom>
              <a:avLst/>
              <a:gdLst/>
              <a:ahLst/>
              <a:cxnLst/>
              <a:rect l="l" t="t" r="r" b="b"/>
              <a:pathLst>
                <a:path w="48173" h="11550" extrusionOk="0">
                  <a:moveTo>
                    <a:pt x="20753" y="698"/>
                  </a:moveTo>
                  <a:cubicBezTo>
                    <a:pt x="11203" y="698"/>
                    <a:pt x="1" y="6446"/>
                    <a:pt x="284" y="11550"/>
                  </a:cubicBezTo>
                  <a:cubicBezTo>
                    <a:pt x="523" y="6533"/>
                    <a:pt x="11450" y="1054"/>
                    <a:pt x="20773" y="1054"/>
                  </a:cubicBezTo>
                  <a:cubicBezTo>
                    <a:pt x="22525" y="1054"/>
                    <a:pt x="24220" y="1248"/>
                    <a:pt x="25776" y="1674"/>
                  </a:cubicBezTo>
                  <a:cubicBezTo>
                    <a:pt x="36824" y="4720"/>
                    <a:pt x="43000" y="368"/>
                    <a:pt x="47269" y="6662"/>
                  </a:cubicBezTo>
                  <a:cubicBezTo>
                    <a:pt x="47821" y="7482"/>
                    <a:pt x="48089" y="8336"/>
                    <a:pt x="48122" y="9223"/>
                  </a:cubicBezTo>
                  <a:cubicBezTo>
                    <a:pt x="48173" y="8219"/>
                    <a:pt x="47905" y="7231"/>
                    <a:pt x="47269" y="6311"/>
                  </a:cubicBezTo>
                  <a:cubicBezTo>
                    <a:pt x="43000" y="0"/>
                    <a:pt x="36857" y="4352"/>
                    <a:pt x="25776" y="1322"/>
                  </a:cubicBezTo>
                  <a:cubicBezTo>
                    <a:pt x="24213" y="893"/>
                    <a:pt x="22511" y="698"/>
                    <a:pt x="20753" y="69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7" name="Google Shape;7817;p19"/>
            <p:cNvSpPr/>
            <p:nvPr/>
          </p:nvSpPr>
          <p:spPr>
            <a:xfrm>
              <a:off x="1429550" y="748225"/>
              <a:ext cx="1234450" cy="351525"/>
            </a:xfrm>
            <a:custGeom>
              <a:avLst/>
              <a:gdLst/>
              <a:ahLst/>
              <a:cxnLst/>
              <a:rect l="l" t="t" r="r" b="b"/>
              <a:pathLst>
                <a:path w="49378" h="14061" extrusionOk="0">
                  <a:moveTo>
                    <a:pt x="47605" y="0"/>
                  </a:moveTo>
                  <a:lnTo>
                    <a:pt x="47605" y="0"/>
                  </a:lnTo>
                  <a:cubicBezTo>
                    <a:pt x="48576" y="6093"/>
                    <a:pt x="37411" y="13508"/>
                    <a:pt x="25460" y="13508"/>
                  </a:cubicBezTo>
                  <a:cubicBezTo>
                    <a:pt x="11266" y="13508"/>
                    <a:pt x="1557" y="9960"/>
                    <a:pt x="1" y="4302"/>
                  </a:cubicBezTo>
                  <a:lnTo>
                    <a:pt x="1" y="4302"/>
                  </a:lnTo>
                  <a:cubicBezTo>
                    <a:pt x="1055" y="10278"/>
                    <a:pt x="10898" y="14061"/>
                    <a:pt x="25577" y="14061"/>
                  </a:cubicBezTo>
                  <a:cubicBezTo>
                    <a:pt x="25590" y="14061"/>
                    <a:pt x="25603" y="14061"/>
                    <a:pt x="25616" y="14061"/>
                  </a:cubicBezTo>
                  <a:cubicBezTo>
                    <a:pt x="37921" y="14061"/>
                    <a:pt x="49378" y="6170"/>
                    <a:pt x="476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8" name="Google Shape;7818;p19"/>
            <p:cNvSpPr/>
            <p:nvPr/>
          </p:nvSpPr>
          <p:spPr>
            <a:xfrm>
              <a:off x="1450650" y="624525"/>
              <a:ext cx="1121325" cy="423400"/>
            </a:xfrm>
            <a:custGeom>
              <a:avLst/>
              <a:gdLst/>
              <a:ahLst/>
              <a:cxnLst/>
              <a:rect l="l" t="t" r="r" b="b"/>
              <a:pathLst>
                <a:path w="44853" h="16936" extrusionOk="0">
                  <a:moveTo>
                    <a:pt x="17938" y="1"/>
                  </a:moveTo>
                  <a:cubicBezTo>
                    <a:pt x="10036" y="1"/>
                    <a:pt x="5951" y="1695"/>
                    <a:pt x="2990" y="6472"/>
                  </a:cubicBezTo>
                  <a:cubicBezTo>
                    <a:pt x="1" y="11312"/>
                    <a:pt x="11439" y="16936"/>
                    <a:pt x="22282" y="16936"/>
                  </a:cubicBezTo>
                  <a:cubicBezTo>
                    <a:pt x="23401" y="16936"/>
                    <a:pt x="24514" y="16876"/>
                    <a:pt x="25604" y="16749"/>
                  </a:cubicBezTo>
                  <a:cubicBezTo>
                    <a:pt x="38643" y="15243"/>
                    <a:pt x="44234" y="10840"/>
                    <a:pt x="44552" y="5986"/>
                  </a:cubicBezTo>
                  <a:cubicBezTo>
                    <a:pt x="44853" y="1132"/>
                    <a:pt x="30458" y="462"/>
                    <a:pt x="21084" y="77"/>
                  </a:cubicBezTo>
                  <a:cubicBezTo>
                    <a:pt x="19973" y="27"/>
                    <a:pt x="18926" y="1"/>
                    <a:pt x="179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9" name="Google Shape;7819;p19"/>
            <p:cNvSpPr/>
            <p:nvPr/>
          </p:nvSpPr>
          <p:spPr>
            <a:xfrm>
              <a:off x="1462975" y="628300"/>
              <a:ext cx="1104000" cy="405800"/>
            </a:xfrm>
            <a:custGeom>
              <a:avLst/>
              <a:gdLst/>
              <a:ahLst/>
              <a:cxnLst/>
              <a:rect l="l" t="t" r="r" b="b"/>
              <a:pathLst>
                <a:path w="44160" h="16232" extrusionOk="0">
                  <a:moveTo>
                    <a:pt x="17957" y="1"/>
                  </a:moveTo>
                  <a:cubicBezTo>
                    <a:pt x="10003" y="1"/>
                    <a:pt x="5931" y="1618"/>
                    <a:pt x="2982" y="6237"/>
                  </a:cubicBezTo>
                  <a:cubicBezTo>
                    <a:pt x="0" y="10899"/>
                    <a:pt x="11200" y="16232"/>
                    <a:pt x="21849" y="16232"/>
                  </a:cubicBezTo>
                  <a:cubicBezTo>
                    <a:pt x="22976" y="16232"/>
                    <a:pt x="24097" y="16172"/>
                    <a:pt x="25194" y="16046"/>
                  </a:cubicBezTo>
                  <a:cubicBezTo>
                    <a:pt x="38033" y="14573"/>
                    <a:pt x="43523" y="10355"/>
                    <a:pt x="43841" y="5701"/>
                  </a:cubicBezTo>
                  <a:cubicBezTo>
                    <a:pt x="44159" y="1048"/>
                    <a:pt x="29998" y="445"/>
                    <a:pt x="20792" y="60"/>
                  </a:cubicBezTo>
                  <a:cubicBezTo>
                    <a:pt x="19795" y="21"/>
                    <a:pt x="18852" y="1"/>
                    <a:pt x="179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0" name="Google Shape;7820;p19"/>
            <p:cNvSpPr/>
            <p:nvPr/>
          </p:nvSpPr>
          <p:spPr>
            <a:xfrm>
              <a:off x="1473400" y="636425"/>
              <a:ext cx="1075575" cy="406650"/>
            </a:xfrm>
            <a:custGeom>
              <a:avLst/>
              <a:gdLst/>
              <a:ahLst/>
              <a:cxnLst/>
              <a:rect l="l" t="t" r="r" b="b"/>
              <a:pathLst>
                <a:path w="43023" h="16266" extrusionOk="0">
                  <a:moveTo>
                    <a:pt x="17301" y="1"/>
                  </a:moveTo>
                  <a:cubicBezTo>
                    <a:pt x="9665" y="1"/>
                    <a:pt x="5750" y="1617"/>
                    <a:pt x="2900" y="6213"/>
                  </a:cubicBezTo>
                  <a:cubicBezTo>
                    <a:pt x="0" y="10874"/>
                    <a:pt x="10982" y="16265"/>
                    <a:pt x="21405" y="16265"/>
                  </a:cubicBezTo>
                  <a:cubicBezTo>
                    <a:pt x="22473" y="16265"/>
                    <a:pt x="23536" y="16209"/>
                    <a:pt x="24576" y="16089"/>
                  </a:cubicBezTo>
                  <a:cubicBezTo>
                    <a:pt x="37063" y="14633"/>
                    <a:pt x="42420" y="10431"/>
                    <a:pt x="42738" y="5761"/>
                  </a:cubicBezTo>
                  <a:cubicBezTo>
                    <a:pt x="43022" y="1125"/>
                    <a:pt x="29247" y="472"/>
                    <a:pt x="20258" y="70"/>
                  </a:cubicBezTo>
                  <a:cubicBezTo>
                    <a:pt x="19214" y="25"/>
                    <a:pt x="18230" y="1"/>
                    <a:pt x="17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1" name="Google Shape;7821;p19"/>
            <p:cNvSpPr/>
            <p:nvPr/>
          </p:nvSpPr>
          <p:spPr>
            <a:xfrm>
              <a:off x="1904500" y="714125"/>
              <a:ext cx="508725" cy="158650"/>
            </a:xfrm>
            <a:custGeom>
              <a:avLst/>
              <a:gdLst/>
              <a:ahLst/>
              <a:cxnLst/>
              <a:rect l="l" t="t" r="r" b="b"/>
              <a:pathLst>
                <a:path w="20349" h="6346" extrusionOk="0">
                  <a:moveTo>
                    <a:pt x="2195" y="1"/>
                  </a:moveTo>
                  <a:cubicBezTo>
                    <a:pt x="1938" y="1"/>
                    <a:pt x="1660" y="100"/>
                    <a:pt x="1323" y="360"/>
                  </a:cubicBezTo>
                  <a:cubicBezTo>
                    <a:pt x="1" y="1381"/>
                    <a:pt x="2060" y="1348"/>
                    <a:pt x="4939" y="1465"/>
                  </a:cubicBezTo>
                  <a:cubicBezTo>
                    <a:pt x="9408" y="1649"/>
                    <a:pt x="6696" y="5900"/>
                    <a:pt x="11300" y="6302"/>
                  </a:cubicBezTo>
                  <a:cubicBezTo>
                    <a:pt x="11621" y="6331"/>
                    <a:pt x="11942" y="6345"/>
                    <a:pt x="12261" y="6345"/>
                  </a:cubicBezTo>
                  <a:cubicBezTo>
                    <a:pt x="16517" y="6345"/>
                    <a:pt x="20349" y="3876"/>
                    <a:pt x="17141" y="2318"/>
                  </a:cubicBezTo>
                  <a:cubicBezTo>
                    <a:pt x="13693" y="645"/>
                    <a:pt x="6596" y="1214"/>
                    <a:pt x="4822" y="1013"/>
                  </a:cubicBezTo>
                  <a:cubicBezTo>
                    <a:pt x="3512" y="851"/>
                    <a:pt x="2946" y="1"/>
                    <a:pt x="21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2" name="Google Shape;7822;p19"/>
            <p:cNvSpPr/>
            <p:nvPr/>
          </p:nvSpPr>
          <p:spPr>
            <a:xfrm>
              <a:off x="1582800" y="653175"/>
              <a:ext cx="473325" cy="208975"/>
            </a:xfrm>
            <a:custGeom>
              <a:avLst/>
              <a:gdLst/>
              <a:ahLst/>
              <a:cxnLst/>
              <a:rect l="l" t="t" r="r" b="b"/>
              <a:pathLst>
                <a:path w="18933" h="8359" extrusionOk="0">
                  <a:moveTo>
                    <a:pt x="10267" y="0"/>
                  </a:moveTo>
                  <a:cubicBezTo>
                    <a:pt x="4054" y="0"/>
                    <a:pt x="1" y="4130"/>
                    <a:pt x="566" y="6765"/>
                  </a:cubicBezTo>
                  <a:cubicBezTo>
                    <a:pt x="812" y="7927"/>
                    <a:pt x="1246" y="8358"/>
                    <a:pt x="1632" y="8358"/>
                  </a:cubicBezTo>
                  <a:cubicBezTo>
                    <a:pt x="2192" y="8358"/>
                    <a:pt x="2653" y="7455"/>
                    <a:pt x="2307" y="6564"/>
                  </a:cubicBezTo>
                  <a:cubicBezTo>
                    <a:pt x="1201" y="3860"/>
                    <a:pt x="3990" y="1996"/>
                    <a:pt x="7269" y="1996"/>
                  </a:cubicBezTo>
                  <a:cubicBezTo>
                    <a:pt x="7663" y="1996"/>
                    <a:pt x="8064" y="2023"/>
                    <a:pt x="8467" y="2078"/>
                  </a:cubicBezTo>
                  <a:cubicBezTo>
                    <a:pt x="9081" y="2171"/>
                    <a:pt x="9834" y="2213"/>
                    <a:pt x="10620" y="2213"/>
                  </a:cubicBezTo>
                  <a:cubicBezTo>
                    <a:pt x="14392" y="2213"/>
                    <a:pt x="18933" y="1242"/>
                    <a:pt x="12685" y="204"/>
                  </a:cubicBezTo>
                  <a:cubicBezTo>
                    <a:pt x="11849" y="64"/>
                    <a:pt x="11041" y="0"/>
                    <a:pt x="1026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3" name="Google Shape;7823;p19"/>
            <p:cNvSpPr/>
            <p:nvPr/>
          </p:nvSpPr>
          <p:spPr>
            <a:xfrm>
              <a:off x="1634175" y="667600"/>
              <a:ext cx="907275" cy="341575"/>
            </a:xfrm>
            <a:custGeom>
              <a:avLst/>
              <a:gdLst/>
              <a:ahLst/>
              <a:cxnLst/>
              <a:rect l="l" t="t" r="r" b="b"/>
              <a:pathLst>
                <a:path w="36291" h="13663" extrusionOk="0">
                  <a:moveTo>
                    <a:pt x="19173" y="0"/>
                  </a:moveTo>
                  <a:cubicBezTo>
                    <a:pt x="17448" y="0"/>
                    <a:pt x="16147" y="196"/>
                    <a:pt x="15651" y="698"/>
                  </a:cubicBezTo>
                  <a:cubicBezTo>
                    <a:pt x="15024" y="1325"/>
                    <a:pt x="16741" y="1386"/>
                    <a:pt x="19202" y="1386"/>
                  </a:cubicBezTo>
                  <a:cubicBezTo>
                    <a:pt x="19801" y="1386"/>
                    <a:pt x="20443" y="1383"/>
                    <a:pt x="21107" y="1383"/>
                  </a:cubicBezTo>
                  <a:cubicBezTo>
                    <a:pt x="23905" y="1383"/>
                    <a:pt x="27076" y="1447"/>
                    <a:pt x="28892" y="2121"/>
                  </a:cubicBezTo>
                  <a:cubicBezTo>
                    <a:pt x="32892" y="3594"/>
                    <a:pt x="32641" y="11544"/>
                    <a:pt x="23100" y="12331"/>
                  </a:cubicBezTo>
                  <a:cubicBezTo>
                    <a:pt x="22050" y="12416"/>
                    <a:pt x="21014" y="12455"/>
                    <a:pt x="20003" y="12455"/>
                  </a:cubicBezTo>
                  <a:cubicBezTo>
                    <a:pt x="11829" y="12455"/>
                    <a:pt x="5342" y="9895"/>
                    <a:pt x="7115" y="8197"/>
                  </a:cubicBezTo>
                  <a:cubicBezTo>
                    <a:pt x="7806" y="7534"/>
                    <a:pt x="8580" y="7336"/>
                    <a:pt x="9426" y="7336"/>
                  </a:cubicBezTo>
                  <a:cubicBezTo>
                    <a:pt x="10691" y="7336"/>
                    <a:pt x="12117" y="7781"/>
                    <a:pt x="13666" y="7781"/>
                  </a:cubicBezTo>
                  <a:cubicBezTo>
                    <a:pt x="14063" y="7781"/>
                    <a:pt x="14468" y="7751"/>
                    <a:pt x="14881" y="7678"/>
                  </a:cubicBezTo>
                  <a:cubicBezTo>
                    <a:pt x="17439" y="7230"/>
                    <a:pt x="13747" y="4324"/>
                    <a:pt x="9007" y="4324"/>
                  </a:cubicBezTo>
                  <a:cubicBezTo>
                    <a:pt x="8256" y="4324"/>
                    <a:pt x="7479" y="4397"/>
                    <a:pt x="6696" y="4564"/>
                  </a:cubicBezTo>
                  <a:cubicBezTo>
                    <a:pt x="1" y="6004"/>
                    <a:pt x="3282" y="10105"/>
                    <a:pt x="6428" y="11578"/>
                  </a:cubicBezTo>
                  <a:cubicBezTo>
                    <a:pt x="9625" y="13081"/>
                    <a:pt x="13323" y="13662"/>
                    <a:pt x="16915" y="13662"/>
                  </a:cubicBezTo>
                  <a:cubicBezTo>
                    <a:pt x="23799" y="13662"/>
                    <a:pt x="30290" y="11529"/>
                    <a:pt x="32105" y="9670"/>
                  </a:cubicBezTo>
                  <a:cubicBezTo>
                    <a:pt x="34851" y="6841"/>
                    <a:pt x="36290" y="2288"/>
                    <a:pt x="30616" y="1300"/>
                  </a:cubicBezTo>
                  <a:cubicBezTo>
                    <a:pt x="26942" y="661"/>
                    <a:pt x="22341" y="0"/>
                    <a:pt x="1917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4" name="Google Shape;7824;p19"/>
            <p:cNvSpPr/>
            <p:nvPr/>
          </p:nvSpPr>
          <p:spPr>
            <a:xfrm>
              <a:off x="2119175" y="674975"/>
              <a:ext cx="163225" cy="58225"/>
            </a:xfrm>
            <a:custGeom>
              <a:avLst/>
              <a:gdLst/>
              <a:ahLst/>
              <a:cxnLst/>
              <a:rect l="l" t="t" r="r" b="b"/>
              <a:pathLst>
                <a:path w="6529" h="2329" extrusionOk="0">
                  <a:moveTo>
                    <a:pt x="3352" y="1"/>
                  </a:moveTo>
                  <a:cubicBezTo>
                    <a:pt x="3323" y="1"/>
                    <a:pt x="3294" y="1"/>
                    <a:pt x="3265" y="1"/>
                  </a:cubicBezTo>
                  <a:cubicBezTo>
                    <a:pt x="1457" y="18"/>
                    <a:pt x="1" y="570"/>
                    <a:pt x="1" y="1189"/>
                  </a:cubicBezTo>
                  <a:cubicBezTo>
                    <a:pt x="1" y="1832"/>
                    <a:pt x="1410" y="2328"/>
                    <a:pt x="3177" y="2328"/>
                  </a:cubicBezTo>
                  <a:cubicBezTo>
                    <a:pt x="3206" y="2328"/>
                    <a:pt x="3236" y="2328"/>
                    <a:pt x="3265" y="2328"/>
                  </a:cubicBezTo>
                  <a:cubicBezTo>
                    <a:pt x="5056" y="2328"/>
                    <a:pt x="6529" y="1775"/>
                    <a:pt x="6529" y="1123"/>
                  </a:cubicBezTo>
                  <a:cubicBezTo>
                    <a:pt x="6529" y="497"/>
                    <a:pt x="5103" y="1"/>
                    <a:pt x="335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5" name="Google Shape;7825;p19"/>
            <p:cNvSpPr/>
            <p:nvPr/>
          </p:nvSpPr>
          <p:spPr>
            <a:xfrm>
              <a:off x="2124200" y="685925"/>
              <a:ext cx="161150" cy="42225"/>
            </a:xfrm>
            <a:custGeom>
              <a:avLst/>
              <a:gdLst/>
              <a:ahLst/>
              <a:cxnLst/>
              <a:rect l="l" t="t" r="r" b="b"/>
              <a:pathLst>
                <a:path w="6446" h="1689" extrusionOk="0">
                  <a:moveTo>
                    <a:pt x="1428" y="0"/>
                  </a:moveTo>
                  <a:cubicBezTo>
                    <a:pt x="630" y="0"/>
                    <a:pt x="1" y="342"/>
                    <a:pt x="1" y="685"/>
                  </a:cubicBezTo>
                  <a:cubicBezTo>
                    <a:pt x="1" y="1254"/>
                    <a:pt x="1306" y="1689"/>
                    <a:pt x="2913" y="1689"/>
                  </a:cubicBezTo>
                  <a:cubicBezTo>
                    <a:pt x="4520" y="1655"/>
                    <a:pt x="6445" y="1070"/>
                    <a:pt x="5893" y="1003"/>
                  </a:cubicBezTo>
                  <a:cubicBezTo>
                    <a:pt x="5769" y="991"/>
                    <a:pt x="5635" y="988"/>
                    <a:pt x="5491" y="988"/>
                  </a:cubicBezTo>
                  <a:cubicBezTo>
                    <a:pt x="5372" y="988"/>
                    <a:pt x="5246" y="990"/>
                    <a:pt x="5115" y="990"/>
                  </a:cubicBezTo>
                  <a:cubicBezTo>
                    <a:pt x="4486" y="990"/>
                    <a:pt x="3737" y="949"/>
                    <a:pt x="2980" y="467"/>
                  </a:cubicBezTo>
                  <a:cubicBezTo>
                    <a:pt x="2471" y="129"/>
                    <a:pt x="1917" y="0"/>
                    <a:pt x="1428"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6" name="Google Shape;7826;p19"/>
            <p:cNvSpPr/>
            <p:nvPr/>
          </p:nvSpPr>
          <p:spPr>
            <a:xfrm>
              <a:off x="2210825" y="681675"/>
              <a:ext cx="31400" cy="11750"/>
            </a:xfrm>
            <a:custGeom>
              <a:avLst/>
              <a:gdLst/>
              <a:ahLst/>
              <a:cxnLst/>
              <a:rect l="l" t="t" r="r" b="b"/>
              <a:pathLst>
                <a:path w="1256" h="470" extrusionOk="0">
                  <a:moveTo>
                    <a:pt x="620" y="1"/>
                  </a:moveTo>
                  <a:cubicBezTo>
                    <a:pt x="268" y="1"/>
                    <a:pt x="1" y="101"/>
                    <a:pt x="1" y="235"/>
                  </a:cubicBezTo>
                  <a:cubicBezTo>
                    <a:pt x="1" y="352"/>
                    <a:pt x="268" y="470"/>
                    <a:pt x="620" y="470"/>
                  </a:cubicBezTo>
                  <a:cubicBezTo>
                    <a:pt x="955" y="470"/>
                    <a:pt x="1256" y="352"/>
                    <a:pt x="1256" y="235"/>
                  </a:cubicBezTo>
                  <a:cubicBezTo>
                    <a:pt x="1256" y="101"/>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7" name="Google Shape;7827;p19"/>
            <p:cNvSpPr/>
            <p:nvPr/>
          </p:nvSpPr>
          <p:spPr>
            <a:xfrm>
              <a:off x="2195350" y="706800"/>
              <a:ext cx="31400" cy="11725"/>
            </a:xfrm>
            <a:custGeom>
              <a:avLst/>
              <a:gdLst/>
              <a:ahLst/>
              <a:cxnLst/>
              <a:rect l="l" t="t" r="r" b="b"/>
              <a:pathLst>
                <a:path w="1256" h="469" extrusionOk="0">
                  <a:moveTo>
                    <a:pt x="636" y="0"/>
                  </a:moveTo>
                  <a:cubicBezTo>
                    <a:pt x="285" y="0"/>
                    <a:pt x="0" y="101"/>
                    <a:pt x="0" y="235"/>
                  </a:cubicBezTo>
                  <a:cubicBezTo>
                    <a:pt x="0" y="352"/>
                    <a:pt x="285" y="469"/>
                    <a:pt x="636" y="469"/>
                  </a:cubicBezTo>
                  <a:cubicBezTo>
                    <a:pt x="988" y="469"/>
                    <a:pt x="1256" y="352"/>
                    <a:pt x="1256" y="235"/>
                  </a:cubicBezTo>
                  <a:cubicBezTo>
                    <a:pt x="1256" y="101"/>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8" name="Google Shape;7828;p19"/>
            <p:cNvSpPr/>
            <p:nvPr/>
          </p:nvSpPr>
          <p:spPr>
            <a:xfrm>
              <a:off x="1992400" y="935275"/>
              <a:ext cx="185400" cy="58600"/>
            </a:xfrm>
            <a:custGeom>
              <a:avLst/>
              <a:gdLst/>
              <a:ahLst/>
              <a:cxnLst/>
              <a:rect l="l" t="t" r="r" b="b"/>
              <a:pathLst>
                <a:path w="7416" h="2344" extrusionOk="0">
                  <a:moveTo>
                    <a:pt x="3716" y="0"/>
                  </a:moveTo>
                  <a:cubicBezTo>
                    <a:pt x="1657" y="0"/>
                    <a:pt x="0" y="536"/>
                    <a:pt x="0" y="1172"/>
                  </a:cubicBezTo>
                  <a:cubicBezTo>
                    <a:pt x="0" y="1825"/>
                    <a:pt x="1657" y="2344"/>
                    <a:pt x="3716" y="2344"/>
                  </a:cubicBezTo>
                  <a:cubicBezTo>
                    <a:pt x="5758" y="2344"/>
                    <a:pt x="7415" y="1825"/>
                    <a:pt x="7415" y="1172"/>
                  </a:cubicBezTo>
                  <a:cubicBezTo>
                    <a:pt x="7415" y="536"/>
                    <a:pt x="5758" y="0"/>
                    <a:pt x="37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9" name="Google Shape;7829;p19"/>
            <p:cNvSpPr/>
            <p:nvPr/>
          </p:nvSpPr>
          <p:spPr>
            <a:xfrm>
              <a:off x="1946350" y="800100"/>
              <a:ext cx="185425" cy="58200"/>
            </a:xfrm>
            <a:custGeom>
              <a:avLst/>
              <a:gdLst/>
              <a:ahLst/>
              <a:cxnLst/>
              <a:rect l="l" t="t" r="r" b="b"/>
              <a:pathLst>
                <a:path w="7417" h="2328" extrusionOk="0">
                  <a:moveTo>
                    <a:pt x="3700" y="1"/>
                  </a:moveTo>
                  <a:cubicBezTo>
                    <a:pt x="1658" y="1"/>
                    <a:pt x="1" y="520"/>
                    <a:pt x="1" y="1173"/>
                  </a:cubicBezTo>
                  <a:cubicBezTo>
                    <a:pt x="1" y="1809"/>
                    <a:pt x="1658" y="2328"/>
                    <a:pt x="3700" y="2328"/>
                  </a:cubicBezTo>
                  <a:cubicBezTo>
                    <a:pt x="5759" y="2328"/>
                    <a:pt x="7416" y="1809"/>
                    <a:pt x="7416" y="1173"/>
                  </a:cubicBezTo>
                  <a:cubicBezTo>
                    <a:pt x="7416" y="520"/>
                    <a:pt x="5759" y="1"/>
                    <a:pt x="3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0" name="Google Shape;7830;p19"/>
            <p:cNvSpPr/>
            <p:nvPr/>
          </p:nvSpPr>
          <p:spPr>
            <a:xfrm>
              <a:off x="2266075" y="794650"/>
              <a:ext cx="166575" cy="64625"/>
            </a:xfrm>
            <a:custGeom>
              <a:avLst/>
              <a:gdLst/>
              <a:ahLst/>
              <a:cxnLst/>
              <a:rect l="l" t="t" r="r" b="b"/>
              <a:pathLst>
                <a:path w="6663" h="2585" extrusionOk="0">
                  <a:moveTo>
                    <a:pt x="3499" y="1"/>
                  </a:moveTo>
                  <a:cubicBezTo>
                    <a:pt x="1875" y="1"/>
                    <a:pt x="432" y="481"/>
                    <a:pt x="234" y="1140"/>
                  </a:cubicBezTo>
                  <a:cubicBezTo>
                    <a:pt x="0" y="1843"/>
                    <a:pt x="1255" y="2512"/>
                    <a:pt x="3113" y="2579"/>
                  </a:cubicBezTo>
                  <a:cubicBezTo>
                    <a:pt x="3212" y="2583"/>
                    <a:pt x="3311" y="2584"/>
                    <a:pt x="3408" y="2584"/>
                  </a:cubicBezTo>
                  <a:cubicBezTo>
                    <a:pt x="5169" y="2584"/>
                    <a:pt x="6613" y="2021"/>
                    <a:pt x="6629" y="1307"/>
                  </a:cubicBezTo>
                  <a:cubicBezTo>
                    <a:pt x="6662" y="587"/>
                    <a:pt x="5273" y="18"/>
                    <a:pt x="3582" y="1"/>
                  </a:cubicBezTo>
                  <a:cubicBezTo>
                    <a:pt x="3554" y="1"/>
                    <a:pt x="3527" y="1"/>
                    <a:pt x="3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1" name="Google Shape;7831;p19"/>
            <p:cNvSpPr/>
            <p:nvPr/>
          </p:nvSpPr>
          <p:spPr>
            <a:xfrm>
              <a:off x="2280700" y="737125"/>
              <a:ext cx="104650" cy="41075"/>
            </a:xfrm>
            <a:custGeom>
              <a:avLst/>
              <a:gdLst/>
              <a:ahLst/>
              <a:cxnLst/>
              <a:rect l="l" t="t" r="r" b="b"/>
              <a:pathLst>
                <a:path w="4186" h="1643" extrusionOk="0">
                  <a:moveTo>
                    <a:pt x="1900" y="0"/>
                  </a:moveTo>
                  <a:cubicBezTo>
                    <a:pt x="925" y="0"/>
                    <a:pt x="129" y="299"/>
                    <a:pt x="68" y="695"/>
                  </a:cubicBezTo>
                  <a:cubicBezTo>
                    <a:pt x="1" y="1147"/>
                    <a:pt x="855" y="1566"/>
                    <a:pt x="1993" y="1633"/>
                  </a:cubicBezTo>
                  <a:cubicBezTo>
                    <a:pt x="2098" y="1639"/>
                    <a:pt x="2201" y="1642"/>
                    <a:pt x="2303" y="1642"/>
                  </a:cubicBezTo>
                  <a:cubicBezTo>
                    <a:pt x="3288" y="1642"/>
                    <a:pt x="4088" y="1356"/>
                    <a:pt x="4119" y="946"/>
                  </a:cubicBezTo>
                  <a:cubicBezTo>
                    <a:pt x="4186" y="478"/>
                    <a:pt x="3332" y="59"/>
                    <a:pt x="2194" y="9"/>
                  </a:cubicBezTo>
                  <a:cubicBezTo>
                    <a:pt x="2095" y="3"/>
                    <a:pt x="1997" y="0"/>
                    <a:pt x="19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2" name="Google Shape;7832;p19"/>
            <p:cNvSpPr/>
            <p:nvPr/>
          </p:nvSpPr>
          <p:spPr>
            <a:xfrm>
              <a:off x="2193325" y="934275"/>
              <a:ext cx="68925" cy="31225"/>
            </a:xfrm>
            <a:custGeom>
              <a:avLst/>
              <a:gdLst/>
              <a:ahLst/>
              <a:cxnLst/>
              <a:rect l="l" t="t" r="r" b="b"/>
              <a:pathLst>
                <a:path w="2757" h="1249" extrusionOk="0">
                  <a:moveTo>
                    <a:pt x="1636" y="1"/>
                  </a:moveTo>
                  <a:cubicBezTo>
                    <a:pt x="1577" y="1"/>
                    <a:pt x="1516" y="3"/>
                    <a:pt x="1454" y="7"/>
                  </a:cubicBezTo>
                  <a:cubicBezTo>
                    <a:pt x="701" y="40"/>
                    <a:pt x="65" y="358"/>
                    <a:pt x="48" y="693"/>
                  </a:cubicBezTo>
                  <a:cubicBezTo>
                    <a:pt x="1" y="1008"/>
                    <a:pt x="515" y="1249"/>
                    <a:pt x="1189" y="1249"/>
                  </a:cubicBezTo>
                  <a:cubicBezTo>
                    <a:pt x="1232" y="1249"/>
                    <a:pt x="1276" y="1248"/>
                    <a:pt x="1320" y="1246"/>
                  </a:cubicBezTo>
                  <a:cubicBezTo>
                    <a:pt x="2056" y="1195"/>
                    <a:pt x="2676" y="911"/>
                    <a:pt x="2726" y="543"/>
                  </a:cubicBezTo>
                  <a:cubicBezTo>
                    <a:pt x="2757" y="237"/>
                    <a:pt x="2270"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3" name="Google Shape;7833;p19"/>
            <p:cNvSpPr/>
            <p:nvPr/>
          </p:nvSpPr>
          <p:spPr>
            <a:xfrm>
              <a:off x="2257325" y="908050"/>
              <a:ext cx="37625" cy="16925"/>
            </a:xfrm>
            <a:custGeom>
              <a:avLst/>
              <a:gdLst/>
              <a:ahLst/>
              <a:cxnLst/>
              <a:rect l="l" t="t" r="r" b="b"/>
              <a:pathLst>
                <a:path w="1505" h="677" extrusionOk="0">
                  <a:moveTo>
                    <a:pt x="853" y="0"/>
                  </a:moveTo>
                  <a:cubicBezTo>
                    <a:pt x="831" y="0"/>
                    <a:pt x="808" y="0"/>
                    <a:pt x="785" y="1"/>
                  </a:cubicBezTo>
                  <a:cubicBezTo>
                    <a:pt x="400" y="18"/>
                    <a:pt x="32" y="202"/>
                    <a:pt x="15" y="386"/>
                  </a:cubicBezTo>
                  <a:cubicBezTo>
                    <a:pt x="0" y="551"/>
                    <a:pt x="254" y="676"/>
                    <a:pt x="584" y="676"/>
                  </a:cubicBezTo>
                  <a:cubicBezTo>
                    <a:pt x="622" y="676"/>
                    <a:pt x="662" y="674"/>
                    <a:pt x="702" y="671"/>
                  </a:cubicBezTo>
                  <a:cubicBezTo>
                    <a:pt x="1120" y="654"/>
                    <a:pt x="1488" y="487"/>
                    <a:pt x="1488" y="303"/>
                  </a:cubicBezTo>
                  <a:cubicBezTo>
                    <a:pt x="1504" y="129"/>
                    <a:pt x="1222" y="0"/>
                    <a:pt x="8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4" name="Google Shape;7834;p19"/>
            <p:cNvSpPr/>
            <p:nvPr/>
          </p:nvSpPr>
          <p:spPr>
            <a:xfrm>
              <a:off x="2088675" y="875300"/>
              <a:ext cx="37600" cy="16925"/>
            </a:xfrm>
            <a:custGeom>
              <a:avLst/>
              <a:gdLst/>
              <a:ahLst/>
              <a:cxnLst/>
              <a:rect l="l" t="t" r="r" b="b"/>
              <a:pathLst>
                <a:path w="1504" h="677" extrusionOk="0">
                  <a:moveTo>
                    <a:pt x="924" y="1"/>
                  </a:moveTo>
                  <a:cubicBezTo>
                    <a:pt x="885" y="1"/>
                    <a:pt x="844" y="2"/>
                    <a:pt x="802" y="6"/>
                  </a:cubicBezTo>
                  <a:cubicBezTo>
                    <a:pt x="401" y="23"/>
                    <a:pt x="49" y="190"/>
                    <a:pt x="32" y="374"/>
                  </a:cubicBezTo>
                  <a:cubicBezTo>
                    <a:pt x="1" y="548"/>
                    <a:pt x="282" y="677"/>
                    <a:pt x="651" y="677"/>
                  </a:cubicBezTo>
                  <a:cubicBezTo>
                    <a:pt x="673" y="677"/>
                    <a:pt x="696" y="676"/>
                    <a:pt x="719" y="675"/>
                  </a:cubicBezTo>
                  <a:cubicBezTo>
                    <a:pt x="1137" y="642"/>
                    <a:pt x="1472" y="475"/>
                    <a:pt x="1489" y="290"/>
                  </a:cubicBezTo>
                  <a:cubicBezTo>
                    <a:pt x="1504" y="125"/>
                    <a:pt x="1263" y="1"/>
                    <a:pt x="9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5" name="Google Shape;7835;p19"/>
            <p:cNvSpPr/>
            <p:nvPr/>
          </p:nvSpPr>
          <p:spPr>
            <a:xfrm>
              <a:off x="2028375" y="714525"/>
              <a:ext cx="54000" cy="21300"/>
            </a:xfrm>
            <a:custGeom>
              <a:avLst/>
              <a:gdLst/>
              <a:ahLst/>
              <a:cxnLst/>
              <a:rect l="l" t="t" r="r" b="b"/>
              <a:pathLst>
                <a:path w="2160" h="852" extrusionOk="0">
                  <a:moveTo>
                    <a:pt x="932" y="0"/>
                  </a:moveTo>
                  <a:cubicBezTo>
                    <a:pt x="439" y="0"/>
                    <a:pt x="49" y="155"/>
                    <a:pt x="34" y="361"/>
                  </a:cubicBezTo>
                  <a:cubicBezTo>
                    <a:pt x="1" y="595"/>
                    <a:pt x="453" y="829"/>
                    <a:pt x="1038" y="846"/>
                  </a:cubicBezTo>
                  <a:cubicBezTo>
                    <a:pt x="1098" y="850"/>
                    <a:pt x="1156" y="851"/>
                    <a:pt x="1213" y="851"/>
                  </a:cubicBezTo>
                  <a:cubicBezTo>
                    <a:pt x="1718" y="851"/>
                    <a:pt x="2113" y="720"/>
                    <a:pt x="2143" y="495"/>
                  </a:cubicBezTo>
                  <a:cubicBezTo>
                    <a:pt x="2160" y="260"/>
                    <a:pt x="1725" y="26"/>
                    <a:pt x="1139" y="9"/>
                  </a:cubicBezTo>
                  <a:cubicBezTo>
                    <a:pt x="1068" y="3"/>
                    <a:pt x="999" y="0"/>
                    <a:pt x="9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6" name="Google Shape;7836;p19"/>
            <p:cNvSpPr/>
            <p:nvPr/>
          </p:nvSpPr>
          <p:spPr>
            <a:xfrm>
              <a:off x="1656775" y="734625"/>
              <a:ext cx="42725" cy="28200"/>
            </a:xfrm>
            <a:custGeom>
              <a:avLst/>
              <a:gdLst/>
              <a:ahLst/>
              <a:cxnLst/>
              <a:rect l="l" t="t" r="r" b="b"/>
              <a:pathLst>
                <a:path w="1709" h="1128" extrusionOk="0">
                  <a:moveTo>
                    <a:pt x="1155" y="0"/>
                  </a:moveTo>
                  <a:cubicBezTo>
                    <a:pt x="988" y="0"/>
                    <a:pt x="796" y="46"/>
                    <a:pt x="603" y="143"/>
                  </a:cubicBezTo>
                  <a:cubicBezTo>
                    <a:pt x="185" y="377"/>
                    <a:pt x="1" y="779"/>
                    <a:pt x="235" y="996"/>
                  </a:cubicBezTo>
                  <a:cubicBezTo>
                    <a:pt x="339" y="1086"/>
                    <a:pt x="479" y="1127"/>
                    <a:pt x="632" y="1127"/>
                  </a:cubicBezTo>
                  <a:cubicBezTo>
                    <a:pt x="850" y="1127"/>
                    <a:pt x="1093" y="1043"/>
                    <a:pt x="1290" y="896"/>
                  </a:cubicBezTo>
                  <a:cubicBezTo>
                    <a:pt x="1608" y="661"/>
                    <a:pt x="1708" y="360"/>
                    <a:pt x="1574" y="159"/>
                  </a:cubicBezTo>
                  <a:cubicBezTo>
                    <a:pt x="1487" y="55"/>
                    <a:pt x="1336"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7" name="Google Shape;7837;p19"/>
            <p:cNvSpPr/>
            <p:nvPr/>
          </p:nvSpPr>
          <p:spPr>
            <a:xfrm>
              <a:off x="1874375" y="871275"/>
              <a:ext cx="34350" cy="16750"/>
            </a:xfrm>
            <a:custGeom>
              <a:avLst/>
              <a:gdLst/>
              <a:ahLst/>
              <a:cxnLst/>
              <a:rect l="l" t="t" r="r" b="b"/>
              <a:pathLst>
                <a:path w="1374" h="670" extrusionOk="0">
                  <a:moveTo>
                    <a:pt x="715" y="1"/>
                  </a:moveTo>
                  <a:cubicBezTo>
                    <a:pt x="575" y="1"/>
                    <a:pt x="433" y="30"/>
                    <a:pt x="319" y="83"/>
                  </a:cubicBezTo>
                  <a:cubicBezTo>
                    <a:pt x="84" y="184"/>
                    <a:pt x="1" y="351"/>
                    <a:pt x="118" y="502"/>
                  </a:cubicBezTo>
                  <a:cubicBezTo>
                    <a:pt x="215" y="598"/>
                    <a:pt x="417" y="669"/>
                    <a:pt x="629" y="669"/>
                  </a:cubicBezTo>
                  <a:cubicBezTo>
                    <a:pt x="710" y="669"/>
                    <a:pt x="792" y="659"/>
                    <a:pt x="871" y="636"/>
                  </a:cubicBezTo>
                  <a:cubicBezTo>
                    <a:pt x="1239" y="552"/>
                    <a:pt x="1373" y="301"/>
                    <a:pt x="1156" y="133"/>
                  </a:cubicBezTo>
                  <a:cubicBezTo>
                    <a:pt x="1046" y="42"/>
                    <a:pt x="882" y="1"/>
                    <a:pt x="715" y="1"/>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8" name="Google Shape;7838;p19"/>
            <p:cNvSpPr/>
            <p:nvPr/>
          </p:nvSpPr>
          <p:spPr>
            <a:xfrm>
              <a:off x="1896975" y="793875"/>
              <a:ext cx="34350" cy="16725"/>
            </a:xfrm>
            <a:custGeom>
              <a:avLst/>
              <a:gdLst/>
              <a:ahLst/>
              <a:cxnLst/>
              <a:rect l="l" t="t" r="r" b="b"/>
              <a:pathLst>
                <a:path w="1374" h="669" extrusionOk="0">
                  <a:moveTo>
                    <a:pt x="704" y="0"/>
                  </a:moveTo>
                  <a:cubicBezTo>
                    <a:pt x="562" y="0"/>
                    <a:pt x="416" y="29"/>
                    <a:pt x="302" y="82"/>
                  </a:cubicBezTo>
                  <a:cubicBezTo>
                    <a:pt x="84" y="183"/>
                    <a:pt x="1" y="350"/>
                    <a:pt x="118" y="501"/>
                  </a:cubicBezTo>
                  <a:cubicBezTo>
                    <a:pt x="203" y="598"/>
                    <a:pt x="392" y="668"/>
                    <a:pt x="611" y="668"/>
                  </a:cubicBezTo>
                  <a:cubicBezTo>
                    <a:pt x="695" y="668"/>
                    <a:pt x="783" y="658"/>
                    <a:pt x="871" y="635"/>
                  </a:cubicBezTo>
                  <a:cubicBezTo>
                    <a:pt x="1223" y="551"/>
                    <a:pt x="1373" y="300"/>
                    <a:pt x="1139" y="133"/>
                  </a:cubicBezTo>
                  <a:cubicBezTo>
                    <a:pt x="1039" y="42"/>
                    <a:pt x="874" y="0"/>
                    <a:pt x="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9" name="Google Shape;7839;p19"/>
            <p:cNvSpPr/>
            <p:nvPr/>
          </p:nvSpPr>
          <p:spPr>
            <a:xfrm>
              <a:off x="2138850" y="700100"/>
              <a:ext cx="23050" cy="8400"/>
            </a:xfrm>
            <a:custGeom>
              <a:avLst/>
              <a:gdLst/>
              <a:ahLst/>
              <a:cxnLst/>
              <a:rect l="l" t="t" r="r" b="b"/>
              <a:pathLst>
                <a:path w="922" h="336" extrusionOk="0">
                  <a:moveTo>
                    <a:pt x="469" y="0"/>
                  </a:moveTo>
                  <a:cubicBezTo>
                    <a:pt x="218" y="0"/>
                    <a:pt x="1" y="84"/>
                    <a:pt x="1" y="168"/>
                  </a:cubicBezTo>
                  <a:cubicBezTo>
                    <a:pt x="1" y="251"/>
                    <a:pt x="218" y="335"/>
                    <a:pt x="469" y="335"/>
                  </a:cubicBezTo>
                  <a:cubicBezTo>
                    <a:pt x="720" y="335"/>
                    <a:pt x="921" y="251"/>
                    <a:pt x="921" y="168"/>
                  </a:cubicBezTo>
                  <a:cubicBezTo>
                    <a:pt x="921" y="84"/>
                    <a:pt x="720" y="0"/>
                    <a:pt x="4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0" name="Google Shape;7840;p19"/>
            <p:cNvSpPr/>
            <p:nvPr/>
          </p:nvSpPr>
          <p:spPr>
            <a:xfrm>
              <a:off x="1962850" y="803450"/>
              <a:ext cx="158875" cy="39750"/>
            </a:xfrm>
            <a:custGeom>
              <a:avLst/>
              <a:gdLst/>
              <a:ahLst/>
              <a:cxnLst/>
              <a:rect l="l" t="t" r="r" b="b"/>
              <a:pathLst>
                <a:path w="6355" h="1590" extrusionOk="0">
                  <a:moveTo>
                    <a:pt x="2889" y="1"/>
                  </a:moveTo>
                  <a:cubicBezTo>
                    <a:pt x="1316" y="1"/>
                    <a:pt x="10" y="419"/>
                    <a:pt x="10" y="955"/>
                  </a:cubicBezTo>
                  <a:cubicBezTo>
                    <a:pt x="0" y="1275"/>
                    <a:pt x="603" y="1590"/>
                    <a:pt x="1381" y="1590"/>
                  </a:cubicBezTo>
                  <a:cubicBezTo>
                    <a:pt x="1862" y="1590"/>
                    <a:pt x="2411" y="1469"/>
                    <a:pt x="2923" y="1156"/>
                  </a:cubicBezTo>
                  <a:cubicBezTo>
                    <a:pt x="3712" y="678"/>
                    <a:pt x="4475" y="652"/>
                    <a:pt x="5104" y="652"/>
                  </a:cubicBezTo>
                  <a:cubicBezTo>
                    <a:pt x="5179" y="652"/>
                    <a:pt x="5252" y="652"/>
                    <a:pt x="5324" y="652"/>
                  </a:cubicBezTo>
                  <a:cubicBezTo>
                    <a:pt x="5490" y="652"/>
                    <a:pt x="5645" y="650"/>
                    <a:pt x="5785" y="637"/>
                  </a:cubicBezTo>
                  <a:cubicBezTo>
                    <a:pt x="6354" y="587"/>
                    <a:pt x="4446" y="34"/>
                    <a:pt x="288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1" name="Google Shape;7841;p19"/>
            <p:cNvSpPr/>
            <p:nvPr/>
          </p:nvSpPr>
          <p:spPr>
            <a:xfrm>
              <a:off x="2025450" y="837775"/>
              <a:ext cx="31400" cy="10475"/>
            </a:xfrm>
            <a:custGeom>
              <a:avLst/>
              <a:gdLst/>
              <a:ahLst/>
              <a:cxnLst/>
              <a:rect l="l" t="t" r="r" b="b"/>
              <a:pathLst>
                <a:path w="1256" h="419" extrusionOk="0">
                  <a:moveTo>
                    <a:pt x="636" y="0"/>
                  </a:moveTo>
                  <a:cubicBezTo>
                    <a:pt x="268" y="0"/>
                    <a:pt x="0" y="84"/>
                    <a:pt x="0" y="201"/>
                  </a:cubicBezTo>
                  <a:cubicBezTo>
                    <a:pt x="0" y="318"/>
                    <a:pt x="268" y="419"/>
                    <a:pt x="636" y="419"/>
                  </a:cubicBezTo>
                  <a:cubicBezTo>
                    <a:pt x="988" y="419"/>
                    <a:pt x="1256" y="335"/>
                    <a:pt x="1256" y="201"/>
                  </a:cubicBezTo>
                  <a:cubicBezTo>
                    <a:pt x="1256" y="84"/>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2" name="Google Shape;7842;p19"/>
            <p:cNvSpPr/>
            <p:nvPr/>
          </p:nvSpPr>
          <p:spPr>
            <a:xfrm>
              <a:off x="2012475" y="813075"/>
              <a:ext cx="31400" cy="10500"/>
            </a:xfrm>
            <a:custGeom>
              <a:avLst/>
              <a:gdLst/>
              <a:ahLst/>
              <a:cxnLst/>
              <a:rect l="l" t="t" r="r" b="b"/>
              <a:pathLst>
                <a:path w="1256" h="420" extrusionOk="0">
                  <a:moveTo>
                    <a:pt x="620" y="1"/>
                  </a:moveTo>
                  <a:cubicBezTo>
                    <a:pt x="285" y="1"/>
                    <a:pt x="1" y="84"/>
                    <a:pt x="1" y="202"/>
                  </a:cubicBezTo>
                  <a:cubicBezTo>
                    <a:pt x="1" y="336"/>
                    <a:pt x="268" y="419"/>
                    <a:pt x="620" y="419"/>
                  </a:cubicBezTo>
                  <a:cubicBezTo>
                    <a:pt x="955" y="419"/>
                    <a:pt x="1256" y="319"/>
                    <a:pt x="1256" y="202"/>
                  </a:cubicBezTo>
                  <a:cubicBezTo>
                    <a:pt x="1256" y="84"/>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3" name="Google Shape;7843;p19"/>
            <p:cNvSpPr/>
            <p:nvPr/>
          </p:nvSpPr>
          <p:spPr>
            <a:xfrm>
              <a:off x="1975650" y="827725"/>
              <a:ext cx="22200" cy="7150"/>
            </a:xfrm>
            <a:custGeom>
              <a:avLst/>
              <a:gdLst/>
              <a:ahLst/>
              <a:cxnLst/>
              <a:rect l="l" t="t" r="r" b="b"/>
              <a:pathLst>
                <a:path w="888" h="286" extrusionOk="0">
                  <a:moveTo>
                    <a:pt x="452" y="1"/>
                  </a:moveTo>
                  <a:cubicBezTo>
                    <a:pt x="201" y="1"/>
                    <a:pt x="1" y="68"/>
                    <a:pt x="1" y="151"/>
                  </a:cubicBezTo>
                  <a:cubicBezTo>
                    <a:pt x="1" y="235"/>
                    <a:pt x="201" y="285"/>
                    <a:pt x="452" y="285"/>
                  </a:cubicBezTo>
                  <a:cubicBezTo>
                    <a:pt x="704" y="285"/>
                    <a:pt x="888" y="235"/>
                    <a:pt x="888" y="151"/>
                  </a:cubicBezTo>
                  <a:cubicBezTo>
                    <a:pt x="888" y="68"/>
                    <a:pt x="704"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4" name="Google Shape;7844;p19"/>
            <p:cNvSpPr/>
            <p:nvPr/>
          </p:nvSpPr>
          <p:spPr>
            <a:xfrm>
              <a:off x="2075250" y="818100"/>
              <a:ext cx="21775" cy="7550"/>
            </a:xfrm>
            <a:custGeom>
              <a:avLst/>
              <a:gdLst/>
              <a:ahLst/>
              <a:cxnLst/>
              <a:rect l="l" t="t" r="r" b="b"/>
              <a:pathLst>
                <a:path w="871" h="302" extrusionOk="0">
                  <a:moveTo>
                    <a:pt x="436" y="1"/>
                  </a:moveTo>
                  <a:cubicBezTo>
                    <a:pt x="184" y="1"/>
                    <a:pt x="0" y="68"/>
                    <a:pt x="0" y="151"/>
                  </a:cubicBezTo>
                  <a:cubicBezTo>
                    <a:pt x="0" y="235"/>
                    <a:pt x="184" y="302"/>
                    <a:pt x="436" y="302"/>
                  </a:cubicBezTo>
                  <a:cubicBezTo>
                    <a:pt x="687" y="302"/>
                    <a:pt x="871" y="235"/>
                    <a:pt x="871" y="151"/>
                  </a:cubicBezTo>
                  <a:cubicBezTo>
                    <a:pt x="871" y="68"/>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5" name="Google Shape;7845;p19"/>
            <p:cNvSpPr/>
            <p:nvPr/>
          </p:nvSpPr>
          <p:spPr>
            <a:xfrm>
              <a:off x="2295350" y="809325"/>
              <a:ext cx="22200" cy="7550"/>
            </a:xfrm>
            <a:custGeom>
              <a:avLst/>
              <a:gdLst/>
              <a:ahLst/>
              <a:cxnLst/>
              <a:rect l="l" t="t" r="r" b="b"/>
              <a:pathLst>
                <a:path w="888" h="302" extrusionOk="0">
                  <a:moveTo>
                    <a:pt x="436" y="0"/>
                  </a:moveTo>
                  <a:cubicBezTo>
                    <a:pt x="185" y="0"/>
                    <a:pt x="1" y="67"/>
                    <a:pt x="1" y="151"/>
                  </a:cubicBezTo>
                  <a:cubicBezTo>
                    <a:pt x="1" y="234"/>
                    <a:pt x="185" y="301"/>
                    <a:pt x="436" y="301"/>
                  </a:cubicBezTo>
                  <a:cubicBezTo>
                    <a:pt x="687" y="301"/>
                    <a:pt x="888" y="234"/>
                    <a:pt x="888" y="151"/>
                  </a:cubicBezTo>
                  <a:cubicBezTo>
                    <a:pt x="888" y="67"/>
                    <a:pt x="687"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6" name="Google Shape;7846;p19"/>
            <p:cNvSpPr/>
            <p:nvPr/>
          </p:nvSpPr>
          <p:spPr>
            <a:xfrm>
              <a:off x="1863925" y="897375"/>
              <a:ext cx="193725" cy="30425"/>
            </a:xfrm>
            <a:custGeom>
              <a:avLst/>
              <a:gdLst/>
              <a:ahLst/>
              <a:cxnLst/>
              <a:rect l="l" t="t" r="r" b="b"/>
              <a:pathLst>
                <a:path w="7749" h="1217" extrusionOk="0">
                  <a:moveTo>
                    <a:pt x="3619" y="0"/>
                  </a:moveTo>
                  <a:cubicBezTo>
                    <a:pt x="3223" y="0"/>
                    <a:pt x="2825" y="43"/>
                    <a:pt x="2444" y="144"/>
                  </a:cubicBezTo>
                  <a:cubicBezTo>
                    <a:pt x="0" y="763"/>
                    <a:pt x="3281" y="1098"/>
                    <a:pt x="6210" y="1215"/>
                  </a:cubicBezTo>
                  <a:cubicBezTo>
                    <a:pt x="6246" y="1216"/>
                    <a:pt x="6279" y="1217"/>
                    <a:pt x="6311" y="1217"/>
                  </a:cubicBezTo>
                  <a:cubicBezTo>
                    <a:pt x="7748" y="1217"/>
                    <a:pt x="5733" y="0"/>
                    <a:pt x="36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7" name="Google Shape;7847;p19"/>
            <p:cNvSpPr/>
            <p:nvPr/>
          </p:nvSpPr>
          <p:spPr>
            <a:xfrm>
              <a:off x="1662750" y="693975"/>
              <a:ext cx="142875" cy="53300"/>
            </a:xfrm>
            <a:custGeom>
              <a:avLst/>
              <a:gdLst/>
              <a:ahLst/>
              <a:cxnLst/>
              <a:rect l="l" t="t" r="r" b="b"/>
              <a:pathLst>
                <a:path w="5715" h="2132" extrusionOk="0">
                  <a:moveTo>
                    <a:pt x="3380" y="0"/>
                  </a:moveTo>
                  <a:cubicBezTo>
                    <a:pt x="3249" y="0"/>
                    <a:pt x="3114" y="4"/>
                    <a:pt x="2976" y="11"/>
                  </a:cubicBezTo>
                  <a:cubicBezTo>
                    <a:pt x="1436" y="95"/>
                    <a:pt x="113" y="647"/>
                    <a:pt x="46" y="1233"/>
                  </a:cubicBezTo>
                  <a:cubicBezTo>
                    <a:pt x="1" y="1765"/>
                    <a:pt x="977" y="2131"/>
                    <a:pt x="2310" y="2131"/>
                  </a:cubicBezTo>
                  <a:cubicBezTo>
                    <a:pt x="2445" y="2131"/>
                    <a:pt x="2583" y="2128"/>
                    <a:pt x="2724" y="2120"/>
                  </a:cubicBezTo>
                  <a:cubicBezTo>
                    <a:pt x="4281" y="2036"/>
                    <a:pt x="5570" y="1501"/>
                    <a:pt x="5654" y="915"/>
                  </a:cubicBezTo>
                  <a:cubicBezTo>
                    <a:pt x="5715" y="381"/>
                    <a:pt x="4733" y="0"/>
                    <a:pt x="33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8" name="Google Shape;7848;p19"/>
            <p:cNvSpPr/>
            <p:nvPr/>
          </p:nvSpPr>
          <p:spPr>
            <a:xfrm>
              <a:off x="1914550" y="708475"/>
              <a:ext cx="140225" cy="59450"/>
            </a:xfrm>
            <a:custGeom>
              <a:avLst/>
              <a:gdLst/>
              <a:ahLst/>
              <a:cxnLst/>
              <a:rect l="l" t="t" r="r" b="b"/>
              <a:pathLst>
                <a:path w="5609" h="2378" extrusionOk="0">
                  <a:moveTo>
                    <a:pt x="2813" y="0"/>
                  </a:moveTo>
                  <a:cubicBezTo>
                    <a:pt x="1256" y="0"/>
                    <a:pt x="1" y="536"/>
                    <a:pt x="1" y="1189"/>
                  </a:cubicBezTo>
                  <a:cubicBezTo>
                    <a:pt x="1" y="1841"/>
                    <a:pt x="1256" y="2377"/>
                    <a:pt x="2813" y="2377"/>
                  </a:cubicBezTo>
                  <a:cubicBezTo>
                    <a:pt x="4353" y="2377"/>
                    <a:pt x="5608" y="1841"/>
                    <a:pt x="5608" y="1189"/>
                  </a:cubicBezTo>
                  <a:cubicBezTo>
                    <a:pt x="5608" y="536"/>
                    <a:pt x="4353" y="0"/>
                    <a:pt x="28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9" name="Google Shape;7849;p19"/>
            <p:cNvSpPr/>
            <p:nvPr/>
          </p:nvSpPr>
          <p:spPr>
            <a:xfrm>
              <a:off x="1914550" y="590050"/>
              <a:ext cx="97525" cy="18850"/>
            </a:xfrm>
            <a:custGeom>
              <a:avLst/>
              <a:gdLst/>
              <a:ahLst/>
              <a:cxnLst/>
              <a:rect l="l" t="t" r="r" b="b"/>
              <a:pathLst>
                <a:path w="3901" h="754" extrusionOk="0">
                  <a:moveTo>
                    <a:pt x="1942" y="0"/>
                  </a:moveTo>
                  <a:cubicBezTo>
                    <a:pt x="871" y="0"/>
                    <a:pt x="1" y="168"/>
                    <a:pt x="1" y="385"/>
                  </a:cubicBezTo>
                  <a:cubicBezTo>
                    <a:pt x="1" y="586"/>
                    <a:pt x="871" y="753"/>
                    <a:pt x="1942" y="753"/>
                  </a:cubicBezTo>
                  <a:cubicBezTo>
                    <a:pt x="3014" y="753"/>
                    <a:pt x="3901" y="586"/>
                    <a:pt x="3901" y="385"/>
                  </a:cubicBezTo>
                  <a:cubicBezTo>
                    <a:pt x="3901" y="168"/>
                    <a:pt x="3014" y="0"/>
                    <a:pt x="19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0" name="Google Shape;7850;p19"/>
            <p:cNvSpPr/>
            <p:nvPr/>
          </p:nvSpPr>
          <p:spPr>
            <a:xfrm>
              <a:off x="2029625" y="601500"/>
              <a:ext cx="33500" cy="12600"/>
            </a:xfrm>
            <a:custGeom>
              <a:avLst/>
              <a:gdLst/>
              <a:ahLst/>
              <a:cxnLst/>
              <a:rect l="l" t="t" r="r" b="b"/>
              <a:pathLst>
                <a:path w="1340" h="504" extrusionOk="0">
                  <a:moveTo>
                    <a:pt x="426" y="1"/>
                  </a:moveTo>
                  <a:cubicBezTo>
                    <a:pt x="205" y="1"/>
                    <a:pt x="42" y="56"/>
                    <a:pt x="18" y="128"/>
                  </a:cubicBezTo>
                  <a:cubicBezTo>
                    <a:pt x="1" y="262"/>
                    <a:pt x="269" y="413"/>
                    <a:pt x="620" y="463"/>
                  </a:cubicBezTo>
                  <a:cubicBezTo>
                    <a:pt x="743" y="491"/>
                    <a:pt x="860" y="504"/>
                    <a:pt x="962" y="504"/>
                  </a:cubicBezTo>
                  <a:cubicBezTo>
                    <a:pt x="1167" y="504"/>
                    <a:pt x="1312" y="452"/>
                    <a:pt x="1323" y="362"/>
                  </a:cubicBezTo>
                  <a:cubicBezTo>
                    <a:pt x="1340" y="245"/>
                    <a:pt x="1072" y="95"/>
                    <a:pt x="704" y="28"/>
                  </a:cubicBezTo>
                  <a:cubicBezTo>
                    <a:pt x="606" y="9"/>
                    <a:pt x="511" y="1"/>
                    <a:pt x="4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1" name="Google Shape;7851;p19"/>
            <p:cNvSpPr/>
            <p:nvPr/>
          </p:nvSpPr>
          <p:spPr>
            <a:xfrm>
              <a:off x="2009125" y="947725"/>
              <a:ext cx="158200" cy="41975"/>
            </a:xfrm>
            <a:custGeom>
              <a:avLst/>
              <a:gdLst/>
              <a:ahLst/>
              <a:cxnLst/>
              <a:rect l="l" t="t" r="r" b="b"/>
              <a:pathLst>
                <a:path w="6328" h="1679" extrusionOk="0">
                  <a:moveTo>
                    <a:pt x="5183" y="0"/>
                  </a:moveTo>
                  <a:cubicBezTo>
                    <a:pt x="4964" y="0"/>
                    <a:pt x="4746" y="46"/>
                    <a:pt x="4554" y="139"/>
                  </a:cubicBezTo>
                  <a:cubicBezTo>
                    <a:pt x="3984" y="390"/>
                    <a:pt x="3014" y="574"/>
                    <a:pt x="1959" y="574"/>
                  </a:cubicBezTo>
                  <a:cubicBezTo>
                    <a:pt x="1289" y="574"/>
                    <a:pt x="653" y="507"/>
                    <a:pt x="135" y="390"/>
                  </a:cubicBezTo>
                  <a:cubicBezTo>
                    <a:pt x="51" y="473"/>
                    <a:pt x="1" y="574"/>
                    <a:pt x="1" y="674"/>
                  </a:cubicBezTo>
                  <a:cubicBezTo>
                    <a:pt x="1" y="1227"/>
                    <a:pt x="1423" y="1678"/>
                    <a:pt x="3164" y="1678"/>
                  </a:cubicBezTo>
                  <a:cubicBezTo>
                    <a:pt x="4905" y="1678"/>
                    <a:pt x="6328" y="1243"/>
                    <a:pt x="6328" y="674"/>
                  </a:cubicBezTo>
                  <a:cubicBezTo>
                    <a:pt x="6328" y="473"/>
                    <a:pt x="6144" y="289"/>
                    <a:pt x="5826" y="139"/>
                  </a:cubicBezTo>
                  <a:cubicBezTo>
                    <a:pt x="5625" y="46"/>
                    <a:pt x="5403" y="0"/>
                    <a:pt x="5183"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2" name="Google Shape;7852;p19"/>
            <p:cNvSpPr/>
            <p:nvPr/>
          </p:nvSpPr>
          <p:spPr>
            <a:xfrm>
              <a:off x="2291300" y="805325"/>
              <a:ext cx="132975" cy="50600"/>
            </a:xfrm>
            <a:custGeom>
              <a:avLst/>
              <a:gdLst/>
              <a:ahLst/>
              <a:cxnLst/>
              <a:rect l="l" t="t" r="r" b="b"/>
              <a:pathLst>
                <a:path w="5319" h="2024" extrusionOk="0">
                  <a:moveTo>
                    <a:pt x="4000" y="1"/>
                  </a:moveTo>
                  <a:cubicBezTo>
                    <a:pt x="3689" y="1"/>
                    <a:pt x="3375" y="89"/>
                    <a:pt x="3092" y="261"/>
                  </a:cubicBezTo>
                  <a:cubicBezTo>
                    <a:pt x="2539" y="608"/>
                    <a:pt x="1671" y="1001"/>
                    <a:pt x="716" y="1001"/>
                  </a:cubicBezTo>
                  <a:cubicBezTo>
                    <a:pt x="660" y="1001"/>
                    <a:pt x="604" y="1000"/>
                    <a:pt x="548" y="997"/>
                  </a:cubicBezTo>
                  <a:lnTo>
                    <a:pt x="514" y="997"/>
                  </a:lnTo>
                  <a:cubicBezTo>
                    <a:pt x="508" y="997"/>
                    <a:pt x="503" y="997"/>
                    <a:pt x="497" y="997"/>
                  </a:cubicBezTo>
                  <a:cubicBezTo>
                    <a:pt x="93" y="997"/>
                    <a:pt x="1" y="1568"/>
                    <a:pt x="380" y="1717"/>
                  </a:cubicBezTo>
                  <a:cubicBezTo>
                    <a:pt x="816" y="1884"/>
                    <a:pt x="1418" y="2001"/>
                    <a:pt x="2104" y="2018"/>
                  </a:cubicBezTo>
                  <a:cubicBezTo>
                    <a:pt x="2202" y="2022"/>
                    <a:pt x="2299" y="2024"/>
                    <a:pt x="2395" y="2024"/>
                  </a:cubicBezTo>
                  <a:cubicBezTo>
                    <a:pt x="3986" y="2024"/>
                    <a:pt x="5252" y="1511"/>
                    <a:pt x="5268" y="880"/>
                  </a:cubicBezTo>
                  <a:cubicBezTo>
                    <a:pt x="5318" y="646"/>
                    <a:pt x="5151" y="428"/>
                    <a:pt x="4850" y="244"/>
                  </a:cubicBezTo>
                  <a:cubicBezTo>
                    <a:pt x="4588" y="81"/>
                    <a:pt x="4296" y="1"/>
                    <a:pt x="400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3" name="Google Shape;7853;p19"/>
            <p:cNvSpPr/>
            <p:nvPr/>
          </p:nvSpPr>
          <p:spPr>
            <a:xfrm>
              <a:off x="2330925" y="832325"/>
              <a:ext cx="31400" cy="8825"/>
            </a:xfrm>
            <a:custGeom>
              <a:avLst/>
              <a:gdLst/>
              <a:ahLst/>
              <a:cxnLst/>
              <a:rect l="l" t="t" r="r" b="b"/>
              <a:pathLst>
                <a:path w="1256" h="353" extrusionOk="0">
                  <a:moveTo>
                    <a:pt x="637" y="1"/>
                  </a:moveTo>
                  <a:cubicBezTo>
                    <a:pt x="302" y="1"/>
                    <a:pt x="1" y="84"/>
                    <a:pt x="1" y="168"/>
                  </a:cubicBezTo>
                  <a:cubicBezTo>
                    <a:pt x="1" y="269"/>
                    <a:pt x="268" y="352"/>
                    <a:pt x="637" y="352"/>
                  </a:cubicBezTo>
                  <a:cubicBezTo>
                    <a:pt x="988" y="352"/>
                    <a:pt x="1256" y="302"/>
                    <a:pt x="1256" y="185"/>
                  </a:cubicBezTo>
                  <a:cubicBezTo>
                    <a:pt x="1256" y="84"/>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4" name="Google Shape;7854;p19"/>
            <p:cNvSpPr/>
            <p:nvPr/>
          </p:nvSpPr>
          <p:spPr>
            <a:xfrm>
              <a:off x="2369850" y="804725"/>
              <a:ext cx="21775" cy="7125"/>
            </a:xfrm>
            <a:custGeom>
              <a:avLst/>
              <a:gdLst/>
              <a:ahLst/>
              <a:cxnLst/>
              <a:rect l="l" t="t" r="r" b="b"/>
              <a:pathLst>
                <a:path w="871" h="285" extrusionOk="0">
                  <a:moveTo>
                    <a:pt x="435" y="0"/>
                  </a:moveTo>
                  <a:cubicBezTo>
                    <a:pt x="184" y="0"/>
                    <a:pt x="0" y="67"/>
                    <a:pt x="0" y="151"/>
                  </a:cubicBezTo>
                  <a:cubicBezTo>
                    <a:pt x="0" y="234"/>
                    <a:pt x="184" y="285"/>
                    <a:pt x="435" y="285"/>
                  </a:cubicBezTo>
                  <a:cubicBezTo>
                    <a:pt x="670" y="285"/>
                    <a:pt x="871" y="234"/>
                    <a:pt x="871" y="151"/>
                  </a:cubicBezTo>
                  <a:cubicBezTo>
                    <a:pt x="871" y="67"/>
                    <a:pt x="687"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5" name="Google Shape;7855;p19"/>
            <p:cNvSpPr/>
            <p:nvPr/>
          </p:nvSpPr>
          <p:spPr>
            <a:xfrm>
              <a:off x="2020425" y="951175"/>
              <a:ext cx="21775" cy="7150"/>
            </a:xfrm>
            <a:custGeom>
              <a:avLst/>
              <a:gdLst/>
              <a:ahLst/>
              <a:cxnLst/>
              <a:rect l="l" t="t" r="r" b="b"/>
              <a:pathLst>
                <a:path w="871" h="286" extrusionOk="0">
                  <a:moveTo>
                    <a:pt x="436" y="1"/>
                  </a:moveTo>
                  <a:cubicBezTo>
                    <a:pt x="185" y="1"/>
                    <a:pt x="1" y="67"/>
                    <a:pt x="1" y="151"/>
                  </a:cubicBezTo>
                  <a:cubicBezTo>
                    <a:pt x="1" y="235"/>
                    <a:pt x="185" y="285"/>
                    <a:pt x="436" y="285"/>
                  </a:cubicBezTo>
                  <a:cubicBezTo>
                    <a:pt x="670" y="285"/>
                    <a:pt x="871" y="235"/>
                    <a:pt x="871" y="151"/>
                  </a:cubicBezTo>
                  <a:cubicBezTo>
                    <a:pt x="871" y="67"/>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6" name="Google Shape;7856;p19"/>
            <p:cNvSpPr/>
            <p:nvPr/>
          </p:nvSpPr>
          <p:spPr>
            <a:xfrm>
              <a:off x="2058925" y="969175"/>
              <a:ext cx="31400" cy="9275"/>
            </a:xfrm>
            <a:custGeom>
              <a:avLst/>
              <a:gdLst/>
              <a:ahLst/>
              <a:cxnLst/>
              <a:rect l="l" t="t" r="r" b="b"/>
              <a:pathLst>
                <a:path w="1256" h="371" extrusionOk="0">
                  <a:moveTo>
                    <a:pt x="637" y="0"/>
                  </a:moveTo>
                  <a:cubicBezTo>
                    <a:pt x="302" y="0"/>
                    <a:pt x="1" y="84"/>
                    <a:pt x="1" y="184"/>
                  </a:cubicBezTo>
                  <a:cubicBezTo>
                    <a:pt x="1" y="285"/>
                    <a:pt x="268" y="369"/>
                    <a:pt x="637" y="369"/>
                  </a:cubicBezTo>
                  <a:cubicBezTo>
                    <a:pt x="667" y="370"/>
                    <a:pt x="697" y="371"/>
                    <a:pt x="726" y="371"/>
                  </a:cubicBezTo>
                  <a:cubicBezTo>
                    <a:pt x="1032" y="371"/>
                    <a:pt x="1256" y="293"/>
                    <a:pt x="1256" y="201"/>
                  </a:cubicBezTo>
                  <a:cubicBezTo>
                    <a:pt x="1256" y="84"/>
                    <a:pt x="988" y="0"/>
                    <a:pt x="6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7" name="Google Shape;7857;p19"/>
            <p:cNvSpPr/>
            <p:nvPr/>
          </p:nvSpPr>
          <p:spPr>
            <a:xfrm>
              <a:off x="2117100" y="961225"/>
              <a:ext cx="21775" cy="7125"/>
            </a:xfrm>
            <a:custGeom>
              <a:avLst/>
              <a:gdLst/>
              <a:ahLst/>
              <a:cxnLst/>
              <a:rect l="l" t="t" r="r" b="b"/>
              <a:pathLst>
                <a:path w="871" h="285" extrusionOk="0">
                  <a:moveTo>
                    <a:pt x="435" y="0"/>
                  </a:moveTo>
                  <a:cubicBezTo>
                    <a:pt x="184" y="0"/>
                    <a:pt x="0" y="50"/>
                    <a:pt x="0" y="134"/>
                  </a:cubicBezTo>
                  <a:cubicBezTo>
                    <a:pt x="0" y="218"/>
                    <a:pt x="184" y="285"/>
                    <a:pt x="435" y="285"/>
                  </a:cubicBezTo>
                  <a:cubicBezTo>
                    <a:pt x="686" y="285"/>
                    <a:pt x="871" y="218"/>
                    <a:pt x="871" y="134"/>
                  </a:cubicBezTo>
                  <a:cubicBezTo>
                    <a:pt x="871" y="50"/>
                    <a:pt x="686"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8" name="Google Shape;7858;p19"/>
            <p:cNvSpPr/>
            <p:nvPr/>
          </p:nvSpPr>
          <p:spPr>
            <a:xfrm>
              <a:off x="2082350" y="944475"/>
              <a:ext cx="22225" cy="7150"/>
            </a:xfrm>
            <a:custGeom>
              <a:avLst/>
              <a:gdLst/>
              <a:ahLst/>
              <a:cxnLst/>
              <a:rect l="l" t="t" r="r" b="b"/>
              <a:pathLst>
                <a:path w="889" h="286" extrusionOk="0">
                  <a:moveTo>
                    <a:pt x="453" y="1"/>
                  </a:moveTo>
                  <a:cubicBezTo>
                    <a:pt x="202" y="1"/>
                    <a:pt x="1" y="51"/>
                    <a:pt x="1" y="135"/>
                  </a:cubicBezTo>
                  <a:cubicBezTo>
                    <a:pt x="1" y="218"/>
                    <a:pt x="202" y="285"/>
                    <a:pt x="453" y="285"/>
                  </a:cubicBezTo>
                  <a:cubicBezTo>
                    <a:pt x="704" y="285"/>
                    <a:pt x="888" y="218"/>
                    <a:pt x="888" y="135"/>
                  </a:cubicBezTo>
                  <a:cubicBezTo>
                    <a:pt x="888" y="51"/>
                    <a:pt x="704"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9" name="Google Shape;7859;p19"/>
            <p:cNvSpPr/>
            <p:nvPr/>
          </p:nvSpPr>
          <p:spPr>
            <a:xfrm>
              <a:off x="1922925" y="715475"/>
              <a:ext cx="110925" cy="48250"/>
            </a:xfrm>
            <a:custGeom>
              <a:avLst/>
              <a:gdLst/>
              <a:ahLst/>
              <a:cxnLst/>
              <a:rect l="l" t="t" r="r" b="b"/>
              <a:pathLst>
                <a:path w="4437" h="1930" extrusionOk="0">
                  <a:moveTo>
                    <a:pt x="1190" y="1"/>
                  </a:moveTo>
                  <a:cubicBezTo>
                    <a:pt x="1173" y="1"/>
                    <a:pt x="1156" y="2"/>
                    <a:pt x="1139" y="5"/>
                  </a:cubicBezTo>
                  <a:cubicBezTo>
                    <a:pt x="436" y="206"/>
                    <a:pt x="0" y="507"/>
                    <a:pt x="0" y="892"/>
                  </a:cubicBezTo>
                  <a:cubicBezTo>
                    <a:pt x="0" y="1461"/>
                    <a:pt x="1088" y="1930"/>
                    <a:pt x="2428" y="1930"/>
                  </a:cubicBezTo>
                  <a:cubicBezTo>
                    <a:pt x="3264" y="1930"/>
                    <a:pt x="4001" y="1746"/>
                    <a:pt x="4436" y="1478"/>
                  </a:cubicBezTo>
                  <a:lnTo>
                    <a:pt x="4436" y="1478"/>
                  </a:lnTo>
                  <a:cubicBezTo>
                    <a:pt x="4269" y="1494"/>
                    <a:pt x="4101" y="1511"/>
                    <a:pt x="3934" y="1511"/>
                  </a:cubicBezTo>
                  <a:cubicBezTo>
                    <a:pt x="2595" y="1511"/>
                    <a:pt x="1507" y="1059"/>
                    <a:pt x="1507" y="473"/>
                  </a:cubicBezTo>
                  <a:lnTo>
                    <a:pt x="1507" y="390"/>
                  </a:lnTo>
                  <a:cubicBezTo>
                    <a:pt x="1553" y="174"/>
                    <a:pt x="1387" y="1"/>
                    <a:pt x="119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0" name="Google Shape;7860;p19"/>
            <p:cNvSpPr/>
            <p:nvPr/>
          </p:nvSpPr>
          <p:spPr>
            <a:xfrm>
              <a:off x="1934225" y="723525"/>
              <a:ext cx="31400" cy="10500"/>
            </a:xfrm>
            <a:custGeom>
              <a:avLst/>
              <a:gdLst/>
              <a:ahLst/>
              <a:cxnLst/>
              <a:rect l="l" t="t" r="r" b="b"/>
              <a:pathLst>
                <a:path w="1256" h="420" extrusionOk="0">
                  <a:moveTo>
                    <a:pt x="636" y="1"/>
                  </a:moveTo>
                  <a:cubicBezTo>
                    <a:pt x="302" y="1"/>
                    <a:pt x="0" y="84"/>
                    <a:pt x="0" y="218"/>
                  </a:cubicBezTo>
                  <a:cubicBezTo>
                    <a:pt x="0" y="335"/>
                    <a:pt x="285" y="419"/>
                    <a:pt x="636" y="419"/>
                  </a:cubicBezTo>
                  <a:cubicBezTo>
                    <a:pt x="988" y="419"/>
                    <a:pt x="1256" y="335"/>
                    <a:pt x="1256" y="218"/>
                  </a:cubicBezTo>
                  <a:cubicBezTo>
                    <a:pt x="1256" y="84"/>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1" name="Google Shape;7861;p19"/>
            <p:cNvSpPr/>
            <p:nvPr/>
          </p:nvSpPr>
          <p:spPr>
            <a:xfrm>
              <a:off x="1971875" y="747800"/>
              <a:ext cx="25150" cy="7150"/>
            </a:xfrm>
            <a:custGeom>
              <a:avLst/>
              <a:gdLst/>
              <a:ahLst/>
              <a:cxnLst/>
              <a:rect l="l" t="t" r="r" b="b"/>
              <a:pathLst>
                <a:path w="1006" h="286" extrusionOk="0">
                  <a:moveTo>
                    <a:pt x="503" y="1"/>
                  </a:moveTo>
                  <a:cubicBezTo>
                    <a:pt x="235" y="1"/>
                    <a:pt x="1" y="51"/>
                    <a:pt x="1" y="134"/>
                  </a:cubicBezTo>
                  <a:cubicBezTo>
                    <a:pt x="1" y="218"/>
                    <a:pt x="235" y="285"/>
                    <a:pt x="503" y="285"/>
                  </a:cubicBezTo>
                  <a:cubicBezTo>
                    <a:pt x="788" y="285"/>
                    <a:pt x="1005" y="218"/>
                    <a:pt x="1005" y="134"/>
                  </a:cubicBezTo>
                  <a:cubicBezTo>
                    <a:pt x="1005" y="51"/>
                    <a:pt x="788"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2" name="Google Shape;7862;p19"/>
            <p:cNvSpPr/>
            <p:nvPr/>
          </p:nvSpPr>
          <p:spPr>
            <a:xfrm>
              <a:off x="2022100" y="728125"/>
              <a:ext cx="19275" cy="7575"/>
            </a:xfrm>
            <a:custGeom>
              <a:avLst/>
              <a:gdLst/>
              <a:ahLst/>
              <a:cxnLst/>
              <a:rect l="l" t="t" r="r" b="b"/>
              <a:pathLst>
                <a:path w="771" h="303" extrusionOk="0">
                  <a:moveTo>
                    <a:pt x="386" y="1"/>
                  </a:moveTo>
                  <a:cubicBezTo>
                    <a:pt x="168" y="1"/>
                    <a:pt x="1" y="68"/>
                    <a:pt x="1" y="151"/>
                  </a:cubicBezTo>
                  <a:cubicBezTo>
                    <a:pt x="1" y="235"/>
                    <a:pt x="168" y="302"/>
                    <a:pt x="386" y="302"/>
                  </a:cubicBezTo>
                  <a:cubicBezTo>
                    <a:pt x="603" y="285"/>
                    <a:pt x="770" y="218"/>
                    <a:pt x="770" y="151"/>
                  </a:cubicBezTo>
                  <a:cubicBezTo>
                    <a:pt x="770" y="68"/>
                    <a:pt x="586" y="1"/>
                    <a:pt x="3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3" name="Google Shape;7863;p19"/>
            <p:cNvSpPr/>
            <p:nvPr/>
          </p:nvSpPr>
          <p:spPr>
            <a:xfrm>
              <a:off x="1990725" y="717675"/>
              <a:ext cx="19275" cy="7550"/>
            </a:xfrm>
            <a:custGeom>
              <a:avLst/>
              <a:gdLst/>
              <a:ahLst/>
              <a:cxnLst/>
              <a:rect l="l" t="t" r="r" b="b"/>
              <a:pathLst>
                <a:path w="771" h="302" extrusionOk="0">
                  <a:moveTo>
                    <a:pt x="385" y="0"/>
                  </a:moveTo>
                  <a:cubicBezTo>
                    <a:pt x="168" y="0"/>
                    <a:pt x="0" y="67"/>
                    <a:pt x="0" y="151"/>
                  </a:cubicBezTo>
                  <a:cubicBezTo>
                    <a:pt x="0" y="235"/>
                    <a:pt x="168" y="302"/>
                    <a:pt x="385" y="302"/>
                  </a:cubicBezTo>
                  <a:cubicBezTo>
                    <a:pt x="603" y="285"/>
                    <a:pt x="770" y="218"/>
                    <a:pt x="770" y="151"/>
                  </a:cubicBezTo>
                  <a:cubicBezTo>
                    <a:pt x="770" y="67"/>
                    <a:pt x="586" y="0"/>
                    <a:pt x="3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4" name="Google Shape;7864;p19"/>
            <p:cNvSpPr/>
            <p:nvPr/>
          </p:nvSpPr>
          <p:spPr>
            <a:xfrm>
              <a:off x="1674350" y="851500"/>
              <a:ext cx="161975" cy="66300"/>
            </a:xfrm>
            <a:custGeom>
              <a:avLst/>
              <a:gdLst/>
              <a:ahLst/>
              <a:cxnLst/>
              <a:rect l="l" t="t" r="r" b="b"/>
              <a:pathLst>
                <a:path w="6479" h="2652" extrusionOk="0">
                  <a:moveTo>
                    <a:pt x="3306" y="0"/>
                  </a:moveTo>
                  <a:cubicBezTo>
                    <a:pt x="3232" y="0"/>
                    <a:pt x="3156" y="2"/>
                    <a:pt x="3081" y="4"/>
                  </a:cubicBezTo>
                  <a:cubicBezTo>
                    <a:pt x="1340" y="71"/>
                    <a:pt x="1" y="723"/>
                    <a:pt x="84" y="1427"/>
                  </a:cubicBezTo>
                  <a:cubicBezTo>
                    <a:pt x="165" y="2131"/>
                    <a:pt x="1531" y="2652"/>
                    <a:pt x="3173" y="2652"/>
                  </a:cubicBezTo>
                  <a:cubicBezTo>
                    <a:pt x="3248" y="2652"/>
                    <a:pt x="3323" y="2651"/>
                    <a:pt x="3399" y="2648"/>
                  </a:cubicBezTo>
                  <a:cubicBezTo>
                    <a:pt x="5140" y="2581"/>
                    <a:pt x="6479" y="1962"/>
                    <a:pt x="6395" y="1226"/>
                  </a:cubicBezTo>
                  <a:cubicBezTo>
                    <a:pt x="6315" y="521"/>
                    <a:pt x="4948" y="0"/>
                    <a:pt x="33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5" name="Google Shape;7865;p19"/>
            <p:cNvSpPr/>
            <p:nvPr/>
          </p:nvSpPr>
          <p:spPr>
            <a:xfrm>
              <a:off x="1710775" y="855675"/>
              <a:ext cx="112150" cy="32850"/>
            </a:xfrm>
            <a:custGeom>
              <a:avLst/>
              <a:gdLst/>
              <a:ahLst/>
              <a:cxnLst/>
              <a:rect l="l" t="t" r="r" b="b"/>
              <a:pathLst>
                <a:path w="4486" h="1314" extrusionOk="0">
                  <a:moveTo>
                    <a:pt x="1661" y="1"/>
                  </a:moveTo>
                  <a:cubicBezTo>
                    <a:pt x="1588" y="1"/>
                    <a:pt x="1514" y="2"/>
                    <a:pt x="1440" y="4"/>
                  </a:cubicBezTo>
                  <a:cubicBezTo>
                    <a:pt x="1055" y="21"/>
                    <a:pt x="686" y="71"/>
                    <a:pt x="352" y="138"/>
                  </a:cubicBezTo>
                  <a:cubicBezTo>
                    <a:pt x="50" y="188"/>
                    <a:pt x="0" y="573"/>
                    <a:pt x="218" y="741"/>
                  </a:cubicBezTo>
                  <a:cubicBezTo>
                    <a:pt x="764" y="1100"/>
                    <a:pt x="1732" y="1313"/>
                    <a:pt x="2811" y="1313"/>
                  </a:cubicBezTo>
                  <a:cubicBezTo>
                    <a:pt x="2889" y="1313"/>
                    <a:pt x="2967" y="1312"/>
                    <a:pt x="3046" y="1310"/>
                  </a:cubicBezTo>
                  <a:cubicBezTo>
                    <a:pt x="3431" y="1293"/>
                    <a:pt x="3800" y="1243"/>
                    <a:pt x="4134" y="1176"/>
                  </a:cubicBezTo>
                  <a:cubicBezTo>
                    <a:pt x="4436" y="1126"/>
                    <a:pt x="4486" y="741"/>
                    <a:pt x="4268" y="573"/>
                  </a:cubicBezTo>
                  <a:cubicBezTo>
                    <a:pt x="3720" y="228"/>
                    <a:pt x="2745" y="1"/>
                    <a:pt x="1661"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6" name="Google Shape;7866;p19"/>
            <p:cNvSpPr/>
            <p:nvPr/>
          </p:nvSpPr>
          <p:spPr>
            <a:xfrm>
              <a:off x="1696950" y="868325"/>
              <a:ext cx="26400" cy="8400"/>
            </a:xfrm>
            <a:custGeom>
              <a:avLst/>
              <a:gdLst/>
              <a:ahLst/>
              <a:cxnLst/>
              <a:rect l="l" t="t" r="r" b="b"/>
              <a:pathLst>
                <a:path w="1056" h="336" extrusionOk="0">
                  <a:moveTo>
                    <a:pt x="520" y="0"/>
                  </a:moveTo>
                  <a:cubicBezTo>
                    <a:pt x="235" y="0"/>
                    <a:pt x="1" y="67"/>
                    <a:pt x="1" y="168"/>
                  </a:cubicBezTo>
                  <a:cubicBezTo>
                    <a:pt x="1" y="251"/>
                    <a:pt x="235" y="335"/>
                    <a:pt x="520" y="335"/>
                  </a:cubicBezTo>
                  <a:cubicBezTo>
                    <a:pt x="821" y="335"/>
                    <a:pt x="1055" y="285"/>
                    <a:pt x="1055" y="168"/>
                  </a:cubicBezTo>
                  <a:cubicBezTo>
                    <a:pt x="1055" y="84"/>
                    <a:pt x="821" y="0"/>
                    <a:pt x="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7" name="Google Shape;7867;p19"/>
            <p:cNvSpPr/>
            <p:nvPr/>
          </p:nvSpPr>
          <p:spPr>
            <a:xfrm>
              <a:off x="1770600" y="864125"/>
              <a:ext cx="31425" cy="10500"/>
            </a:xfrm>
            <a:custGeom>
              <a:avLst/>
              <a:gdLst/>
              <a:ahLst/>
              <a:cxnLst/>
              <a:rect l="l" t="t" r="r" b="b"/>
              <a:pathLst>
                <a:path w="1257" h="420" extrusionOk="0">
                  <a:moveTo>
                    <a:pt x="637" y="1"/>
                  </a:moveTo>
                  <a:cubicBezTo>
                    <a:pt x="285" y="1"/>
                    <a:pt x="1" y="85"/>
                    <a:pt x="1" y="218"/>
                  </a:cubicBezTo>
                  <a:cubicBezTo>
                    <a:pt x="1" y="336"/>
                    <a:pt x="285" y="419"/>
                    <a:pt x="637" y="419"/>
                  </a:cubicBezTo>
                  <a:cubicBezTo>
                    <a:pt x="988" y="419"/>
                    <a:pt x="1256" y="319"/>
                    <a:pt x="1256" y="218"/>
                  </a:cubicBezTo>
                  <a:cubicBezTo>
                    <a:pt x="1256" y="85"/>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8" name="Google Shape;7868;p19"/>
            <p:cNvSpPr/>
            <p:nvPr/>
          </p:nvSpPr>
          <p:spPr>
            <a:xfrm>
              <a:off x="1738375" y="900950"/>
              <a:ext cx="25150" cy="6300"/>
            </a:xfrm>
            <a:custGeom>
              <a:avLst/>
              <a:gdLst/>
              <a:ahLst/>
              <a:cxnLst/>
              <a:rect l="l" t="t" r="r" b="b"/>
              <a:pathLst>
                <a:path w="1006" h="252" extrusionOk="0">
                  <a:moveTo>
                    <a:pt x="503" y="1"/>
                  </a:moveTo>
                  <a:cubicBezTo>
                    <a:pt x="235" y="1"/>
                    <a:pt x="1" y="68"/>
                    <a:pt x="1" y="118"/>
                  </a:cubicBezTo>
                  <a:cubicBezTo>
                    <a:pt x="1" y="185"/>
                    <a:pt x="218" y="252"/>
                    <a:pt x="503" y="252"/>
                  </a:cubicBezTo>
                  <a:cubicBezTo>
                    <a:pt x="771" y="252"/>
                    <a:pt x="1005" y="202"/>
                    <a:pt x="1005" y="118"/>
                  </a:cubicBezTo>
                  <a:cubicBezTo>
                    <a:pt x="1005" y="68"/>
                    <a:pt x="771"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9" name="Google Shape;7869;p19"/>
            <p:cNvSpPr/>
            <p:nvPr/>
          </p:nvSpPr>
          <p:spPr>
            <a:xfrm>
              <a:off x="1671575" y="705125"/>
              <a:ext cx="121650" cy="39150"/>
            </a:xfrm>
            <a:custGeom>
              <a:avLst/>
              <a:gdLst/>
              <a:ahLst/>
              <a:cxnLst/>
              <a:rect l="l" t="t" r="r" b="b"/>
              <a:pathLst>
                <a:path w="4866" h="1566" extrusionOk="0">
                  <a:moveTo>
                    <a:pt x="1099" y="0"/>
                  </a:moveTo>
                  <a:lnTo>
                    <a:pt x="1099" y="0"/>
                  </a:lnTo>
                  <a:cubicBezTo>
                    <a:pt x="497" y="201"/>
                    <a:pt x="78" y="486"/>
                    <a:pt x="62" y="787"/>
                  </a:cubicBezTo>
                  <a:cubicBezTo>
                    <a:pt x="0" y="1246"/>
                    <a:pt x="863" y="1565"/>
                    <a:pt x="2035" y="1565"/>
                  </a:cubicBezTo>
                  <a:cubicBezTo>
                    <a:pt x="2145" y="1565"/>
                    <a:pt x="2257" y="1563"/>
                    <a:pt x="2371" y="1557"/>
                  </a:cubicBezTo>
                  <a:cubicBezTo>
                    <a:pt x="3610" y="1490"/>
                    <a:pt x="4681" y="1071"/>
                    <a:pt x="4866" y="620"/>
                  </a:cubicBezTo>
                  <a:lnTo>
                    <a:pt x="4866" y="620"/>
                  </a:lnTo>
                  <a:cubicBezTo>
                    <a:pt x="4447" y="753"/>
                    <a:pt x="3945" y="837"/>
                    <a:pt x="3409" y="887"/>
                  </a:cubicBezTo>
                  <a:cubicBezTo>
                    <a:pt x="3276" y="896"/>
                    <a:pt x="3146" y="900"/>
                    <a:pt x="3020" y="900"/>
                  </a:cubicBezTo>
                  <a:cubicBezTo>
                    <a:pt x="1875" y="900"/>
                    <a:pt x="1037" y="570"/>
                    <a:pt x="1083" y="117"/>
                  </a:cubicBezTo>
                  <a:cubicBezTo>
                    <a:pt x="1083" y="67"/>
                    <a:pt x="1099" y="50"/>
                    <a:pt x="109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0" name="Google Shape;7870;p19"/>
            <p:cNvSpPr/>
            <p:nvPr/>
          </p:nvSpPr>
          <p:spPr>
            <a:xfrm>
              <a:off x="1692775" y="708875"/>
              <a:ext cx="31400" cy="10500"/>
            </a:xfrm>
            <a:custGeom>
              <a:avLst/>
              <a:gdLst/>
              <a:ahLst/>
              <a:cxnLst/>
              <a:rect l="l" t="t" r="r" b="b"/>
              <a:pathLst>
                <a:path w="1256" h="420" extrusionOk="0">
                  <a:moveTo>
                    <a:pt x="636" y="1"/>
                  </a:moveTo>
                  <a:cubicBezTo>
                    <a:pt x="302" y="1"/>
                    <a:pt x="0" y="85"/>
                    <a:pt x="0" y="218"/>
                  </a:cubicBezTo>
                  <a:cubicBezTo>
                    <a:pt x="0" y="336"/>
                    <a:pt x="268" y="419"/>
                    <a:pt x="636" y="419"/>
                  </a:cubicBezTo>
                  <a:cubicBezTo>
                    <a:pt x="988" y="419"/>
                    <a:pt x="1256" y="336"/>
                    <a:pt x="1256" y="218"/>
                  </a:cubicBezTo>
                  <a:cubicBezTo>
                    <a:pt x="1256" y="85"/>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1" name="Google Shape;7871;p19"/>
            <p:cNvSpPr/>
            <p:nvPr/>
          </p:nvSpPr>
          <p:spPr>
            <a:xfrm>
              <a:off x="1722475" y="729400"/>
              <a:ext cx="22200" cy="7975"/>
            </a:xfrm>
            <a:custGeom>
              <a:avLst/>
              <a:gdLst/>
              <a:ahLst/>
              <a:cxnLst/>
              <a:rect l="l" t="t" r="r" b="b"/>
              <a:pathLst>
                <a:path w="888" h="319" extrusionOk="0">
                  <a:moveTo>
                    <a:pt x="453" y="0"/>
                  </a:moveTo>
                  <a:cubicBezTo>
                    <a:pt x="202" y="0"/>
                    <a:pt x="1" y="84"/>
                    <a:pt x="1" y="167"/>
                  </a:cubicBezTo>
                  <a:cubicBezTo>
                    <a:pt x="1" y="251"/>
                    <a:pt x="218" y="318"/>
                    <a:pt x="453" y="318"/>
                  </a:cubicBezTo>
                  <a:cubicBezTo>
                    <a:pt x="670" y="318"/>
                    <a:pt x="888" y="234"/>
                    <a:pt x="888" y="151"/>
                  </a:cubicBezTo>
                  <a:cubicBezTo>
                    <a:pt x="888" y="50"/>
                    <a:pt x="670" y="0"/>
                    <a:pt x="4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2" name="Google Shape;7872;p19"/>
            <p:cNvSpPr/>
            <p:nvPr/>
          </p:nvSpPr>
          <p:spPr>
            <a:xfrm>
              <a:off x="1757625" y="708050"/>
              <a:ext cx="22200" cy="7550"/>
            </a:xfrm>
            <a:custGeom>
              <a:avLst/>
              <a:gdLst/>
              <a:ahLst/>
              <a:cxnLst/>
              <a:rect l="l" t="t" r="r" b="b"/>
              <a:pathLst>
                <a:path w="888" h="302" extrusionOk="0">
                  <a:moveTo>
                    <a:pt x="436" y="0"/>
                  </a:moveTo>
                  <a:cubicBezTo>
                    <a:pt x="218" y="0"/>
                    <a:pt x="1" y="84"/>
                    <a:pt x="1" y="168"/>
                  </a:cubicBezTo>
                  <a:cubicBezTo>
                    <a:pt x="1" y="251"/>
                    <a:pt x="218" y="302"/>
                    <a:pt x="436" y="302"/>
                  </a:cubicBezTo>
                  <a:cubicBezTo>
                    <a:pt x="670" y="302"/>
                    <a:pt x="888" y="218"/>
                    <a:pt x="888" y="134"/>
                  </a:cubicBezTo>
                  <a:cubicBezTo>
                    <a:pt x="888" y="51"/>
                    <a:pt x="670"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3" name="Google Shape;7873;p19"/>
            <p:cNvSpPr/>
            <p:nvPr/>
          </p:nvSpPr>
          <p:spPr>
            <a:xfrm>
              <a:off x="1702800" y="949750"/>
              <a:ext cx="261600" cy="72175"/>
            </a:xfrm>
            <a:custGeom>
              <a:avLst/>
              <a:gdLst/>
              <a:ahLst/>
              <a:cxnLst/>
              <a:rect l="l" t="t" r="r" b="b"/>
              <a:pathLst>
                <a:path w="10464" h="2887" extrusionOk="0">
                  <a:moveTo>
                    <a:pt x="2079" y="1"/>
                  </a:moveTo>
                  <a:cubicBezTo>
                    <a:pt x="1950" y="1"/>
                    <a:pt x="1826" y="13"/>
                    <a:pt x="1708" y="41"/>
                  </a:cubicBezTo>
                  <a:cubicBezTo>
                    <a:pt x="1" y="426"/>
                    <a:pt x="3131" y="2836"/>
                    <a:pt x="7617" y="2886"/>
                  </a:cubicBezTo>
                  <a:cubicBezTo>
                    <a:pt x="7658" y="2887"/>
                    <a:pt x="7699" y="2887"/>
                    <a:pt x="7740" y="2887"/>
                  </a:cubicBezTo>
                  <a:cubicBezTo>
                    <a:pt x="10155" y="2887"/>
                    <a:pt x="10463" y="2401"/>
                    <a:pt x="8487" y="2401"/>
                  </a:cubicBezTo>
                  <a:cubicBezTo>
                    <a:pt x="6647" y="2385"/>
                    <a:pt x="3847" y="1"/>
                    <a:pt x="20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4" name="Google Shape;7874;p19"/>
            <p:cNvSpPr/>
            <p:nvPr/>
          </p:nvSpPr>
          <p:spPr>
            <a:xfrm>
              <a:off x="1680625" y="953275"/>
              <a:ext cx="47750" cy="26000"/>
            </a:xfrm>
            <a:custGeom>
              <a:avLst/>
              <a:gdLst/>
              <a:ahLst/>
              <a:cxnLst/>
              <a:rect l="l" t="t" r="r" b="b"/>
              <a:pathLst>
                <a:path w="1910" h="1040" extrusionOk="0">
                  <a:moveTo>
                    <a:pt x="562" y="0"/>
                  </a:moveTo>
                  <a:cubicBezTo>
                    <a:pt x="473" y="0"/>
                    <a:pt x="390" y="11"/>
                    <a:pt x="319" y="34"/>
                  </a:cubicBezTo>
                  <a:cubicBezTo>
                    <a:pt x="1" y="151"/>
                    <a:pt x="34" y="435"/>
                    <a:pt x="386" y="703"/>
                  </a:cubicBezTo>
                  <a:cubicBezTo>
                    <a:pt x="654" y="920"/>
                    <a:pt x="1039" y="1040"/>
                    <a:pt x="1340" y="1040"/>
                  </a:cubicBezTo>
                  <a:cubicBezTo>
                    <a:pt x="1434" y="1040"/>
                    <a:pt x="1520" y="1028"/>
                    <a:pt x="1591" y="1005"/>
                  </a:cubicBezTo>
                  <a:cubicBezTo>
                    <a:pt x="1909" y="904"/>
                    <a:pt x="1892" y="603"/>
                    <a:pt x="1541" y="335"/>
                  </a:cubicBezTo>
                  <a:cubicBezTo>
                    <a:pt x="1255" y="127"/>
                    <a:pt x="870" y="0"/>
                    <a:pt x="5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5" name="Google Shape;7875;p19"/>
            <p:cNvSpPr/>
            <p:nvPr/>
          </p:nvSpPr>
          <p:spPr>
            <a:xfrm>
              <a:off x="1791925" y="646025"/>
              <a:ext cx="319275" cy="16000"/>
            </a:xfrm>
            <a:custGeom>
              <a:avLst/>
              <a:gdLst/>
              <a:ahLst/>
              <a:cxnLst/>
              <a:rect l="l" t="t" r="r" b="b"/>
              <a:pathLst>
                <a:path w="12771" h="640" extrusionOk="0">
                  <a:moveTo>
                    <a:pt x="5084" y="0"/>
                  </a:moveTo>
                  <a:cubicBezTo>
                    <a:pt x="3940" y="0"/>
                    <a:pt x="2868" y="39"/>
                    <a:pt x="2127" y="138"/>
                  </a:cubicBezTo>
                  <a:cubicBezTo>
                    <a:pt x="1" y="410"/>
                    <a:pt x="1935" y="640"/>
                    <a:pt x="5329" y="640"/>
                  </a:cubicBezTo>
                  <a:cubicBezTo>
                    <a:pt x="6743" y="640"/>
                    <a:pt x="8412" y="600"/>
                    <a:pt x="10145" y="506"/>
                  </a:cubicBezTo>
                  <a:cubicBezTo>
                    <a:pt x="12770" y="367"/>
                    <a:pt x="8590" y="0"/>
                    <a:pt x="5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6" name="Google Shape;7876;p19"/>
            <p:cNvSpPr/>
            <p:nvPr/>
          </p:nvSpPr>
          <p:spPr>
            <a:xfrm>
              <a:off x="1853875" y="842375"/>
              <a:ext cx="22200" cy="7350"/>
            </a:xfrm>
            <a:custGeom>
              <a:avLst/>
              <a:gdLst/>
              <a:ahLst/>
              <a:cxnLst/>
              <a:rect l="l" t="t" r="r" b="b"/>
              <a:pathLst>
                <a:path w="888" h="294" extrusionOk="0">
                  <a:moveTo>
                    <a:pt x="436" y="0"/>
                  </a:moveTo>
                  <a:cubicBezTo>
                    <a:pt x="218" y="0"/>
                    <a:pt x="1" y="67"/>
                    <a:pt x="1" y="151"/>
                  </a:cubicBezTo>
                  <a:cubicBezTo>
                    <a:pt x="1" y="235"/>
                    <a:pt x="185" y="285"/>
                    <a:pt x="436" y="285"/>
                  </a:cubicBezTo>
                  <a:cubicBezTo>
                    <a:pt x="480" y="291"/>
                    <a:pt x="523" y="294"/>
                    <a:pt x="564" y="294"/>
                  </a:cubicBezTo>
                  <a:cubicBezTo>
                    <a:pt x="752" y="294"/>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7" name="Google Shape;7877;p19"/>
            <p:cNvSpPr/>
            <p:nvPr/>
          </p:nvSpPr>
          <p:spPr>
            <a:xfrm>
              <a:off x="2227975" y="757000"/>
              <a:ext cx="21800" cy="7575"/>
            </a:xfrm>
            <a:custGeom>
              <a:avLst/>
              <a:gdLst/>
              <a:ahLst/>
              <a:cxnLst/>
              <a:rect l="l" t="t" r="r" b="b"/>
              <a:pathLst>
                <a:path w="872" h="303" extrusionOk="0">
                  <a:moveTo>
                    <a:pt x="436" y="1"/>
                  </a:moveTo>
                  <a:cubicBezTo>
                    <a:pt x="202" y="1"/>
                    <a:pt x="1" y="68"/>
                    <a:pt x="1" y="151"/>
                  </a:cubicBezTo>
                  <a:cubicBezTo>
                    <a:pt x="1" y="235"/>
                    <a:pt x="185" y="302"/>
                    <a:pt x="436" y="302"/>
                  </a:cubicBezTo>
                  <a:cubicBezTo>
                    <a:pt x="687" y="302"/>
                    <a:pt x="871" y="235"/>
                    <a:pt x="871" y="151"/>
                  </a:cubicBezTo>
                  <a:cubicBezTo>
                    <a:pt x="871"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8" name="Google Shape;7878;p19"/>
            <p:cNvSpPr/>
            <p:nvPr/>
          </p:nvSpPr>
          <p:spPr>
            <a:xfrm>
              <a:off x="2092400" y="675000"/>
              <a:ext cx="22200" cy="7125"/>
            </a:xfrm>
            <a:custGeom>
              <a:avLst/>
              <a:gdLst/>
              <a:ahLst/>
              <a:cxnLst/>
              <a:rect l="l" t="t" r="r" b="b"/>
              <a:pathLst>
                <a:path w="888" h="285" extrusionOk="0">
                  <a:moveTo>
                    <a:pt x="436" y="0"/>
                  </a:moveTo>
                  <a:cubicBezTo>
                    <a:pt x="218" y="0"/>
                    <a:pt x="1" y="67"/>
                    <a:pt x="1" y="151"/>
                  </a:cubicBezTo>
                  <a:cubicBezTo>
                    <a:pt x="1" y="234"/>
                    <a:pt x="185" y="285"/>
                    <a:pt x="436" y="285"/>
                  </a:cubicBezTo>
                  <a:cubicBezTo>
                    <a:pt x="687" y="285"/>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9" name="Google Shape;7879;p19"/>
            <p:cNvSpPr/>
            <p:nvPr/>
          </p:nvSpPr>
          <p:spPr>
            <a:xfrm>
              <a:off x="1625400" y="879625"/>
              <a:ext cx="21775" cy="7125"/>
            </a:xfrm>
            <a:custGeom>
              <a:avLst/>
              <a:gdLst/>
              <a:ahLst/>
              <a:cxnLst/>
              <a:rect l="l" t="t" r="r" b="b"/>
              <a:pathLst>
                <a:path w="871" h="285" extrusionOk="0">
                  <a:moveTo>
                    <a:pt x="436" y="0"/>
                  </a:moveTo>
                  <a:cubicBezTo>
                    <a:pt x="201" y="0"/>
                    <a:pt x="0" y="50"/>
                    <a:pt x="0" y="134"/>
                  </a:cubicBezTo>
                  <a:cubicBezTo>
                    <a:pt x="0" y="218"/>
                    <a:pt x="184" y="285"/>
                    <a:pt x="436" y="285"/>
                  </a:cubicBezTo>
                  <a:cubicBezTo>
                    <a:pt x="687" y="285"/>
                    <a:pt x="871" y="218"/>
                    <a:pt x="871" y="134"/>
                  </a:cubicBezTo>
                  <a:cubicBezTo>
                    <a:pt x="871" y="50"/>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0" name="Google Shape;7880;p19"/>
            <p:cNvSpPr/>
            <p:nvPr/>
          </p:nvSpPr>
          <p:spPr>
            <a:xfrm>
              <a:off x="1838825" y="754075"/>
              <a:ext cx="21775" cy="7150"/>
            </a:xfrm>
            <a:custGeom>
              <a:avLst/>
              <a:gdLst/>
              <a:ahLst/>
              <a:cxnLst/>
              <a:rect l="l" t="t" r="r" b="b"/>
              <a:pathLst>
                <a:path w="871" h="286" extrusionOk="0">
                  <a:moveTo>
                    <a:pt x="435" y="1"/>
                  </a:moveTo>
                  <a:cubicBezTo>
                    <a:pt x="201" y="1"/>
                    <a:pt x="0" y="51"/>
                    <a:pt x="0" y="135"/>
                  </a:cubicBezTo>
                  <a:cubicBezTo>
                    <a:pt x="0" y="218"/>
                    <a:pt x="184" y="285"/>
                    <a:pt x="435" y="285"/>
                  </a:cubicBezTo>
                  <a:cubicBezTo>
                    <a:pt x="686" y="285"/>
                    <a:pt x="870" y="218"/>
                    <a:pt x="870" y="135"/>
                  </a:cubicBezTo>
                  <a:cubicBezTo>
                    <a:pt x="870" y="51"/>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1" name="Google Shape;7881;p19"/>
            <p:cNvSpPr/>
            <p:nvPr/>
          </p:nvSpPr>
          <p:spPr>
            <a:xfrm>
              <a:off x="2201625" y="872500"/>
              <a:ext cx="22200" cy="7550"/>
            </a:xfrm>
            <a:custGeom>
              <a:avLst/>
              <a:gdLst/>
              <a:ahLst/>
              <a:cxnLst/>
              <a:rect l="l" t="t" r="r" b="b"/>
              <a:pathLst>
                <a:path w="888" h="302" extrusionOk="0">
                  <a:moveTo>
                    <a:pt x="452" y="1"/>
                  </a:moveTo>
                  <a:cubicBezTo>
                    <a:pt x="218" y="1"/>
                    <a:pt x="0" y="68"/>
                    <a:pt x="0" y="151"/>
                  </a:cubicBezTo>
                  <a:cubicBezTo>
                    <a:pt x="0" y="235"/>
                    <a:pt x="201" y="302"/>
                    <a:pt x="452" y="302"/>
                  </a:cubicBezTo>
                  <a:cubicBezTo>
                    <a:pt x="703" y="302"/>
                    <a:pt x="888" y="235"/>
                    <a:pt x="888" y="151"/>
                  </a:cubicBezTo>
                  <a:cubicBezTo>
                    <a:pt x="888" y="68"/>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2" name="Google Shape;7882;p19"/>
            <p:cNvSpPr/>
            <p:nvPr/>
          </p:nvSpPr>
          <p:spPr>
            <a:xfrm>
              <a:off x="2398300" y="887975"/>
              <a:ext cx="22200" cy="7200"/>
            </a:xfrm>
            <a:custGeom>
              <a:avLst/>
              <a:gdLst/>
              <a:ahLst/>
              <a:cxnLst/>
              <a:rect l="l" t="t" r="r" b="b"/>
              <a:pathLst>
                <a:path w="888" h="288" extrusionOk="0">
                  <a:moveTo>
                    <a:pt x="452" y="1"/>
                  </a:moveTo>
                  <a:cubicBezTo>
                    <a:pt x="218" y="1"/>
                    <a:pt x="0" y="51"/>
                    <a:pt x="0" y="135"/>
                  </a:cubicBezTo>
                  <a:cubicBezTo>
                    <a:pt x="0" y="219"/>
                    <a:pt x="201" y="286"/>
                    <a:pt x="452" y="286"/>
                  </a:cubicBezTo>
                  <a:cubicBezTo>
                    <a:pt x="471" y="287"/>
                    <a:pt x="490" y="288"/>
                    <a:pt x="509" y="288"/>
                  </a:cubicBezTo>
                  <a:cubicBezTo>
                    <a:pt x="706" y="288"/>
                    <a:pt x="888" y="211"/>
                    <a:pt x="888" y="135"/>
                  </a:cubicBezTo>
                  <a:cubicBezTo>
                    <a:pt x="888" y="51"/>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3" name="Google Shape;7883;p19"/>
            <p:cNvSpPr/>
            <p:nvPr/>
          </p:nvSpPr>
          <p:spPr>
            <a:xfrm>
              <a:off x="1667650" y="779600"/>
              <a:ext cx="22225" cy="7150"/>
            </a:xfrm>
            <a:custGeom>
              <a:avLst/>
              <a:gdLst/>
              <a:ahLst/>
              <a:cxnLst/>
              <a:rect l="l" t="t" r="r" b="b"/>
              <a:pathLst>
                <a:path w="889" h="286" extrusionOk="0">
                  <a:moveTo>
                    <a:pt x="436" y="1"/>
                  </a:moveTo>
                  <a:cubicBezTo>
                    <a:pt x="219" y="1"/>
                    <a:pt x="1" y="68"/>
                    <a:pt x="1" y="151"/>
                  </a:cubicBezTo>
                  <a:cubicBezTo>
                    <a:pt x="1" y="235"/>
                    <a:pt x="185" y="285"/>
                    <a:pt x="436" y="285"/>
                  </a:cubicBezTo>
                  <a:cubicBezTo>
                    <a:pt x="687" y="285"/>
                    <a:pt x="888" y="235"/>
                    <a:pt x="888" y="151"/>
                  </a:cubicBezTo>
                  <a:cubicBezTo>
                    <a:pt x="888"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4" name="Google Shape;7884;p19"/>
            <p:cNvSpPr/>
            <p:nvPr/>
          </p:nvSpPr>
          <p:spPr>
            <a:xfrm>
              <a:off x="1912475" y="949500"/>
              <a:ext cx="21775" cy="7200"/>
            </a:xfrm>
            <a:custGeom>
              <a:avLst/>
              <a:gdLst/>
              <a:ahLst/>
              <a:cxnLst/>
              <a:rect l="l" t="t" r="r" b="b"/>
              <a:pathLst>
                <a:path w="871" h="288" extrusionOk="0">
                  <a:moveTo>
                    <a:pt x="435" y="1"/>
                  </a:moveTo>
                  <a:cubicBezTo>
                    <a:pt x="218" y="1"/>
                    <a:pt x="0" y="68"/>
                    <a:pt x="0" y="151"/>
                  </a:cubicBezTo>
                  <a:cubicBezTo>
                    <a:pt x="0" y="235"/>
                    <a:pt x="184" y="285"/>
                    <a:pt x="435" y="285"/>
                  </a:cubicBezTo>
                  <a:cubicBezTo>
                    <a:pt x="460" y="287"/>
                    <a:pt x="484" y="288"/>
                    <a:pt x="507" y="288"/>
                  </a:cubicBezTo>
                  <a:cubicBezTo>
                    <a:pt x="709" y="288"/>
                    <a:pt x="870" y="226"/>
                    <a:pt x="870" y="151"/>
                  </a:cubicBezTo>
                  <a:cubicBezTo>
                    <a:pt x="870" y="68"/>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85" name="Google Shape;7885;p19"/>
          <p:cNvGrpSpPr/>
          <p:nvPr/>
        </p:nvGrpSpPr>
        <p:grpSpPr>
          <a:xfrm rot="-820589">
            <a:off x="1600230" y="-843809"/>
            <a:ext cx="2098832" cy="984632"/>
            <a:chOff x="1406550" y="1260600"/>
            <a:chExt cx="1204775" cy="565200"/>
          </a:xfrm>
        </p:grpSpPr>
        <p:sp>
          <p:nvSpPr>
            <p:cNvPr id="7886" name="Google Shape;7886;p19"/>
            <p:cNvSpPr/>
            <p:nvPr/>
          </p:nvSpPr>
          <p:spPr>
            <a:xfrm>
              <a:off x="1406550" y="1264650"/>
              <a:ext cx="1204775" cy="555275"/>
            </a:xfrm>
            <a:custGeom>
              <a:avLst/>
              <a:gdLst/>
              <a:ahLst/>
              <a:cxnLst/>
              <a:rect l="l" t="t" r="r" b="b"/>
              <a:pathLst>
                <a:path w="48191" h="22211" extrusionOk="0">
                  <a:moveTo>
                    <a:pt x="25953" y="0"/>
                  </a:moveTo>
                  <a:cubicBezTo>
                    <a:pt x="24999" y="0"/>
                    <a:pt x="24004" y="17"/>
                    <a:pt x="22965" y="49"/>
                  </a:cubicBezTo>
                  <a:cubicBezTo>
                    <a:pt x="9089" y="467"/>
                    <a:pt x="0" y="3263"/>
                    <a:pt x="921" y="12586"/>
                  </a:cubicBezTo>
                  <a:cubicBezTo>
                    <a:pt x="1557" y="19097"/>
                    <a:pt x="14897" y="22211"/>
                    <a:pt x="24991" y="22211"/>
                  </a:cubicBezTo>
                  <a:cubicBezTo>
                    <a:pt x="36390" y="22211"/>
                    <a:pt x="48190" y="14461"/>
                    <a:pt x="44759" y="7263"/>
                  </a:cubicBezTo>
                  <a:cubicBezTo>
                    <a:pt x="42311" y="2152"/>
                    <a:pt x="36876" y="0"/>
                    <a:pt x="25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7" name="Google Shape;7887;p19"/>
            <p:cNvSpPr/>
            <p:nvPr/>
          </p:nvSpPr>
          <p:spPr>
            <a:xfrm>
              <a:off x="1450475" y="1293850"/>
              <a:ext cx="1112300" cy="487575"/>
            </a:xfrm>
            <a:custGeom>
              <a:avLst/>
              <a:gdLst/>
              <a:ahLst/>
              <a:cxnLst/>
              <a:rect l="l" t="t" r="r" b="b"/>
              <a:pathLst>
                <a:path w="44492" h="19503" extrusionOk="0">
                  <a:moveTo>
                    <a:pt x="24368" y="1"/>
                  </a:moveTo>
                  <a:cubicBezTo>
                    <a:pt x="23367" y="1"/>
                    <a:pt x="22314" y="18"/>
                    <a:pt x="21208" y="53"/>
                  </a:cubicBezTo>
                  <a:cubicBezTo>
                    <a:pt x="8370" y="454"/>
                    <a:pt x="1" y="2697"/>
                    <a:pt x="871" y="11301"/>
                  </a:cubicBezTo>
                  <a:cubicBezTo>
                    <a:pt x="1474" y="17293"/>
                    <a:pt x="13475" y="19503"/>
                    <a:pt x="22799" y="19503"/>
                  </a:cubicBezTo>
                  <a:cubicBezTo>
                    <a:pt x="33344" y="19503"/>
                    <a:pt x="44492" y="13025"/>
                    <a:pt x="41328" y="6380"/>
                  </a:cubicBezTo>
                  <a:cubicBezTo>
                    <a:pt x="39111" y="1702"/>
                    <a:pt x="34179" y="1"/>
                    <a:pt x="243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8" name="Google Shape;7888;p19"/>
            <p:cNvSpPr/>
            <p:nvPr/>
          </p:nvSpPr>
          <p:spPr>
            <a:xfrm>
              <a:off x="1427050" y="1514850"/>
              <a:ext cx="1112725" cy="310950"/>
            </a:xfrm>
            <a:custGeom>
              <a:avLst/>
              <a:gdLst/>
              <a:ahLst/>
              <a:cxnLst/>
              <a:rect l="l" t="t" r="r" b="b"/>
              <a:pathLst>
                <a:path w="44509" h="12438" extrusionOk="0">
                  <a:moveTo>
                    <a:pt x="101" y="0"/>
                  </a:moveTo>
                  <a:lnTo>
                    <a:pt x="101" y="0"/>
                  </a:lnTo>
                  <a:cubicBezTo>
                    <a:pt x="0" y="804"/>
                    <a:pt x="0" y="1657"/>
                    <a:pt x="84" y="2578"/>
                  </a:cubicBezTo>
                  <a:cubicBezTo>
                    <a:pt x="737" y="9089"/>
                    <a:pt x="14077" y="12437"/>
                    <a:pt x="24154" y="12437"/>
                  </a:cubicBezTo>
                  <a:cubicBezTo>
                    <a:pt x="34030" y="12437"/>
                    <a:pt x="44157" y="6428"/>
                    <a:pt x="44508" y="218"/>
                  </a:cubicBezTo>
                  <a:lnTo>
                    <a:pt x="44508" y="218"/>
                  </a:lnTo>
                  <a:cubicBezTo>
                    <a:pt x="43654" y="6194"/>
                    <a:pt x="33812" y="11684"/>
                    <a:pt x="24204" y="11684"/>
                  </a:cubicBezTo>
                  <a:cubicBezTo>
                    <a:pt x="14128" y="11684"/>
                    <a:pt x="770" y="8570"/>
                    <a:pt x="151" y="2059"/>
                  </a:cubicBezTo>
                  <a:cubicBezTo>
                    <a:pt x="84" y="1323"/>
                    <a:pt x="67" y="653"/>
                    <a:pt x="1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9" name="Google Shape;7889;p19"/>
            <p:cNvSpPr/>
            <p:nvPr/>
          </p:nvSpPr>
          <p:spPr>
            <a:xfrm>
              <a:off x="1423275" y="1260600"/>
              <a:ext cx="1118575" cy="293600"/>
            </a:xfrm>
            <a:custGeom>
              <a:avLst/>
              <a:gdLst/>
              <a:ahLst/>
              <a:cxnLst/>
              <a:rect l="l" t="t" r="r" b="b"/>
              <a:pathLst>
                <a:path w="44743" h="11744" extrusionOk="0">
                  <a:moveTo>
                    <a:pt x="25024" y="1"/>
                  </a:moveTo>
                  <a:cubicBezTo>
                    <a:pt x="24140" y="1"/>
                    <a:pt x="23220" y="15"/>
                    <a:pt x="22263" y="44"/>
                  </a:cubicBezTo>
                  <a:cubicBezTo>
                    <a:pt x="8889" y="462"/>
                    <a:pt x="1" y="3207"/>
                    <a:pt x="185" y="11744"/>
                  </a:cubicBezTo>
                  <a:cubicBezTo>
                    <a:pt x="369" y="3626"/>
                    <a:pt x="9190" y="964"/>
                    <a:pt x="22296" y="579"/>
                  </a:cubicBezTo>
                  <a:cubicBezTo>
                    <a:pt x="23287" y="548"/>
                    <a:pt x="24238" y="533"/>
                    <a:pt x="25151" y="533"/>
                  </a:cubicBezTo>
                  <a:cubicBezTo>
                    <a:pt x="36163" y="533"/>
                    <a:pt x="41632" y="2796"/>
                    <a:pt x="44090" y="7927"/>
                  </a:cubicBezTo>
                  <a:cubicBezTo>
                    <a:pt x="44475" y="8714"/>
                    <a:pt x="44659" y="9484"/>
                    <a:pt x="44693" y="10254"/>
                  </a:cubicBezTo>
                  <a:cubicBezTo>
                    <a:pt x="44743" y="9317"/>
                    <a:pt x="44542" y="8346"/>
                    <a:pt x="44090" y="7408"/>
                  </a:cubicBezTo>
                  <a:cubicBezTo>
                    <a:pt x="41625" y="2262"/>
                    <a:pt x="36116" y="1"/>
                    <a:pt x="25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0" name="Google Shape;7890;p19"/>
            <p:cNvSpPr/>
            <p:nvPr/>
          </p:nvSpPr>
          <p:spPr>
            <a:xfrm>
              <a:off x="1447450" y="1299025"/>
              <a:ext cx="1027225" cy="464700"/>
            </a:xfrm>
            <a:custGeom>
              <a:avLst/>
              <a:gdLst/>
              <a:ahLst/>
              <a:cxnLst/>
              <a:rect l="l" t="t" r="r" b="b"/>
              <a:pathLst>
                <a:path w="41089" h="18588" extrusionOk="0">
                  <a:moveTo>
                    <a:pt x="24535" y="1"/>
                  </a:moveTo>
                  <a:cubicBezTo>
                    <a:pt x="23384" y="1"/>
                    <a:pt x="22185" y="29"/>
                    <a:pt x="20944" y="80"/>
                  </a:cubicBezTo>
                  <a:cubicBezTo>
                    <a:pt x="9646" y="565"/>
                    <a:pt x="4390" y="2624"/>
                    <a:pt x="2398" y="7411"/>
                  </a:cubicBezTo>
                  <a:cubicBezTo>
                    <a:pt x="1" y="13215"/>
                    <a:pt x="9357" y="18588"/>
                    <a:pt x="18763" y="18588"/>
                  </a:cubicBezTo>
                  <a:cubicBezTo>
                    <a:pt x="19340" y="18588"/>
                    <a:pt x="19918" y="18567"/>
                    <a:pt x="20492" y="18526"/>
                  </a:cubicBezTo>
                  <a:cubicBezTo>
                    <a:pt x="29247" y="17907"/>
                    <a:pt x="40679" y="14525"/>
                    <a:pt x="40863" y="9102"/>
                  </a:cubicBezTo>
                  <a:cubicBezTo>
                    <a:pt x="41089" y="2131"/>
                    <a:pt x="34625" y="1"/>
                    <a:pt x="245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1" name="Google Shape;7891;p19"/>
            <p:cNvSpPr/>
            <p:nvPr/>
          </p:nvSpPr>
          <p:spPr>
            <a:xfrm>
              <a:off x="1439025" y="1308900"/>
              <a:ext cx="1025525" cy="450175"/>
            </a:xfrm>
            <a:custGeom>
              <a:avLst/>
              <a:gdLst/>
              <a:ahLst/>
              <a:cxnLst/>
              <a:rect l="l" t="t" r="r" b="b"/>
              <a:pathLst>
                <a:path w="41021" h="18007" extrusionOk="0">
                  <a:moveTo>
                    <a:pt x="24879" y="0"/>
                  </a:moveTo>
                  <a:cubicBezTo>
                    <a:pt x="23603" y="0"/>
                    <a:pt x="22282" y="66"/>
                    <a:pt x="20930" y="204"/>
                  </a:cubicBezTo>
                  <a:cubicBezTo>
                    <a:pt x="11941" y="1124"/>
                    <a:pt x="6250" y="2179"/>
                    <a:pt x="3020" y="7184"/>
                  </a:cubicBezTo>
                  <a:cubicBezTo>
                    <a:pt x="1" y="11821"/>
                    <a:pt x="10031" y="18006"/>
                    <a:pt x="19970" y="18006"/>
                  </a:cubicBezTo>
                  <a:cubicBezTo>
                    <a:pt x="20722" y="18006"/>
                    <a:pt x="21473" y="17971"/>
                    <a:pt x="22219" y="17896"/>
                  </a:cubicBezTo>
                  <a:cubicBezTo>
                    <a:pt x="34070" y="16675"/>
                    <a:pt x="40079" y="12038"/>
                    <a:pt x="40564" y="7452"/>
                  </a:cubicBezTo>
                  <a:cubicBezTo>
                    <a:pt x="41020" y="3422"/>
                    <a:pt x="34112" y="0"/>
                    <a:pt x="248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2" name="Google Shape;7892;p19"/>
            <p:cNvSpPr/>
            <p:nvPr/>
          </p:nvSpPr>
          <p:spPr>
            <a:xfrm>
              <a:off x="1447350" y="1315975"/>
              <a:ext cx="1011500" cy="419150"/>
            </a:xfrm>
            <a:custGeom>
              <a:avLst/>
              <a:gdLst/>
              <a:ahLst/>
              <a:cxnLst/>
              <a:rect l="l" t="t" r="r" b="b"/>
              <a:pathLst>
                <a:path w="40460" h="16766" extrusionOk="0">
                  <a:moveTo>
                    <a:pt x="24729" y="1"/>
                  </a:moveTo>
                  <a:cubicBezTo>
                    <a:pt x="23450" y="1"/>
                    <a:pt x="22124" y="66"/>
                    <a:pt x="20764" y="205"/>
                  </a:cubicBezTo>
                  <a:cubicBezTo>
                    <a:pt x="11910" y="1093"/>
                    <a:pt x="6302" y="2130"/>
                    <a:pt x="3021" y="6951"/>
                  </a:cubicBezTo>
                  <a:cubicBezTo>
                    <a:pt x="0" y="11390"/>
                    <a:pt x="10165" y="16766"/>
                    <a:pt x="19948" y="16766"/>
                  </a:cubicBezTo>
                  <a:cubicBezTo>
                    <a:pt x="20790" y="16766"/>
                    <a:pt x="21628" y="16726"/>
                    <a:pt x="22455" y="16643"/>
                  </a:cubicBezTo>
                  <a:cubicBezTo>
                    <a:pt x="34138" y="15454"/>
                    <a:pt x="39361" y="11554"/>
                    <a:pt x="39947" y="7152"/>
                  </a:cubicBezTo>
                  <a:cubicBezTo>
                    <a:pt x="40460" y="3281"/>
                    <a:pt x="33767" y="1"/>
                    <a:pt x="247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3" name="Google Shape;7893;p19"/>
            <p:cNvSpPr/>
            <p:nvPr/>
          </p:nvSpPr>
          <p:spPr>
            <a:xfrm>
              <a:off x="2072350" y="1350525"/>
              <a:ext cx="329350" cy="96850"/>
            </a:xfrm>
            <a:custGeom>
              <a:avLst/>
              <a:gdLst/>
              <a:ahLst/>
              <a:cxnLst/>
              <a:rect l="l" t="t" r="r" b="b"/>
              <a:pathLst>
                <a:path w="13174" h="3874" extrusionOk="0">
                  <a:moveTo>
                    <a:pt x="5782" y="1"/>
                  </a:moveTo>
                  <a:cubicBezTo>
                    <a:pt x="4496" y="1"/>
                    <a:pt x="3161" y="810"/>
                    <a:pt x="1020" y="2707"/>
                  </a:cubicBezTo>
                  <a:cubicBezTo>
                    <a:pt x="31" y="3584"/>
                    <a:pt x="0" y="3873"/>
                    <a:pt x="572" y="3873"/>
                  </a:cubicBezTo>
                  <a:cubicBezTo>
                    <a:pt x="1681" y="3873"/>
                    <a:pt x="5062" y="2782"/>
                    <a:pt x="8109" y="2782"/>
                  </a:cubicBezTo>
                  <a:cubicBezTo>
                    <a:pt x="9123" y="2782"/>
                    <a:pt x="10101" y="2903"/>
                    <a:pt x="10946" y="3226"/>
                  </a:cubicBezTo>
                  <a:cubicBezTo>
                    <a:pt x="11895" y="3593"/>
                    <a:pt x="12399" y="3747"/>
                    <a:pt x="12582" y="3747"/>
                  </a:cubicBezTo>
                  <a:cubicBezTo>
                    <a:pt x="13174" y="3747"/>
                    <a:pt x="10404" y="2138"/>
                    <a:pt x="8435" y="949"/>
                  </a:cubicBezTo>
                  <a:cubicBezTo>
                    <a:pt x="7433" y="343"/>
                    <a:pt x="6618" y="1"/>
                    <a:pt x="578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4" name="Google Shape;7894;p19"/>
            <p:cNvSpPr/>
            <p:nvPr/>
          </p:nvSpPr>
          <p:spPr>
            <a:xfrm>
              <a:off x="1580725" y="1367450"/>
              <a:ext cx="772400" cy="329975"/>
            </a:xfrm>
            <a:custGeom>
              <a:avLst/>
              <a:gdLst/>
              <a:ahLst/>
              <a:cxnLst/>
              <a:rect l="l" t="t" r="r" b="b"/>
              <a:pathLst>
                <a:path w="30896" h="13199" extrusionOk="0">
                  <a:moveTo>
                    <a:pt x="10486" y="1"/>
                  </a:moveTo>
                  <a:cubicBezTo>
                    <a:pt x="5302" y="1"/>
                    <a:pt x="220" y="3089"/>
                    <a:pt x="114" y="7604"/>
                  </a:cubicBezTo>
                  <a:cubicBezTo>
                    <a:pt x="1" y="11782"/>
                    <a:pt x="6792" y="13199"/>
                    <a:pt x="14214" y="13199"/>
                  </a:cubicBezTo>
                  <a:cubicBezTo>
                    <a:pt x="15592" y="13199"/>
                    <a:pt x="16993" y="13150"/>
                    <a:pt x="18375" y="13060"/>
                  </a:cubicBezTo>
                  <a:cubicBezTo>
                    <a:pt x="26711" y="12508"/>
                    <a:pt x="30896" y="6030"/>
                    <a:pt x="21656" y="5762"/>
                  </a:cubicBezTo>
                  <a:cubicBezTo>
                    <a:pt x="21406" y="5756"/>
                    <a:pt x="21169" y="5752"/>
                    <a:pt x="20945" y="5752"/>
                  </a:cubicBezTo>
                  <a:cubicBezTo>
                    <a:pt x="12914" y="5752"/>
                    <a:pt x="20364" y="10013"/>
                    <a:pt x="10090" y="11169"/>
                  </a:cubicBezTo>
                  <a:cubicBezTo>
                    <a:pt x="9229" y="11267"/>
                    <a:pt x="8460" y="11312"/>
                    <a:pt x="7773" y="11312"/>
                  </a:cubicBezTo>
                  <a:cubicBezTo>
                    <a:pt x="27" y="11312"/>
                    <a:pt x="2814" y="5552"/>
                    <a:pt x="4951" y="4875"/>
                  </a:cubicBezTo>
                  <a:cubicBezTo>
                    <a:pt x="8583" y="3720"/>
                    <a:pt x="19430" y="1042"/>
                    <a:pt x="12115" y="105"/>
                  </a:cubicBezTo>
                  <a:cubicBezTo>
                    <a:pt x="11575" y="35"/>
                    <a:pt x="11029" y="1"/>
                    <a:pt x="10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5" name="Google Shape;7895;p19"/>
            <p:cNvSpPr/>
            <p:nvPr/>
          </p:nvSpPr>
          <p:spPr>
            <a:xfrm>
              <a:off x="2287400" y="1486800"/>
              <a:ext cx="106750" cy="111450"/>
            </a:xfrm>
            <a:custGeom>
              <a:avLst/>
              <a:gdLst/>
              <a:ahLst/>
              <a:cxnLst/>
              <a:rect l="l" t="t" r="r" b="b"/>
              <a:pathLst>
                <a:path w="4270" h="4458" extrusionOk="0">
                  <a:moveTo>
                    <a:pt x="2302" y="1"/>
                  </a:moveTo>
                  <a:cubicBezTo>
                    <a:pt x="1248" y="1"/>
                    <a:pt x="1" y="540"/>
                    <a:pt x="1" y="1106"/>
                  </a:cubicBezTo>
                  <a:cubicBezTo>
                    <a:pt x="1" y="3019"/>
                    <a:pt x="690" y="4458"/>
                    <a:pt x="1722" y="4458"/>
                  </a:cubicBezTo>
                  <a:cubicBezTo>
                    <a:pt x="2215" y="4458"/>
                    <a:pt x="2787" y="4129"/>
                    <a:pt x="3399" y="3365"/>
                  </a:cubicBezTo>
                  <a:cubicBezTo>
                    <a:pt x="4152" y="2428"/>
                    <a:pt x="4269" y="838"/>
                    <a:pt x="3298" y="235"/>
                  </a:cubicBezTo>
                  <a:cubicBezTo>
                    <a:pt x="3036" y="71"/>
                    <a:pt x="2682" y="1"/>
                    <a:pt x="230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6" name="Google Shape;7896;p19"/>
            <p:cNvSpPr/>
            <p:nvPr/>
          </p:nvSpPr>
          <p:spPr>
            <a:xfrm>
              <a:off x="2228825" y="1474250"/>
              <a:ext cx="64875" cy="29350"/>
            </a:xfrm>
            <a:custGeom>
              <a:avLst/>
              <a:gdLst/>
              <a:ahLst/>
              <a:cxnLst/>
              <a:rect l="l" t="t" r="r" b="b"/>
              <a:pathLst>
                <a:path w="2595" h="1174" extrusionOk="0">
                  <a:moveTo>
                    <a:pt x="1306" y="1"/>
                  </a:moveTo>
                  <a:cubicBezTo>
                    <a:pt x="586" y="1"/>
                    <a:pt x="0" y="269"/>
                    <a:pt x="0" y="587"/>
                  </a:cubicBezTo>
                  <a:cubicBezTo>
                    <a:pt x="0" y="921"/>
                    <a:pt x="586" y="1172"/>
                    <a:pt x="1306" y="1172"/>
                  </a:cubicBezTo>
                  <a:cubicBezTo>
                    <a:pt x="1327" y="1173"/>
                    <a:pt x="1348" y="1173"/>
                    <a:pt x="1368" y="1173"/>
                  </a:cubicBezTo>
                  <a:cubicBezTo>
                    <a:pt x="2043" y="1173"/>
                    <a:pt x="2595" y="911"/>
                    <a:pt x="2595" y="587"/>
                  </a:cubicBezTo>
                  <a:cubicBezTo>
                    <a:pt x="2595" y="252"/>
                    <a:pt x="2009" y="1"/>
                    <a:pt x="130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7" name="Google Shape;7897;p19"/>
            <p:cNvSpPr/>
            <p:nvPr/>
          </p:nvSpPr>
          <p:spPr>
            <a:xfrm>
              <a:off x="1938825" y="1549575"/>
              <a:ext cx="31400" cy="18850"/>
            </a:xfrm>
            <a:custGeom>
              <a:avLst/>
              <a:gdLst/>
              <a:ahLst/>
              <a:cxnLst/>
              <a:rect l="l" t="t" r="r" b="b"/>
              <a:pathLst>
                <a:path w="1256" h="754" extrusionOk="0">
                  <a:moveTo>
                    <a:pt x="620" y="1"/>
                  </a:moveTo>
                  <a:cubicBezTo>
                    <a:pt x="268" y="1"/>
                    <a:pt x="1" y="168"/>
                    <a:pt x="1" y="369"/>
                  </a:cubicBezTo>
                  <a:cubicBezTo>
                    <a:pt x="1" y="586"/>
                    <a:pt x="268" y="754"/>
                    <a:pt x="620" y="754"/>
                  </a:cubicBezTo>
                  <a:cubicBezTo>
                    <a:pt x="971" y="754"/>
                    <a:pt x="1256" y="586"/>
                    <a:pt x="1256" y="369"/>
                  </a:cubicBezTo>
                  <a:cubicBezTo>
                    <a:pt x="1256" y="168"/>
                    <a:pt x="971" y="1"/>
                    <a:pt x="62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8" name="Google Shape;7898;p19"/>
            <p:cNvSpPr/>
            <p:nvPr/>
          </p:nvSpPr>
          <p:spPr>
            <a:xfrm>
              <a:off x="1686500" y="1573025"/>
              <a:ext cx="37675" cy="13825"/>
            </a:xfrm>
            <a:custGeom>
              <a:avLst/>
              <a:gdLst/>
              <a:ahLst/>
              <a:cxnLst/>
              <a:rect l="l" t="t" r="r" b="b"/>
              <a:pathLst>
                <a:path w="1507" h="553" extrusionOk="0">
                  <a:moveTo>
                    <a:pt x="753" y="0"/>
                  </a:moveTo>
                  <a:cubicBezTo>
                    <a:pt x="335" y="0"/>
                    <a:pt x="0" y="134"/>
                    <a:pt x="0" y="268"/>
                  </a:cubicBezTo>
                  <a:cubicBezTo>
                    <a:pt x="0" y="418"/>
                    <a:pt x="335" y="552"/>
                    <a:pt x="753" y="552"/>
                  </a:cubicBezTo>
                  <a:cubicBezTo>
                    <a:pt x="1172" y="552"/>
                    <a:pt x="1507" y="418"/>
                    <a:pt x="1507" y="268"/>
                  </a:cubicBezTo>
                  <a:cubicBezTo>
                    <a:pt x="1507" y="134"/>
                    <a:pt x="1172" y="0"/>
                    <a:pt x="7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9" name="Google Shape;7899;p19"/>
            <p:cNvSpPr/>
            <p:nvPr/>
          </p:nvSpPr>
          <p:spPr>
            <a:xfrm>
              <a:off x="1560950" y="1463375"/>
              <a:ext cx="29325" cy="18850"/>
            </a:xfrm>
            <a:custGeom>
              <a:avLst/>
              <a:gdLst/>
              <a:ahLst/>
              <a:cxnLst/>
              <a:rect l="l" t="t" r="r" b="b"/>
              <a:pathLst>
                <a:path w="1173" h="754" extrusionOk="0">
                  <a:moveTo>
                    <a:pt x="586" y="0"/>
                  </a:moveTo>
                  <a:cubicBezTo>
                    <a:pt x="252" y="0"/>
                    <a:pt x="1" y="168"/>
                    <a:pt x="1" y="369"/>
                  </a:cubicBezTo>
                  <a:cubicBezTo>
                    <a:pt x="1" y="586"/>
                    <a:pt x="268" y="754"/>
                    <a:pt x="586" y="754"/>
                  </a:cubicBezTo>
                  <a:cubicBezTo>
                    <a:pt x="921" y="754"/>
                    <a:pt x="1172" y="586"/>
                    <a:pt x="1172" y="369"/>
                  </a:cubicBezTo>
                  <a:cubicBezTo>
                    <a:pt x="1172" y="168"/>
                    <a:pt x="905" y="0"/>
                    <a:pt x="58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0" name="Google Shape;7900;p19"/>
            <p:cNvSpPr/>
            <p:nvPr/>
          </p:nvSpPr>
          <p:spPr>
            <a:xfrm>
              <a:off x="1939675" y="1348300"/>
              <a:ext cx="110075" cy="18850"/>
            </a:xfrm>
            <a:custGeom>
              <a:avLst/>
              <a:gdLst/>
              <a:ahLst/>
              <a:cxnLst/>
              <a:rect l="l" t="t" r="r" b="b"/>
              <a:pathLst>
                <a:path w="4403" h="754" extrusionOk="0">
                  <a:moveTo>
                    <a:pt x="2193" y="0"/>
                  </a:moveTo>
                  <a:cubicBezTo>
                    <a:pt x="988" y="0"/>
                    <a:pt x="0" y="168"/>
                    <a:pt x="0" y="369"/>
                  </a:cubicBezTo>
                  <a:cubicBezTo>
                    <a:pt x="0" y="586"/>
                    <a:pt x="988" y="754"/>
                    <a:pt x="2193" y="754"/>
                  </a:cubicBezTo>
                  <a:cubicBezTo>
                    <a:pt x="3415" y="754"/>
                    <a:pt x="4402" y="586"/>
                    <a:pt x="4402" y="369"/>
                  </a:cubicBezTo>
                  <a:cubicBezTo>
                    <a:pt x="4402" y="168"/>
                    <a:pt x="3415" y="0"/>
                    <a:pt x="219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1" name="Google Shape;7901;p19"/>
            <p:cNvSpPr/>
            <p:nvPr/>
          </p:nvSpPr>
          <p:spPr>
            <a:xfrm>
              <a:off x="1886925" y="1428325"/>
              <a:ext cx="164075" cy="32050"/>
            </a:xfrm>
            <a:custGeom>
              <a:avLst/>
              <a:gdLst/>
              <a:ahLst/>
              <a:cxnLst/>
              <a:rect l="l" t="t" r="r" b="b"/>
              <a:pathLst>
                <a:path w="6563" h="1282" extrusionOk="0">
                  <a:moveTo>
                    <a:pt x="3956" y="0"/>
                  </a:moveTo>
                  <a:cubicBezTo>
                    <a:pt x="2950" y="0"/>
                    <a:pt x="1843" y="116"/>
                    <a:pt x="1106" y="331"/>
                  </a:cubicBezTo>
                  <a:cubicBezTo>
                    <a:pt x="1" y="649"/>
                    <a:pt x="85" y="1034"/>
                    <a:pt x="1290" y="1202"/>
                  </a:cubicBezTo>
                  <a:cubicBezTo>
                    <a:pt x="1678" y="1256"/>
                    <a:pt x="2134" y="1282"/>
                    <a:pt x="2611" y="1282"/>
                  </a:cubicBezTo>
                  <a:cubicBezTo>
                    <a:pt x="3614" y="1282"/>
                    <a:pt x="4709" y="1166"/>
                    <a:pt x="5458" y="951"/>
                  </a:cubicBezTo>
                  <a:cubicBezTo>
                    <a:pt x="6562" y="649"/>
                    <a:pt x="6479" y="248"/>
                    <a:pt x="5274" y="80"/>
                  </a:cubicBezTo>
                  <a:cubicBezTo>
                    <a:pt x="4891" y="26"/>
                    <a:pt x="4435" y="0"/>
                    <a:pt x="395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2" name="Google Shape;7902;p19"/>
            <p:cNvSpPr/>
            <p:nvPr/>
          </p:nvSpPr>
          <p:spPr>
            <a:xfrm>
              <a:off x="2125875" y="1330725"/>
              <a:ext cx="45225" cy="13825"/>
            </a:xfrm>
            <a:custGeom>
              <a:avLst/>
              <a:gdLst/>
              <a:ahLst/>
              <a:cxnLst/>
              <a:rect l="l" t="t" r="r" b="b"/>
              <a:pathLst>
                <a:path w="1809" h="553" extrusionOk="0">
                  <a:moveTo>
                    <a:pt x="905" y="0"/>
                  </a:moveTo>
                  <a:cubicBezTo>
                    <a:pt x="419" y="0"/>
                    <a:pt x="1" y="134"/>
                    <a:pt x="1" y="285"/>
                  </a:cubicBezTo>
                  <a:cubicBezTo>
                    <a:pt x="1" y="419"/>
                    <a:pt x="402" y="553"/>
                    <a:pt x="905" y="553"/>
                  </a:cubicBezTo>
                  <a:cubicBezTo>
                    <a:pt x="1407" y="553"/>
                    <a:pt x="1808" y="419"/>
                    <a:pt x="1808" y="285"/>
                  </a:cubicBezTo>
                  <a:cubicBezTo>
                    <a:pt x="1808" y="134"/>
                    <a:pt x="1407" y="0"/>
                    <a:pt x="905" y="0"/>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3" name="Google Shape;7903;p19"/>
            <p:cNvSpPr/>
            <p:nvPr/>
          </p:nvSpPr>
          <p:spPr>
            <a:xfrm>
              <a:off x="2066450" y="1471750"/>
              <a:ext cx="42725" cy="25975"/>
            </a:xfrm>
            <a:custGeom>
              <a:avLst/>
              <a:gdLst/>
              <a:ahLst/>
              <a:cxnLst/>
              <a:rect l="l" t="t" r="r" b="b"/>
              <a:pathLst>
                <a:path w="1709" h="1039" extrusionOk="0">
                  <a:moveTo>
                    <a:pt x="854" y="0"/>
                  </a:moveTo>
                  <a:cubicBezTo>
                    <a:pt x="369" y="0"/>
                    <a:pt x="1" y="218"/>
                    <a:pt x="1" y="519"/>
                  </a:cubicBezTo>
                  <a:cubicBezTo>
                    <a:pt x="1" y="804"/>
                    <a:pt x="369" y="1038"/>
                    <a:pt x="854" y="1038"/>
                  </a:cubicBezTo>
                  <a:cubicBezTo>
                    <a:pt x="1323" y="1038"/>
                    <a:pt x="1708" y="804"/>
                    <a:pt x="1708" y="519"/>
                  </a:cubicBezTo>
                  <a:cubicBezTo>
                    <a:pt x="1708" y="218"/>
                    <a:pt x="1323" y="0"/>
                    <a:pt x="8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4" name="Google Shape;7904;p19"/>
            <p:cNvSpPr/>
            <p:nvPr/>
          </p:nvSpPr>
          <p:spPr>
            <a:xfrm>
              <a:off x="1995725" y="1467550"/>
              <a:ext cx="39800" cy="19700"/>
            </a:xfrm>
            <a:custGeom>
              <a:avLst/>
              <a:gdLst/>
              <a:ahLst/>
              <a:cxnLst/>
              <a:rect l="l" t="t" r="r" b="b"/>
              <a:pathLst>
                <a:path w="1592" h="788" extrusionOk="0">
                  <a:moveTo>
                    <a:pt x="788" y="1"/>
                  </a:moveTo>
                  <a:cubicBezTo>
                    <a:pt x="352" y="1"/>
                    <a:pt x="1" y="168"/>
                    <a:pt x="1" y="386"/>
                  </a:cubicBezTo>
                  <a:cubicBezTo>
                    <a:pt x="1" y="620"/>
                    <a:pt x="352" y="788"/>
                    <a:pt x="788" y="788"/>
                  </a:cubicBezTo>
                  <a:cubicBezTo>
                    <a:pt x="1240" y="771"/>
                    <a:pt x="1591" y="603"/>
                    <a:pt x="1591" y="386"/>
                  </a:cubicBezTo>
                  <a:cubicBezTo>
                    <a:pt x="1591" y="185"/>
                    <a:pt x="1240" y="1"/>
                    <a:pt x="788"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5" name="Google Shape;7905;p19"/>
            <p:cNvSpPr/>
            <p:nvPr/>
          </p:nvSpPr>
          <p:spPr>
            <a:xfrm>
              <a:off x="1891550" y="1466725"/>
              <a:ext cx="39775" cy="20100"/>
            </a:xfrm>
            <a:custGeom>
              <a:avLst/>
              <a:gdLst/>
              <a:ahLst/>
              <a:cxnLst/>
              <a:rect l="l" t="t" r="r" b="b"/>
              <a:pathLst>
                <a:path w="1591" h="804" extrusionOk="0">
                  <a:moveTo>
                    <a:pt x="787" y="0"/>
                  </a:moveTo>
                  <a:cubicBezTo>
                    <a:pt x="352" y="0"/>
                    <a:pt x="0" y="168"/>
                    <a:pt x="0" y="402"/>
                  </a:cubicBezTo>
                  <a:cubicBezTo>
                    <a:pt x="0" y="620"/>
                    <a:pt x="352" y="804"/>
                    <a:pt x="787" y="804"/>
                  </a:cubicBezTo>
                  <a:cubicBezTo>
                    <a:pt x="1239" y="804"/>
                    <a:pt x="1590" y="620"/>
                    <a:pt x="1590" y="402"/>
                  </a:cubicBezTo>
                  <a:cubicBezTo>
                    <a:pt x="1590" y="201"/>
                    <a:pt x="1239" y="0"/>
                    <a:pt x="7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6" name="Google Shape;7906;p19"/>
            <p:cNvSpPr/>
            <p:nvPr/>
          </p:nvSpPr>
          <p:spPr>
            <a:xfrm>
              <a:off x="1886525" y="1342850"/>
              <a:ext cx="37250" cy="14675"/>
            </a:xfrm>
            <a:custGeom>
              <a:avLst/>
              <a:gdLst/>
              <a:ahLst/>
              <a:cxnLst/>
              <a:rect l="l" t="t" r="r" b="b"/>
              <a:pathLst>
                <a:path w="1490" h="587" extrusionOk="0">
                  <a:moveTo>
                    <a:pt x="753" y="1"/>
                  </a:moveTo>
                  <a:cubicBezTo>
                    <a:pt x="335" y="1"/>
                    <a:pt x="0" y="135"/>
                    <a:pt x="0" y="302"/>
                  </a:cubicBezTo>
                  <a:cubicBezTo>
                    <a:pt x="0" y="436"/>
                    <a:pt x="335" y="587"/>
                    <a:pt x="753" y="587"/>
                  </a:cubicBezTo>
                  <a:cubicBezTo>
                    <a:pt x="1172" y="570"/>
                    <a:pt x="1490" y="436"/>
                    <a:pt x="1490" y="302"/>
                  </a:cubicBezTo>
                  <a:cubicBezTo>
                    <a:pt x="1490" y="151"/>
                    <a:pt x="1172" y="1"/>
                    <a:pt x="75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7" name="Google Shape;7907;p19"/>
            <p:cNvSpPr/>
            <p:nvPr/>
          </p:nvSpPr>
          <p:spPr>
            <a:xfrm>
              <a:off x="2189900" y="1549150"/>
              <a:ext cx="42725" cy="26000"/>
            </a:xfrm>
            <a:custGeom>
              <a:avLst/>
              <a:gdLst/>
              <a:ahLst/>
              <a:cxnLst/>
              <a:rect l="l" t="t" r="r" b="b"/>
              <a:pathLst>
                <a:path w="1709" h="1040" extrusionOk="0">
                  <a:moveTo>
                    <a:pt x="854" y="1"/>
                  </a:moveTo>
                  <a:cubicBezTo>
                    <a:pt x="369" y="1"/>
                    <a:pt x="1" y="219"/>
                    <a:pt x="1" y="520"/>
                  </a:cubicBezTo>
                  <a:cubicBezTo>
                    <a:pt x="1" y="804"/>
                    <a:pt x="369" y="1039"/>
                    <a:pt x="854" y="1039"/>
                  </a:cubicBezTo>
                  <a:cubicBezTo>
                    <a:pt x="870" y="1039"/>
                    <a:pt x="885" y="1039"/>
                    <a:pt x="900" y="1039"/>
                  </a:cubicBezTo>
                  <a:cubicBezTo>
                    <a:pt x="1363" y="1039"/>
                    <a:pt x="1708" y="795"/>
                    <a:pt x="1708" y="520"/>
                  </a:cubicBezTo>
                  <a:cubicBezTo>
                    <a:pt x="1708" y="219"/>
                    <a:pt x="1323" y="1"/>
                    <a:pt x="854"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8" name="Google Shape;7908;p19"/>
            <p:cNvSpPr/>
            <p:nvPr/>
          </p:nvSpPr>
          <p:spPr>
            <a:xfrm>
              <a:off x="1730850" y="1376325"/>
              <a:ext cx="149825" cy="70325"/>
            </a:xfrm>
            <a:custGeom>
              <a:avLst/>
              <a:gdLst/>
              <a:ahLst/>
              <a:cxnLst/>
              <a:rect l="l" t="t" r="r" b="b"/>
              <a:pathLst>
                <a:path w="5993" h="2813" extrusionOk="0">
                  <a:moveTo>
                    <a:pt x="2997" y="1"/>
                  </a:moveTo>
                  <a:cubicBezTo>
                    <a:pt x="1340" y="1"/>
                    <a:pt x="0" y="637"/>
                    <a:pt x="0" y="1407"/>
                  </a:cubicBezTo>
                  <a:cubicBezTo>
                    <a:pt x="0" y="2177"/>
                    <a:pt x="1340" y="2813"/>
                    <a:pt x="2997" y="2813"/>
                  </a:cubicBezTo>
                  <a:cubicBezTo>
                    <a:pt x="4654" y="2813"/>
                    <a:pt x="5993" y="2177"/>
                    <a:pt x="5993" y="1407"/>
                  </a:cubicBezTo>
                  <a:cubicBezTo>
                    <a:pt x="5993" y="637"/>
                    <a:pt x="4654" y="1"/>
                    <a:pt x="29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9" name="Google Shape;7909;p19"/>
            <p:cNvSpPr/>
            <p:nvPr/>
          </p:nvSpPr>
          <p:spPr>
            <a:xfrm>
              <a:off x="1738375" y="1401050"/>
              <a:ext cx="110925" cy="36875"/>
            </a:xfrm>
            <a:custGeom>
              <a:avLst/>
              <a:gdLst/>
              <a:ahLst/>
              <a:cxnLst/>
              <a:rect l="l" t="t" r="r" b="b"/>
              <a:pathLst>
                <a:path w="4437" h="1475" extrusionOk="0">
                  <a:moveTo>
                    <a:pt x="625" y="0"/>
                  </a:moveTo>
                  <a:cubicBezTo>
                    <a:pt x="498" y="0"/>
                    <a:pt x="396" y="39"/>
                    <a:pt x="319" y="133"/>
                  </a:cubicBezTo>
                  <a:cubicBezTo>
                    <a:pt x="1" y="518"/>
                    <a:pt x="603" y="1037"/>
                    <a:pt x="1658" y="1305"/>
                  </a:cubicBezTo>
                  <a:cubicBezTo>
                    <a:pt x="2074" y="1419"/>
                    <a:pt x="2501" y="1474"/>
                    <a:pt x="2884" y="1474"/>
                  </a:cubicBezTo>
                  <a:cubicBezTo>
                    <a:pt x="3455" y="1474"/>
                    <a:pt x="3928" y="1352"/>
                    <a:pt x="4118" y="1121"/>
                  </a:cubicBezTo>
                  <a:cubicBezTo>
                    <a:pt x="4436" y="753"/>
                    <a:pt x="3382" y="786"/>
                    <a:pt x="2344" y="518"/>
                  </a:cubicBezTo>
                  <a:cubicBezTo>
                    <a:pt x="1561" y="319"/>
                    <a:pt x="990" y="0"/>
                    <a:pt x="625"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0" name="Google Shape;7910;p19"/>
            <p:cNvSpPr/>
            <p:nvPr/>
          </p:nvSpPr>
          <p:spPr>
            <a:xfrm>
              <a:off x="1767675" y="1385550"/>
              <a:ext cx="106725" cy="33400"/>
            </a:xfrm>
            <a:custGeom>
              <a:avLst/>
              <a:gdLst/>
              <a:ahLst/>
              <a:cxnLst/>
              <a:rect l="l" t="t" r="r" b="b"/>
              <a:pathLst>
                <a:path w="4269" h="1336" extrusionOk="0">
                  <a:moveTo>
                    <a:pt x="1481" y="0"/>
                  </a:moveTo>
                  <a:cubicBezTo>
                    <a:pt x="1130" y="0"/>
                    <a:pt x="814" y="43"/>
                    <a:pt x="586" y="134"/>
                  </a:cubicBezTo>
                  <a:cubicBezTo>
                    <a:pt x="0" y="368"/>
                    <a:pt x="1105" y="469"/>
                    <a:pt x="1942" y="787"/>
                  </a:cubicBezTo>
                  <a:cubicBezTo>
                    <a:pt x="2622" y="1040"/>
                    <a:pt x="2941" y="1336"/>
                    <a:pt x="3339" y="1336"/>
                  </a:cubicBezTo>
                  <a:cubicBezTo>
                    <a:pt x="3440" y="1336"/>
                    <a:pt x="3547" y="1317"/>
                    <a:pt x="3666" y="1272"/>
                  </a:cubicBezTo>
                  <a:cubicBezTo>
                    <a:pt x="4269" y="1038"/>
                    <a:pt x="4051" y="603"/>
                    <a:pt x="3198" y="301"/>
                  </a:cubicBezTo>
                  <a:cubicBezTo>
                    <a:pt x="2675" y="107"/>
                    <a:pt x="2034" y="0"/>
                    <a:pt x="148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1" name="Google Shape;7911;p19"/>
            <p:cNvSpPr/>
            <p:nvPr/>
          </p:nvSpPr>
          <p:spPr>
            <a:xfrm>
              <a:off x="1807425" y="1423625"/>
              <a:ext cx="13225" cy="9250"/>
            </a:xfrm>
            <a:custGeom>
              <a:avLst/>
              <a:gdLst/>
              <a:ahLst/>
              <a:cxnLst/>
              <a:rect l="l" t="t" r="r" b="b"/>
              <a:pathLst>
                <a:path w="529" h="370" extrusionOk="0">
                  <a:moveTo>
                    <a:pt x="335" y="0"/>
                  </a:moveTo>
                  <a:cubicBezTo>
                    <a:pt x="151" y="201"/>
                    <a:pt x="1" y="352"/>
                    <a:pt x="268" y="369"/>
                  </a:cubicBezTo>
                  <a:cubicBezTo>
                    <a:pt x="274" y="369"/>
                    <a:pt x="280" y="369"/>
                    <a:pt x="286" y="369"/>
                  </a:cubicBezTo>
                  <a:cubicBezTo>
                    <a:pt x="529" y="369"/>
                    <a:pt x="369" y="17"/>
                    <a:pt x="369" y="17"/>
                  </a:cubicBezTo>
                  <a:lnTo>
                    <a:pt x="3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2" name="Google Shape;7912;p19"/>
            <p:cNvSpPr/>
            <p:nvPr/>
          </p:nvSpPr>
          <p:spPr>
            <a:xfrm>
              <a:off x="1792375" y="1421950"/>
              <a:ext cx="12200" cy="8675"/>
            </a:xfrm>
            <a:custGeom>
              <a:avLst/>
              <a:gdLst/>
              <a:ahLst/>
              <a:cxnLst/>
              <a:rect l="l" t="t" r="r" b="b"/>
              <a:pathLst>
                <a:path w="488" h="347" extrusionOk="0">
                  <a:moveTo>
                    <a:pt x="385" y="0"/>
                  </a:moveTo>
                  <a:cubicBezTo>
                    <a:pt x="167" y="151"/>
                    <a:pt x="0" y="251"/>
                    <a:pt x="251" y="335"/>
                  </a:cubicBezTo>
                  <a:cubicBezTo>
                    <a:pt x="275" y="343"/>
                    <a:pt x="296" y="347"/>
                    <a:pt x="314" y="347"/>
                  </a:cubicBezTo>
                  <a:cubicBezTo>
                    <a:pt x="487" y="347"/>
                    <a:pt x="419" y="17"/>
                    <a:pt x="419" y="17"/>
                  </a:cubicBezTo>
                  <a:lnTo>
                    <a:pt x="3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3" name="Google Shape;7913;p19"/>
            <p:cNvSpPr/>
            <p:nvPr/>
          </p:nvSpPr>
          <p:spPr>
            <a:xfrm>
              <a:off x="1772275" y="1417750"/>
              <a:ext cx="12200" cy="8700"/>
            </a:xfrm>
            <a:custGeom>
              <a:avLst/>
              <a:gdLst/>
              <a:ahLst/>
              <a:cxnLst/>
              <a:rect l="l" t="t" r="r" b="b"/>
              <a:pathLst>
                <a:path w="488" h="348" extrusionOk="0">
                  <a:moveTo>
                    <a:pt x="402" y="1"/>
                  </a:moveTo>
                  <a:cubicBezTo>
                    <a:pt x="168" y="152"/>
                    <a:pt x="1" y="252"/>
                    <a:pt x="252" y="336"/>
                  </a:cubicBezTo>
                  <a:cubicBezTo>
                    <a:pt x="275" y="344"/>
                    <a:pt x="296" y="347"/>
                    <a:pt x="314" y="347"/>
                  </a:cubicBezTo>
                  <a:cubicBezTo>
                    <a:pt x="488" y="347"/>
                    <a:pt x="419" y="18"/>
                    <a:pt x="419" y="18"/>
                  </a:cubicBezTo>
                  <a:lnTo>
                    <a:pt x="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4" name="Google Shape;7914;p19"/>
            <p:cNvSpPr/>
            <p:nvPr/>
          </p:nvSpPr>
          <p:spPr>
            <a:xfrm>
              <a:off x="1756125" y="1411475"/>
              <a:ext cx="12000" cy="6525"/>
            </a:xfrm>
            <a:custGeom>
              <a:avLst/>
              <a:gdLst/>
              <a:ahLst/>
              <a:cxnLst/>
              <a:rect l="l" t="t" r="r" b="b"/>
              <a:pathLst>
                <a:path w="480" h="261" extrusionOk="0">
                  <a:moveTo>
                    <a:pt x="352" y="1"/>
                  </a:moveTo>
                  <a:cubicBezTo>
                    <a:pt x="140" y="1"/>
                    <a:pt x="1" y="13"/>
                    <a:pt x="144" y="185"/>
                  </a:cubicBezTo>
                  <a:cubicBezTo>
                    <a:pt x="183" y="240"/>
                    <a:pt x="223" y="261"/>
                    <a:pt x="259" y="261"/>
                  </a:cubicBezTo>
                  <a:cubicBezTo>
                    <a:pt x="381" y="261"/>
                    <a:pt x="479" y="34"/>
                    <a:pt x="479" y="34"/>
                  </a:cubicBezTo>
                  <a:lnTo>
                    <a:pt x="462" y="1"/>
                  </a:lnTo>
                  <a:cubicBezTo>
                    <a:pt x="424" y="1"/>
                    <a:pt x="387" y="1"/>
                    <a:pt x="3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5" name="Google Shape;7915;p19"/>
            <p:cNvSpPr/>
            <p:nvPr/>
          </p:nvSpPr>
          <p:spPr>
            <a:xfrm>
              <a:off x="1842575" y="1405250"/>
              <a:ext cx="10900" cy="6675"/>
            </a:xfrm>
            <a:custGeom>
              <a:avLst/>
              <a:gdLst/>
              <a:ahLst/>
              <a:cxnLst/>
              <a:rect l="l" t="t" r="r" b="b"/>
              <a:pathLst>
                <a:path w="436" h="267" extrusionOk="0">
                  <a:moveTo>
                    <a:pt x="222" y="0"/>
                  </a:moveTo>
                  <a:cubicBezTo>
                    <a:pt x="137" y="0"/>
                    <a:pt x="79" y="123"/>
                    <a:pt x="1" y="267"/>
                  </a:cubicBezTo>
                  <a:lnTo>
                    <a:pt x="17" y="267"/>
                  </a:lnTo>
                  <a:cubicBezTo>
                    <a:pt x="17" y="267"/>
                    <a:pt x="436" y="116"/>
                    <a:pt x="302" y="32"/>
                  </a:cubicBezTo>
                  <a:cubicBezTo>
                    <a:pt x="272" y="10"/>
                    <a:pt x="246"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6" name="Google Shape;7916;p19"/>
            <p:cNvSpPr/>
            <p:nvPr/>
          </p:nvSpPr>
          <p:spPr>
            <a:xfrm>
              <a:off x="1832950" y="1400200"/>
              <a:ext cx="12175" cy="7125"/>
            </a:xfrm>
            <a:custGeom>
              <a:avLst/>
              <a:gdLst/>
              <a:ahLst/>
              <a:cxnLst/>
              <a:rect l="l" t="t" r="r" b="b"/>
              <a:pathLst>
                <a:path w="487" h="285" extrusionOk="0">
                  <a:moveTo>
                    <a:pt x="154" y="1"/>
                  </a:moveTo>
                  <a:cubicBezTo>
                    <a:pt x="17" y="1"/>
                    <a:pt x="15" y="131"/>
                    <a:pt x="1" y="285"/>
                  </a:cubicBezTo>
                  <a:lnTo>
                    <a:pt x="51" y="285"/>
                  </a:lnTo>
                  <a:cubicBezTo>
                    <a:pt x="51" y="285"/>
                    <a:pt x="486" y="67"/>
                    <a:pt x="252" y="17"/>
                  </a:cubicBezTo>
                  <a:cubicBezTo>
                    <a:pt x="213" y="6"/>
                    <a:pt x="181" y="1"/>
                    <a:pt x="1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7" name="Google Shape;7917;p19"/>
            <p:cNvSpPr/>
            <p:nvPr/>
          </p:nvSpPr>
          <p:spPr>
            <a:xfrm>
              <a:off x="1817900" y="1392525"/>
              <a:ext cx="12575" cy="8100"/>
            </a:xfrm>
            <a:custGeom>
              <a:avLst/>
              <a:gdLst/>
              <a:ahLst/>
              <a:cxnLst/>
              <a:rect l="l" t="t" r="r" b="b"/>
              <a:pathLst>
                <a:path w="503" h="324" extrusionOk="0">
                  <a:moveTo>
                    <a:pt x="139" y="0"/>
                  </a:moveTo>
                  <a:cubicBezTo>
                    <a:pt x="0" y="0"/>
                    <a:pt x="0" y="145"/>
                    <a:pt x="0" y="324"/>
                  </a:cubicBezTo>
                  <a:lnTo>
                    <a:pt x="34" y="324"/>
                  </a:lnTo>
                  <a:cubicBezTo>
                    <a:pt x="34" y="324"/>
                    <a:pt x="502" y="106"/>
                    <a:pt x="251" y="22"/>
                  </a:cubicBezTo>
                  <a:cubicBezTo>
                    <a:pt x="206" y="7"/>
                    <a:pt x="169" y="0"/>
                    <a:pt x="1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8" name="Google Shape;7918;p19"/>
            <p:cNvSpPr/>
            <p:nvPr/>
          </p:nvSpPr>
          <p:spPr>
            <a:xfrm>
              <a:off x="1792775" y="1389175"/>
              <a:ext cx="16375" cy="8100"/>
            </a:xfrm>
            <a:custGeom>
              <a:avLst/>
              <a:gdLst/>
              <a:ahLst/>
              <a:cxnLst/>
              <a:rect l="l" t="t" r="r" b="b"/>
              <a:pathLst>
                <a:path w="655" h="324" extrusionOk="0">
                  <a:moveTo>
                    <a:pt x="412" y="1"/>
                  </a:moveTo>
                  <a:cubicBezTo>
                    <a:pt x="394" y="1"/>
                    <a:pt x="375" y="2"/>
                    <a:pt x="352" y="6"/>
                  </a:cubicBezTo>
                  <a:cubicBezTo>
                    <a:pt x="1" y="73"/>
                    <a:pt x="185" y="173"/>
                    <a:pt x="403" y="324"/>
                  </a:cubicBezTo>
                  <a:lnTo>
                    <a:pt x="436" y="307"/>
                  </a:lnTo>
                  <a:cubicBezTo>
                    <a:pt x="436" y="307"/>
                    <a:pt x="655" y="1"/>
                    <a:pt x="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9" name="Google Shape;7919;p19"/>
            <p:cNvSpPr/>
            <p:nvPr/>
          </p:nvSpPr>
          <p:spPr>
            <a:xfrm>
              <a:off x="2274425" y="1444925"/>
              <a:ext cx="116775" cy="67025"/>
            </a:xfrm>
            <a:custGeom>
              <a:avLst/>
              <a:gdLst/>
              <a:ahLst/>
              <a:cxnLst/>
              <a:rect l="l" t="t" r="r" b="b"/>
              <a:pathLst>
                <a:path w="4671" h="2681" extrusionOk="0">
                  <a:moveTo>
                    <a:pt x="2256" y="1"/>
                  </a:moveTo>
                  <a:cubicBezTo>
                    <a:pt x="1015" y="1"/>
                    <a:pt x="17" y="574"/>
                    <a:pt x="1" y="1291"/>
                  </a:cubicBezTo>
                  <a:cubicBezTo>
                    <a:pt x="1" y="2027"/>
                    <a:pt x="1022" y="2647"/>
                    <a:pt x="2311" y="2680"/>
                  </a:cubicBezTo>
                  <a:cubicBezTo>
                    <a:pt x="2329" y="2680"/>
                    <a:pt x="2346" y="2681"/>
                    <a:pt x="2364" y="2681"/>
                  </a:cubicBezTo>
                  <a:cubicBezTo>
                    <a:pt x="3612" y="2681"/>
                    <a:pt x="4638" y="2101"/>
                    <a:pt x="4654" y="1375"/>
                  </a:cubicBezTo>
                  <a:cubicBezTo>
                    <a:pt x="4671" y="638"/>
                    <a:pt x="3633" y="19"/>
                    <a:pt x="2361" y="2"/>
                  </a:cubicBezTo>
                  <a:cubicBezTo>
                    <a:pt x="2326" y="1"/>
                    <a:pt x="2291" y="1"/>
                    <a:pt x="2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0" name="Google Shape;7920;p19"/>
            <p:cNvSpPr/>
            <p:nvPr/>
          </p:nvSpPr>
          <p:spPr>
            <a:xfrm>
              <a:off x="2280700" y="1468525"/>
              <a:ext cx="86250" cy="35325"/>
            </a:xfrm>
            <a:custGeom>
              <a:avLst/>
              <a:gdLst/>
              <a:ahLst/>
              <a:cxnLst/>
              <a:rect l="l" t="t" r="r" b="b"/>
              <a:pathLst>
                <a:path w="3450" h="1413" extrusionOk="0">
                  <a:moveTo>
                    <a:pt x="489" y="0"/>
                  </a:moveTo>
                  <a:cubicBezTo>
                    <a:pt x="383" y="0"/>
                    <a:pt x="299" y="42"/>
                    <a:pt x="235" y="146"/>
                  </a:cubicBezTo>
                  <a:cubicBezTo>
                    <a:pt x="1" y="498"/>
                    <a:pt x="486" y="1016"/>
                    <a:pt x="1323" y="1267"/>
                  </a:cubicBezTo>
                  <a:cubicBezTo>
                    <a:pt x="1643" y="1365"/>
                    <a:pt x="1969" y="1412"/>
                    <a:pt x="2260" y="1412"/>
                  </a:cubicBezTo>
                  <a:cubicBezTo>
                    <a:pt x="2715" y="1412"/>
                    <a:pt x="3089" y="1298"/>
                    <a:pt x="3231" y="1083"/>
                  </a:cubicBezTo>
                  <a:cubicBezTo>
                    <a:pt x="3449" y="732"/>
                    <a:pt x="2646" y="749"/>
                    <a:pt x="1825" y="498"/>
                  </a:cubicBezTo>
                  <a:cubicBezTo>
                    <a:pt x="1215" y="302"/>
                    <a:pt x="774" y="0"/>
                    <a:pt x="489"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1" name="Google Shape;7921;p19"/>
            <p:cNvSpPr/>
            <p:nvPr/>
          </p:nvSpPr>
          <p:spPr>
            <a:xfrm>
              <a:off x="2302900" y="1452850"/>
              <a:ext cx="82875" cy="32225"/>
            </a:xfrm>
            <a:custGeom>
              <a:avLst/>
              <a:gdLst/>
              <a:ahLst/>
              <a:cxnLst/>
              <a:rect l="l" t="t" r="r" b="b"/>
              <a:pathLst>
                <a:path w="3315" h="1289" extrusionOk="0">
                  <a:moveTo>
                    <a:pt x="1164" y="1"/>
                  </a:moveTo>
                  <a:cubicBezTo>
                    <a:pt x="887" y="1"/>
                    <a:pt x="637" y="41"/>
                    <a:pt x="452" y="120"/>
                  </a:cubicBezTo>
                  <a:cubicBezTo>
                    <a:pt x="0" y="338"/>
                    <a:pt x="854" y="438"/>
                    <a:pt x="1523" y="756"/>
                  </a:cubicBezTo>
                  <a:cubicBezTo>
                    <a:pt x="2056" y="996"/>
                    <a:pt x="2292" y="1289"/>
                    <a:pt x="2602" y="1289"/>
                  </a:cubicBezTo>
                  <a:cubicBezTo>
                    <a:pt x="2682" y="1289"/>
                    <a:pt x="2767" y="1269"/>
                    <a:pt x="2862" y="1225"/>
                  </a:cubicBezTo>
                  <a:cubicBezTo>
                    <a:pt x="3314" y="1024"/>
                    <a:pt x="3130" y="606"/>
                    <a:pt x="2477" y="288"/>
                  </a:cubicBezTo>
                  <a:cubicBezTo>
                    <a:pt x="2072" y="95"/>
                    <a:pt x="1587" y="1"/>
                    <a:pt x="116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2" name="Google Shape;7922;p19"/>
            <p:cNvSpPr/>
            <p:nvPr/>
          </p:nvSpPr>
          <p:spPr>
            <a:xfrm>
              <a:off x="2334700" y="1489750"/>
              <a:ext cx="10300" cy="9225"/>
            </a:xfrm>
            <a:custGeom>
              <a:avLst/>
              <a:gdLst/>
              <a:ahLst/>
              <a:cxnLst/>
              <a:rect l="l" t="t" r="r" b="b"/>
              <a:pathLst>
                <a:path w="412" h="369" extrusionOk="0">
                  <a:moveTo>
                    <a:pt x="251" y="0"/>
                  </a:moveTo>
                  <a:cubicBezTo>
                    <a:pt x="117" y="201"/>
                    <a:pt x="0" y="335"/>
                    <a:pt x="201" y="368"/>
                  </a:cubicBezTo>
                  <a:cubicBezTo>
                    <a:pt x="206" y="369"/>
                    <a:pt x="211" y="369"/>
                    <a:pt x="216" y="369"/>
                  </a:cubicBezTo>
                  <a:cubicBezTo>
                    <a:pt x="412" y="369"/>
                    <a:pt x="268" y="34"/>
                    <a:pt x="268" y="34"/>
                  </a:cubicBez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3" name="Google Shape;7923;p19"/>
            <p:cNvSpPr/>
            <p:nvPr/>
          </p:nvSpPr>
          <p:spPr>
            <a:xfrm>
              <a:off x="2322150" y="1488475"/>
              <a:ext cx="10225" cy="8525"/>
            </a:xfrm>
            <a:custGeom>
              <a:avLst/>
              <a:gdLst/>
              <a:ahLst/>
              <a:cxnLst/>
              <a:rect l="l" t="t" r="r" b="b"/>
              <a:pathLst>
                <a:path w="409" h="341" extrusionOk="0">
                  <a:moveTo>
                    <a:pt x="318" y="1"/>
                  </a:moveTo>
                  <a:cubicBezTo>
                    <a:pt x="151" y="135"/>
                    <a:pt x="0" y="252"/>
                    <a:pt x="201" y="336"/>
                  </a:cubicBezTo>
                  <a:cubicBezTo>
                    <a:pt x="215" y="339"/>
                    <a:pt x="227" y="340"/>
                    <a:pt x="239" y="340"/>
                  </a:cubicBezTo>
                  <a:cubicBezTo>
                    <a:pt x="408" y="340"/>
                    <a:pt x="335" y="18"/>
                    <a:pt x="335" y="18"/>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4" name="Google Shape;7924;p19"/>
            <p:cNvSpPr/>
            <p:nvPr/>
          </p:nvSpPr>
          <p:spPr>
            <a:xfrm>
              <a:off x="2307075" y="1484300"/>
              <a:ext cx="9425" cy="8675"/>
            </a:xfrm>
            <a:custGeom>
              <a:avLst/>
              <a:gdLst/>
              <a:ahLst/>
              <a:cxnLst/>
              <a:rect l="l" t="t" r="r" b="b"/>
              <a:pathLst>
                <a:path w="377" h="347" extrusionOk="0">
                  <a:moveTo>
                    <a:pt x="302" y="0"/>
                  </a:moveTo>
                  <a:cubicBezTo>
                    <a:pt x="134" y="134"/>
                    <a:pt x="0" y="252"/>
                    <a:pt x="201" y="335"/>
                  </a:cubicBezTo>
                  <a:cubicBezTo>
                    <a:pt x="219" y="343"/>
                    <a:pt x="234" y="347"/>
                    <a:pt x="247" y="347"/>
                  </a:cubicBezTo>
                  <a:cubicBezTo>
                    <a:pt x="376" y="347"/>
                    <a:pt x="335" y="17"/>
                    <a:pt x="335" y="17"/>
                  </a:cubicBezTo>
                  <a:lnTo>
                    <a:pt x="3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5" name="Google Shape;7925;p19"/>
            <p:cNvSpPr/>
            <p:nvPr/>
          </p:nvSpPr>
          <p:spPr>
            <a:xfrm>
              <a:off x="2293800" y="1478425"/>
              <a:ext cx="9525" cy="6350"/>
            </a:xfrm>
            <a:custGeom>
              <a:avLst/>
              <a:gdLst/>
              <a:ahLst/>
              <a:cxnLst/>
              <a:rect l="l" t="t" r="r" b="b"/>
              <a:pathLst>
                <a:path w="381" h="254" extrusionOk="0">
                  <a:moveTo>
                    <a:pt x="275" y="1"/>
                  </a:moveTo>
                  <a:cubicBezTo>
                    <a:pt x="105" y="1"/>
                    <a:pt x="1" y="13"/>
                    <a:pt x="130" y="185"/>
                  </a:cubicBezTo>
                  <a:cubicBezTo>
                    <a:pt x="164" y="235"/>
                    <a:pt x="196" y="254"/>
                    <a:pt x="224" y="254"/>
                  </a:cubicBezTo>
                  <a:cubicBezTo>
                    <a:pt x="321" y="254"/>
                    <a:pt x="381" y="35"/>
                    <a:pt x="381" y="35"/>
                  </a:cubicBezTo>
                  <a:lnTo>
                    <a:pt x="364" y="1"/>
                  </a:lnTo>
                  <a:cubicBezTo>
                    <a:pt x="333" y="1"/>
                    <a:pt x="303" y="1"/>
                    <a:pt x="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6" name="Google Shape;7926;p19"/>
            <p:cNvSpPr/>
            <p:nvPr/>
          </p:nvSpPr>
          <p:spPr>
            <a:xfrm>
              <a:off x="2360650" y="1472200"/>
              <a:ext cx="9225" cy="6275"/>
            </a:xfrm>
            <a:custGeom>
              <a:avLst/>
              <a:gdLst/>
              <a:ahLst/>
              <a:cxnLst/>
              <a:rect l="l" t="t" r="r" b="b"/>
              <a:pathLst>
                <a:path w="369" h="251" extrusionOk="0">
                  <a:moveTo>
                    <a:pt x="172" y="0"/>
                  </a:moveTo>
                  <a:cubicBezTo>
                    <a:pt x="104" y="0"/>
                    <a:pt x="52" y="120"/>
                    <a:pt x="0" y="250"/>
                  </a:cubicBezTo>
                  <a:lnTo>
                    <a:pt x="33" y="250"/>
                  </a:lnTo>
                  <a:cubicBezTo>
                    <a:pt x="33" y="250"/>
                    <a:pt x="368" y="150"/>
                    <a:pt x="234" y="32"/>
                  </a:cubicBezTo>
                  <a:cubicBezTo>
                    <a:pt x="212" y="10"/>
                    <a:pt x="19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7" name="Google Shape;7927;p19"/>
            <p:cNvSpPr/>
            <p:nvPr/>
          </p:nvSpPr>
          <p:spPr>
            <a:xfrm>
              <a:off x="2353950" y="1467375"/>
              <a:ext cx="8800" cy="6900"/>
            </a:xfrm>
            <a:custGeom>
              <a:avLst/>
              <a:gdLst/>
              <a:ahLst/>
              <a:cxnLst/>
              <a:rect l="l" t="t" r="r" b="b"/>
              <a:pathLst>
                <a:path w="352" h="276" extrusionOk="0">
                  <a:moveTo>
                    <a:pt x="104" y="1"/>
                  </a:moveTo>
                  <a:cubicBezTo>
                    <a:pt x="16" y="1"/>
                    <a:pt x="14" y="127"/>
                    <a:pt x="0" y="276"/>
                  </a:cubicBezTo>
                  <a:lnTo>
                    <a:pt x="17" y="276"/>
                  </a:lnTo>
                  <a:cubicBezTo>
                    <a:pt x="17" y="276"/>
                    <a:pt x="352" y="92"/>
                    <a:pt x="184" y="25"/>
                  </a:cubicBezTo>
                  <a:cubicBezTo>
                    <a:pt x="152" y="8"/>
                    <a:pt x="125" y="1"/>
                    <a:pt x="1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8" name="Google Shape;7928;p19"/>
            <p:cNvSpPr/>
            <p:nvPr/>
          </p:nvSpPr>
          <p:spPr>
            <a:xfrm>
              <a:off x="2341100" y="1459900"/>
              <a:ext cx="9950" cy="8100"/>
            </a:xfrm>
            <a:custGeom>
              <a:avLst/>
              <a:gdLst/>
              <a:ahLst/>
              <a:cxnLst/>
              <a:rect l="l" t="t" r="r" b="b"/>
              <a:pathLst>
                <a:path w="398" h="324" extrusionOk="0">
                  <a:moveTo>
                    <a:pt x="108" y="0"/>
                  </a:moveTo>
                  <a:cubicBezTo>
                    <a:pt x="1" y="0"/>
                    <a:pt x="12" y="145"/>
                    <a:pt x="12" y="324"/>
                  </a:cubicBezTo>
                  <a:lnTo>
                    <a:pt x="62" y="324"/>
                  </a:lnTo>
                  <a:cubicBezTo>
                    <a:pt x="62" y="324"/>
                    <a:pt x="397" y="106"/>
                    <a:pt x="196" y="22"/>
                  </a:cubicBezTo>
                  <a:cubicBezTo>
                    <a:pt x="160" y="7"/>
                    <a:pt x="131" y="0"/>
                    <a:pt x="1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9" name="Google Shape;7929;p19"/>
            <p:cNvSpPr/>
            <p:nvPr/>
          </p:nvSpPr>
          <p:spPr>
            <a:xfrm>
              <a:off x="2321725" y="1457300"/>
              <a:ext cx="12275" cy="7350"/>
            </a:xfrm>
            <a:custGeom>
              <a:avLst/>
              <a:gdLst/>
              <a:ahLst/>
              <a:cxnLst/>
              <a:rect l="l" t="t" r="r" b="b"/>
              <a:pathLst>
                <a:path w="491" h="294" extrusionOk="0">
                  <a:moveTo>
                    <a:pt x="327" y="0"/>
                  </a:moveTo>
                  <a:cubicBezTo>
                    <a:pt x="310" y="0"/>
                    <a:pt x="291" y="3"/>
                    <a:pt x="268" y="9"/>
                  </a:cubicBezTo>
                  <a:cubicBezTo>
                    <a:pt x="0" y="76"/>
                    <a:pt x="134" y="177"/>
                    <a:pt x="302" y="294"/>
                  </a:cubicBezTo>
                  <a:lnTo>
                    <a:pt x="352" y="277"/>
                  </a:lnTo>
                  <a:cubicBezTo>
                    <a:pt x="352" y="277"/>
                    <a:pt x="490" y="0"/>
                    <a:pt x="3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0" name="Google Shape;7930;p19"/>
            <p:cNvSpPr/>
            <p:nvPr/>
          </p:nvSpPr>
          <p:spPr>
            <a:xfrm>
              <a:off x="1904500" y="1452925"/>
              <a:ext cx="118050" cy="66975"/>
            </a:xfrm>
            <a:custGeom>
              <a:avLst/>
              <a:gdLst/>
              <a:ahLst/>
              <a:cxnLst/>
              <a:rect l="l" t="t" r="r" b="b"/>
              <a:pathLst>
                <a:path w="4722" h="2679" extrusionOk="0">
                  <a:moveTo>
                    <a:pt x="2311" y="0"/>
                  </a:moveTo>
                  <a:cubicBezTo>
                    <a:pt x="1039" y="0"/>
                    <a:pt x="1" y="603"/>
                    <a:pt x="51" y="1339"/>
                  </a:cubicBezTo>
                  <a:cubicBezTo>
                    <a:pt x="68" y="2059"/>
                    <a:pt x="1139" y="2678"/>
                    <a:pt x="2411" y="2678"/>
                  </a:cubicBezTo>
                  <a:cubicBezTo>
                    <a:pt x="3683" y="2678"/>
                    <a:pt x="4721" y="2059"/>
                    <a:pt x="4671" y="1339"/>
                  </a:cubicBezTo>
                  <a:cubicBezTo>
                    <a:pt x="4654" y="603"/>
                    <a:pt x="3600" y="0"/>
                    <a:pt x="23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1" name="Google Shape;7931;p19"/>
            <p:cNvSpPr/>
            <p:nvPr/>
          </p:nvSpPr>
          <p:spPr>
            <a:xfrm>
              <a:off x="1905350" y="1447900"/>
              <a:ext cx="117600" cy="66975"/>
            </a:xfrm>
            <a:custGeom>
              <a:avLst/>
              <a:gdLst/>
              <a:ahLst/>
              <a:cxnLst/>
              <a:rect l="l" t="t" r="r" b="b"/>
              <a:pathLst>
                <a:path w="4704" h="2679" extrusionOk="0">
                  <a:moveTo>
                    <a:pt x="2294" y="0"/>
                  </a:moveTo>
                  <a:cubicBezTo>
                    <a:pt x="1022" y="0"/>
                    <a:pt x="0" y="619"/>
                    <a:pt x="34" y="1339"/>
                  </a:cubicBezTo>
                  <a:cubicBezTo>
                    <a:pt x="51" y="2076"/>
                    <a:pt x="1122" y="2678"/>
                    <a:pt x="2394" y="2678"/>
                  </a:cubicBezTo>
                  <a:cubicBezTo>
                    <a:pt x="3666" y="2678"/>
                    <a:pt x="4704" y="2092"/>
                    <a:pt x="4654" y="1339"/>
                  </a:cubicBezTo>
                  <a:cubicBezTo>
                    <a:pt x="4637" y="619"/>
                    <a:pt x="3566" y="0"/>
                    <a:pt x="22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2" name="Google Shape;7932;p19"/>
            <p:cNvSpPr/>
            <p:nvPr/>
          </p:nvSpPr>
          <p:spPr>
            <a:xfrm>
              <a:off x="1912050" y="1471625"/>
              <a:ext cx="86225" cy="35575"/>
            </a:xfrm>
            <a:custGeom>
              <a:avLst/>
              <a:gdLst/>
              <a:ahLst/>
              <a:cxnLst/>
              <a:rect l="l" t="t" r="r" b="b"/>
              <a:pathLst>
                <a:path w="3449" h="1423" extrusionOk="0">
                  <a:moveTo>
                    <a:pt x="477" y="1"/>
                  </a:moveTo>
                  <a:cubicBezTo>
                    <a:pt x="374" y="1"/>
                    <a:pt x="293" y="41"/>
                    <a:pt x="235" y="139"/>
                  </a:cubicBezTo>
                  <a:cubicBezTo>
                    <a:pt x="0" y="507"/>
                    <a:pt x="486" y="1026"/>
                    <a:pt x="1323" y="1277"/>
                  </a:cubicBezTo>
                  <a:cubicBezTo>
                    <a:pt x="1636" y="1375"/>
                    <a:pt x="1957" y="1422"/>
                    <a:pt x="2246" y="1422"/>
                  </a:cubicBezTo>
                  <a:cubicBezTo>
                    <a:pt x="2698" y="1422"/>
                    <a:pt x="3071" y="1308"/>
                    <a:pt x="3214" y="1093"/>
                  </a:cubicBezTo>
                  <a:cubicBezTo>
                    <a:pt x="3448" y="725"/>
                    <a:pt x="2628" y="759"/>
                    <a:pt x="1825" y="507"/>
                  </a:cubicBezTo>
                  <a:cubicBezTo>
                    <a:pt x="1212" y="299"/>
                    <a:pt x="760" y="1"/>
                    <a:pt x="47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3" name="Google Shape;7933;p19"/>
            <p:cNvSpPr/>
            <p:nvPr/>
          </p:nvSpPr>
          <p:spPr>
            <a:xfrm>
              <a:off x="1933800" y="1455925"/>
              <a:ext cx="83300" cy="32350"/>
            </a:xfrm>
            <a:custGeom>
              <a:avLst/>
              <a:gdLst/>
              <a:ahLst/>
              <a:cxnLst/>
              <a:rect l="l" t="t" r="r" b="b"/>
              <a:pathLst>
                <a:path w="3332" h="1294" extrusionOk="0">
                  <a:moveTo>
                    <a:pt x="1142" y="0"/>
                  </a:moveTo>
                  <a:cubicBezTo>
                    <a:pt x="877" y="0"/>
                    <a:pt x="641" y="38"/>
                    <a:pt x="469" y="114"/>
                  </a:cubicBezTo>
                  <a:cubicBezTo>
                    <a:pt x="1" y="332"/>
                    <a:pt x="871" y="432"/>
                    <a:pt x="1541" y="750"/>
                  </a:cubicBezTo>
                  <a:cubicBezTo>
                    <a:pt x="2078" y="1006"/>
                    <a:pt x="2313" y="1293"/>
                    <a:pt x="2627" y="1293"/>
                  </a:cubicBezTo>
                  <a:cubicBezTo>
                    <a:pt x="2705" y="1293"/>
                    <a:pt x="2787" y="1276"/>
                    <a:pt x="2880" y="1236"/>
                  </a:cubicBezTo>
                  <a:cubicBezTo>
                    <a:pt x="3332" y="1018"/>
                    <a:pt x="3148" y="600"/>
                    <a:pt x="2495" y="298"/>
                  </a:cubicBezTo>
                  <a:cubicBezTo>
                    <a:pt x="2079" y="101"/>
                    <a:pt x="1574" y="0"/>
                    <a:pt x="114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4" name="Google Shape;7934;p19"/>
            <p:cNvSpPr/>
            <p:nvPr/>
          </p:nvSpPr>
          <p:spPr>
            <a:xfrm>
              <a:off x="1966025" y="1493075"/>
              <a:ext cx="10725" cy="8850"/>
            </a:xfrm>
            <a:custGeom>
              <a:avLst/>
              <a:gdLst/>
              <a:ahLst/>
              <a:cxnLst/>
              <a:rect l="l" t="t" r="r" b="b"/>
              <a:pathLst>
                <a:path w="429" h="354" extrusionOk="0">
                  <a:moveTo>
                    <a:pt x="252" y="1"/>
                  </a:moveTo>
                  <a:cubicBezTo>
                    <a:pt x="118" y="185"/>
                    <a:pt x="1" y="336"/>
                    <a:pt x="201" y="352"/>
                  </a:cubicBezTo>
                  <a:cubicBezTo>
                    <a:pt x="207" y="353"/>
                    <a:pt x="212" y="353"/>
                    <a:pt x="217" y="353"/>
                  </a:cubicBezTo>
                  <a:cubicBezTo>
                    <a:pt x="428" y="353"/>
                    <a:pt x="268" y="18"/>
                    <a:pt x="268" y="18"/>
                  </a:cubicBezTo>
                  <a:lnTo>
                    <a:pt x="2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5" name="Google Shape;7935;p19"/>
            <p:cNvSpPr/>
            <p:nvPr/>
          </p:nvSpPr>
          <p:spPr>
            <a:xfrm>
              <a:off x="1953475" y="1491400"/>
              <a:ext cx="10150" cy="8600"/>
            </a:xfrm>
            <a:custGeom>
              <a:avLst/>
              <a:gdLst/>
              <a:ahLst/>
              <a:cxnLst/>
              <a:rect l="l" t="t" r="r" b="b"/>
              <a:pathLst>
                <a:path w="406" h="344" extrusionOk="0">
                  <a:moveTo>
                    <a:pt x="302" y="1"/>
                  </a:moveTo>
                  <a:cubicBezTo>
                    <a:pt x="134" y="152"/>
                    <a:pt x="0" y="252"/>
                    <a:pt x="201" y="336"/>
                  </a:cubicBezTo>
                  <a:cubicBezTo>
                    <a:pt x="219" y="341"/>
                    <a:pt x="234" y="344"/>
                    <a:pt x="248" y="344"/>
                  </a:cubicBezTo>
                  <a:cubicBezTo>
                    <a:pt x="406" y="344"/>
                    <a:pt x="335" y="18"/>
                    <a:pt x="335" y="18"/>
                  </a:cubicBezTo>
                  <a:lnTo>
                    <a:pt x="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6" name="Google Shape;7936;p19"/>
            <p:cNvSpPr/>
            <p:nvPr/>
          </p:nvSpPr>
          <p:spPr>
            <a:xfrm>
              <a:off x="1938000" y="1487225"/>
              <a:ext cx="9750" cy="8675"/>
            </a:xfrm>
            <a:custGeom>
              <a:avLst/>
              <a:gdLst/>
              <a:ahLst/>
              <a:cxnLst/>
              <a:rect l="l" t="t" r="r" b="b"/>
              <a:pathLst>
                <a:path w="390" h="347" extrusionOk="0">
                  <a:moveTo>
                    <a:pt x="318" y="1"/>
                  </a:moveTo>
                  <a:cubicBezTo>
                    <a:pt x="151" y="151"/>
                    <a:pt x="0" y="252"/>
                    <a:pt x="218" y="335"/>
                  </a:cubicBezTo>
                  <a:cubicBezTo>
                    <a:pt x="235" y="343"/>
                    <a:pt x="250" y="347"/>
                    <a:pt x="263" y="347"/>
                  </a:cubicBezTo>
                  <a:cubicBezTo>
                    <a:pt x="390" y="347"/>
                    <a:pt x="335" y="17"/>
                    <a:pt x="335" y="17"/>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7" name="Google Shape;7937;p19"/>
            <p:cNvSpPr/>
            <p:nvPr/>
          </p:nvSpPr>
          <p:spPr>
            <a:xfrm>
              <a:off x="1925125" y="1480950"/>
              <a:ext cx="9125" cy="6575"/>
            </a:xfrm>
            <a:custGeom>
              <a:avLst/>
              <a:gdLst/>
              <a:ahLst/>
              <a:cxnLst/>
              <a:rect l="l" t="t" r="r" b="b"/>
              <a:pathLst>
                <a:path w="365" h="263" extrusionOk="0">
                  <a:moveTo>
                    <a:pt x="264" y="0"/>
                  </a:moveTo>
                  <a:cubicBezTo>
                    <a:pt x="105" y="0"/>
                    <a:pt x="1" y="12"/>
                    <a:pt x="130" y="185"/>
                  </a:cubicBezTo>
                  <a:cubicBezTo>
                    <a:pt x="162" y="241"/>
                    <a:pt x="193" y="263"/>
                    <a:pt x="220" y="263"/>
                  </a:cubicBezTo>
                  <a:cubicBezTo>
                    <a:pt x="307" y="263"/>
                    <a:pt x="364" y="51"/>
                    <a:pt x="364" y="51"/>
                  </a:cubicBezTo>
                  <a:lnTo>
                    <a:pt x="348" y="1"/>
                  </a:lnTo>
                  <a:cubicBezTo>
                    <a:pt x="319" y="1"/>
                    <a:pt x="291" y="0"/>
                    <a:pt x="2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8" name="Google Shape;7938;p19"/>
            <p:cNvSpPr/>
            <p:nvPr/>
          </p:nvSpPr>
          <p:spPr>
            <a:xfrm>
              <a:off x="1991975" y="1475475"/>
              <a:ext cx="8800" cy="5925"/>
            </a:xfrm>
            <a:custGeom>
              <a:avLst/>
              <a:gdLst/>
              <a:ahLst/>
              <a:cxnLst/>
              <a:rect l="l" t="t" r="r" b="b"/>
              <a:pathLst>
                <a:path w="352" h="237" extrusionOk="0">
                  <a:moveTo>
                    <a:pt x="168" y="1"/>
                  </a:moveTo>
                  <a:cubicBezTo>
                    <a:pt x="102" y="1"/>
                    <a:pt x="51" y="109"/>
                    <a:pt x="0" y="236"/>
                  </a:cubicBezTo>
                  <a:lnTo>
                    <a:pt x="17" y="236"/>
                  </a:lnTo>
                  <a:cubicBezTo>
                    <a:pt x="17" y="236"/>
                    <a:pt x="352" y="119"/>
                    <a:pt x="235" y="35"/>
                  </a:cubicBezTo>
                  <a:cubicBezTo>
                    <a:pt x="211" y="11"/>
                    <a:pt x="189" y="1"/>
                    <a:pt x="1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9" name="Google Shape;7939;p19"/>
            <p:cNvSpPr/>
            <p:nvPr/>
          </p:nvSpPr>
          <p:spPr>
            <a:xfrm>
              <a:off x="1985275" y="1470325"/>
              <a:ext cx="8825" cy="6875"/>
            </a:xfrm>
            <a:custGeom>
              <a:avLst/>
              <a:gdLst/>
              <a:ahLst/>
              <a:cxnLst/>
              <a:rect l="l" t="t" r="r" b="b"/>
              <a:pathLst>
                <a:path w="353" h="275" extrusionOk="0">
                  <a:moveTo>
                    <a:pt x="105" y="0"/>
                  </a:moveTo>
                  <a:cubicBezTo>
                    <a:pt x="17" y="0"/>
                    <a:pt x="14" y="127"/>
                    <a:pt x="1" y="275"/>
                  </a:cubicBezTo>
                  <a:lnTo>
                    <a:pt x="17" y="275"/>
                  </a:lnTo>
                  <a:cubicBezTo>
                    <a:pt x="17" y="275"/>
                    <a:pt x="352" y="91"/>
                    <a:pt x="185" y="24"/>
                  </a:cubicBezTo>
                  <a:cubicBezTo>
                    <a:pt x="152" y="7"/>
                    <a:pt x="126" y="0"/>
                    <a:pt x="1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0" name="Google Shape;7940;p19"/>
            <p:cNvSpPr/>
            <p:nvPr/>
          </p:nvSpPr>
          <p:spPr>
            <a:xfrm>
              <a:off x="1972450" y="1463250"/>
              <a:ext cx="9500" cy="7675"/>
            </a:xfrm>
            <a:custGeom>
              <a:avLst/>
              <a:gdLst/>
              <a:ahLst/>
              <a:cxnLst/>
              <a:rect l="l" t="t" r="r" b="b"/>
              <a:pathLst>
                <a:path w="380" h="307" extrusionOk="0">
                  <a:moveTo>
                    <a:pt x="106" y="0"/>
                  </a:moveTo>
                  <a:cubicBezTo>
                    <a:pt x="0" y="0"/>
                    <a:pt x="11" y="142"/>
                    <a:pt x="11" y="307"/>
                  </a:cubicBezTo>
                  <a:lnTo>
                    <a:pt x="45" y="307"/>
                  </a:lnTo>
                  <a:cubicBezTo>
                    <a:pt x="45" y="307"/>
                    <a:pt x="380" y="106"/>
                    <a:pt x="195" y="22"/>
                  </a:cubicBezTo>
                  <a:cubicBezTo>
                    <a:pt x="159" y="7"/>
                    <a:pt x="130"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1" name="Google Shape;7941;p19"/>
            <p:cNvSpPr/>
            <p:nvPr/>
          </p:nvSpPr>
          <p:spPr>
            <a:xfrm>
              <a:off x="1952625" y="1460325"/>
              <a:ext cx="13225" cy="7675"/>
            </a:xfrm>
            <a:custGeom>
              <a:avLst/>
              <a:gdLst/>
              <a:ahLst/>
              <a:cxnLst/>
              <a:rect l="l" t="t" r="r" b="b"/>
              <a:pathLst>
                <a:path w="529" h="307" extrusionOk="0">
                  <a:moveTo>
                    <a:pt x="335" y="0"/>
                  </a:moveTo>
                  <a:cubicBezTo>
                    <a:pt x="321" y="0"/>
                    <a:pt x="304" y="2"/>
                    <a:pt x="285" y="5"/>
                  </a:cubicBezTo>
                  <a:cubicBezTo>
                    <a:pt x="1" y="72"/>
                    <a:pt x="152" y="173"/>
                    <a:pt x="319" y="307"/>
                  </a:cubicBezTo>
                  <a:lnTo>
                    <a:pt x="369" y="290"/>
                  </a:lnTo>
                  <a:cubicBezTo>
                    <a:pt x="369" y="290"/>
                    <a:pt x="528"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2" name="Google Shape;7942;p19"/>
            <p:cNvSpPr/>
            <p:nvPr/>
          </p:nvSpPr>
          <p:spPr>
            <a:xfrm>
              <a:off x="2060175" y="1350225"/>
              <a:ext cx="121375" cy="61700"/>
            </a:xfrm>
            <a:custGeom>
              <a:avLst/>
              <a:gdLst/>
              <a:ahLst/>
              <a:cxnLst/>
              <a:rect l="l" t="t" r="r" b="b"/>
              <a:pathLst>
                <a:path w="4855" h="2468" extrusionOk="0">
                  <a:moveTo>
                    <a:pt x="1927" y="1"/>
                  </a:moveTo>
                  <a:cubicBezTo>
                    <a:pt x="1854" y="1"/>
                    <a:pt x="1781" y="3"/>
                    <a:pt x="1708" y="7"/>
                  </a:cubicBezTo>
                  <a:cubicBezTo>
                    <a:pt x="637" y="57"/>
                    <a:pt x="1" y="593"/>
                    <a:pt x="185" y="1212"/>
                  </a:cubicBezTo>
                  <a:cubicBezTo>
                    <a:pt x="386" y="1882"/>
                    <a:pt x="1541" y="2468"/>
                    <a:pt x="2779" y="2468"/>
                  </a:cubicBezTo>
                  <a:cubicBezTo>
                    <a:pt x="4102" y="2468"/>
                    <a:pt x="4855" y="1815"/>
                    <a:pt x="4436" y="1095"/>
                  </a:cubicBezTo>
                  <a:cubicBezTo>
                    <a:pt x="4077" y="438"/>
                    <a:pt x="2972" y="1"/>
                    <a:pt x="19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3" name="Google Shape;7943;p19"/>
            <p:cNvSpPr/>
            <p:nvPr/>
          </p:nvSpPr>
          <p:spPr>
            <a:xfrm>
              <a:off x="2061025" y="1344800"/>
              <a:ext cx="121800" cy="61700"/>
            </a:xfrm>
            <a:custGeom>
              <a:avLst/>
              <a:gdLst/>
              <a:ahLst/>
              <a:cxnLst/>
              <a:rect l="l" t="t" r="r" b="b"/>
              <a:pathLst>
                <a:path w="4872" h="2468" extrusionOk="0">
                  <a:moveTo>
                    <a:pt x="1954" y="0"/>
                  </a:moveTo>
                  <a:cubicBezTo>
                    <a:pt x="1882" y="0"/>
                    <a:pt x="1811" y="2"/>
                    <a:pt x="1741" y="6"/>
                  </a:cubicBezTo>
                  <a:cubicBezTo>
                    <a:pt x="670" y="73"/>
                    <a:pt x="0" y="592"/>
                    <a:pt x="218" y="1228"/>
                  </a:cubicBezTo>
                  <a:cubicBezTo>
                    <a:pt x="416" y="1889"/>
                    <a:pt x="1525" y="2467"/>
                    <a:pt x="2760" y="2467"/>
                  </a:cubicBezTo>
                  <a:cubicBezTo>
                    <a:pt x="2777" y="2467"/>
                    <a:pt x="2795" y="2467"/>
                    <a:pt x="2812" y="2467"/>
                  </a:cubicBezTo>
                  <a:cubicBezTo>
                    <a:pt x="4101" y="2467"/>
                    <a:pt x="4871" y="1831"/>
                    <a:pt x="4453" y="1094"/>
                  </a:cubicBezTo>
                  <a:cubicBezTo>
                    <a:pt x="4108" y="452"/>
                    <a:pt x="3000" y="0"/>
                    <a:pt x="19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4" name="Google Shape;7944;p19"/>
            <p:cNvSpPr/>
            <p:nvPr/>
          </p:nvSpPr>
          <p:spPr>
            <a:xfrm>
              <a:off x="2089900" y="1363150"/>
              <a:ext cx="78275" cy="35475"/>
            </a:xfrm>
            <a:custGeom>
              <a:avLst/>
              <a:gdLst/>
              <a:ahLst/>
              <a:cxnLst/>
              <a:rect l="l" t="t" r="r" b="b"/>
              <a:pathLst>
                <a:path w="3131" h="1419" extrusionOk="0">
                  <a:moveTo>
                    <a:pt x="2426" y="0"/>
                  </a:moveTo>
                  <a:cubicBezTo>
                    <a:pt x="2140" y="0"/>
                    <a:pt x="1867" y="308"/>
                    <a:pt x="1373" y="511"/>
                  </a:cubicBezTo>
                  <a:cubicBezTo>
                    <a:pt x="737" y="779"/>
                    <a:pt x="0" y="762"/>
                    <a:pt x="335" y="1097"/>
                  </a:cubicBezTo>
                  <a:cubicBezTo>
                    <a:pt x="543" y="1305"/>
                    <a:pt x="926" y="1419"/>
                    <a:pt x="1353" y="1419"/>
                  </a:cubicBezTo>
                  <a:cubicBezTo>
                    <a:pt x="1648" y="1419"/>
                    <a:pt x="1965" y="1364"/>
                    <a:pt x="2260" y="1248"/>
                  </a:cubicBezTo>
                  <a:cubicBezTo>
                    <a:pt x="2946" y="946"/>
                    <a:pt x="3130" y="444"/>
                    <a:pt x="2712" y="109"/>
                  </a:cubicBezTo>
                  <a:cubicBezTo>
                    <a:pt x="2610" y="32"/>
                    <a:pt x="2517" y="0"/>
                    <a:pt x="2426"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5" name="Google Shape;7945;p19"/>
            <p:cNvSpPr/>
            <p:nvPr/>
          </p:nvSpPr>
          <p:spPr>
            <a:xfrm>
              <a:off x="2070650" y="1351300"/>
              <a:ext cx="66975" cy="29650"/>
            </a:xfrm>
            <a:custGeom>
              <a:avLst/>
              <a:gdLst/>
              <a:ahLst/>
              <a:cxnLst/>
              <a:rect l="l" t="t" r="r" b="b"/>
              <a:pathLst>
                <a:path w="2679" h="1186" extrusionOk="0">
                  <a:moveTo>
                    <a:pt x="1607" y="0"/>
                  </a:moveTo>
                  <a:cubicBezTo>
                    <a:pt x="1209" y="0"/>
                    <a:pt x="766" y="108"/>
                    <a:pt x="452" y="299"/>
                  </a:cubicBezTo>
                  <a:cubicBezTo>
                    <a:pt x="0" y="583"/>
                    <a:pt x="0" y="968"/>
                    <a:pt x="452" y="1136"/>
                  </a:cubicBezTo>
                  <a:cubicBezTo>
                    <a:pt x="543" y="1170"/>
                    <a:pt x="618" y="1185"/>
                    <a:pt x="683" y="1185"/>
                  </a:cubicBezTo>
                  <a:cubicBezTo>
                    <a:pt x="966" y="1185"/>
                    <a:pt x="1062" y="899"/>
                    <a:pt x="1456" y="667"/>
                  </a:cubicBezTo>
                  <a:cubicBezTo>
                    <a:pt x="1942" y="383"/>
                    <a:pt x="2678" y="249"/>
                    <a:pt x="2143" y="81"/>
                  </a:cubicBezTo>
                  <a:cubicBezTo>
                    <a:pt x="1988" y="26"/>
                    <a:pt x="1803" y="0"/>
                    <a:pt x="160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6" name="Google Shape;7946;p19"/>
            <p:cNvSpPr/>
            <p:nvPr/>
          </p:nvSpPr>
          <p:spPr>
            <a:xfrm>
              <a:off x="2113750" y="1385125"/>
              <a:ext cx="10050" cy="8450"/>
            </a:xfrm>
            <a:custGeom>
              <a:avLst/>
              <a:gdLst/>
              <a:ahLst/>
              <a:cxnLst/>
              <a:rect l="l" t="t" r="r" b="b"/>
              <a:pathLst>
                <a:path w="402" h="338" extrusionOk="0">
                  <a:moveTo>
                    <a:pt x="0" y="0"/>
                  </a:moveTo>
                  <a:cubicBezTo>
                    <a:pt x="0" y="0"/>
                    <a:pt x="0" y="337"/>
                    <a:pt x="191" y="337"/>
                  </a:cubicBezTo>
                  <a:cubicBezTo>
                    <a:pt x="199" y="337"/>
                    <a:pt x="208" y="337"/>
                    <a:pt x="218" y="335"/>
                  </a:cubicBezTo>
                  <a:cubicBezTo>
                    <a:pt x="402" y="318"/>
                    <a:pt x="235" y="168"/>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7" name="Google Shape;7947;p19"/>
            <p:cNvSpPr/>
            <p:nvPr/>
          </p:nvSpPr>
          <p:spPr>
            <a:xfrm>
              <a:off x="2123375" y="1382600"/>
              <a:ext cx="10900" cy="8275"/>
            </a:xfrm>
            <a:custGeom>
              <a:avLst/>
              <a:gdLst/>
              <a:ahLst/>
              <a:cxnLst/>
              <a:rect l="l" t="t" r="r" b="b"/>
              <a:pathLst>
                <a:path w="436" h="331" extrusionOk="0">
                  <a:moveTo>
                    <a:pt x="17" y="1"/>
                  </a:moveTo>
                  <a:lnTo>
                    <a:pt x="0" y="18"/>
                  </a:lnTo>
                  <a:cubicBezTo>
                    <a:pt x="0" y="18"/>
                    <a:pt x="82" y="331"/>
                    <a:pt x="221" y="331"/>
                  </a:cubicBezTo>
                  <a:cubicBezTo>
                    <a:pt x="236" y="331"/>
                    <a:pt x="252" y="327"/>
                    <a:pt x="268" y="319"/>
                  </a:cubicBezTo>
                  <a:cubicBezTo>
                    <a:pt x="435" y="235"/>
                    <a:pt x="251" y="152"/>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8" name="Google Shape;7948;p19"/>
            <p:cNvSpPr/>
            <p:nvPr/>
          </p:nvSpPr>
          <p:spPr>
            <a:xfrm>
              <a:off x="2136350" y="1378425"/>
              <a:ext cx="10900" cy="8375"/>
            </a:xfrm>
            <a:custGeom>
              <a:avLst/>
              <a:gdLst/>
              <a:ahLst/>
              <a:cxnLst/>
              <a:rect l="l" t="t" r="r" b="b"/>
              <a:pathLst>
                <a:path w="436" h="335" extrusionOk="0">
                  <a:moveTo>
                    <a:pt x="17" y="1"/>
                  </a:moveTo>
                  <a:lnTo>
                    <a:pt x="0" y="17"/>
                  </a:lnTo>
                  <a:cubicBezTo>
                    <a:pt x="0" y="17"/>
                    <a:pt x="79" y="335"/>
                    <a:pt x="238" y="335"/>
                  </a:cubicBezTo>
                  <a:cubicBezTo>
                    <a:pt x="258" y="335"/>
                    <a:pt x="279" y="330"/>
                    <a:pt x="301" y="319"/>
                  </a:cubicBezTo>
                  <a:cubicBezTo>
                    <a:pt x="435" y="235"/>
                    <a:pt x="251" y="134"/>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9" name="Google Shape;7949;p19"/>
            <p:cNvSpPr/>
            <p:nvPr/>
          </p:nvSpPr>
          <p:spPr>
            <a:xfrm>
              <a:off x="2144700" y="1372325"/>
              <a:ext cx="8700" cy="6300"/>
            </a:xfrm>
            <a:custGeom>
              <a:avLst/>
              <a:gdLst/>
              <a:ahLst/>
              <a:cxnLst/>
              <a:rect l="l" t="t" r="r" b="b"/>
              <a:pathLst>
                <a:path w="348" h="252" extrusionOk="0">
                  <a:moveTo>
                    <a:pt x="161" y="1"/>
                  </a:moveTo>
                  <a:cubicBezTo>
                    <a:pt x="115" y="1"/>
                    <a:pt x="61" y="6"/>
                    <a:pt x="1" y="10"/>
                  </a:cubicBezTo>
                  <a:lnTo>
                    <a:pt x="1" y="60"/>
                  </a:lnTo>
                  <a:cubicBezTo>
                    <a:pt x="1" y="60"/>
                    <a:pt x="173" y="251"/>
                    <a:pt x="271" y="251"/>
                  </a:cubicBezTo>
                  <a:cubicBezTo>
                    <a:pt x="303" y="251"/>
                    <a:pt x="327" y="231"/>
                    <a:pt x="336" y="178"/>
                  </a:cubicBezTo>
                  <a:cubicBezTo>
                    <a:pt x="348" y="32"/>
                    <a:pt x="281" y="1"/>
                    <a:pt x="1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0" name="Google Shape;7950;p19"/>
            <p:cNvSpPr/>
            <p:nvPr/>
          </p:nvSpPr>
          <p:spPr>
            <a:xfrm>
              <a:off x="2083200" y="1369125"/>
              <a:ext cx="8400" cy="5550"/>
            </a:xfrm>
            <a:custGeom>
              <a:avLst/>
              <a:gdLst/>
              <a:ahLst/>
              <a:cxnLst/>
              <a:rect l="l" t="t" r="r" b="b"/>
              <a:pathLst>
                <a:path w="336" h="222" extrusionOk="0">
                  <a:moveTo>
                    <a:pt x="108" y="1"/>
                  </a:moveTo>
                  <a:cubicBezTo>
                    <a:pt x="87" y="1"/>
                    <a:pt x="68" y="12"/>
                    <a:pt x="51" y="38"/>
                  </a:cubicBezTo>
                  <a:cubicBezTo>
                    <a:pt x="0" y="121"/>
                    <a:pt x="335" y="222"/>
                    <a:pt x="335" y="222"/>
                  </a:cubicBezTo>
                  <a:cubicBezTo>
                    <a:pt x="248" y="97"/>
                    <a:pt x="170" y="1"/>
                    <a:pt x="1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1" name="Google Shape;7951;p19"/>
            <p:cNvSpPr/>
            <p:nvPr/>
          </p:nvSpPr>
          <p:spPr>
            <a:xfrm>
              <a:off x="2086550" y="1364750"/>
              <a:ext cx="9650" cy="5750"/>
            </a:xfrm>
            <a:custGeom>
              <a:avLst/>
              <a:gdLst/>
              <a:ahLst/>
              <a:cxnLst/>
              <a:rect l="l" t="t" r="r" b="b"/>
              <a:pathLst>
                <a:path w="386" h="230" extrusionOk="0">
                  <a:moveTo>
                    <a:pt x="205" y="1"/>
                  </a:moveTo>
                  <a:cubicBezTo>
                    <a:pt x="184" y="1"/>
                    <a:pt x="161" y="10"/>
                    <a:pt x="134" y="29"/>
                  </a:cubicBezTo>
                  <a:cubicBezTo>
                    <a:pt x="0" y="62"/>
                    <a:pt x="369" y="230"/>
                    <a:pt x="369" y="230"/>
                  </a:cubicBezTo>
                  <a:lnTo>
                    <a:pt x="385" y="230"/>
                  </a:lnTo>
                  <a:cubicBezTo>
                    <a:pt x="321" y="100"/>
                    <a:pt x="276" y="1"/>
                    <a:pt x="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2" name="Google Shape;7952;p19"/>
            <p:cNvSpPr/>
            <p:nvPr/>
          </p:nvSpPr>
          <p:spPr>
            <a:xfrm>
              <a:off x="2094075" y="1358125"/>
              <a:ext cx="10075" cy="6100"/>
            </a:xfrm>
            <a:custGeom>
              <a:avLst/>
              <a:gdLst/>
              <a:ahLst/>
              <a:cxnLst/>
              <a:rect l="l" t="t" r="r" b="b"/>
              <a:pathLst>
                <a:path w="403" h="244" extrusionOk="0">
                  <a:moveTo>
                    <a:pt x="201" y="0"/>
                  </a:moveTo>
                  <a:cubicBezTo>
                    <a:pt x="177" y="0"/>
                    <a:pt x="150" y="8"/>
                    <a:pt x="118" y="26"/>
                  </a:cubicBezTo>
                  <a:cubicBezTo>
                    <a:pt x="1" y="76"/>
                    <a:pt x="369" y="243"/>
                    <a:pt x="369" y="243"/>
                  </a:cubicBezTo>
                  <a:lnTo>
                    <a:pt x="402" y="243"/>
                  </a:lnTo>
                  <a:cubicBezTo>
                    <a:pt x="336" y="111"/>
                    <a:pt x="291"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3" name="Google Shape;7953;p19"/>
            <p:cNvSpPr/>
            <p:nvPr/>
          </p:nvSpPr>
          <p:spPr>
            <a:xfrm>
              <a:off x="2106800" y="1355175"/>
              <a:ext cx="12000" cy="6550"/>
            </a:xfrm>
            <a:custGeom>
              <a:avLst/>
              <a:gdLst/>
              <a:ahLst/>
              <a:cxnLst/>
              <a:rect l="l" t="t" r="r" b="b"/>
              <a:pathLst>
                <a:path w="480" h="262" extrusionOk="0">
                  <a:moveTo>
                    <a:pt x="135" y="0"/>
                  </a:moveTo>
                  <a:cubicBezTo>
                    <a:pt x="1" y="0"/>
                    <a:pt x="245" y="244"/>
                    <a:pt x="245" y="244"/>
                  </a:cubicBezTo>
                  <a:lnTo>
                    <a:pt x="278" y="261"/>
                  </a:lnTo>
                  <a:cubicBezTo>
                    <a:pt x="395" y="144"/>
                    <a:pt x="479" y="60"/>
                    <a:pt x="195" y="10"/>
                  </a:cubicBezTo>
                  <a:cubicBezTo>
                    <a:pt x="169" y="3"/>
                    <a:pt x="150" y="0"/>
                    <a:pt x="1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4" name="Google Shape;7954;p19"/>
            <p:cNvSpPr/>
            <p:nvPr/>
          </p:nvSpPr>
          <p:spPr>
            <a:xfrm>
              <a:off x="2035900" y="1578750"/>
              <a:ext cx="136025" cy="85500"/>
            </a:xfrm>
            <a:custGeom>
              <a:avLst/>
              <a:gdLst/>
              <a:ahLst/>
              <a:cxnLst/>
              <a:rect l="l" t="t" r="r" b="b"/>
              <a:pathLst>
                <a:path w="5441" h="3420" extrusionOk="0">
                  <a:moveTo>
                    <a:pt x="2813" y="0"/>
                  </a:moveTo>
                  <a:cubicBezTo>
                    <a:pt x="1602" y="0"/>
                    <a:pt x="507" y="569"/>
                    <a:pt x="269" y="1378"/>
                  </a:cubicBezTo>
                  <a:cubicBezTo>
                    <a:pt x="1" y="2299"/>
                    <a:pt x="855" y="3219"/>
                    <a:pt x="2328" y="3387"/>
                  </a:cubicBezTo>
                  <a:cubicBezTo>
                    <a:pt x="2496" y="3409"/>
                    <a:pt x="2663" y="3419"/>
                    <a:pt x="2827" y="3419"/>
                  </a:cubicBezTo>
                  <a:cubicBezTo>
                    <a:pt x="4159" y="3419"/>
                    <a:pt x="5283" y="2721"/>
                    <a:pt x="5357" y="1796"/>
                  </a:cubicBezTo>
                  <a:cubicBezTo>
                    <a:pt x="5441" y="842"/>
                    <a:pt x="4370" y="72"/>
                    <a:pt x="3014" y="5"/>
                  </a:cubicBezTo>
                  <a:cubicBezTo>
                    <a:pt x="2947" y="2"/>
                    <a:pt x="2880" y="0"/>
                    <a:pt x="28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5" name="Google Shape;7955;p19"/>
            <p:cNvSpPr/>
            <p:nvPr/>
          </p:nvSpPr>
          <p:spPr>
            <a:xfrm>
              <a:off x="2033825" y="1571275"/>
              <a:ext cx="136025" cy="85625"/>
            </a:xfrm>
            <a:custGeom>
              <a:avLst/>
              <a:gdLst/>
              <a:ahLst/>
              <a:cxnLst/>
              <a:rect l="l" t="t" r="r" b="b"/>
              <a:pathLst>
                <a:path w="5441" h="3425" extrusionOk="0">
                  <a:moveTo>
                    <a:pt x="2865" y="0"/>
                  </a:moveTo>
                  <a:cubicBezTo>
                    <a:pt x="1650" y="0"/>
                    <a:pt x="541" y="588"/>
                    <a:pt x="268" y="1392"/>
                  </a:cubicBezTo>
                  <a:cubicBezTo>
                    <a:pt x="0" y="2313"/>
                    <a:pt x="887" y="3234"/>
                    <a:pt x="2327" y="3401"/>
                  </a:cubicBezTo>
                  <a:cubicBezTo>
                    <a:pt x="2473" y="3417"/>
                    <a:pt x="2617" y="3425"/>
                    <a:pt x="2760" y="3425"/>
                  </a:cubicBezTo>
                  <a:cubicBezTo>
                    <a:pt x="4107" y="3425"/>
                    <a:pt x="5266" y="2734"/>
                    <a:pt x="5357" y="1811"/>
                  </a:cubicBezTo>
                  <a:cubicBezTo>
                    <a:pt x="5440" y="840"/>
                    <a:pt x="4369" y="70"/>
                    <a:pt x="3013" y="3"/>
                  </a:cubicBezTo>
                  <a:cubicBezTo>
                    <a:pt x="2964" y="1"/>
                    <a:pt x="2914" y="0"/>
                    <a:pt x="28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6" name="Google Shape;7956;p19"/>
            <p:cNvSpPr/>
            <p:nvPr/>
          </p:nvSpPr>
          <p:spPr>
            <a:xfrm>
              <a:off x="2062700" y="1602075"/>
              <a:ext cx="98350" cy="42700"/>
            </a:xfrm>
            <a:custGeom>
              <a:avLst/>
              <a:gdLst/>
              <a:ahLst/>
              <a:cxnLst/>
              <a:rect l="l" t="t" r="r" b="b"/>
              <a:pathLst>
                <a:path w="3934" h="1708" extrusionOk="0">
                  <a:moveTo>
                    <a:pt x="3414" y="1"/>
                  </a:moveTo>
                  <a:cubicBezTo>
                    <a:pt x="3088" y="1"/>
                    <a:pt x="2546" y="333"/>
                    <a:pt x="1841" y="512"/>
                  </a:cubicBezTo>
                  <a:cubicBezTo>
                    <a:pt x="854" y="780"/>
                    <a:pt x="0" y="663"/>
                    <a:pt x="151" y="1148"/>
                  </a:cubicBezTo>
                  <a:cubicBezTo>
                    <a:pt x="246" y="1503"/>
                    <a:pt x="752" y="1708"/>
                    <a:pt x="1401" y="1708"/>
                  </a:cubicBezTo>
                  <a:cubicBezTo>
                    <a:pt x="1669" y="1708"/>
                    <a:pt x="1962" y="1673"/>
                    <a:pt x="2260" y="1600"/>
                  </a:cubicBezTo>
                  <a:cubicBezTo>
                    <a:pt x="3281" y="1332"/>
                    <a:pt x="3934" y="696"/>
                    <a:pt x="3699" y="194"/>
                  </a:cubicBezTo>
                  <a:cubicBezTo>
                    <a:pt x="3642" y="54"/>
                    <a:pt x="3545" y="1"/>
                    <a:pt x="341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7" name="Google Shape;7957;p19"/>
            <p:cNvSpPr/>
            <p:nvPr/>
          </p:nvSpPr>
          <p:spPr>
            <a:xfrm>
              <a:off x="2045950" y="1580850"/>
              <a:ext cx="92100" cy="35675"/>
            </a:xfrm>
            <a:custGeom>
              <a:avLst/>
              <a:gdLst/>
              <a:ahLst/>
              <a:cxnLst/>
              <a:rect l="l" t="t" r="r" b="b"/>
              <a:pathLst>
                <a:path w="3684" h="1427" extrusionOk="0">
                  <a:moveTo>
                    <a:pt x="2330" y="0"/>
                  </a:moveTo>
                  <a:cubicBezTo>
                    <a:pt x="1926" y="0"/>
                    <a:pt x="1471" y="80"/>
                    <a:pt x="1072" y="239"/>
                  </a:cubicBezTo>
                  <a:cubicBezTo>
                    <a:pt x="285" y="541"/>
                    <a:pt x="1" y="1026"/>
                    <a:pt x="402" y="1327"/>
                  </a:cubicBezTo>
                  <a:cubicBezTo>
                    <a:pt x="499" y="1397"/>
                    <a:pt x="592" y="1427"/>
                    <a:pt x="686" y="1427"/>
                  </a:cubicBezTo>
                  <a:cubicBezTo>
                    <a:pt x="1000" y="1427"/>
                    <a:pt x="1338" y="1103"/>
                    <a:pt x="1942" y="859"/>
                  </a:cubicBezTo>
                  <a:cubicBezTo>
                    <a:pt x="2712" y="541"/>
                    <a:pt x="3683" y="490"/>
                    <a:pt x="3214" y="189"/>
                  </a:cubicBezTo>
                  <a:cubicBezTo>
                    <a:pt x="3010" y="63"/>
                    <a:pt x="2690" y="0"/>
                    <a:pt x="233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8" name="Google Shape;7958;p19"/>
            <p:cNvSpPr/>
            <p:nvPr/>
          </p:nvSpPr>
          <p:spPr>
            <a:xfrm>
              <a:off x="2082350" y="1624900"/>
              <a:ext cx="12175" cy="11750"/>
            </a:xfrm>
            <a:custGeom>
              <a:avLst/>
              <a:gdLst/>
              <a:ahLst/>
              <a:cxnLst/>
              <a:rect l="l" t="t" r="r" b="b"/>
              <a:pathLst>
                <a:path w="487" h="470" extrusionOk="0">
                  <a:moveTo>
                    <a:pt x="302" y="1"/>
                  </a:moveTo>
                  <a:lnTo>
                    <a:pt x="252" y="17"/>
                  </a:lnTo>
                  <a:cubicBezTo>
                    <a:pt x="252" y="17"/>
                    <a:pt x="1" y="469"/>
                    <a:pt x="252" y="469"/>
                  </a:cubicBezTo>
                  <a:cubicBezTo>
                    <a:pt x="486" y="469"/>
                    <a:pt x="403" y="268"/>
                    <a:pt x="3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9" name="Google Shape;7959;p19"/>
            <p:cNvSpPr/>
            <p:nvPr/>
          </p:nvSpPr>
          <p:spPr>
            <a:xfrm>
              <a:off x="2097525" y="1623650"/>
              <a:ext cx="12050" cy="11475"/>
            </a:xfrm>
            <a:custGeom>
              <a:avLst/>
              <a:gdLst/>
              <a:ahLst/>
              <a:cxnLst/>
              <a:rect l="l" t="t" r="r" b="b"/>
              <a:pathLst>
                <a:path w="482" h="459" extrusionOk="0">
                  <a:moveTo>
                    <a:pt x="197" y="0"/>
                  </a:moveTo>
                  <a:lnTo>
                    <a:pt x="147" y="34"/>
                  </a:lnTo>
                  <a:cubicBezTo>
                    <a:pt x="147" y="34"/>
                    <a:pt x="1" y="459"/>
                    <a:pt x="187" y="459"/>
                  </a:cubicBezTo>
                  <a:cubicBezTo>
                    <a:pt x="200" y="459"/>
                    <a:pt x="215" y="457"/>
                    <a:pt x="231" y="452"/>
                  </a:cubicBezTo>
                  <a:cubicBezTo>
                    <a:pt x="482" y="352"/>
                    <a:pt x="365" y="218"/>
                    <a:pt x="1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0" name="Google Shape;7960;p19"/>
            <p:cNvSpPr/>
            <p:nvPr/>
          </p:nvSpPr>
          <p:spPr>
            <a:xfrm>
              <a:off x="2116550" y="1620300"/>
              <a:ext cx="12275" cy="11225"/>
            </a:xfrm>
            <a:custGeom>
              <a:avLst/>
              <a:gdLst/>
              <a:ahLst/>
              <a:cxnLst/>
              <a:rect l="l" t="t" r="r" b="b"/>
              <a:pathLst>
                <a:path w="491" h="449" extrusionOk="0">
                  <a:moveTo>
                    <a:pt x="190" y="0"/>
                  </a:moveTo>
                  <a:lnTo>
                    <a:pt x="139" y="17"/>
                  </a:lnTo>
                  <a:cubicBezTo>
                    <a:pt x="139" y="17"/>
                    <a:pt x="0" y="449"/>
                    <a:pt x="191" y="449"/>
                  </a:cubicBezTo>
                  <a:cubicBezTo>
                    <a:pt x="210" y="449"/>
                    <a:pt x="231" y="445"/>
                    <a:pt x="257" y="436"/>
                  </a:cubicBezTo>
                  <a:cubicBezTo>
                    <a:pt x="491" y="352"/>
                    <a:pt x="357" y="201"/>
                    <a:pt x="1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1" name="Google Shape;7961;p19"/>
            <p:cNvSpPr/>
            <p:nvPr/>
          </p:nvSpPr>
          <p:spPr>
            <a:xfrm>
              <a:off x="2134250" y="1614025"/>
              <a:ext cx="11750" cy="8525"/>
            </a:xfrm>
            <a:custGeom>
              <a:avLst/>
              <a:gdLst/>
              <a:ahLst/>
              <a:cxnLst/>
              <a:rect l="l" t="t" r="r" b="b"/>
              <a:pathLst>
                <a:path w="470" h="341" extrusionOk="0">
                  <a:moveTo>
                    <a:pt x="17" y="0"/>
                  </a:moveTo>
                  <a:lnTo>
                    <a:pt x="0" y="34"/>
                  </a:lnTo>
                  <a:cubicBezTo>
                    <a:pt x="0" y="34"/>
                    <a:pt x="53" y="340"/>
                    <a:pt x="167" y="340"/>
                  </a:cubicBezTo>
                  <a:cubicBezTo>
                    <a:pt x="197" y="340"/>
                    <a:pt x="230" y="320"/>
                    <a:pt x="268" y="268"/>
                  </a:cubicBezTo>
                  <a:cubicBezTo>
                    <a:pt x="469" y="0"/>
                    <a:pt x="268" y="0"/>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2" name="Google Shape;7962;p19"/>
            <p:cNvSpPr/>
            <p:nvPr/>
          </p:nvSpPr>
          <p:spPr>
            <a:xfrm>
              <a:off x="2063100" y="1600800"/>
              <a:ext cx="7975" cy="7800"/>
            </a:xfrm>
            <a:custGeom>
              <a:avLst/>
              <a:gdLst/>
              <a:ahLst/>
              <a:cxnLst/>
              <a:rect l="l" t="t" r="r" b="b"/>
              <a:pathLst>
                <a:path w="319" h="312" extrusionOk="0">
                  <a:moveTo>
                    <a:pt x="203" y="1"/>
                  </a:moveTo>
                  <a:cubicBezTo>
                    <a:pt x="180" y="1"/>
                    <a:pt x="152" y="14"/>
                    <a:pt x="118" y="44"/>
                  </a:cubicBezTo>
                  <a:cubicBezTo>
                    <a:pt x="1" y="144"/>
                    <a:pt x="302" y="312"/>
                    <a:pt x="302" y="312"/>
                  </a:cubicBezTo>
                  <a:lnTo>
                    <a:pt x="319" y="312"/>
                  </a:lnTo>
                  <a:cubicBezTo>
                    <a:pt x="306" y="156"/>
                    <a:pt x="283" y="1"/>
                    <a:pt x="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3" name="Google Shape;7963;p19"/>
            <p:cNvSpPr/>
            <p:nvPr/>
          </p:nvSpPr>
          <p:spPr>
            <a:xfrm>
              <a:off x="2071900" y="1595525"/>
              <a:ext cx="9475" cy="8475"/>
            </a:xfrm>
            <a:custGeom>
              <a:avLst/>
              <a:gdLst/>
              <a:ahLst/>
              <a:cxnLst/>
              <a:rect l="l" t="t" r="r" b="b"/>
              <a:pathLst>
                <a:path w="379" h="339" extrusionOk="0">
                  <a:moveTo>
                    <a:pt x="278" y="0"/>
                  </a:moveTo>
                  <a:cubicBezTo>
                    <a:pt x="258" y="0"/>
                    <a:pt x="232" y="7"/>
                    <a:pt x="201" y="21"/>
                  </a:cubicBezTo>
                  <a:cubicBezTo>
                    <a:pt x="0" y="88"/>
                    <a:pt x="302" y="339"/>
                    <a:pt x="302" y="339"/>
                  </a:cubicBezTo>
                  <a:lnTo>
                    <a:pt x="318" y="339"/>
                  </a:lnTo>
                  <a:cubicBezTo>
                    <a:pt x="360" y="158"/>
                    <a:pt x="379" y="0"/>
                    <a:pt x="2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4" name="Google Shape;7964;p19"/>
            <p:cNvSpPr/>
            <p:nvPr/>
          </p:nvSpPr>
          <p:spPr>
            <a:xfrm>
              <a:off x="2085700" y="1587875"/>
              <a:ext cx="10975" cy="9425"/>
            </a:xfrm>
            <a:custGeom>
              <a:avLst/>
              <a:gdLst/>
              <a:ahLst/>
              <a:cxnLst/>
              <a:rect l="l" t="t" r="r" b="b"/>
              <a:pathLst>
                <a:path w="439" h="377" extrusionOk="0">
                  <a:moveTo>
                    <a:pt x="298" y="0"/>
                  </a:moveTo>
                  <a:cubicBezTo>
                    <a:pt x="280" y="0"/>
                    <a:pt x="260" y="3"/>
                    <a:pt x="235" y="9"/>
                  </a:cubicBezTo>
                  <a:cubicBezTo>
                    <a:pt x="1" y="92"/>
                    <a:pt x="319" y="377"/>
                    <a:pt x="319" y="377"/>
                  </a:cubicBezTo>
                  <a:lnTo>
                    <a:pt x="352" y="377"/>
                  </a:lnTo>
                  <a:cubicBezTo>
                    <a:pt x="382" y="169"/>
                    <a:pt x="438"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5" name="Google Shape;7965;p19"/>
            <p:cNvSpPr/>
            <p:nvPr/>
          </p:nvSpPr>
          <p:spPr>
            <a:xfrm>
              <a:off x="2104650" y="1585700"/>
              <a:ext cx="12875" cy="8675"/>
            </a:xfrm>
            <a:custGeom>
              <a:avLst/>
              <a:gdLst/>
              <a:ahLst/>
              <a:cxnLst/>
              <a:rect l="l" t="t" r="r" b="b"/>
              <a:pathLst>
                <a:path w="515" h="347" extrusionOk="0">
                  <a:moveTo>
                    <a:pt x="181" y="0"/>
                  </a:moveTo>
                  <a:cubicBezTo>
                    <a:pt x="0" y="0"/>
                    <a:pt x="96" y="330"/>
                    <a:pt x="96" y="330"/>
                  </a:cubicBezTo>
                  <a:lnTo>
                    <a:pt x="130" y="347"/>
                  </a:lnTo>
                  <a:cubicBezTo>
                    <a:pt x="348" y="213"/>
                    <a:pt x="515" y="96"/>
                    <a:pt x="247" y="12"/>
                  </a:cubicBezTo>
                  <a:cubicBezTo>
                    <a:pt x="222" y="4"/>
                    <a:pt x="200" y="0"/>
                    <a:pt x="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6" name="Google Shape;7966;p19"/>
            <p:cNvSpPr/>
            <p:nvPr/>
          </p:nvSpPr>
          <p:spPr>
            <a:xfrm>
              <a:off x="1689000" y="1570900"/>
              <a:ext cx="129750" cy="71950"/>
            </a:xfrm>
            <a:custGeom>
              <a:avLst/>
              <a:gdLst/>
              <a:ahLst/>
              <a:cxnLst/>
              <a:rect l="l" t="t" r="r" b="b"/>
              <a:pathLst>
                <a:path w="5190" h="2878" extrusionOk="0">
                  <a:moveTo>
                    <a:pt x="2722" y="1"/>
                  </a:moveTo>
                  <a:cubicBezTo>
                    <a:pt x="2702" y="1"/>
                    <a:pt x="2682" y="1"/>
                    <a:pt x="2662" y="1"/>
                  </a:cubicBezTo>
                  <a:cubicBezTo>
                    <a:pt x="1256" y="18"/>
                    <a:pt x="1" y="755"/>
                    <a:pt x="118" y="1658"/>
                  </a:cubicBezTo>
                  <a:cubicBezTo>
                    <a:pt x="211" y="2415"/>
                    <a:pt x="1209" y="2877"/>
                    <a:pt x="2353" y="2877"/>
                  </a:cubicBezTo>
                  <a:cubicBezTo>
                    <a:pt x="2652" y="2877"/>
                    <a:pt x="2960" y="2846"/>
                    <a:pt x="3265" y="2780"/>
                  </a:cubicBezTo>
                  <a:cubicBezTo>
                    <a:pt x="4503" y="2512"/>
                    <a:pt x="5190" y="1759"/>
                    <a:pt x="5005" y="1089"/>
                  </a:cubicBezTo>
                  <a:cubicBezTo>
                    <a:pt x="4824" y="480"/>
                    <a:pt x="3883" y="1"/>
                    <a:pt x="27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7" name="Google Shape;7967;p19"/>
            <p:cNvSpPr/>
            <p:nvPr/>
          </p:nvSpPr>
          <p:spPr>
            <a:xfrm>
              <a:off x="1726250" y="1590400"/>
              <a:ext cx="84125" cy="42675"/>
            </a:xfrm>
            <a:custGeom>
              <a:avLst/>
              <a:gdLst/>
              <a:ahLst/>
              <a:cxnLst/>
              <a:rect l="l" t="t" r="r" b="b"/>
              <a:pathLst>
                <a:path w="3365" h="1707" extrusionOk="0">
                  <a:moveTo>
                    <a:pt x="2883" y="1"/>
                  </a:moveTo>
                  <a:cubicBezTo>
                    <a:pt x="2638" y="1"/>
                    <a:pt x="2323" y="330"/>
                    <a:pt x="1775" y="611"/>
                  </a:cubicBezTo>
                  <a:cubicBezTo>
                    <a:pt x="971" y="996"/>
                    <a:pt x="0" y="1113"/>
                    <a:pt x="385" y="1481"/>
                  </a:cubicBezTo>
                  <a:cubicBezTo>
                    <a:pt x="539" y="1635"/>
                    <a:pt x="801" y="1707"/>
                    <a:pt x="1108" y="1707"/>
                  </a:cubicBezTo>
                  <a:cubicBezTo>
                    <a:pt x="1535" y="1707"/>
                    <a:pt x="2049" y="1567"/>
                    <a:pt x="2478" y="1314"/>
                  </a:cubicBezTo>
                  <a:cubicBezTo>
                    <a:pt x="3147" y="912"/>
                    <a:pt x="3365" y="393"/>
                    <a:pt x="3097" y="108"/>
                  </a:cubicBezTo>
                  <a:cubicBezTo>
                    <a:pt x="3029" y="33"/>
                    <a:pt x="2960" y="1"/>
                    <a:pt x="288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8" name="Google Shape;7968;p19"/>
            <p:cNvSpPr/>
            <p:nvPr/>
          </p:nvSpPr>
          <p:spPr>
            <a:xfrm>
              <a:off x="1699050" y="1578800"/>
              <a:ext cx="87900" cy="37950"/>
            </a:xfrm>
            <a:custGeom>
              <a:avLst/>
              <a:gdLst/>
              <a:ahLst/>
              <a:cxnLst/>
              <a:rect l="l" t="t" r="r" b="b"/>
              <a:pathLst>
                <a:path w="3516" h="1518" extrusionOk="0">
                  <a:moveTo>
                    <a:pt x="2492" y="1"/>
                  </a:moveTo>
                  <a:cubicBezTo>
                    <a:pt x="2015" y="1"/>
                    <a:pt x="1430" y="131"/>
                    <a:pt x="938" y="372"/>
                  </a:cubicBezTo>
                  <a:cubicBezTo>
                    <a:pt x="151" y="790"/>
                    <a:pt x="0" y="1326"/>
                    <a:pt x="670" y="1476"/>
                  </a:cubicBezTo>
                  <a:cubicBezTo>
                    <a:pt x="768" y="1505"/>
                    <a:pt x="855" y="1518"/>
                    <a:pt x="935" y="1518"/>
                  </a:cubicBezTo>
                  <a:cubicBezTo>
                    <a:pt x="1374" y="1518"/>
                    <a:pt x="1593" y="1127"/>
                    <a:pt x="2160" y="773"/>
                  </a:cubicBezTo>
                  <a:cubicBezTo>
                    <a:pt x="2762" y="422"/>
                    <a:pt x="3515" y="254"/>
                    <a:pt x="3064" y="87"/>
                  </a:cubicBezTo>
                  <a:cubicBezTo>
                    <a:pt x="2910" y="29"/>
                    <a:pt x="2712" y="1"/>
                    <a:pt x="2492"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9" name="Google Shape;7969;p19"/>
            <p:cNvSpPr/>
            <p:nvPr/>
          </p:nvSpPr>
          <p:spPr>
            <a:xfrm>
              <a:off x="1755350" y="1617375"/>
              <a:ext cx="10675" cy="9825"/>
            </a:xfrm>
            <a:custGeom>
              <a:avLst/>
              <a:gdLst/>
              <a:ahLst/>
              <a:cxnLst/>
              <a:rect l="l" t="t" r="r" b="b"/>
              <a:pathLst>
                <a:path w="427" h="393" extrusionOk="0">
                  <a:moveTo>
                    <a:pt x="75" y="0"/>
                  </a:moveTo>
                  <a:lnTo>
                    <a:pt x="58" y="34"/>
                  </a:lnTo>
                  <a:cubicBezTo>
                    <a:pt x="58" y="34"/>
                    <a:pt x="1" y="393"/>
                    <a:pt x="152" y="393"/>
                  </a:cubicBezTo>
                  <a:cubicBezTo>
                    <a:pt x="164" y="393"/>
                    <a:pt x="177" y="390"/>
                    <a:pt x="192" y="385"/>
                  </a:cubicBezTo>
                  <a:cubicBezTo>
                    <a:pt x="427" y="318"/>
                    <a:pt x="259" y="184"/>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0" name="Google Shape;7970;p19"/>
            <p:cNvSpPr/>
            <p:nvPr/>
          </p:nvSpPr>
          <p:spPr>
            <a:xfrm>
              <a:off x="1768100" y="1614025"/>
              <a:ext cx="10050" cy="8775"/>
            </a:xfrm>
            <a:custGeom>
              <a:avLst/>
              <a:gdLst/>
              <a:ahLst/>
              <a:cxnLst/>
              <a:rect l="l" t="t" r="r" b="b"/>
              <a:pathLst>
                <a:path w="402" h="351" extrusionOk="0">
                  <a:moveTo>
                    <a:pt x="17" y="0"/>
                  </a:moveTo>
                  <a:lnTo>
                    <a:pt x="0" y="17"/>
                  </a:lnTo>
                  <a:cubicBezTo>
                    <a:pt x="0" y="17"/>
                    <a:pt x="14" y="351"/>
                    <a:pt x="159" y="351"/>
                  </a:cubicBezTo>
                  <a:cubicBezTo>
                    <a:pt x="177" y="351"/>
                    <a:pt x="196" y="346"/>
                    <a:pt x="218" y="335"/>
                  </a:cubicBezTo>
                  <a:cubicBezTo>
                    <a:pt x="402" y="201"/>
                    <a:pt x="235" y="118"/>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1" name="Google Shape;7971;p19"/>
            <p:cNvSpPr/>
            <p:nvPr/>
          </p:nvSpPr>
          <p:spPr>
            <a:xfrm>
              <a:off x="1782325" y="1608175"/>
              <a:ext cx="9225" cy="8075"/>
            </a:xfrm>
            <a:custGeom>
              <a:avLst/>
              <a:gdLst/>
              <a:ahLst/>
              <a:cxnLst/>
              <a:rect l="l" t="t" r="r" b="b"/>
              <a:pathLst>
                <a:path w="369" h="323" extrusionOk="0">
                  <a:moveTo>
                    <a:pt x="17" y="0"/>
                  </a:moveTo>
                  <a:lnTo>
                    <a:pt x="0" y="17"/>
                  </a:lnTo>
                  <a:cubicBezTo>
                    <a:pt x="0" y="17"/>
                    <a:pt x="13" y="323"/>
                    <a:pt x="139" y="323"/>
                  </a:cubicBezTo>
                  <a:cubicBezTo>
                    <a:pt x="157" y="323"/>
                    <a:pt x="178" y="316"/>
                    <a:pt x="201" y="301"/>
                  </a:cubicBezTo>
                  <a:cubicBezTo>
                    <a:pt x="369" y="201"/>
                    <a:pt x="201" y="117"/>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2" name="Google Shape;7972;p19"/>
            <p:cNvSpPr/>
            <p:nvPr/>
          </p:nvSpPr>
          <p:spPr>
            <a:xfrm>
              <a:off x="1791100" y="1600300"/>
              <a:ext cx="7425" cy="6025"/>
            </a:xfrm>
            <a:custGeom>
              <a:avLst/>
              <a:gdLst/>
              <a:ahLst/>
              <a:cxnLst/>
              <a:rect l="l" t="t" r="r" b="b"/>
              <a:pathLst>
                <a:path w="297" h="241" extrusionOk="0">
                  <a:moveTo>
                    <a:pt x="163" y="1"/>
                  </a:moveTo>
                  <a:cubicBezTo>
                    <a:pt x="118" y="1"/>
                    <a:pt x="62" y="8"/>
                    <a:pt x="1" y="14"/>
                  </a:cubicBezTo>
                  <a:lnTo>
                    <a:pt x="1" y="64"/>
                  </a:lnTo>
                  <a:cubicBezTo>
                    <a:pt x="1" y="64"/>
                    <a:pt x="122" y="241"/>
                    <a:pt x="197" y="241"/>
                  </a:cubicBezTo>
                  <a:cubicBezTo>
                    <a:pt x="223" y="241"/>
                    <a:pt x="243" y="220"/>
                    <a:pt x="252" y="164"/>
                  </a:cubicBezTo>
                  <a:cubicBezTo>
                    <a:pt x="297" y="30"/>
                    <a:pt x="252" y="1"/>
                    <a:pt x="1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3" name="Google Shape;7973;p19"/>
            <p:cNvSpPr/>
            <p:nvPr/>
          </p:nvSpPr>
          <p:spPr>
            <a:xfrm>
              <a:off x="1720400" y="1601700"/>
              <a:ext cx="11300" cy="6500"/>
            </a:xfrm>
            <a:custGeom>
              <a:avLst/>
              <a:gdLst/>
              <a:ahLst/>
              <a:cxnLst/>
              <a:rect l="l" t="t" r="r" b="b"/>
              <a:pathLst>
                <a:path w="452" h="260" extrusionOk="0">
                  <a:moveTo>
                    <a:pt x="192" y="0"/>
                  </a:moveTo>
                  <a:cubicBezTo>
                    <a:pt x="166" y="0"/>
                    <a:pt x="142" y="13"/>
                    <a:pt x="117" y="41"/>
                  </a:cubicBezTo>
                  <a:cubicBezTo>
                    <a:pt x="0" y="142"/>
                    <a:pt x="418" y="259"/>
                    <a:pt x="418" y="259"/>
                  </a:cubicBezTo>
                  <a:lnTo>
                    <a:pt x="452" y="259"/>
                  </a:lnTo>
                  <a:cubicBezTo>
                    <a:pt x="351" y="120"/>
                    <a:pt x="269" y="0"/>
                    <a:pt x="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4" name="Google Shape;7974;p19"/>
            <p:cNvSpPr/>
            <p:nvPr/>
          </p:nvSpPr>
          <p:spPr>
            <a:xfrm>
              <a:off x="1727500" y="1595275"/>
              <a:ext cx="11750" cy="7050"/>
            </a:xfrm>
            <a:custGeom>
              <a:avLst/>
              <a:gdLst/>
              <a:ahLst/>
              <a:cxnLst/>
              <a:rect l="l" t="t" r="r" b="b"/>
              <a:pathLst>
                <a:path w="470" h="282" extrusionOk="0">
                  <a:moveTo>
                    <a:pt x="298" y="0"/>
                  </a:moveTo>
                  <a:cubicBezTo>
                    <a:pt x="271" y="0"/>
                    <a:pt x="240" y="10"/>
                    <a:pt x="201" y="31"/>
                  </a:cubicBezTo>
                  <a:cubicBezTo>
                    <a:pt x="1" y="98"/>
                    <a:pt x="436" y="282"/>
                    <a:pt x="436" y="282"/>
                  </a:cubicBezTo>
                  <a:lnTo>
                    <a:pt x="469" y="282"/>
                  </a:lnTo>
                  <a:cubicBezTo>
                    <a:pt x="429" y="136"/>
                    <a:pt x="400"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5" name="Google Shape;7975;p19"/>
            <p:cNvSpPr/>
            <p:nvPr/>
          </p:nvSpPr>
          <p:spPr>
            <a:xfrm>
              <a:off x="1739225" y="1586900"/>
              <a:ext cx="12150" cy="7475"/>
            </a:xfrm>
            <a:custGeom>
              <a:avLst/>
              <a:gdLst/>
              <a:ahLst/>
              <a:cxnLst/>
              <a:rect l="l" t="t" r="r" b="b"/>
              <a:pathLst>
                <a:path w="486" h="299" extrusionOk="0">
                  <a:moveTo>
                    <a:pt x="322" y="1"/>
                  </a:moveTo>
                  <a:cubicBezTo>
                    <a:pt x="294" y="1"/>
                    <a:pt x="259" y="10"/>
                    <a:pt x="218" y="31"/>
                  </a:cubicBezTo>
                  <a:cubicBezTo>
                    <a:pt x="0" y="115"/>
                    <a:pt x="452" y="299"/>
                    <a:pt x="452" y="299"/>
                  </a:cubicBezTo>
                  <a:lnTo>
                    <a:pt x="486" y="299"/>
                  </a:lnTo>
                  <a:cubicBezTo>
                    <a:pt x="459" y="139"/>
                    <a:pt x="433" y="1"/>
                    <a:pt x="3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6" name="Google Shape;7976;p19"/>
            <p:cNvSpPr/>
            <p:nvPr/>
          </p:nvSpPr>
          <p:spPr>
            <a:xfrm>
              <a:off x="1756275" y="1582825"/>
              <a:ext cx="13100" cy="7375"/>
            </a:xfrm>
            <a:custGeom>
              <a:avLst/>
              <a:gdLst/>
              <a:ahLst/>
              <a:cxnLst/>
              <a:rect l="l" t="t" r="r" b="b"/>
              <a:pathLst>
                <a:path w="524" h="295" extrusionOk="0">
                  <a:moveTo>
                    <a:pt x="174" y="1"/>
                  </a:moveTo>
                  <a:cubicBezTo>
                    <a:pt x="1" y="1"/>
                    <a:pt x="222" y="278"/>
                    <a:pt x="222" y="278"/>
                  </a:cubicBezTo>
                  <a:lnTo>
                    <a:pt x="272" y="294"/>
                  </a:lnTo>
                  <a:cubicBezTo>
                    <a:pt x="390" y="160"/>
                    <a:pt x="523" y="43"/>
                    <a:pt x="239" y="10"/>
                  </a:cubicBezTo>
                  <a:cubicBezTo>
                    <a:pt x="213" y="4"/>
                    <a:pt x="192"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7" name="Google Shape;7977;p19"/>
            <p:cNvSpPr/>
            <p:nvPr/>
          </p:nvSpPr>
          <p:spPr>
            <a:xfrm>
              <a:off x="1682725" y="1459600"/>
              <a:ext cx="41875" cy="61975"/>
            </a:xfrm>
            <a:custGeom>
              <a:avLst/>
              <a:gdLst/>
              <a:ahLst/>
              <a:cxnLst/>
              <a:rect l="l" t="t" r="r" b="b"/>
              <a:pathLst>
                <a:path w="1675" h="2479" extrusionOk="0">
                  <a:moveTo>
                    <a:pt x="536" y="1"/>
                  </a:moveTo>
                  <a:lnTo>
                    <a:pt x="151" y="34"/>
                  </a:lnTo>
                  <a:cubicBezTo>
                    <a:pt x="1" y="2026"/>
                    <a:pt x="888" y="2478"/>
                    <a:pt x="888" y="2478"/>
                  </a:cubicBezTo>
                  <a:lnTo>
                    <a:pt x="1674" y="2009"/>
                  </a:lnTo>
                  <a:cubicBezTo>
                    <a:pt x="1674" y="1993"/>
                    <a:pt x="536" y="1156"/>
                    <a:pt x="5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8" name="Google Shape;7978;p19"/>
            <p:cNvSpPr/>
            <p:nvPr/>
          </p:nvSpPr>
          <p:spPr>
            <a:xfrm>
              <a:off x="2134250" y="1484075"/>
              <a:ext cx="64050" cy="18250"/>
            </a:xfrm>
            <a:custGeom>
              <a:avLst/>
              <a:gdLst/>
              <a:ahLst/>
              <a:cxnLst/>
              <a:rect l="l" t="t" r="r" b="b"/>
              <a:pathLst>
                <a:path w="2562" h="730" extrusionOk="0">
                  <a:moveTo>
                    <a:pt x="828" y="0"/>
                  </a:moveTo>
                  <a:cubicBezTo>
                    <a:pt x="393" y="0"/>
                    <a:pt x="185" y="93"/>
                    <a:pt x="185" y="93"/>
                  </a:cubicBezTo>
                  <a:lnTo>
                    <a:pt x="0" y="729"/>
                  </a:lnTo>
                  <a:cubicBezTo>
                    <a:pt x="0" y="729"/>
                    <a:pt x="673" y="494"/>
                    <a:pt x="1459" y="494"/>
                  </a:cubicBezTo>
                  <a:cubicBezTo>
                    <a:pt x="1781" y="494"/>
                    <a:pt x="2123" y="533"/>
                    <a:pt x="2444" y="645"/>
                  </a:cubicBezTo>
                  <a:lnTo>
                    <a:pt x="2561" y="361"/>
                  </a:lnTo>
                  <a:cubicBezTo>
                    <a:pt x="1792" y="75"/>
                    <a:pt x="1219" y="0"/>
                    <a:pt x="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9" name="Google Shape;7979;p19"/>
            <p:cNvSpPr/>
            <p:nvPr/>
          </p:nvSpPr>
          <p:spPr>
            <a:xfrm>
              <a:off x="1988200" y="1342075"/>
              <a:ext cx="37700" cy="10850"/>
            </a:xfrm>
            <a:custGeom>
              <a:avLst/>
              <a:gdLst/>
              <a:ahLst/>
              <a:cxnLst/>
              <a:rect l="l" t="t" r="r" b="b"/>
              <a:pathLst>
                <a:path w="1508" h="434" extrusionOk="0">
                  <a:moveTo>
                    <a:pt x="471" y="0"/>
                  </a:moveTo>
                  <a:cubicBezTo>
                    <a:pt x="232" y="0"/>
                    <a:pt x="118" y="49"/>
                    <a:pt x="118" y="49"/>
                  </a:cubicBezTo>
                  <a:lnTo>
                    <a:pt x="1" y="434"/>
                  </a:lnTo>
                  <a:cubicBezTo>
                    <a:pt x="1" y="434"/>
                    <a:pt x="384" y="283"/>
                    <a:pt x="851" y="283"/>
                  </a:cubicBezTo>
                  <a:cubicBezTo>
                    <a:pt x="1046" y="283"/>
                    <a:pt x="1255" y="309"/>
                    <a:pt x="1457" y="383"/>
                  </a:cubicBezTo>
                  <a:lnTo>
                    <a:pt x="1507" y="216"/>
                  </a:lnTo>
                  <a:cubicBezTo>
                    <a:pt x="1041" y="44"/>
                    <a:pt x="699" y="0"/>
                    <a:pt x="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0" name="Google Shape;7980;p19"/>
            <p:cNvSpPr/>
            <p:nvPr/>
          </p:nvSpPr>
          <p:spPr>
            <a:xfrm>
              <a:off x="2180700" y="1351225"/>
              <a:ext cx="27225" cy="20525"/>
            </a:xfrm>
            <a:custGeom>
              <a:avLst/>
              <a:gdLst/>
              <a:ahLst/>
              <a:cxnLst/>
              <a:rect l="l" t="t" r="r" b="b"/>
              <a:pathLst>
                <a:path w="1089" h="821" extrusionOk="0">
                  <a:moveTo>
                    <a:pt x="335" y="1"/>
                  </a:moveTo>
                  <a:lnTo>
                    <a:pt x="0" y="17"/>
                  </a:lnTo>
                  <a:cubicBezTo>
                    <a:pt x="34" y="17"/>
                    <a:pt x="670" y="402"/>
                    <a:pt x="787" y="821"/>
                  </a:cubicBezTo>
                  <a:lnTo>
                    <a:pt x="1088" y="804"/>
                  </a:lnTo>
                  <a:cubicBezTo>
                    <a:pt x="971" y="168"/>
                    <a:pt x="335" y="1"/>
                    <a:pt x="3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1" name="Google Shape;7981;p19"/>
            <p:cNvSpPr/>
            <p:nvPr/>
          </p:nvSpPr>
          <p:spPr>
            <a:xfrm>
              <a:off x="2362300" y="1540800"/>
              <a:ext cx="32675" cy="20950"/>
            </a:xfrm>
            <a:custGeom>
              <a:avLst/>
              <a:gdLst/>
              <a:ahLst/>
              <a:cxnLst/>
              <a:rect l="l" t="t" r="r" b="b"/>
              <a:pathLst>
                <a:path w="1307" h="838" extrusionOk="0">
                  <a:moveTo>
                    <a:pt x="905" y="0"/>
                  </a:moveTo>
                  <a:cubicBezTo>
                    <a:pt x="905" y="0"/>
                    <a:pt x="152" y="184"/>
                    <a:pt x="1" y="804"/>
                  </a:cubicBezTo>
                  <a:lnTo>
                    <a:pt x="386" y="837"/>
                  </a:lnTo>
                  <a:cubicBezTo>
                    <a:pt x="486" y="419"/>
                    <a:pt x="1307" y="34"/>
                    <a:pt x="1307" y="17"/>
                  </a:cubicBezTo>
                  <a:lnTo>
                    <a:pt x="905" y="0"/>
                  </a:lnTo>
                  <a:close/>
                </a:path>
              </a:pathLst>
            </a:custGeom>
            <a:solidFill>
              <a:srgbClr val="B2AA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2" name="Google Shape;7982;p19"/>
            <p:cNvSpPr/>
            <p:nvPr/>
          </p:nvSpPr>
          <p:spPr>
            <a:xfrm>
              <a:off x="1834200" y="1671775"/>
              <a:ext cx="63225" cy="31450"/>
            </a:xfrm>
            <a:custGeom>
              <a:avLst/>
              <a:gdLst/>
              <a:ahLst/>
              <a:cxnLst/>
              <a:rect l="l" t="t" r="r" b="b"/>
              <a:pathLst>
                <a:path w="2529" h="1258" extrusionOk="0">
                  <a:moveTo>
                    <a:pt x="202" y="0"/>
                  </a:moveTo>
                  <a:lnTo>
                    <a:pt x="1" y="251"/>
                  </a:lnTo>
                  <a:cubicBezTo>
                    <a:pt x="1161" y="1194"/>
                    <a:pt x="1920" y="1257"/>
                    <a:pt x="2101" y="1257"/>
                  </a:cubicBezTo>
                  <a:cubicBezTo>
                    <a:pt x="2129" y="1257"/>
                    <a:pt x="2143" y="1256"/>
                    <a:pt x="2143" y="1256"/>
                  </a:cubicBezTo>
                  <a:lnTo>
                    <a:pt x="2528" y="703"/>
                  </a:lnTo>
                  <a:cubicBezTo>
                    <a:pt x="2528" y="687"/>
                    <a:pt x="1122" y="737"/>
                    <a:pt x="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3" name="Google Shape;7983;p19"/>
            <p:cNvSpPr/>
            <p:nvPr/>
          </p:nvSpPr>
          <p:spPr>
            <a:xfrm>
              <a:off x="2230500" y="1402750"/>
              <a:ext cx="46475" cy="29125"/>
            </a:xfrm>
            <a:custGeom>
              <a:avLst/>
              <a:gdLst/>
              <a:ahLst/>
              <a:cxnLst/>
              <a:rect l="l" t="t" r="r" b="b"/>
              <a:pathLst>
                <a:path w="1859" h="1165" extrusionOk="0">
                  <a:moveTo>
                    <a:pt x="1040" y="191"/>
                  </a:moveTo>
                  <a:cubicBezTo>
                    <a:pt x="1211" y="191"/>
                    <a:pt x="1375" y="257"/>
                    <a:pt x="1473" y="367"/>
                  </a:cubicBezTo>
                  <a:cubicBezTo>
                    <a:pt x="1590" y="534"/>
                    <a:pt x="1507" y="768"/>
                    <a:pt x="1272" y="869"/>
                  </a:cubicBezTo>
                  <a:cubicBezTo>
                    <a:pt x="1185" y="904"/>
                    <a:pt x="1094" y="920"/>
                    <a:pt x="1006" y="920"/>
                  </a:cubicBezTo>
                  <a:cubicBezTo>
                    <a:pt x="840" y="920"/>
                    <a:pt x="685" y="861"/>
                    <a:pt x="586" y="752"/>
                  </a:cubicBezTo>
                  <a:cubicBezTo>
                    <a:pt x="436" y="584"/>
                    <a:pt x="519" y="350"/>
                    <a:pt x="770" y="249"/>
                  </a:cubicBezTo>
                  <a:cubicBezTo>
                    <a:pt x="857" y="209"/>
                    <a:pt x="950" y="191"/>
                    <a:pt x="1040" y="191"/>
                  </a:cubicBezTo>
                  <a:close/>
                  <a:moveTo>
                    <a:pt x="940" y="0"/>
                  </a:moveTo>
                  <a:cubicBezTo>
                    <a:pt x="798" y="0"/>
                    <a:pt x="653" y="26"/>
                    <a:pt x="519" y="82"/>
                  </a:cubicBezTo>
                  <a:cubicBezTo>
                    <a:pt x="134" y="249"/>
                    <a:pt x="0" y="601"/>
                    <a:pt x="235" y="869"/>
                  </a:cubicBezTo>
                  <a:cubicBezTo>
                    <a:pt x="395" y="1051"/>
                    <a:pt x="663" y="1164"/>
                    <a:pt x="946" y="1164"/>
                  </a:cubicBezTo>
                  <a:cubicBezTo>
                    <a:pt x="1077" y="1164"/>
                    <a:pt x="1212" y="1140"/>
                    <a:pt x="1339" y="1086"/>
                  </a:cubicBezTo>
                  <a:cubicBezTo>
                    <a:pt x="1741" y="919"/>
                    <a:pt x="1858" y="551"/>
                    <a:pt x="1641" y="283"/>
                  </a:cubicBezTo>
                  <a:cubicBezTo>
                    <a:pt x="1496" y="104"/>
                    <a:pt x="1224" y="0"/>
                    <a:pt x="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4" name="Google Shape;7984;p19"/>
            <p:cNvSpPr/>
            <p:nvPr/>
          </p:nvSpPr>
          <p:spPr>
            <a:xfrm>
              <a:off x="2255600" y="1583300"/>
              <a:ext cx="46475" cy="29000"/>
            </a:xfrm>
            <a:custGeom>
              <a:avLst/>
              <a:gdLst/>
              <a:ahLst/>
              <a:cxnLst/>
              <a:rect l="l" t="t" r="r" b="b"/>
              <a:pathLst>
                <a:path w="1859" h="1160" extrusionOk="0">
                  <a:moveTo>
                    <a:pt x="1024" y="190"/>
                  </a:moveTo>
                  <a:cubicBezTo>
                    <a:pt x="1194" y="190"/>
                    <a:pt x="1353" y="250"/>
                    <a:pt x="1440" y="359"/>
                  </a:cubicBezTo>
                  <a:cubicBezTo>
                    <a:pt x="1591" y="526"/>
                    <a:pt x="1507" y="761"/>
                    <a:pt x="1256" y="861"/>
                  </a:cubicBezTo>
                  <a:cubicBezTo>
                    <a:pt x="1169" y="902"/>
                    <a:pt x="1079" y="920"/>
                    <a:pt x="991" y="920"/>
                  </a:cubicBezTo>
                  <a:cubicBezTo>
                    <a:pt x="824" y="920"/>
                    <a:pt x="668" y="854"/>
                    <a:pt x="570" y="744"/>
                  </a:cubicBezTo>
                  <a:cubicBezTo>
                    <a:pt x="419" y="577"/>
                    <a:pt x="503" y="342"/>
                    <a:pt x="754" y="242"/>
                  </a:cubicBezTo>
                  <a:cubicBezTo>
                    <a:pt x="841" y="207"/>
                    <a:pt x="934" y="190"/>
                    <a:pt x="1024" y="190"/>
                  </a:cubicBezTo>
                  <a:close/>
                  <a:moveTo>
                    <a:pt x="929" y="0"/>
                  </a:moveTo>
                  <a:cubicBezTo>
                    <a:pt x="789" y="0"/>
                    <a:pt x="648" y="24"/>
                    <a:pt x="520" y="74"/>
                  </a:cubicBezTo>
                  <a:cubicBezTo>
                    <a:pt x="135" y="242"/>
                    <a:pt x="1" y="593"/>
                    <a:pt x="235" y="861"/>
                  </a:cubicBezTo>
                  <a:cubicBezTo>
                    <a:pt x="392" y="1052"/>
                    <a:pt x="655" y="1160"/>
                    <a:pt x="932" y="1160"/>
                  </a:cubicBezTo>
                  <a:cubicBezTo>
                    <a:pt x="1068" y="1160"/>
                    <a:pt x="1207" y="1134"/>
                    <a:pt x="1340" y="1079"/>
                  </a:cubicBezTo>
                  <a:cubicBezTo>
                    <a:pt x="1741" y="911"/>
                    <a:pt x="1859" y="560"/>
                    <a:pt x="1641" y="275"/>
                  </a:cubicBezTo>
                  <a:cubicBezTo>
                    <a:pt x="1485" y="97"/>
                    <a:pt x="1210"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5" name="Google Shape;7985;p19"/>
            <p:cNvSpPr/>
            <p:nvPr/>
          </p:nvSpPr>
          <p:spPr>
            <a:xfrm>
              <a:off x="1904100" y="1625425"/>
              <a:ext cx="46050" cy="28350"/>
            </a:xfrm>
            <a:custGeom>
              <a:avLst/>
              <a:gdLst/>
              <a:ahLst/>
              <a:cxnLst/>
              <a:rect l="l" t="t" r="r" b="b"/>
              <a:pathLst>
                <a:path w="1842" h="1134" extrusionOk="0">
                  <a:moveTo>
                    <a:pt x="1116" y="167"/>
                  </a:moveTo>
                  <a:cubicBezTo>
                    <a:pt x="1257" y="167"/>
                    <a:pt x="1388" y="210"/>
                    <a:pt x="1456" y="298"/>
                  </a:cubicBezTo>
                  <a:cubicBezTo>
                    <a:pt x="1590" y="432"/>
                    <a:pt x="1523" y="649"/>
                    <a:pt x="1306" y="766"/>
                  </a:cubicBezTo>
                  <a:cubicBezTo>
                    <a:pt x="1203" y="825"/>
                    <a:pt x="1081" y="852"/>
                    <a:pt x="965" y="852"/>
                  </a:cubicBezTo>
                  <a:cubicBezTo>
                    <a:pt x="817" y="852"/>
                    <a:pt x="678" y="808"/>
                    <a:pt x="603" y="733"/>
                  </a:cubicBezTo>
                  <a:cubicBezTo>
                    <a:pt x="486" y="565"/>
                    <a:pt x="569" y="348"/>
                    <a:pt x="820" y="231"/>
                  </a:cubicBezTo>
                  <a:cubicBezTo>
                    <a:pt x="911" y="189"/>
                    <a:pt x="1016" y="167"/>
                    <a:pt x="1116" y="167"/>
                  </a:cubicBezTo>
                  <a:close/>
                  <a:moveTo>
                    <a:pt x="1035" y="1"/>
                  </a:moveTo>
                  <a:cubicBezTo>
                    <a:pt x="883" y="1"/>
                    <a:pt x="725" y="30"/>
                    <a:pt x="586" y="97"/>
                  </a:cubicBezTo>
                  <a:cubicBezTo>
                    <a:pt x="184" y="281"/>
                    <a:pt x="0" y="649"/>
                    <a:pt x="235" y="917"/>
                  </a:cubicBezTo>
                  <a:cubicBezTo>
                    <a:pt x="362" y="1062"/>
                    <a:pt x="573" y="1134"/>
                    <a:pt x="804" y="1134"/>
                  </a:cubicBezTo>
                  <a:cubicBezTo>
                    <a:pt x="998" y="1134"/>
                    <a:pt x="1206" y="1083"/>
                    <a:pt x="1390" y="984"/>
                  </a:cubicBezTo>
                  <a:cubicBezTo>
                    <a:pt x="1741" y="766"/>
                    <a:pt x="1841" y="415"/>
                    <a:pt x="1607" y="180"/>
                  </a:cubicBezTo>
                  <a:cubicBezTo>
                    <a:pt x="1486" y="69"/>
                    <a:pt x="1267" y="1"/>
                    <a:pt x="10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6" name="Google Shape;7986;p19"/>
            <p:cNvSpPr/>
            <p:nvPr/>
          </p:nvSpPr>
          <p:spPr>
            <a:xfrm>
              <a:off x="1715775" y="1454800"/>
              <a:ext cx="36850" cy="26625"/>
            </a:xfrm>
            <a:custGeom>
              <a:avLst/>
              <a:gdLst/>
              <a:ahLst/>
              <a:cxnLst/>
              <a:rect l="l" t="t" r="r" b="b"/>
              <a:pathLst>
                <a:path w="1474" h="1065" extrusionOk="0">
                  <a:moveTo>
                    <a:pt x="622" y="100"/>
                  </a:moveTo>
                  <a:cubicBezTo>
                    <a:pt x="769" y="100"/>
                    <a:pt x="919" y="166"/>
                    <a:pt x="1005" y="277"/>
                  </a:cubicBezTo>
                  <a:cubicBezTo>
                    <a:pt x="1139" y="444"/>
                    <a:pt x="1089" y="628"/>
                    <a:pt x="905" y="712"/>
                  </a:cubicBezTo>
                  <a:cubicBezTo>
                    <a:pt x="855" y="734"/>
                    <a:pt x="801" y="745"/>
                    <a:pt x="746" y="745"/>
                  </a:cubicBezTo>
                  <a:cubicBezTo>
                    <a:pt x="595" y="745"/>
                    <a:pt x="434" y="667"/>
                    <a:pt x="336" y="544"/>
                  </a:cubicBezTo>
                  <a:cubicBezTo>
                    <a:pt x="235" y="394"/>
                    <a:pt x="302" y="210"/>
                    <a:pt x="470" y="126"/>
                  </a:cubicBezTo>
                  <a:cubicBezTo>
                    <a:pt x="518" y="108"/>
                    <a:pt x="570" y="100"/>
                    <a:pt x="622" y="100"/>
                  </a:cubicBezTo>
                  <a:close/>
                  <a:moveTo>
                    <a:pt x="652" y="1"/>
                  </a:moveTo>
                  <a:cubicBezTo>
                    <a:pt x="566" y="1"/>
                    <a:pt x="481" y="14"/>
                    <a:pt x="403" y="42"/>
                  </a:cubicBezTo>
                  <a:cubicBezTo>
                    <a:pt x="101" y="143"/>
                    <a:pt x="1" y="444"/>
                    <a:pt x="168" y="712"/>
                  </a:cubicBezTo>
                  <a:cubicBezTo>
                    <a:pt x="304" y="934"/>
                    <a:pt x="567" y="1065"/>
                    <a:pt x="830" y="1065"/>
                  </a:cubicBezTo>
                  <a:cubicBezTo>
                    <a:pt x="924" y="1065"/>
                    <a:pt x="1018" y="1048"/>
                    <a:pt x="1106" y="1013"/>
                  </a:cubicBezTo>
                  <a:cubicBezTo>
                    <a:pt x="1424" y="862"/>
                    <a:pt x="1474" y="528"/>
                    <a:pt x="1256" y="277"/>
                  </a:cubicBezTo>
                  <a:cubicBezTo>
                    <a:pt x="1111" y="95"/>
                    <a:pt x="878"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7" name="Google Shape;7987;p19"/>
            <p:cNvSpPr/>
            <p:nvPr/>
          </p:nvSpPr>
          <p:spPr>
            <a:xfrm>
              <a:off x="1952225" y="1364175"/>
              <a:ext cx="44375" cy="25450"/>
            </a:xfrm>
            <a:custGeom>
              <a:avLst/>
              <a:gdLst/>
              <a:ahLst/>
              <a:cxnLst/>
              <a:rect l="l" t="t" r="r" b="b"/>
              <a:pathLst>
                <a:path w="1775" h="1018" extrusionOk="0">
                  <a:moveTo>
                    <a:pt x="726" y="113"/>
                  </a:moveTo>
                  <a:cubicBezTo>
                    <a:pt x="921" y="113"/>
                    <a:pt x="1169" y="222"/>
                    <a:pt x="1272" y="370"/>
                  </a:cubicBezTo>
                  <a:cubicBezTo>
                    <a:pt x="1406" y="554"/>
                    <a:pt x="1339" y="721"/>
                    <a:pt x="1088" y="738"/>
                  </a:cubicBezTo>
                  <a:cubicBezTo>
                    <a:pt x="1052" y="745"/>
                    <a:pt x="1015" y="749"/>
                    <a:pt x="977" y="749"/>
                  </a:cubicBezTo>
                  <a:cubicBezTo>
                    <a:pt x="754" y="749"/>
                    <a:pt x="519" y="628"/>
                    <a:pt x="419" y="470"/>
                  </a:cubicBezTo>
                  <a:cubicBezTo>
                    <a:pt x="301" y="303"/>
                    <a:pt x="402" y="152"/>
                    <a:pt x="653" y="119"/>
                  </a:cubicBezTo>
                  <a:cubicBezTo>
                    <a:pt x="676" y="115"/>
                    <a:pt x="701" y="113"/>
                    <a:pt x="726" y="113"/>
                  </a:cubicBezTo>
                  <a:close/>
                  <a:moveTo>
                    <a:pt x="573" y="0"/>
                  </a:moveTo>
                  <a:cubicBezTo>
                    <a:pt x="555" y="0"/>
                    <a:pt x="537" y="1"/>
                    <a:pt x="519" y="1"/>
                  </a:cubicBezTo>
                  <a:cubicBezTo>
                    <a:pt x="168" y="52"/>
                    <a:pt x="0" y="286"/>
                    <a:pt x="168" y="554"/>
                  </a:cubicBezTo>
                  <a:cubicBezTo>
                    <a:pt x="330" y="805"/>
                    <a:pt x="741" y="1017"/>
                    <a:pt x="1123" y="1017"/>
                  </a:cubicBezTo>
                  <a:cubicBezTo>
                    <a:pt x="1173" y="1017"/>
                    <a:pt x="1223" y="1014"/>
                    <a:pt x="1272" y="1006"/>
                  </a:cubicBezTo>
                  <a:cubicBezTo>
                    <a:pt x="1674" y="972"/>
                    <a:pt x="1774" y="671"/>
                    <a:pt x="1557" y="403"/>
                  </a:cubicBezTo>
                  <a:cubicBezTo>
                    <a:pt x="1349" y="164"/>
                    <a:pt x="944" y="0"/>
                    <a:pt x="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8" name="Google Shape;7988;p19"/>
            <p:cNvSpPr/>
            <p:nvPr/>
          </p:nvSpPr>
          <p:spPr>
            <a:xfrm>
              <a:off x="1782325" y="1477100"/>
              <a:ext cx="98775" cy="60375"/>
            </a:xfrm>
            <a:custGeom>
              <a:avLst/>
              <a:gdLst/>
              <a:ahLst/>
              <a:cxnLst/>
              <a:rect l="l" t="t" r="r" b="b"/>
              <a:pathLst>
                <a:path w="3951" h="2415" extrusionOk="0">
                  <a:moveTo>
                    <a:pt x="1951" y="152"/>
                  </a:moveTo>
                  <a:cubicBezTo>
                    <a:pt x="1993" y="152"/>
                    <a:pt x="2034" y="153"/>
                    <a:pt x="2076" y="155"/>
                  </a:cubicBezTo>
                  <a:cubicBezTo>
                    <a:pt x="2294" y="171"/>
                    <a:pt x="2528" y="221"/>
                    <a:pt x="2712" y="288"/>
                  </a:cubicBezTo>
                  <a:cubicBezTo>
                    <a:pt x="2494" y="221"/>
                    <a:pt x="2243" y="205"/>
                    <a:pt x="1959" y="205"/>
                  </a:cubicBezTo>
                  <a:cubicBezTo>
                    <a:pt x="1524" y="205"/>
                    <a:pt x="1122" y="288"/>
                    <a:pt x="821" y="406"/>
                  </a:cubicBezTo>
                  <a:cubicBezTo>
                    <a:pt x="1097" y="237"/>
                    <a:pt x="1499" y="152"/>
                    <a:pt x="1951" y="152"/>
                  </a:cubicBezTo>
                  <a:close/>
                  <a:moveTo>
                    <a:pt x="2016" y="338"/>
                  </a:moveTo>
                  <a:cubicBezTo>
                    <a:pt x="2828" y="338"/>
                    <a:pt x="3501" y="684"/>
                    <a:pt x="3599" y="1142"/>
                  </a:cubicBezTo>
                  <a:lnTo>
                    <a:pt x="3599" y="1176"/>
                  </a:lnTo>
                  <a:cubicBezTo>
                    <a:pt x="3536" y="1677"/>
                    <a:pt x="2857" y="2017"/>
                    <a:pt x="2029" y="2017"/>
                  </a:cubicBezTo>
                  <a:cubicBezTo>
                    <a:pt x="1973" y="2017"/>
                    <a:pt x="1916" y="2016"/>
                    <a:pt x="1858" y="2012"/>
                  </a:cubicBezTo>
                  <a:cubicBezTo>
                    <a:pt x="1072" y="1979"/>
                    <a:pt x="436" y="1628"/>
                    <a:pt x="335" y="1176"/>
                  </a:cubicBezTo>
                  <a:cubicBezTo>
                    <a:pt x="419" y="707"/>
                    <a:pt x="1105" y="339"/>
                    <a:pt x="1959" y="339"/>
                  </a:cubicBezTo>
                  <a:cubicBezTo>
                    <a:pt x="1978" y="338"/>
                    <a:pt x="1997" y="338"/>
                    <a:pt x="2016" y="338"/>
                  </a:cubicBezTo>
                  <a:close/>
                  <a:moveTo>
                    <a:pt x="1911" y="0"/>
                  </a:moveTo>
                  <a:cubicBezTo>
                    <a:pt x="896" y="0"/>
                    <a:pt x="64" y="436"/>
                    <a:pt x="0" y="1008"/>
                  </a:cubicBezTo>
                  <a:cubicBezTo>
                    <a:pt x="0" y="1075"/>
                    <a:pt x="0" y="1159"/>
                    <a:pt x="17" y="1226"/>
                  </a:cubicBezTo>
                  <a:lnTo>
                    <a:pt x="17" y="1309"/>
                  </a:lnTo>
                  <a:cubicBezTo>
                    <a:pt x="17" y="1912"/>
                    <a:pt x="904" y="2414"/>
                    <a:pt x="1992" y="2414"/>
                  </a:cubicBezTo>
                  <a:cubicBezTo>
                    <a:pt x="3080" y="2414"/>
                    <a:pt x="3951" y="1912"/>
                    <a:pt x="3951" y="1309"/>
                  </a:cubicBezTo>
                  <a:cubicBezTo>
                    <a:pt x="3934" y="1243"/>
                    <a:pt x="3917" y="1176"/>
                    <a:pt x="3917" y="1142"/>
                  </a:cubicBezTo>
                  <a:cubicBezTo>
                    <a:pt x="3884" y="556"/>
                    <a:pt x="3097" y="71"/>
                    <a:pt x="2076" y="4"/>
                  </a:cubicBezTo>
                  <a:cubicBezTo>
                    <a:pt x="2021" y="1"/>
                    <a:pt x="1966" y="0"/>
                    <a:pt x="19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9" name="Google Shape;7989;p19"/>
            <p:cNvSpPr/>
            <p:nvPr/>
          </p:nvSpPr>
          <p:spPr>
            <a:xfrm>
              <a:off x="1781900" y="1477175"/>
              <a:ext cx="98375" cy="55700"/>
            </a:xfrm>
            <a:custGeom>
              <a:avLst/>
              <a:gdLst/>
              <a:ahLst/>
              <a:cxnLst/>
              <a:rect l="l" t="t" r="r" b="b"/>
              <a:pathLst>
                <a:path w="3935" h="2228" extrusionOk="0">
                  <a:moveTo>
                    <a:pt x="1959" y="135"/>
                  </a:moveTo>
                  <a:cubicBezTo>
                    <a:pt x="2863" y="135"/>
                    <a:pt x="3616" y="553"/>
                    <a:pt x="3616" y="1072"/>
                  </a:cubicBezTo>
                  <a:cubicBezTo>
                    <a:pt x="3616" y="1591"/>
                    <a:pt x="2880" y="2009"/>
                    <a:pt x="1959" y="2009"/>
                  </a:cubicBezTo>
                  <a:cubicBezTo>
                    <a:pt x="1055" y="2009"/>
                    <a:pt x="302" y="1591"/>
                    <a:pt x="302" y="1072"/>
                  </a:cubicBezTo>
                  <a:cubicBezTo>
                    <a:pt x="302" y="553"/>
                    <a:pt x="1038" y="135"/>
                    <a:pt x="1959" y="135"/>
                  </a:cubicBezTo>
                  <a:close/>
                  <a:moveTo>
                    <a:pt x="1959" y="1"/>
                  </a:moveTo>
                  <a:cubicBezTo>
                    <a:pt x="871" y="1"/>
                    <a:pt x="1" y="503"/>
                    <a:pt x="1" y="1122"/>
                  </a:cubicBezTo>
                  <a:cubicBezTo>
                    <a:pt x="1" y="1725"/>
                    <a:pt x="871" y="2227"/>
                    <a:pt x="1959" y="2227"/>
                  </a:cubicBezTo>
                  <a:cubicBezTo>
                    <a:pt x="3047" y="2227"/>
                    <a:pt x="3934" y="1725"/>
                    <a:pt x="3934" y="1122"/>
                  </a:cubicBezTo>
                  <a:cubicBezTo>
                    <a:pt x="3901" y="486"/>
                    <a:pt x="3030" y="1"/>
                    <a:pt x="1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0" name="Google Shape;7990;p19"/>
            <p:cNvSpPr/>
            <p:nvPr/>
          </p:nvSpPr>
          <p:spPr>
            <a:xfrm>
              <a:off x="1779800" y="1472425"/>
              <a:ext cx="100875" cy="55925"/>
            </a:xfrm>
            <a:custGeom>
              <a:avLst/>
              <a:gdLst/>
              <a:ahLst/>
              <a:cxnLst/>
              <a:rect l="l" t="t" r="r" b="b"/>
              <a:pathLst>
                <a:path w="4035" h="2237" extrusionOk="0">
                  <a:moveTo>
                    <a:pt x="1962" y="153"/>
                  </a:moveTo>
                  <a:cubicBezTo>
                    <a:pt x="2017" y="153"/>
                    <a:pt x="2071" y="154"/>
                    <a:pt x="2127" y="157"/>
                  </a:cubicBezTo>
                  <a:cubicBezTo>
                    <a:pt x="3031" y="191"/>
                    <a:pt x="3717" y="660"/>
                    <a:pt x="3667" y="1178"/>
                  </a:cubicBezTo>
                  <a:cubicBezTo>
                    <a:pt x="3635" y="1651"/>
                    <a:pt x="2951" y="2020"/>
                    <a:pt x="2104" y="2020"/>
                  </a:cubicBezTo>
                  <a:cubicBezTo>
                    <a:pt x="2051" y="2020"/>
                    <a:pt x="1997" y="2018"/>
                    <a:pt x="1943" y="2015"/>
                  </a:cubicBezTo>
                  <a:cubicBezTo>
                    <a:pt x="1039" y="1982"/>
                    <a:pt x="352" y="1513"/>
                    <a:pt x="386" y="994"/>
                  </a:cubicBezTo>
                  <a:cubicBezTo>
                    <a:pt x="449" y="507"/>
                    <a:pt x="1131" y="153"/>
                    <a:pt x="1962" y="153"/>
                  </a:cubicBezTo>
                  <a:close/>
                  <a:moveTo>
                    <a:pt x="1920" y="0"/>
                  </a:moveTo>
                  <a:cubicBezTo>
                    <a:pt x="924" y="0"/>
                    <a:pt x="114" y="447"/>
                    <a:pt x="51" y="1011"/>
                  </a:cubicBezTo>
                  <a:cubicBezTo>
                    <a:pt x="1" y="1614"/>
                    <a:pt x="804" y="2166"/>
                    <a:pt x="1892" y="2233"/>
                  </a:cubicBezTo>
                  <a:cubicBezTo>
                    <a:pt x="1948" y="2236"/>
                    <a:pt x="2003" y="2237"/>
                    <a:pt x="2057" y="2237"/>
                  </a:cubicBezTo>
                  <a:cubicBezTo>
                    <a:pt x="3072" y="2237"/>
                    <a:pt x="3904" y="1801"/>
                    <a:pt x="3968" y="1229"/>
                  </a:cubicBezTo>
                  <a:cubicBezTo>
                    <a:pt x="4035" y="609"/>
                    <a:pt x="3215" y="74"/>
                    <a:pt x="2127" y="7"/>
                  </a:cubicBezTo>
                  <a:cubicBezTo>
                    <a:pt x="2057" y="2"/>
                    <a:pt x="1988" y="0"/>
                    <a:pt x="1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1" name="Google Shape;7991;p19"/>
            <p:cNvSpPr/>
            <p:nvPr/>
          </p:nvSpPr>
          <p:spPr>
            <a:xfrm>
              <a:off x="1927100" y="1545725"/>
              <a:ext cx="103825" cy="63475"/>
            </a:xfrm>
            <a:custGeom>
              <a:avLst/>
              <a:gdLst/>
              <a:ahLst/>
              <a:cxnLst/>
              <a:rect l="l" t="t" r="r" b="b"/>
              <a:pathLst>
                <a:path w="4153" h="2539" extrusionOk="0">
                  <a:moveTo>
                    <a:pt x="2381" y="149"/>
                  </a:moveTo>
                  <a:cubicBezTo>
                    <a:pt x="2432" y="149"/>
                    <a:pt x="2481" y="151"/>
                    <a:pt x="2528" y="155"/>
                  </a:cubicBezTo>
                  <a:cubicBezTo>
                    <a:pt x="2294" y="171"/>
                    <a:pt x="2026" y="222"/>
                    <a:pt x="1775" y="272"/>
                  </a:cubicBezTo>
                  <a:cubicBezTo>
                    <a:pt x="1357" y="406"/>
                    <a:pt x="1005" y="590"/>
                    <a:pt x="737" y="807"/>
                  </a:cubicBezTo>
                  <a:cubicBezTo>
                    <a:pt x="988" y="556"/>
                    <a:pt x="1407" y="322"/>
                    <a:pt x="1859" y="222"/>
                  </a:cubicBezTo>
                  <a:cubicBezTo>
                    <a:pt x="2038" y="170"/>
                    <a:pt x="2217" y="149"/>
                    <a:pt x="2381" y="149"/>
                  </a:cubicBezTo>
                  <a:close/>
                  <a:moveTo>
                    <a:pt x="2593" y="295"/>
                  </a:moveTo>
                  <a:cubicBezTo>
                    <a:pt x="3076" y="295"/>
                    <a:pt x="3469" y="452"/>
                    <a:pt x="3616" y="724"/>
                  </a:cubicBezTo>
                  <a:cubicBezTo>
                    <a:pt x="3616" y="740"/>
                    <a:pt x="3616" y="740"/>
                    <a:pt x="3633" y="757"/>
                  </a:cubicBezTo>
                  <a:cubicBezTo>
                    <a:pt x="3734" y="1259"/>
                    <a:pt x="3097" y="1845"/>
                    <a:pt x="2210" y="2063"/>
                  </a:cubicBezTo>
                  <a:cubicBezTo>
                    <a:pt x="1999" y="2113"/>
                    <a:pt x="1793" y="2137"/>
                    <a:pt x="1600" y="2137"/>
                  </a:cubicBezTo>
                  <a:cubicBezTo>
                    <a:pt x="1091" y="2137"/>
                    <a:pt x="678" y="1969"/>
                    <a:pt x="520" y="1678"/>
                  </a:cubicBezTo>
                  <a:cubicBezTo>
                    <a:pt x="453" y="1192"/>
                    <a:pt x="1039" y="657"/>
                    <a:pt x="1859" y="406"/>
                  </a:cubicBezTo>
                  <a:cubicBezTo>
                    <a:pt x="2113" y="330"/>
                    <a:pt x="2363" y="295"/>
                    <a:pt x="2593" y="295"/>
                  </a:cubicBezTo>
                  <a:close/>
                  <a:moveTo>
                    <a:pt x="2562" y="0"/>
                  </a:moveTo>
                  <a:cubicBezTo>
                    <a:pt x="2329" y="0"/>
                    <a:pt x="2080" y="28"/>
                    <a:pt x="1825" y="88"/>
                  </a:cubicBezTo>
                  <a:cubicBezTo>
                    <a:pt x="771" y="339"/>
                    <a:pt x="1" y="1025"/>
                    <a:pt x="101" y="1611"/>
                  </a:cubicBezTo>
                  <a:lnTo>
                    <a:pt x="168" y="1812"/>
                  </a:lnTo>
                  <a:cubicBezTo>
                    <a:pt x="168" y="1828"/>
                    <a:pt x="168" y="1845"/>
                    <a:pt x="185" y="1895"/>
                  </a:cubicBezTo>
                  <a:cubicBezTo>
                    <a:pt x="303" y="2309"/>
                    <a:pt x="829" y="2539"/>
                    <a:pt x="1498" y="2539"/>
                  </a:cubicBezTo>
                  <a:cubicBezTo>
                    <a:pt x="1778" y="2539"/>
                    <a:pt x="2083" y="2498"/>
                    <a:pt x="2394" y="2414"/>
                  </a:cubicBezTo>
                  <a:cubicBezTo>
                    <a:pt x="3449" y="2113"/>
                    <a:pt x="4152" y="1393"/>
                    <a:pt x="3985" y="807"/>
                  </a:cubicBezTo>
                  <a:cubicBezTo>
                    <a:pt x="3951" y="757"/>
                    <a:pt x="3934" y="690"/>
                    <a:pt x="3918" y="657"/>
                  </a:cubicBezTo>
                  <a:cubicBezTo>
                    <a:pt x="3793" y="244"/>
                    <a:pt x="3248" y="0"/>
                    <a:pt x="25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2" name="Google Shape;7992;p19"/>
            <p:cNvSpPr/>
            <p:nvPr/>
          </p:nvSpPr>
          <p:spPr>
            <a:xfrm>
              <a:off x="1924600" y="1545300"/>
              <a:ext cx="102550" cy="59725"/>
            </a:xfrm>
            <a:custGeom>
              <a:avLst/>
              <a:gdLst/>
              <a:ahLst/>
              <a:cxnLst/>
              <a:rect l="l" t="t" r="r" b="b"/>
              <a:pathLst>
                <a:path w="4102" h="2389" extrusionOk="0">
                  <a:moveTo>
                    <a:pt x="2537" y="144"/>
                  </a:moveTo>
                  <a:cubicBezTo>
                    <a:pt x="3086" y="144"/>
                    <a:pt x="3511" y="339"/>
                    <a:pt x="3616" y="691"/>
                  </a:cubicBezTo>
                  <a:cubicBezTo>
                    <a:pt x="3767" y="1193"/>
                    <a:pt x="3181" y="1795"/>
                    <a:pt x="2294" y="2046"/>
                  </a:cubicBezTo>
                  <a:cubicBezTo>
                    <a:pt x="2032" y="2122"/>
                    <a:pt x="1775" y="2158"/>
                    <a:pt x="1539" y="2158"/>
                  </a:cubicBezTo>
                  <a:cubicBezTo>
                    <a:pt x="991" y="2158"/>
                    <a:pt x="558" y="1962"/>
                    <a:pt x="452" y="1611"/>
                  </a:cubicBezTo>
                  <a:cubicBezTo>
                    <a:pt x="318" y="1109"/>
                    <a:pt x="904" y="506"/>
                    <a:pt x="1775" y="255"/>
                  </a:cubicBezTo>
                  <a:cubicBezTo>
                    <a:pt x="2041" y="180"/>
                    <a:pt x="2301" y="144"/>
                    <a:pt x="2537" y="144"/>
                  </a:cubicBezTo>
                  <a:close/>
                  <a:moveTo>
                    <a:pt x="2592" y="1"/>
                  </a:moveTo>
                  <a:cubicBezTo>
                    <a:pt x="2324" y="1"/>
                    <a:pt x="2035" y="40"/>
                    <a:pt x="1741" y="121"/>
                  </a:cubicBezTo>
                  <a:cubicBezTo>
                    <a:pt x="687" y="423"/>
                    <a:pt x="0" y="1159"/>
                    <a:pt x="168" y="1745"/>
                  </a:cubicBezTo>
                  <a:cubicBezTo>
                    <a:pt x="286" y="2158"/>
                    <a:pt x="812" y="2388"/>
                    <a:pt x="1475" y="2388"/>
                  </a:cubicBezTo>
                  <a:cubicBezTo>
                    <a:pt x="1753" y="2388"/>
                    <a:pt x="2054" y="2348"/>
                    <a:pt x="2361" y="2264"/>
                  </a:cubicBezTo>
                  <a:cubicBezTo>
                    <a:pt x="3415" y="1963"/>
                    <a:pt x="4101" y="1243"/>
                    <a:pt x="3934" y="657"/>
                  </a:cubicBezTo>
                  <a:cubicBezTo>
                    <a:pt x="3791" y="240"/>
                    <a:pt x="3257" y="1"/>
                    <a:pt x="25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3" name="Google Shape;7993;p19"/>
            <p:cNvSpPr/>
            <p:nvPr/>
          </p:nvSpPr>
          <p:spPr>
            <a:xfrm>
              <a:off x="1923350" y="1541550"/>
              <a:ext cx="101275" cy="58825"/>
            </a:xfrm>
            <a:custGeom>
              <a:avLst/>
              <a:gdLst/>
              <a:ahLst/>
              <a:cxnLst/>
              <a:rect l="l" t="t" r="r" b="b"/>
              <a:pathLst>
                <a:path w="4051" h="2353" extrusionOk="0">
                  <a:moveTo>
                    <a:pt x="2496" y="142"/>
                  </a:moveTo>
                  <a:cubicBezTo>
                    <a:pt x="3097" y="142"/>
                    <a:pt x="3569" y="378"/>
                    <a:pt x="3632" y="757"/>
                  </a:cubicBezTo>
                  <a:cubicBezTo>
                    <a:pt x="3733" y="1276"/>
                    <a:pt x="3080" y="1862"/>
                    <a:pt x="2210" y="2062"/>
                  </a:cubicBezTo>
                  <a:cubicBezTo>
                    <a:pt x="2002" y="2110"/>
                    <a:pt x="1799" y="2132"/>
                    <a:pt x="1610" y="2132"/>
                  </a:cubicBezTo>
                  <a:cubicBezTo>
                    <a:pt x="991" y="2132"/>
                    <a:pt x="512" y="1895"/>
                    <a:pt x="435" y="1510"/>
                  </a:cubicBezTo>
                  <a:cubicBezTo>
                    <a:pt x="352" y="1008"/>
                    <a:pt x="988" y="422"/>
                    <a:pt x="1875" y="221"/>
                  </a:cubicBezTo>
                  <a:cubicBezTo>
                    <a:pt x="2089" y="168"/>
                    <a:pt x="2299" y="142"/>
                    <a:pt x="2496" y="142"/>
                  </a:cubicBezTo>
                  <a:close/>
                  <a:moveTo>
                    <a:pt x="2542" y="1"/>
                  </a:moveTo>
                  <a:cubicBezTo>
                    <a:pt x="2315" y="1"/>
                    <a:pt x="2073" y="28"/>
                    <a:pt x="1825" y="87"/>
                  </a:cubicBezTo>
                  <a:cubicBezTo>
                    <a:pt x="787" y="338"/>
                    <a:pt x="0" y="1025"/>
                    <a:pt x="117" y="1611"/>
                  </a:cubicBezTo>
                  <a:cubicBezTo>
                    <a:pt x="194" y="2068"/>
                    <a:pt x="753" y="2352"/>
                    <a:pt x="1487" y="2352"/>
                  </a:cubicBezTo>
                  <a:cubicBezTo>
                    <a:pt x="1719" y="2352"/>
                    <a:pt x="1969" y="2324"/>
                    <a:pt x="2226" y="2263"/>
                  </a:cubicBezTo>
                  <a:cubicBezTo>
                    <a:pt x="3264" y="2012"/>
                    <a:pt x="4051" y="1326"/>
                    <a:pt x="3934" y="740"/>
                  </a:cubicBezTo>
                  <a:cubicBezTo>
                    <a:pt x="3857" y="292"/>
                    <a:pt x="3281" y="1"/>
                    <a:pt x="2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4" name="Google Shape;7994;p19"/>
            <p:cNvSpPr/>
            <p:nvPr/>
          </p:nvSpPr>
          <p:spPr>
            <a:xfrm>
              <a:off x="2166975" y="1523200"/>
              <a:ext cx="86975" cy="61200"/>
            </a:xfrm>
            <a:custGeom>
              <a:avLst/>
              <a:gdLst/>
              <a:ahLst/>
              <a:cxnLst/>
              <a:rect l="l" t="t" r="r" b="b"/>
              <a:pathLst>
                <a:path w="3479" h="2448" extrusionOk="0">
                  <a:moveTo>
                    <a:pt x="1939" y="152"/>
                  </a:moveTo>
                  <a:cubicBezTo>
                    <a:pt x="2123" y="152"/>
                    <a:pt x="2340" y="168"/>
                    <a:pt x="2508" y="219"/>
                  </a:cubicBezTo>
                  <a:cubicBezTo>
                    <a:pt x="2388" y="191"/>
                    <a:pt x="2273" y="179"/>
                    <a:pt x="2153" y="179"/>
                  </a:cubicBezTo>
                  <a:cubicBezTo>
                    <a:pt x="2054" y="179"/>
                    <a:pt x="1951" y="187"/>
                    <a:pt x="1838" y="202"/>
                  </a:cubicBezTo>
                  <a:cubicBezTo>
                    <a:pt x="1453" y="235"/>
                    <a:pt x="1102" y="336"/>
                    <a:pt x="801" y="503"/>
                  </a:cubicBezTo>
                  <a:cubicBezTo>
                    <a:pt x="1102" y="302"/>
                    <a:pt x="1504" y="168"/>
                    <a:pt x="1939" y="152"/>
                  </a:cubicBezTo>
                  <a:close/>
                  <a:moveTo>
                    <a:pt x="2075" y="322"/>
                  </a:moveTo>
                  <a:cubicBezTo>
                    <a:pt x="2680" y="322"/>
                    <a:pt x="3137" y="604"/>
                    <a:pt x="3211" y="1005"/>
                  </a:cubicBezTo>
                  <a:lnTo>
                    <a:pt x="3211" y="1056"/>
                  </a:lnTo>
                  <a:cubicBezTo>
                    <a:pt x="3127" y="1575"/>
                    <a:pt x="2424" y="2010"/>
                    <a:pt x="1637" y="2060"/>
                  </a:cubicBezTo>
                  <a:cubicBezTo>
                    <a:pt x="1618" y="2060"/>
                    <a:pt x="1599" y="2061"/>
                    <a:pt x="1580" y="2061"/>
                  </a:cubicBezTo>
                  <a:cubicBezTo>
                    <a:pt x="923" y="2061"/>
                    <a:pt x="430" y="1780"/>
                    <a:pt x="365" y="1340"/>
                  </a:cubicBezTo>
                  <a:cubicBezTo>
                    <a:pt x="449" y="872"/>
                    <a:pt x="1102" y="420"/>
                    <a:pt x="1838" y="336"/>
                  </a:cubicBezTo>
                  <a:cubicBezTo>
                    <a:pt x="1919" y="326"/>
                    <a:pt x="1998" y="322"/>
                    <a:pt x="2075" y="322"/>
                  </a:cubicBezTo>
                  <a:close/>
                  <a:moveTo>
                    <a:pt x="1989" y="1"/>
                  </a:moveTo>
                  <a:cubicBezTo>
                    <a:pt x="1972" y="1"/>
                    <a:pt x="1956" y="1"/>
                    <a:pt x="1939" y="1"/>
                  </a:cubicBezTo>
                  <a:cubicBezTo>
                    <a:pt x="985" y="51"/>
                    <a:pt x="148" y="570"/>
                    <a:pt x="47" y="1206"/>
                  </a:cubicBezTo>
                  <a:cubicBezTo>
                    <a:pt x="31" y="1257"/>
                    <a:pt x="31" y="1340"/>
                    <a:pt x="47" y="1407"/>
                  </a:cubicBezTo>
                  <a:cubicBezTo>
                    <a:pt x="47" y="1424"/>
                    <a:pt x="47" y="1474"/>
                    <a:pt x="31" y="1491"/>
                  </a:cubicBezTo>
                  <a:cubicBezTo>
                    <a:pt x="1" y="2055"/>
                    <a:pt x="564" y="2448"/>
                    <a:pt x="1368" y="2448"/>
                  </a:cubicBezTo>
                  <a:cubicBezTo>
                    <a:pt x="1471" y="2448"/>
                    <a:pt x="1578" y="2441"/>
                    <a:pt x="1688" y="2428"/>
                  </a:cubicBezTo>
                  <a:cubicBezTo>
                    <a:pt x="2625" y="2328"/>
                    <a:pt x="3445" y="1759"/>
                    <a:pt x="3479" y="1139"/>
                  </a:cubicBezTo>
                  <a:cubicBezTo>
                    <a:pt x="3479" y="1089"/>
                    <a:pt x="3479" y="1039"/>
                    <a:pt x="3462" y="989"/>
                  </a:cubicBezTo>
                  <a:cubicBezTo>
                    <a:pt x="3478" y="414"/>
                    <a:pt x="2835" y="1"/>
                    <a:pt x="19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5" name="Google Shape;7995;p19"/>
            <p:cNvSpPr/>
            <p:nvPr/>
          </p:nvSpPr>
          <p:spPr>
            <a:xfrm>
              <a:off x="2168275" y="1524100"/>
              <a:ext cx="87725" cy="56850"/>
            </a:xfrm>
            <a:custGeom>
              <a:avLst/>
              <a:gdLst/>
              <a:ahLst/>
              <a:cxnLst/>
              <a:rect l="l" t="t" r="r" b="b"/>
              <a:pathLst>
                <a:path w="3509" h="2274" extrusionOk="0">
                  <a:moveTo>
                    <a:pt x="2070" y="154"/>
                  </a:moveTo>
                  <a:cubicBezTo>
                    <a:pt x="2756" y="154"/>
                    <a:pt x="3256" y="485"/>
                    <a:pt x="3226" y="953"/>
                  </a:cubicBezTo>
                  <a:cubicBezTo>
                    <a:pt x="3176" y="1472"/>
                    <a:pt x="2506" y="1957"/>
                    <a:pt x="1719" y="2041"/>
                  </a:cubicBezTo>
                  <a:cubicBezTo>
                    <a:pt x="1640" y="2049"/>
                    <a:pt x="1562" y="2053"/>
                    <a:pt x="1486" y="2053"/>
                  </a:cubicBezTo>
                  <a:cubicBezTo>
                    <a:pt x="799" y="2053"/>
                    <a:pt x="300" y="1721"/>
                    <a:pt x="330" y="1254"/>
                  </a:cubicBezTo>
                  <a:cubicBezTo>
                    <a:pt x="380" y="718"/>
                    <a:pt x="1050" y="233"/>
                    <a:pt x="1837" y="166"/>
                  </a:cubicBezTo>
                  <a:cubicBezTo>
                    <a:pt x="1916" y="158"/>
                    <a:pt x="1994" y="154"/>
                    <a:pt x="2070" y="154"/>
                  </a:cubicBezTo>
                  <a:close/>
                  <a:moveTo>
                    <a:pt x="2115" y="0"/>
                  </a:moveTo>
                  <a:cubicBezTo>
                    <a:pt x="2025" y="0"/>
                    <a:pt x="1932" y="5"/>
                    <a:pt x="1837" y="15"/>
                  </a:cubicBezTo>
                  <a:cubicBezTo>
                    <a:pt x="899" y="116"/>
                    <a:pt x="79" y="685"/>
                    <a:pt x="45" y="1304"/>
                  </a:cubicBezTo>
                  <a:cubicBezTo>
                    <a:pt x="0" y="1877"/>
                    <a:pt x="593" y="2273"/>
                    <a:pt x="1420" y="2273"/>
                  </a:cubicBezTo>
                  <a:cubicBezTo>
                    <a:pt x="1511" y="2273"/>
                    <a:pt x="1606" y="2268"/>
                    <a:pt x="1703" y="2258"/>
                  </a:cubicBezTo>
                  <a:cubicBezTo>
                    <a:pt x="2640" y="2141"/>
                    <a:pt x="3460" y="1589"/>
                    <a:pt x="3494" y="953"/>
                  </a:cubicBezTo>
                  <a:cubicBezTo>
                    <a:pt x="3509" y="395"/>
                    <a:pt x="2927" y="0"/>
                    <a:pt x="2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6" name="Google Shape;7996;p19"/>
            <p:cNvSpPr/>
            <p:nvPr/>
          </p:nvSpPr>
          <p:spPr>
            <a:xfrm>
              <a:off x="2166975" y="1519775"/>
              <a:ext cx="90200" cy="56650"/>
            </a:xfrm>
            <a:custGeom>
              <a:avLst/>
              <a:gdLst/>
              <a:ahLst/>
              <a:cxnLst/>
              <a:rect l="l" t="t" r="r" b="b"/>
              <a:pathLst>
                <a:path w="3608" h="2266" extrusionOk="0">
                  <a:moveTo>
                    <a:pt x="2022" y="121"/>
                  </a:moveTo>
                  <a:cubicBezTo>
                    <a:pt x="2799" y="121"/>
                    <a:pt x="3343" y="501"/>
                    <a:pt x="3261" y="1025"/>
                  </a:cubicBezTo>
                  <a:cubicBezTo>
                    <a:pt x="3177" y="1544"/>
                    <a:pt x="2474" y="2013"/>
                    <a:pt x="1688" y="2030"/>
                  </a:cubicBezTo>
                  <a:cubicBezTo>
                    <a:pt x="1671" y="2030"/>
                    <a:pt x="1655" y="2030"/>
                    <a:pt x="1639" y="2030"/>
                  </a:cubicBezTo>
                  <a:cubicBezTo>
                    <a:pt x="862" y="2030"/>
                    <a:pt x="334" y="1634"/>
                    <a:pt x="416" y="1126"/>
                  </a:cubicBezTo>
                  <a:cubicBezTo>
                    <a:pt x="499" y="607"/>
                    <a:pt x="1202" y="172"/>
                    <a:pt x="1972" y="121"/>
                  </a:cubicBezTo>
                  <a:cubicBezTo>
                    <a:pt x="1989" y="121"/>
                    <a:pt x="2006" y="121"/>
                    <a:pt x="2022" y="121"/>
                  </a:cubicBezTo>
                  <a:close/>
                  <a:moveTo>
                    <a:pt x="2107" y="1"/>
                  </a:moveTo>
                  <a:cubicBezTo>
                    <a:pt x="2063" y="1"/>
                    <a:pt x="2018" y="2"/>
                    <a:pt x="1972" y="4"/>
                  </a:cubicBezTo>
                  <a:cubicBezTo>
                    <a:pt x="1035" y="38"/>
                    <a:pt x="198" y="557"/>
                    <a:pt x="97" y="1193"/>
                  </a:cubicBezTo>
                  <a:cubicBezTo>
                    <a:pt x="0" y="1792"/>
                    <a:pt x="639" y="2266"/>
                    <a:pt x="1530" y="2266"/>
                  </a:cubicBezTo>
                  <a:cubicBezTo>
                    <a:pt x="1560" y="2266"/>
                    <a:pt x="1590" y="2265"/>
                    <a:pt x="1621" y="2264"/>
                  </a:cubicBezTo>
                  <a:cubicBezTo>
                    <a:pt x="2558" y="2214"/>
                    <a:pt x="3395" y="1695"/>
                    <a:pt x="3512" y="1059"/>
                  </a:cubicBezTo>
                  <a:cubicBezTo>
                    <a:pt x="3608" y="469"/>
                    <a:pt x="2990" y="1"/>
                    <a:pt x="2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7" name="Google Shape;7997;p19"/>
            <p:cNvSpPr/>
            <p:nvPr/>
          </p:nvSpPr>
          <p:spPr>
            <a:xfrm>
              <a:off x="1565550" y="1534925"/>
              <a:ext cx="41050" cy="15625"/>
            </a:xfrm>
            <a:custGeom>
              <a:avLst/>
              <a:gdLst/>
              <a:ahLst/>
              <a:cxnLst/>
              <a:rect l="l" t="t" r="r" b="b"/>
              <a:pathLst>
                <a:path w="1642" h="625" extrusionOk="0">
                  <a:moveTo>
                    <a:pt x="821" y="1"/>
                  </a:moveTo>
                  <a:cubicBezTo>
                    <a:pt x="386" y="1"/>
                    <a:pt x="1" y="151"/>
                    <a:pt x="1" y="319"/>
                  </a:cubicBezTo>
                  <a:cubicBezTo>
                    <a:pt x="1" y="503"/>
                    <a:pt x="352" y="620"/>
                    <a:pt x="821" y="620"/>
                  </a:cubicBezTo>
                  <a:cubicBezTo>
                    <a:pt x="865" y="623"/>
                    <a:pt x="909" y="625"/>
                    <a:pt x="951" y="625"/>
                  </a:cubicBezTo>
                  <a:cubicBezTo>
                    <a:pt x="1353" y="625"/>
                    <a:pt x="1641" y="486"/>
                    <a:pt x="1641" y="319"/>
                  </a:cubicBezTo>
                  <a:cubicBezTo>
                    <a:pt x="1641" y="118"/>
                    <a:pt x="1290" y="1"/>
                    <a:pt x="8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8" name="Google Shape;7998;p19"/>
            <p:cNvSpPr/>
            <p:nvPr/>
          </p:nvSpPr>
          <p:spPr>
            <a:xfrm>
              <a:off x="1574200" y="1376675"/>
              <a:ext cx="120550" cy="78925"/>
            </a:xfrm>
            <a:custGeom>
              <a:avLst/>
              <a:gdLst/>
              <a:ahLst/>
              <a:cxnLst/>
              <a:rect l="l" t="t" r="r" b="b"/>
              <a:pathLst>
                <a:path w="4822" h="3157" extrusionOk="0">
                  <a:moveTo>
                    <a:pt x="4687" y="0"/>
                  </a:moveTo>
                  <a:cubicBezTo>
                    <a:pt x="4252" y="0"/>
                    <a:pt x="2747" y="543"/>
                    <a:pt x="1128" y="1761"/>
                  </a:cubicBezTo>
                  <a:cubicBezTo>
                    <a:pt x="0" y="2611"/>
                    <a:pt x="323" y="3156"/>
                    <a:pt x="1001" y="3156"/>
                  </a:cubicBezTo>
                  <a:cubicBezTo>
                    <a:pt x="1511" y="3156"/>
                    <a:pt x="2222" y="2848"/>
                    <a:pt x="2668" y="2129"/>
                  </a:cubicBezTo>
                  <a:cubicBezTo>
                    <a:pt x="3588" y="673"/>
                    <a:pt x="4793" y="322"/>
                    <a:pt x="4810" y="71"/>
                  </a:cubicBezTo>
                  <a:cubicBezTo>
                    <a:pt x="4822" y="24"/>
                    <a:pt x="4778" y="0"/>
                    <a:pt x="46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9" name="Google Shape;7999;p19"/>
            <p:cNvSpPr/>
            <p:nvPr/>
          </p:nvSpPr>
          <p:spPr>
            <a:xfrm>
              <a:off x="1708675" y="1364525"/>
              <a:ext cx="34750" cy="8575"/>
            </a:xfrm>
            <a:custGeom>
              <a:avLst/>
              <a:gdLst/>
              <a:ahLst/>
              <a:cxnLst/>
              <a:rect l="l" t="t" r="r" b="b"/>
              <a:pathLst>
                <a:path w="1390" h="343" extrusionOk="0">
                  <a:moveTo>
                    <a:pt x="977" y="1"/>
                  </a:moveTo>
                  <a:cubicBezTo>
                    <a:pt x="887" y="1"/>
                    <a:pt x="788" y="7"/>
                    <a:pt x="687" y="21"/>
                  </a:cubicBezTo>
                  <a:cubicBezTo>
                    <a:pt x="302" y="54"/>
                    <a:pt x="0" y="155"/>
                    <a:pt x="17" y="239"/>
                  </a:cubicBezTo>
                  <a:cubicBezTo>
                    <a:pt x="17" y="299"/>
                    <a:pt x="193" y="342"/>
                    <a:pt x="430" y="342"/>
                  </a:cubicBezTo>
                  <a:cubicBezTo>
                    <a:pt x="520" y="342"/>
                    <a:pt x="619" y="336"/>
                    <a:pt x="720" y="322"/>
                  </a:cubicBezTo>
                  <a:cubicBezTo>
                    <a:pt x="1105" y="289"/>
                    <a:pt x="1390" y="188"/>
                    <a:pt x="1390" y="105"/>
                  </a:cubicBezTo>
                  <a:cubicBezTo>
                    <a:pt x="1390" y="44"/>
                    <a:pt x="1214" y="1"/>
                    <a:pt x="9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0" name="Google Shape;8000;p19"/>
            <p:cNvSpPr/>
            <p:nvPr/>
          </p:nvSpPr>
          <p:spPr>
            <a:xfrm>
              <a:off x="1914375" y="1683475"/>
              <a:ext cx="214875" cy="41050"/>
            </a:xfrm>
            <a:custGeom>
              <a:avLst/>
              <a:gdLst/>
              <a:ahLst/>
              <a:cxnLst/>
              <a:rect l="l" t="t" r="r" b="b"/>
              <a:pathLst>
                <a:path w="8595" h="1642" extrusionOk="0">
                  <a:moveTo>
                    <a:pt x="3437" y="1"/>
                  </a:moveTo>
                  <a:cubicBezTo>
                    <a:pt x="2593" y="1"/>
                    <a:pt x="2013" y="271"/>
                    <a:pt x="1045" y="838"/>
                  </a:cubicBezTo>
                  <a:cubicBezTo>
                    <a:pt x="0" y="1467"/>
                    <a:pt x="280" y="1641"/>
                    <a:pt x="1566" y="1641"/>
                  </a:cubicBezTo>
                  <a:cubicBezTo>
                    <a:pt x="2297" y="1641"/>
                    <a:pt x="3354" y="1585"/>
                    <a:pt x="4678" y="1524"/>
                  </a:cubicBezTo>
                  <a:cubicBezTo>
                    <a:pt x="5866" y="1474"/>
                    <a:pt x="8595" y="1039"/>
                    <a:pt x="5883" y="403"/>
                  </a:cubicBezTo>
                  <a:cubicBezTo>
                    <a:pt x="4776" y="138"/>
                    <a:pt x="4039" y="1"/>
                    <a:pt x="34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1" name="Google Shape;8001;p19"/>
            <p:cNvSpPr/>
            <p:nvPr/>
          </p:nvSpPr>
          <p:spPr>
            <a:xfrm>
              <a:off x="2110825" y="1696050"/>
              <a:ext cx="36425" cy="11325"/>
            </a:xfrm>
            <a:custGeom>
              <a:avLst/>
              <a:gdLst/>
              <a:ahLst/>
              <a:cxnLst/>
              <a:rect l="l" t="t" r="r" b="b"/>
              <a:pathLst>
                <a:path w="1457" h="453" extrusionOk="0">
                  <a:moveTo>
                    <a:pt x="737" y="0"/>
                  </a:moveTo>
                  <a:cubicBezTo>
                    <a:pt x="335" y="0"/>
                    <a:pt x="0" y="101"/>
                    <a:pt x="0" y="234"/>
                  </a:cubicBezTo>
                  <a:cubicBezTo>
                    <a:pt x="0" y="352"/>
                    <a:pt x="335" y="452"/>
                    <a:pt x="737" y="452"/>
                  </a:cubicBezTo>
                  <a:cubicBezTo>
                    <a:pt x="1122" y="452"/>
                    <a:pt x="1456" y="352"/>
                    <a:pt x="1456" y="234"/>
                  </a:cubicBezTo>
                  <a:cubicBezTo>
                    <a:pt x="1456" y="101"/>
                    <a:pt x="1122" y="0"/>
                    <a:pt x="7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2" name="Google Shape;8002;p19"/>
            <p:cNvSpPr/>
            <p:nvPr/>
          </p:nvSpPr>
          <p:spPr>
            <a:xfrm>
              <a:off x="2319625" y="1385100"/>
              <a:ext cx="100450" cy="49700"/>
            </a:xfrm>
            <a:custGeom>
              <a:avLst/>
              <a:gdLst/>
              <a:ahLst/>
              <a:cxnLst/>
              <a:rect l="l" t="t" r="r" b="b"/>
              <a:pathLst>
                <a:path w="4018" h="1988" extrusionOk="0">
                  <a:moveTo>
                    <a:pt x="922" y="0"/>
                  </a:moveTo>
                  <a:cubicBezTo>
                    <a:pt x="612" y="0"/>
                    <a:pt x="373" y="47"/>
                    <a:pt x="268" y="119"/>
                  </a:cubicBezTo>
                  <a:cubicBezTo>
                    <a:pt x="1" y="252"/>
                    <a:pt x="704" y="487"/>
                    <a:pt x="1641" y="989"/>
                  </a:cubicBezTo>
                  <a:cubicBezTo>
                    <a:pt x="2519" y="1435"/>
                    <a:pt x="3277" y="1987"/>
                    <a:pt x="3623" y="1987"/>
                  </a:cubicBezTo>
                  <a:cubicBezTo>
                    <a:pt x="3667" y="1987"/>
                    <a:pt x="3703" y="1978"/>
                    <a:pt x="3733" y="1960"/>
                  </a:cubicBezTo>
                  <a:cubicBezTo>
                    <a:pt x="4018" y="1809"/>
                    <a:pt x="3616" y="922"/>
                    <a:pt x="2645" y="420"/>
                  </a:cubicBezTo>
                  <a:cubicBezTo>
                    <a:pt x="2063" y="114"/>
                    <a:pt x="1407" y="0"/>
                    <a:pt x="9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3" name="Google Shape;8003;p19"/>
            <p:cNvSpPr/>
            <p:nvPr/>
          </p:nvSpPr>
          <p:spPr>
            <a:xfrm>
              <a:off x="2416400" y="1433175"/>
              <a:ext cx="20900" cy="25050"/>
            </a:xfrm>
            <a:custGeom>
              <a:avLst/>
              <a:gdLst/>
              <a:ahLst/>
              <a:cxnLst/>
              <a:rect l="l" t="t" r="r" b="b"/>
              <a:pathLst>
                <a:path w="836" h="1002" extrusionOk="0">
                  <a:moveTo>
                    <a:pt x="238" y="1"/>
                  </a:moveTo>
                  <a:cubicBezTo>
                    <a:pt x="72" y="1"/>
                    <a:pt x="0" y="299"/>
                    <a:pt x="80" y="505"/>
                  </a:cubicBezTo>
                  <a:cubicBezTo>
                    <a:pt x="164" y="723"/>
                    <a:pt x="398" y="957"/>
                    <a:pt x="565" y="991"/>
                  </a:cubicBezTo>
                  <a:cubicBezTo>
                    <a:pt x="594" y="998"/>
                    <a:pt x="620" y="1001"/>
                    <a:pt x="644" y="1001"/>
                  </a:cubicBezTo>
                  <a:cubicBezTo>
                    <a:pt x="786" y="1001"/>
                    <a:pt x="836" y="879"/>
                    <a:pt x="749" y="706"/>
                  </a:cubicBezTo>
                  <a:cubicBezTo>
                    <a:pt x="666" y="489"/>
                    <a:pt x="448" y="70"/>
                    <a:pt x="264" y="3"/>
                  </a:cubicBezTo>
                  <a:cubicBezTo>
                    <a:pt x="255" y="2"/>
                    <a:pt x="246" y="1"/>
                    <a:pt x="2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04" name="Google Shape;8004;p19"/>
          <p:cNvGrpSpPr/>
          <p:nvPr/>
        </p:nvGrpSpPr>
        <p:grpSpPr>
          <a:xfrm>
            <a:off x="7524733" y="539490"/>
            <a:ext cx="2095529" cy="1058761"/>
            <a:chOff x="1423500" y="1965000"/>
            <a:chExt cx="1202875" cy="607750"/>
          </a:xfrm>
        </p:grpSpPr>
        <p:sp>
          <p:nvSpPr>
            <p:cNvPr id="8005" name="Google Shape;8005;p19"/>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6" name="Google Shape;8006;p19"/>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7" name="Google Shape;8007;p19"/>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8" name="Google Shape;8008;p19"/>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9" name="Google Shape;8009;p19"/>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0" name="Google Shape;8010;p19"/>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1" name="Google Shape;8011;p19"/>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2" name="Google Shape;8012;p19"/>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3" name="Google Shape;8013;p19"/>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4" name="Google Shape;8014;p19"/>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5" name="Google Shape;8015;p19"/>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6" name="Google Shape;8016;p19"/>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7" name="Google Shape;8017;p19"/>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8" name="Google Shape;8018;p19"/>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9" name="Google Shape;8019;p19"/>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0" name="Google Shape;8020;p19"/>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1" name="Google Shape;8021;p19"/>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2" name="Google Shape;8022;p19"/>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3" name="Google Shape;8023;p19"/>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4" name="Google Shape;8024;p19"/>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5" name="Google Shape;8025;p19"/>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6" name="Google Shape;8026;p19"/>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7" name="Google Shape;8027;p19"/>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8" name="Google Shape;8028;p19"/>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9" name="Google Shape;8029;p19"/>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0" name="Google Shape;8030;p19"/>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1" name="Google Shape;8031;p19"/>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2" name="Google Shape;8032;p19"/>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3" name="Google Shape;8033;p19"/>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4" name="Google Shape;8034;p19"/>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5" name="Google Shape;8035;p19"/>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6" name="Google Shape;8036;p19"/>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7" name="Google Shape;8037;p19"/>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8" name="Google Shape;8038;p19"/>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9" name="Google Shape;8039;p19"/>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0" name="Google Shape;8040;p19"/>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1" name="Google Shape;8041;p19"/>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2" name="Google Shape;8042;p19"/>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3" name="Google Shape;8043;p19"/>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4" name="Google Shape;8044;p19"/>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5" name="Google Shape;8045;p19"/>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6" name="Google Shape;8046;p19"/>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7" name="Google Shape;8047;p19"/>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8" name="Google Shape;8048;p19"/>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9" name="Google Shape;8049;p19"/>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0" name="Google Shape;8050;p19"/>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1" name="Google Shape;8051;p19"/>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2" name="Google Shape;8052;p19"/>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3" name="Google Shape;8053;p19"/>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4" name="Google Shape;8054;p19"/>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5" name="Google Shape;8055;p19"/>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6" name="Google Shape;8056;p19"/>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7" name="Google Shape;8057;p19"/>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8" name="Google Shape;8058;p19"/>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9" name="Google Shape;8059;p19"/>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0" name="Google Shape;8060;p19"/>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1" name="Google Shape;8061;p19"/>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2" name="Google Shape;8062;p19"/>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3" name="Google Shape;8063;p19"/>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4" name="Google Shape;8064;p19"/>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5" name="Google Shape;8065;p19"/>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6" name="Google Shape;8066;p19"/>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7" name="Google Shape;8067;p19"/>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8" name="Google Shape;8068;p19"/>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9" name="Google Shape;8069;p19"/>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0" name="Google Shape;8070;p19"/>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1" name="Google Shape;8071;p19"/>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2" name="Google Shape;8072;p19"/>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3" name="Google Shape;8073;p19"/>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4" name="Google Shape;8074;p19"/>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5" name="Google Shape;8075;p19"/>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6" name="Google Shape;8076;p19"/>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7" name="Google Shape;8077;p19"/>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8" name="Google Shape;8078;p19"/>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9" name="Google Shape;8079;p19"/>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0" name="Google Shape;8080;p19"/>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1" name="Google Shape;8081;p19"/>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2" name="Google Shape;8082;p19"/>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3" name="Google Shape;8083;p19"/>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4" name="Google Shape;8084;p19"/>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5" name="Google Shape;8085;p19"/>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6" name="Google Shape;8086;p19"/>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7" name="Google Shape;8087;p19"/>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8" name="Google Shape;8088;p19"/>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9" name="Google Shape;8089;p19"/>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0" name="Google Shape;8090;p19"/>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1" name="Google Shape;8091;p19"/>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2" name="Google Shape;8092;p19"/>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3" name="Google Shape;8093;p19"/>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4" name="Google Shape;8094;p19"/>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5" name="Google Shape;8095;p19"/>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6" name="Google Shape;8096;p19"/>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7" name="Google Shape;8097;p19"/>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8" name="Google Shape;8098;p19"/>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9" name="Google Shape;8099;p19"/>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0" name="Google Shape;8100;p19"/>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1" name="Google Shape;8101;p19"/>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2" name="Google Shape;8102;p19"/>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3" name="Google Shape;8103;p19"/>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4" name="Google Shape;8104;p19"/>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5" name="Google Shape;8105;p19"/>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6" name="Google Shape;8106;p19"/>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7" name="Google Shape;8107;p19"/>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8" name="Google Shape;8108;p19"/>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9" name="Google Shape;8109;p19"/>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0" name="Google Shape;8110;p19"/>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1" name="Google Shape;8111;p19"/>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2" name="Google Shape;8112;p19"/>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3" name="Google Shape;8113;p19"/>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4" name="Google Shape;8114;p19"/>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5" name="Google Shape;8115;p19"/>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6" name="Google Shape;8116;p19"/>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7" name="Google Shape;8117;p19"/>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8" name="Google Shape;8118;p19"/>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9" name="Google Shape;8119;p19"/>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0" name="Google Shape;8120;p19"/>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1" name="Google Shape;8121;p19"/>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2" name="Google Shape;8122;p19"/>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3" name="Google Shape;8123;p19"/>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4" name="Google Shape;8124;p19"/>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5" name="Google Shape;8125;p19"/>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6" name="Google Shape;8126;p19"/>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7" name="Google Shape;8127;p19"/>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8" name="Google Shape;8128;p19"/>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9" name="Google Shape;8129;p19"/>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0" name="Google Shape;8130;p19"/>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1" name="Google Shape;8131;p19"/>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2" name="Google Shape;8132;p19"/>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3" name="Google Shape;8133;p19"/>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4" name="Google Shape;8134;p19"/>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5" name="Google Shape;8135;p19"/>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6" name="Google Shape;8136;p19"/>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37" name="Google Shape;8137;p19"/>
          <p:cNvGrpSpPr/>
          <p:nvPr/>
        </p:nvGrpSpPr>
        <p:grpSpPr>
          <a:xfrm rot="1865203">
            <a:off x="-704803" y="4069992"/>
            <a:ext cx="2095512" cy="1058753"/>
            <a:chOff x="1423500" y="1965000"/>
            <a:chExt cx="1202875" cy="607750"/>
          </a:xfrm>
        </p:grpSpPr>
        <p:sp>
          <p:nvSpPr>
            <p:cNvPr id="8138" name="Google Shape;8138;p19"/>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9" name="Google Shape;8139;p19"/>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0" name="Google Shape;8140;p19"/>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1" name="Google Shape;8141;p19"/>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2" name="Google Shape;8142;p19"/>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3" name="Google Shape;8143;p19"/>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4" name="Google Shape;8144;p19"/>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5" name="Google Shape;8145;p19"/>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6" name="Google Shape;8146;p19"/>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7" name="Google Shape;8147;p19"/>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8" name="Google Shape;8148;p19"/>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9" name="Google Shape;8149;p19"/>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0" name="Google Shape;8150;p19"/>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1" name="Google Shape;8151;p19"/>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2" name="Google Shape;8152;p19"/>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3" name="Google Shape;8153;p19"/>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4" name="Google Shape;8154;p19"/>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5" name="Google Shape;8155;p19"/>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6" name="Google Shape;8156;p19"/>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7" name="Google Shape;8157;p19"/>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8" name="Google Shape;8158;p19"/>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9" name="Google Shape;8159;p19"/>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0" name="Google Shape;8160;p19"/>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1" name="Google Shape;8161;p19"/>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2" name="Google Shape;8162;p19"/>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3" name="Google Shape;8163;p19"/>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4" name="Google Shape;8164;p19"/>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5" name="Google Shape;8165;p19"/>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6" name="Google Shape;8166;p19"/>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7" name="Google Shape;8167;p19"/>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8" name="Google Shape;8168;p19"/>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9" name="Google Shape;8169;p19"/>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0" name="Google Shape;8170;p19"/>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1" name="Google Shape;8171;p19"/>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2" name="Google Shape;8172;p19"/>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3" name="Google Shape;8173;p19"/>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4" name="Google Shape;8174;p19"/>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5" name="Google Shape;8175;p19"/>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6" name="Google Shape;8176;p19"/>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7" name="Google Shape;8177;p19"/>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8" name="Google Shape;8178;p19"/>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9" name="Google Shape;8179;p19"/>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0" name="Google Shape;8180;p19"/>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1" name="Google Shape;8181;p19"/>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2" name="Google Shape;8182;p19"/>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3" name="Google Shape;8183;p19"/>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4" name="Google Shape;8184;p19"/>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5" name="Google Shape;8185;p19"/>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6" name="Google Shape;8186;p19"/>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7" name="Google Shape;8187;p19"/>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8" name="Google Shape;8188;p19"/>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9" name="Google Shape;8189;p19"/>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0" name="Google Shape;8190;p19"/>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1" name="Google Shape;8191;p19"/>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2" name="Google Shape;8192;p19"/>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3" name="Google Shape;8193;p19"/>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4" name="Google Shape;8194;p19"/>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5" name="Google Shape;8195;p19"/>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6" name="Google Shape;8196;p19"/>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7" name="Google Shape;8197;p19"/>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8" name="Google Shape;8198;p19"/>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9" name="Google Shape;8199;p19"/>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0" name="Google Shape;8200;p19"/>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1" name="Google Shape;8201;p19"/>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2" name="Google Shape;8202;p19"/>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3" name="Google Shape;8203;p19"/>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4" name="Google Shape;8204;p19"/>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5" name="Google Shape;8205;p19"/>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6" name="Google Shape;8206;p19"/>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7" name="Google Shape;8207;p19"/>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8" name="Google Shape;8208;p19"/>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9" name="Google Shape;8209;p19"/>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0" name="Google Shape;8210;p19"/>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1" name="Google Shape;8211;p19"/>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2" name="Google Shape;8212;p19"/>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3" name="Google Shape;8213;p19"/>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4" name="Google Shape;8214;p19"/>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5" name="Google Shape;8215;p19"/>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6" name="Google Shape;8216;p19"/>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7" name="Google Shape;8217;p19"/>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8" name="Google Shape;8218;p19"/>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9" name="Google Shape;8219;p19"/>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0" name="Google Shape;8220;p19"/>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1" name="Google Shape;8221;p19"/>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2" name="Google Shape;8222;p19"/>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3" name="Google Shape;8223;p19"/>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4" name="Google Shape;8224;p19"/>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5" name="Google Shape;8225;p19"/>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6" name="Google Shape;8226;p19"/>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7" name="Google Shape;8227;p19"/>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8" name="Google Shape;8228;p19"/>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9" name="Google Shape;8229;p19"/>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0" name="Google Shape;8230;p19"/>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1" name="Google Shape;8231;p19"/>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2" name="Google Shape;8232;p19"/>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3" name="Google Shape;8233;p19"/>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4" name="Google Shape;8234;p19"/>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5" name="Google Shape;8235;p19"/>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6" name="Google Shape;8236;p19"/>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7" name="Google Shape;8237;p19"/>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8" name="Google Shape;8238;p19"/>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9" name="Google Shape;8239;p19"/>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0" name="Google Shape;8240;p19"/>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1" name="Google Shape;8241;p19"/>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2" name="Google Shape;8242;p19"/>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3" name="Google Shape;8243;p19"/>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4" name="Google Shape;8244;p19"/>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5" name="Google Shape;8245;p19"/>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6" name="Google Shape;8246;p19"/>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7" name="Google Shape;8247;p19"/>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8" name="Google Shape;8248;p19"/>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9" name="Google Shape;8249;p19"/>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0" name="Google Shape;8250;p19"/>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1" name="Google Shape;8251;p19"/>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2" name="Google Shape;8252;p19"/>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3" name="Google Shape;8253;p19"/>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4" name="Google Shape;8254;p19"/>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5" name="Google Shape;8255;p19"/>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6" name="Google Shape;8256;p19"/>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7" name="Google Shape;8257;p19"/>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8" name="Google Shape;8258;p19"/>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9" name="Google Shape;8259;p19"/>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0" name="Google Shape;8260;p19"/>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1" name="Google Shape;8261;p19"/>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2" name="Google Shape;8262;p19"/>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3" name="Google Shape;8263;p19"/>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4" name="Google Shape;8264;p19"/>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5" name="Google Shape;8265;p19"/>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6" name="Google Shape;8266;p19"/>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7" name="Google Shape;8267;p19"/>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8" name="Google Shape;8268;p19"/>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9" name="Google Shape;8269;p19"/>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70" name="Google Shape;8270;p19"/>
          <p:cNvGrpSpPr/>
          <p:nvPr/>
        </p:nvGrpSpPr>
        <p:grpSpPr>
          <a:xfrm rot="-2700000">
            <a:off x="5563618" y="139103"/>
            <a:ext cx="608448" cy="494433"/>
            <a:chOff x="3883850" y="1662875"/>
            <a:chExt cx="361150" cy="293475"/>
          </a:xfrm>
        </p:grpSpPr>
        <p:sp>
          <p:nvSpPr>
            <p:cNvPr id="8271" name="Google Shape;8271;p19"/>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2" name="Google Shape;8272;p19"/>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3" name="Google Shape;8273;p19"/>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4" name="Google Shape;8274;p19"/>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5" name="Google Shape;8275;p19"/>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6" name="Google Shape;8276;p19"/>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7" name="Google Shape;8277;p19"/>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8" name="Google Shape;8278;p19"/>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9" name="Google Shape;8279;p19"/>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0" name="Google Shape;8280;p19"/>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1" name="Google Shape;8281;p19"/>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2" name="Google Shape;8282;p19"/>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3" name="Google Shape;8283;p19"/>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4" name="Google Shape;8284;p19"/>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5" name="Google Shape;8285;p19"/>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6" name="Google Shape;8286;p19"/>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7" name="Google Shape;8287;p19"/>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8" name="Google Shape;8288;p19"/>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9" name="Google Shape;8289;p19"/>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0" name="Google Shape;8290;p19"/>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1" name="Google Shape;8291;p19"/>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2" name="Google Shape;8292;p19"/>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3" name="Google Shape;8293;p19"/>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4" name="Google Shape;8294;p19"/>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5" name="Google Shape;8295;p19"/>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6" name="Google Shape;8296;p19"/>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97" name="Google Shape;8297;p19"/>
          <p:cNvGrpSpPr/>
          <p:nvPr/>
        </p:nvGrpSpPr>
        <p:grpSpPr>
          <a:xfrm rot="1811724">
            <a:off x="6273202" y="302655"/>
            <a:ext cx="260751" cy="160466"/>
            <a:chOff x="5492850" y="1205450"/>
            <a:chExt cx="260725" cy="160450"/>
          </a:xfrm>
        </p:grpSpPr>
        <p:sp>
          <p:nvSpPr>
            <p:cNvPr id="8298" name="Google Shape;8298;p19"/>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9" name="Google Shape;8299;p19"/>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0" name="Google Shape;8300;p19"/>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1" name="Google Shape;8301;p19"/>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2" name="Google Shape;8302;p19"/>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3" name="Google Shape;8303;p19"/>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04" name="Google Shape;8304;p19"/>
          <p:cNvGrpSpPr/>
          <p:nvPr/>
        </p:nvGrpSpPr>
        <p:grpSpPr>
          <a:xfrm rot="-1811716" flipH="1">
            <a:off x="6122689" y="496568"/>
            <a:ext cx="193361" cy="118994"/>
            <a:chOff x="5492850" y="1205450"/>
            <a:chExt cx="260725" cy="160450"/>
          </a:xfrm>
        </p:grpSpPr>
        <p:sp>
          <p:nvSpPr>
            <p:cNvPr id="8305" name="Google Shape;8305;p19"/>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6" name="Google Shape;8306;p19"/>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7" name="Google Shape;8307;p19"/>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8" name="Google Shape;8308;p19"/>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9" name="Google Shape;8309;p19"/>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0" name="Google Shape;8310;p19"/>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1" name="Google Shape;8311;p19"/>
          <p:cNvGrpSpPr/>
          <p:nvPr/>
        </p:nvGrpSpPr>
        <p:grpSpPr>
          <a:xfrm rot="1926705">
            <a:off x="8038467" y="4445312"/>
            <a:ext cx="784617" cy="494768"/>
            <a:chOff x="4015675" y="2112550"/>
            <a:chExt cx="545275" cy="343875"/>
          </a:xfrm>
        </p:grpSpPr>
        <p:sp>
          <p:nvSpPr>
            <p:cNvPr id="8312" name="Google Shape;8312;p19"/>
            <p:cNvSpPr/>
            <p:nvPr/>
          </p:nvSpPr>
          <p:spPr>
            <a:xfrm>
              <a:off x="4015675" y="2112550"/>
              <a:ext cx="378725" cy="343875"/>
            </a:xfrm>
            <a:custGeom>
              <a:avLst/>
              <a:gdLst/>
              <a:ahLst/>
              <a:cxnLst/>
              <a:rect l="l" t="t" r="r" b="b"/>
              <a:pathLst>
                <a:path w="15149" h="13755" extrusionOk="0">
                  <a:moveTo>
                    <a:pt x="8012" y="1286"/>
                  </a:moveTo>
                  <a:cubicBezTo>
                    <a:pt x="8877" y="1286"/>
                    <a:pt x="9725" y="1673"/>
                    <a:pt x="10344" y="2372"/>
                  </a:cubicBezTo>
                  <a:cubicBezTo>
                    <a:pt x="11734" y="3962"/>
                    <a:pt x="12705" y="5519"/>
                    <a:pt x="12872" y="6205"/>
                  </a:cubicBezTo>
                  <a:cubicBezTo>
                    <a:pt x="13374" y="8381"/>
                    <a:pt x="11215" y="8967"/>
                    <a:pt x="11031" y="9687"/>
                  </a:cubicBezTo>
                  <a:cubicBezTo>
                    <a:pt x="10813" y="10390"/>
                    <a:pt x="11399" y="12917"/>
                    <a:pt x="9524" y="12967"/>
                  </a:cubicBezTo>
                  <a:lnTo>
                    <a:pt x="4536" y="13051"/>
                  </a:lnTo>
                  <a:cubicBezTo>
                    <a:pt x="4525" y="13051"/>
                    <a:pt x="4515" y="13051"/>
                    <a:pt x="4504" y="13051"/>
                  </a:cubicBezTo>
                  <a:cubicBezTo>
                    <a:pt x="3379" y="13051"/>
                    <a:pt x="2374" y="12186"/>
                    <a:pt x="2109" y="10942"/>
                  </a:cubicBezTo>
                  <a:cubicBezTo>
                    <a:pt x="1925" y="10055"/>
                    <a:pt x="1925" y="9084"/>
                    <a:pt x="2109" y="8130"/>
                  </a:cubicBezTo>
                  <a:cubicBezTo>
                    <a:pt x="2578" y="5853"/>
                    <a:pt x="4335" y="6473"/>
                    <a:pt x="4586" y="5117"/>
                  </a:cubicBezTo>
                  <a:cubicBezTo>
                    <a:pt x="4770" y="4129"/>
                    <a:pt x="5089" y="2338"/>
                    <a:pt x="6762" y="1568"/>
                  </a:cubicBezTo>
                  <a:cubicBezTo>
                    <a:pt x="7167" y="1377"/>
                    <a:pt x="7592" y="1286"/>
                    <a:pt x="8012" y="1286"/>
                  </a:cubicBezTo>
                  <a:close/>
                  <a:moveTo>
                    <a:pt x="7572" y="0"/>
                  </a:moveTo>
                  <a:cubicBezTo>
                    <a:pt x="7036" y="0"/>
                    <a:pt x="6500" y="102"/>
                    <a:pt x="5992" y="313"/>
                  </a:cubicBezTo>
                  <a:cubicBezTo>
                    <a:pt x="3833" y="1183"/>
                    <a:pt x="3515" y="3276"/>
                    <a:pt x="3314" y="4447"/>
                  </a:cubicBezTo>
                  <a:cubicBezTo>
                    <a:pt x="3046" y="6054"/>
                    <a:pt x="703" y="5284"/>
                    <a:pt x="218" y="7946"/>
                  </a:cubicBezTo>
                  <a:cubicBezTo>
                    <a:pt x="0" y="9067"/>
                    <a:pt x="67" y="10206"/>
                    <a:pt x="385" y="11243"/>
                  </a:cubicBezTo>
                  <a:cubicBezTo>
                    <a:pt x="820" y="12716"/>
                    <a:pt x="2209" y="13754"/>
                    <a:pt x="3733" y="13754"/>
                  </a:cubicBezTo>
                  <a:lnTo>
                    <a:pt x="10328" y="13754"/>
                  </a:lnTo>
                  <a:cubicBezTo>
                    <a:pt x="12805" y="13754"/>
                    <a:pt x="11750" y="10741"/>
                    <a:pt x="11968" y="9904"/>
                  </a:cubicBezTo>
                  <a:cubicBezTo>
                    <a:pt x="12202" y="9051"/>
                    <a:pt x="15148" y="8431"/>
                    <a:pt x="14362" y="5853"/>
                  </a:cubicBezTo>
                  <a:cubicBezTo>
                    <a:pt x="14111" y="5050"/>
                    <a:pt x="12721" y="3209"/>
                    <a:pt x="10780" y="1334"/>
                  </a:cubicBezTo>
                  <a:cubicBezTo>
                    <a:pt x="9898" y="475"/>
                    <a:pt x="8734" y="0"/>
                    <a:pt x="7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3" name="Google Shape;8313;p19"/>
            <p:cNvSpPr/>
            <p:nvPr/>
          </p:nvSpPr>
          <p:spPr>
            <a:xfrm>
              <a:off x="4083450" y="2190250"/>
              <a:ext cx="60700" cy="59850"/>
            </a:xfrm>
            <a:custGeom>
              <a:avLst/>
              <a:gdLst/>
              <a:ahLst/>
              <a:cxnLst/>
              <a:rect l="l" t="t" r="r" b="b"/>
              <a:pathLst>
                <a:path w="2428" h="2394" extrusionOk="0">
                  <a:moveTo>
                    <a:pt x="1507" y="0"/>
                  </a:moveTo>
                  <a:cubicBezTo>
                    <a:pt x="1290" y="0"/>
                    <a:pt x="1055" y="0"/>
                    <a:pt x="871" y="17"/>
                  </a:cubicBezTo>
                  <a:cubicBezTo>
                    <a:pt x="754" y="503"/>
                    <a:pt x="670" y="938"/>
                    <a:pt x="603" y="1306"/>
                  </a:cubicBezTo>
                  <a:cubicBezTo>
                    <a:pt x="536" y="1741"/>
                    <a:pt x="285" y="2009"/>
                    <a:pt x="1" y="2193"/>
                  </a:cubicBezTo>
                  <a:cubicBezTo>
                    <a:pt x="436" y="2327"/>
                    <a:pt x="955" y="2394"/>
                    <a:pt x="1507" y="2394"/>
                  </a:cubicBezTo>
                  <a:lnTo>
                    <a:pt x="1708" y="2394"/>
                  </a:lnTo>
                  <a:cubicBezTo>
                    <a:pt x="1775" y="2277"/>
                    <a:pt x="1842" y="2143"/>
                    <a:pt x="1859" y="1992"/>
                  </a:cubicBezTo>
                  <a:cubicBezTo>
                    <a:pt x="1959" y="1490"/>
                    <a:pt x="2093" y="754"/>
                    <a:pt x="2428" y="67"/>
                  </a:cubicBezTo>
                  <a:cubicBezTo>
                    <a:pt x="2126" y="17"/>
                    <a:pt x="1808" y="0"/>
                    <a:pt x="1507"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4" name="Google Shape;8314;p19"/>
            <p:cNvSpPr/>
            <p:nvPr/>
          </p:nvSpPr>
          <p:spPr>
            <a:xfrm>
              <a:off x="4044950" y="2112550"/>
              <a:ext cx="363675" cy="343875"/>
            </a:xfrm>
            <a:custGeom>
              <a:avLst/>
              <a:gdLst/>
              <a:ahLst/>
              <a:cxnLst/>
              <a:rect l="l" t="t" r="r" b="b"/>
              <a:pathLst>
                <a:path w="14547" h="13755" extrusionOk="0">
                  <a:moveTo>
                    <a:pt x="7946" y="1273"/>
                  </a:moveTo>
                  <a:cubicBezTo>
                    <a:pt x="8817" y="1273"/>
                    <a:pt x="9671" y="1669"/>
                    <a:pt x="10295" y="2372"/>
                  </a:cubicBezTo>
                  <a:cubicBezTo>
                    <a:pt x="11701" y="3962"/>
                    <a:pt x="12655" y="5519"/>
                    <a:pt x="12839" y="6205"/>
                  </a:cubicBezTo>
                  <a:cubicBezTo>
                    <a:pt x="13358" y="8381"/>
                    <a:pt x="10831" y="8900"/>
                    <a:pt x="10630" y="9636"/>
                  </a:cubicBezTo>
                  <a:cubicBezTo>
                    <a:pt x="10429" y="10339"/>
                    <a:pt x="11366" y="12951"/>
                    <a:pt x="9491" y="12967"/>
                  </a:cubicBezTo>
                  <a:lnTo>
                    <a:pt x="4503" y="13051"/>
                  </a:lnTo>
                  <a:cubicBezTo>
                    <a:pt x="4493" y="13051"/>
                    <a:pt x="4482" y="13051"/>
                    <a:pt x="4471" y="13051"/>
                  </a:cubicBezTo>
                  <a:cubicBezTo>
                    <a:pt x="3330" y="13051"/>
                    <a:pt x="2325" y="12169"/>
                    <a:pt x="2076" y="10925"/>
                  </a:cubicBezTo>
                  <a:cubicBezTo>
                    <a:pt x="1892" y="10055"/>
                    <a:pt x="1892" y="9084"/>
                    <a:pt x="2076" y="8130"/>
                  </a:cubicBezTo>
                  <a:cubicBezTo>
                    <a:pt x="2545" y="5853"/>
                    <a:pt x="4303" y="6473"/>
                    <a:pt x="4554" y="5117"/>
                  </a:cubicBezTo>
                  <a:cubicBezTo>
                    <a:pt x="4738" y="4129"/>
                    <a:pt x="5039" y="2338"/>
                    <a:pt x="6713" y="1552"/>
                  </a:cubicBezTo>
                  <a:cubicBezTo>
                    <a:pt x="7112" y="1363"/>
                    <a:pt x="7531" y="1273"/>
                    <a:pt x="7946" y="1273"/>
                  </a:cubicBezTo>
                  <a:close/>
                  <a:moveTo>
                    <a:pt x="7259" y="0"/>
                  </a:moveTo>
                  <a:cubicBezTo>
                    <a:pt x="6743" y="0"/>
                    <a:pt x="6228" y="102"/>
                    <a:pt x="5742" y="313"/>
                  </a:cubicBezTo>
                  <a:cubicBezTo>
                    <a:pt x="3666" y="1183"/>
                    <a:pt x="3348" y="3276"/>
                    <a:pt x="3164" y="4447"/>
                  </a:cubicBezTo>
                  <a:cubicBezTo>
                    <a:pt x="2913" y="6054"/>
                    <a:pt x="637" y="5284"/>
                    <a:pt x="202" y="7946"/>
                  </a:cubicBezTo>
                  <a:cubicBezTo>
                    <a:pt x="1" y="9067"/>
                    <a:pt x="68" y="10206"/>
                    <a:pt x="335" y="11243"/>
                  </a:cubicBezTo>
                  <a:cubicBezTo>
                    <a:pt x="754" y="12716"/>
                    <a:pt x="2076" y="13754"/>
                    <a:pt x="3566" y="13754"/>
                  </a:cubicBezTo>
                  <a:lnTo>
                    <a:pt x="9910" y="13754"/>
                  </a:lnTo>
                  <a:cubicBezTo>
                    <a:pt x="12287" y="13754"/>
                    <a:pt x="10948" y="10724"/>
                    <a:pt x="11182" y="9871"/>
                  </a:cubicBezTo>
                  <a:cubicBezTo>
                    <a:pt x="11366" y="9017"/>
                    <a:pt x="14547" y="8431"/>
                    <a:pt x="13777" y="5853"/>
                  </a:cubicBezTo>
                  <a:cubicBezTo>
                    <a:pt x="13542" y="5050"/>
                    <a:pt x="12203" y="3209"/>
                    <a:pt x="10345" y="1334"/>
                  </a:cubicBezTo>
                  <a:cubicBezTo>
                    <a:pt x="9498" y="475"/>
                    <a:pt x="8376" y="0"/>
                    <a:pt x="7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5" name="Google Shape;8315;p19"/>
            <p:cNvSpPr/>
            <p:nvPr/>
          </p:nvSpPr>
          <p:spPr>
            <a:xfrm>
              <a:off x="4169650" y="2136025"/>
              <a:ext cx="385025" cy="320400"/>
            </a:xfrm>
            <a:custGeom>
              <a:avLst/>
              <a:gdLst/>
              <a:ahLst/>
              <a:cxnLst/>
              <a:rect l="l" t="t" r="r" b="b"/>
              <a:pathLst>
                <a:path w="15401" h="12816" extrusionOk="0">
                  <a:moveTo>
                    <a:pt x="11120" y="1162"/>
                  </a:moveTo>
                  <a:cubicBezTo>
                    <a:pt x="11994" y="1162"/>
                    <a:pt x="12716" y="1528"/>
                    <a:pt x="13090" y="2186"/>
                  </a:cubicBezTo>
                  <a:cubicBezTo>
                    <a:pt x="13944" y="3676"/>
                    <a:pt x="14396" y="5115"/>
                    <a:pt x="14312" y="5751"/>
                  </a:cubicBezTo>
                  <a:cubicBezTo>
                    <a:pt x="14061" y="7794"/>
                    <a:pt x="11617" y="8296"/>
                    <a:pt x="11149" y="8965"/>
                  </a:cubicBezTo>
                  <a:cubicBezTo>
                    <a:pt x="10713" y="9635"/>
                    <a:pt x="10513" y="12045"/>
                    <a:pt x="8638" y="12062"/>
                  </a:cubicBezTo>
                  <a:lnTo>
                    <a:pt x="3633" y="12129"/>
                  </a:lnTo>
                  <a:cubicBezTo>
                    <a:pt x="3621" y="12129"/>
                    <a:pt x="3609" y="12129"/>
                    <a:pt x="3597" y="12129"/>
                  </a:cubicBezTo>
                  <a:cubicBezTo>
                    <a:pt x="2447" y="12129"/>
                    <a:pt x="1760" y="11330"/>
                    <a:pt x="1926" y="10170"/>
                  </a:cubicBezTo>
                  <a:cubicBezTo>
                    <a:pt x="2026" y="9350"/>
                    <a:pt x="2361" y="8446"/>
                    <a:pt x="2880" y="7542"/>
                  </a:cubicBezTo>
                  <a:cubicBezTo>
                    <a:pt x="4118" y="5433"/>
                    <a:pt x="5658" y="6003"/>
                    <a:pt x="6395" y="4747"/>
                  </a:cubicBezTo>
                  <a:cubicBezTo>
                    <a:pt x="6914" y="3826"/>
                    <a:pt x="7868" y="2153"/>
                    <a:pt x="9793" y="1416"/>
                  </a:cubicBezTo>
                  <a:cubicBezTo>
                    <a:pt x="10256" y="1244"/>
                    <a:pt x="10705" y="1162"/>
                    <a:pt x="11120" y="1162"/>
                  </a:cubicBezTo>
                  <a:close/>
                  <a:moveTo>
                    <a:pt x="10818" y="0"/>
                  </a:moveTo>
                  <a:cubicBezTo>
                    <a:pt x="10310" y="0"/>
                    <a:pt x="9771" y="90"/>
                    <a:pt x="9224" y="278"/>
                  </a:cubicBezTo>
                  <a:cubicBezTo>
                    <a:pt x="6847" y="1098"/>
                    <a:pt x="5809" y="3073"/>
                    <a:pt x="5257" y="4128"/>
                  </a:cubicBezTo>
                  <a:cubicBezTo>
                    <a:pt x="4453" y="5618"/>
                    <a:pt x="2445" y="4914"/>
                    <a:pt x="1072" y="7392"/>
                  </a:cubicBezTo>
                  <a:cubicBezTo>
                    <a:pt x="486" y="8463"/>
                    <a:pt x="151" y="9518"/>
                    <a:pt x="84" y="10472"/>
                  </a:cubicBezTo>
                  <a:cubicBezTo>
                    <a:pt x="1" y="11861"/>
                    <a:pt x="955" y="12815"/>
                    <a:pt x="2445" y="12815"/>
                  </a:cubicBezTo>
                  <a:lnTo>
                    <a:pt x="8789" y="12815"/>
                  </a:lnTo>
                  <a:cubicBezTo>
                    <a:pt x="11165" y="12815"/>
                    <a:pt x="11098" y="9986"/>
                    <a:pt x="11601" y="9200"/>
                  </a:cubicBezTo>
                  <a:cubicBezTo>
                    <a:pt x="12120" y="8413"/>
                    <a:pt x="15250" y="7860"/>
                    <a:pt x="15350" y="5450"/>
                  </a:cubicBezTo>
                  <a:cubicBezTo>
                    <a:pt x="15400" y="4730"/>
                    <a:pt x="14681" y="2990"/>
                    <a:pt x="13475" y="1249"/>
                  </a:cubicBezTo>
                  <a:cubicBezTo>
                    <a:pt x="12910" y="442"/>
                    <a:pt x="11941" y="0"/>
                    <a:pt x="108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6" name="Google Shape;8316;p19"/>
            <p:cNvSpPr/>
            <p:nvPr/>
          </p:nvSpPr>
          <p:spPr>
            <a:xfrm>
              <a:off x="4264650" y="2188575"/>
              <a:ext cx="74925" cy="89150"/>
            </a:xfrm>
            <a:custGeom>
              <a:avLst/>
              <a:gdLst/>
              <a:ahLst/>
              <a:cxnLst/>
              <a:rect l="l" t="t" r="r" b="b"/>
              <a:pathLst>
                <a:path w="2997" h="3566" extrusionOk="0">
                  <a:moveTo>
                    <a:pt x="2746" y="0"/>
                  </a:moveTo>
                  <a:cubicBezTo>
                    <a:pt x="2110" y="737"/>
                    <a:pt x="1725" y="1490"/>
                    <a:pt x="1423" y="2043"/>
                  </a:cubicBezTo>
                  <a:cubicBezTo>
                    <a:pt x="1122" y="2628"/>
                    <a:pt x="586" y="2879"/>
                    <a:pt x="0" y="3097"/>
                  </a:cubicBezTo>
                  <a:cubicBezTo>
                    <a:pt x="452" y="3264"/>
                    <a:pt x="921" y="3432"/>
                    <a:pt x="1423" y="3566"/>
                  </a:cubicBezTo>
                  <a:cubicBezTo>
                    <a:pt x="1892" y="3348"/>
                    <a:pt x="2310" y="3147"/>
                    <a:pt x="2578" y="2645"/>
                  </a:cubicBezTo>
                  <a:cubicBezTo>
                    <a:pt x="2712" y="2428"/>
                    <a:pt x="2829" y="2210"/>
                    <a:pt x="2997" y="1925"/>
                  </a:cubicBezTo>
                  <a:cubicBezTo>
                    <a:pt x="2879" y="1473"/>
                    <a:pt x="2762" y="787"/>
                    <a:pt x="2746"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7" name="Google Shape;8317;p19"/>
            <p:cNvSpPr/>
            <p:nvPr/>
          </p:nvSpPr>
          <p:spPr>
            <a:xfrm>
              <a:off x="4369275" y="2135800"/>
              <a:ext cx="79100" cy="64100"/>
            </a:xfrm>
            <a:custGeom>
              <a:avLst/>
              <a:gdLst/>
              <a:ahLst/>
              <a:cxnLst/>
              <a:rect l="l" t="t" r="r" b="b"/>
              <a:pathLst>
                <a:path w="3164" h="2564" extrusionOk="0">
                  <a:moveTo>
                    <a:pt x="2829" y="1"/>
                  </a:moveTo>
                  <a:cubicBezTo>
                    <a:pt x="2326" y="1"/>
                    <a:pt x="1782" y="99"/>
                    <a:pt x="1239" y="270"/>
                  </a:cubicBezTo>
                  <a:cubicBezTo>
                    <a:pt x="770" y="438"/>
                    <a:pt x="352" y="638"/>
                    <a:pt x="0" y="856"/>
                  </a:cubicBezTo>
                  <a:cubicBezTo>
                    <a:pt x="50" y="1174"/>
                    <a:pt x="50" y="1526"/>
                    <a:pt x="50" y="1894"/>
                  </a:cubicBezTo>
                  <a:cubicBezTo>
                    <a:pt x="50" y="2111"/>
                    <a:pt x="50" y="2329"/>
                    <a:pt x="17" y="2563"/>
                  </a:cubicBezTo>
                  <a:cubicBezTo>
                    <a:pt x="502" y="2111"/>
                    <a:pt x="1088" y="1693"/>
                    <a:pt x="1808" y="1425"/>
                  </a:cubicBezTo>
                  <a:cubicBezTo>
                    <a:pt x="2277" y="1241"/>
                    <a:pt x="2745" y="1174"/>
                    <a:pt x="3164" y="1174"/>
                  </a:cubicBezTo>
                  <a:cubicBezTo>
                    <a:pt x="3063" y="772"/>
                    <a:pt x="2980" y="387"/>
                    <a:pt x="2946" y="2"/>
                  </a:cubicBezTo>
                  <a:cubicBezTo>
                    <a:pt x="2907" y="1"/>
                    <a:pt x="2868" y="1"/>
                    <a:pt x="282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8" name="Google Shape;8318;p19"/>
            <p:cNvSpPr/>
            <p:nvPr/>
          </p:nvSpPr>
          <p:spPr>
            <a:xfrm>
              <a:off x="4199375" y="2154175"/>
              <a:ext cx="361575" cy="302250"/>
            </a:xfrm>
            <a:custGeom>
              <a:avLst/>
              <a:gdLst/>
              <a:ahLst/>
              <a:cxnLst/>
              <a:rect l="l" t="t" r="r" b="b"/>
              <a:pathLst>
                <a:path w="14463" h="12090" extrusionOk="0">
                  <a:moveTo>
                    <a:pt x="10496" y="955"/>
                  </a:moveTo>
                  <a:cubicBezTo>
                    <a:pt x="11383" y="955"/>
                    <a:pt x="12149" y="1322"/>
                    <a:pt x="12521" y="1996"/>
                  </a:cubicBezTo>
                  <a:cubicBezTo>
                    <a:pt x="13291" y="3419"/>
                    <a:pt x="13542" y="4808"/>
                    <a:pt x="13458" y="5427"/>
                  </a:cubicBezTo>
                  <a:cubicBezTo>
                    <a:pt x="13224" y="7369"/>
                    <a:pt x="10713" y="7804"/>
                    <a:pt x="10294" y="8440"/>
                  </a:cubicBezTo>
                  <a:cubicBezTo>
                    <a:pt x="9876" y="9059"/>
                    <a:pt x="9926" y="11369"/>
                    <a:pt x="8135" y="11386"/>
                  </a:cubicBezTo>
                  <a:lnTo>
                    <a:pt x="3348" y="11453"/>
                  </a:lnTo>
                  <a:cubicBezTo>
                    <a:pt x="3336" y="11453"/>
                    <a:pt x="3325" y="11453"/>
                    <a:pt x="3314" y="11453"/>
                  </a:cubicBezTo>
                  <a:cubicBezTo>
                    <a:pt x="2212" y="11453"/>
                    <a:pt x="1508" y="10655"/>
                    <a:pt x="1674" y="9528"/>
                  </a:cubicBezTo>
                  <a:cubicBezTo>
                    <a:pt x="1775" y="8725"/>
                    <a:pt x="2109" y="7854"/>
                    <a:pt x="2611" y="6967"/>
                  </a:cubicBezTo>
                  <a:cubicBezTo>
                    <a:pt x="3833" y="4925"/>
                    <a:pt x="5323" y="5528"/>
                    <a:pt x="6026" y="4289"/>
                  </a:cubicBezTo>
                  <a:cubicBezTo>
                    <a:pt x="6528" y="3419"/>
                    <a:pt x="7432" y="1828"/>
                    <a:pt x="9273" y="1176"/>
                  </a:cubicBezTo>
                  <a:cubicBezTo>
                    <a:pt x="9689" y="1027"/>
                    <a:pt x="10104" y="955"/>
                    <a:pt x="10496" y="955"/>
                  </a:cubicBezTo>
                  <a:close/>
                  <a:moveTo>
                    <a:pt x="10398" y="1"/>
                  </a:moveTo>
                  <a:cubicBezTo>
                    <a:pt x="9919" y="1"/>
                    <a:pt x="9399" y="86"/>
                    <a:pt x="8855" y="255"/>
                  </a:cubicBezTo>
                  <a:cubicBezTo>
                    <a:pt x="6595" y="958"/>
                    <a:pt x="5708" y="2866"/>
                    <a:pt x="5139" y="3921"/>
                  </a:cubicBezTo>
                  <a:cubicBezTo>
                    <a:pt x="4369" y="5360"/>
                    <a:pt x="2411" y="4607"/>
                    <a:pt x="1038" y="7017"/>
                  </a:cubicBezTo>
                  <a:cubicBezTo>
                    <a:pt x="469" y="8038"/>
                    <a:pt x="151" y="9059"/>
                    <a:pt x="84" y="10030"/>
                  </a:cubicBezTo>
                  <a:cubicBezTo>
                    <a:pt x="0" y="11369"/>
                    <a:pt x="737" y="12089"/>
                    <a:pt x="2176" y="12089"/>
                  </a:cubicBezTo>
                  <a:lnTo>
                    <a:pt x="8269" y="12089"/>
                  </a:lnTo>
                  <a:cubicBezTo>
                    <a:pt x="10512" y="12089"/>
                    <a:pt x="10244" y="9394"/>
                    <a:pt x="10713" y="8658"/>
                  </a:cubicBezTo>
                  <a:cubicBezTo>
                    <a:pt x="11198" y="7904"/>
                    <a:pt x="14295" y="7436"/>
                    <a:pt x="14412" y="5176"/>
                  </a:cubicBezTo>
                  <a:cubicBezTo>
                    <a:pt x="14462" y="4473"/>
                    <a:pt x="13826" y="2833"/>
                    <a:pt x="12722" y="1125"/>
                  </a:cubicBezTo>
                  <a:cubicBezTo>
                    <a:pt x="12213" y="369"/>
                    <a:pt x="11393" y="1"/>
                    <a:pt x="103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9" name="Google Shape;8319;p19"/>
          <p:cNvGrpSpPr/>
          <p:nvPr/>
        </p:nvGrpSpPr>
        <p:grpSpPr>
          <a:xfrm rot="2952480">
            <a:off x="318087" y="622301"/>
            <a:ext cx="348372" cy="283092"/>
            <a:chOff x="3883850" y="1662875"/>
            <a:chExt cx="361150" cy="293475"/>
          </a:xfrm>
        </p:grpSpPr>
        <p:sp>
          <p:nvSpPr>
            <p:cNvPr id="8320" name="Google Shape;8320;p19"/>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1" name="Google Shape;8321;p19"/>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2" name="Google Shape;8322;p19"/>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3" name="Google Shape;8323;p19"/>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4" name="Google Shape;8324;p19"/>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5" name="Google Shape;8325;p19"/>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6" name="Google Shape;8326;p19"/>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7" name="Google Shape;8327;p19"/>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8" name="Google Shape;8328;p19"/>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9" name="Google Shape;8329;p19"/>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0" name="Google Shape;8330;p19"/>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1" name="Google Shape;8331;p19"/>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2" name="Google Shape;8332;p19"/>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3" name="Google Shape;8333;p19"/>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4" name="Google Shape;8334;p19"/>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5" name="Google Shape;8335;p19"/>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6" name="Google Shape;8336;p19"/>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7" name="Google Shape;8337;p19"/>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8" name="Google Shape;8338;p19"/>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9" name="Google Shape;8339;p19"/>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0" name="Google Shape;8340;p19"/>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1" name="Google Shape;8341;p19"/>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2" name="Google Shape;8342;p19"/>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3" name="Google Shape;8343;p19"/>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4" name="Google Shape;8344;p19"/>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5" name="Google Shape;8345;p19"/>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46" name="Google Shape;8346;p19"/>
          <p:cNvGrpSpPr/>
          <p:nvPr/>
        </p:nvGrpSpPr>
        <p:grpSpPr>
          <a:xfrm rot="-1811716" flipH="1">
            <a:off x="8610927" y="4421831"/>
            <a:ext cx="193361" cy="118994"/>
            <a:chOff x="5492850" y="1205450"/>
            <a:chExt cx="260725" cy="160450"/>
          </a:xfrm>
        </p:grpSpPr>
        <p:sp>
          <p:nvSpPr>
            <p:cNvPr id="8347" name="Google Shape;8347;p19"/>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rgbClr val="8E8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8" name="Google Shape;8348;p19"/>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B5A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9" name="Google Shape;8349;p19"/>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0" name="Google Shape;8350;p19"/>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1" name="Google Shape;8351;p19"/>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rgbClr val="5952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2" name="Google Shape;8352;p19"/>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rgbClr val="443E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53" name="Google Shape;8353;p19"/>
          <p:cNvSpPr txBox="1">
            <a:spLocks noGrp="1"/>
          </p:cNvSpPr>
          <p:nvPr>
            <p:ph type="title"/>
          </p:nvPr>
        </p:nvSpPr>
        <p:spPr>
          <a:xfrm>
            <a:off x="713225" y="1520300"/>
            <a:ext cx="1623000" cy="4338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accent2"/>
              </a:buClr>
              <a:buSzPts val="2500"/>
              <a:buNone/>
              <a:defRPr sz="2200">
                <a:solidFill>
                  <a:schemeClr val="accent5"/>
                </a:solidFill>
              </a:defRPr>
            </a:lvl1pPr>
            <a:lvl2pPr lvl="1" algn="ctr" rtl="0">
              <a:spcBef>
                <a:spcPts val="0"/>
              </a:spcBef>
              <a:spcAft>
                <a:spcPts val="0"/>
              </a:spcAft>
              <a:buClr>
                <a:schemeClr val="accent2"/>
              </a:buClr>
              <a:buSzPts val="2500"/>
              <a:buNone/>
              <a:defRPr sz="2500">
                <a:solidFill>
                  <a:schemeClr val="accent2"/>
                </a:solidFill>
              </a:defRPr>
            </a:lvl2pPr>
            <a:lvl3pPr lvl="2" algn="ctr" rtl="0">
              <a:spcBef>
                <a:spcPts val="0"/>
              </a:spcBef>
              <a:spcAft>
                <a:spcPts val="0"/>
              </a:spcAft>
              <a:buClr>
                <a:schemeClr val="accent2"/>
              </a:buClr>
              <a:buSzPts val="2500"/>
              <a:buNone/>
              <a:defRPr sz="2500">
                <a:solidFill>
                  <a:schemeClr val="accent2"/>
                </a:solidFill>
              </a:defRPr>
            </a:lvl3pPr>
            <a:lvl4pPr lvl="3" algn="ctr" rtl="0">
              <a:spcBef>
                <a:spcPts val="0"/>
              </a:spcBef>
              <a:spcAft>
                <a:spcPts val="0"/>
              </a:spcAft>
              <a:buClr>
                <a:schemeClr val="accent2"/>
              </a:buClr>
              <a:buSzPts val="2500"/>
              <a:buNone/>
              <a:defRPr sz="2500">
                <a:solidFill>
                  <a:schemeClr val="accent2"/>
                </a:solidFill>
              </a:defRPr>
            </a:lvl4pPr>
            <a:lvl5pPr lvl="4" algn="ctr" rtl="0">
              <a:spcBef>
                <a:spcPts val="0"/>
              </a:spcBef>
              <a:spcAft>
                <a:spcPts val="0"/>
              </a:spcAft>
              <a:buClr>
                <a:schemeClr val="accent2"/>
              </a:buClr>
              <a:buSzPts val="2500"/>
              <a:buNone/>
              <a:defRPr sz="2500">
                <a:solidFill>
                  <a:schemeClr val="accent2"/>
                </a:solidFill>
              </a:defRPr>
            </a:lvl5pPr>
            <a:lvl6pPr lvl="5" algn="ctr" rtl="0">
              <a:spcBef>
                <a:spcPts val="0"/>
              </a:spcBef>
              <a:spcAft>
                <a:spcPts val="0"/>
              </a:spcAft>
              <a:buClr>
                <a:schemeClr val="accent2"/>
              </a:buClr>
              <a:buSzPts val="2500"/>
              <a:buNone/>
              <a:defRPr sz="2500">
                <a:solidFill>
                  <a:schemeClr val="accent2"/>
                </a:solidFill>
              </a:defRPr>
            </a:lvl6pPr>
            <a:lvl7pPr lvl="6" algn="ctr" rtl="0">
              <a:spcBef>
                <a:spcPts val="0"/>
              </a:spcBef>
              <a:spcAft>
                <a:spcPts val="0"/>
              </a:spcAft>
              <a:buClr>
                <a:schemeClr val="accent2"/>
              </a:buClr>
              <a:buSzPts val="2500"/>
              <a:buNone/>
              <a:defRPr sz="2500">
                <a:solidFill>
                  <a:schemeClr val="accent2"/>
                </a:solidFill>
              </a:defRPr>
            </a:lvl7pPr>
            <a:lvl8pPr lvl="7" algn="ctr" rtl="0">
              <a:spcBef>
                <a:spcPts val="0"/>
              </a:spcBef>
              <a:spcAft>
                <a:spcPts val="0"/>
              </a:spcAft>
              <a:buClr>
                <a:schemeClr val="accent2"/>
              </a:buClr>
              <a:buSzPts val="2500"/>
              <a:buNone/>
              <a:defRPr sz="2500">
                <a:solidFill>
                  <a:schemeClr val="accent2"/>
                </a:solidFill>
              </a:defRPr>
            </a:lvl8pPr>
            <a:lvl9pPr lvl="8" algn="ctr" rtl="0">
              <a:spcBef>
                <a:spcPts val="0"/>
              </a:spcBef>
              <a:spcAft>
                <a:spcPts val="0"/>
              </a:spcAft>
              <a:buClr>
                <a:schemeClr val="accent2"/>
              </a:buClr>
              <a:buSzPts val="2500"/>
              <a:buNone/>
              <a:defRPr sz="2500">
                <a:solidFill>
                  <a:schemeClr val="accent2"/>
                </a:solidFill>
              </a:defRPr>
            </a:lvl9pPr>
          </a:lstStyle>
          <a:p>
            <a:endParaRPr/>
          </a:p>
        </p:txBody>
      </p:sp>
      <p:sp>
        <p:nvSpPr>
          <p:cNvPr id="8354" name="Google Shape;8354;p19"/>
          <p:cNvSpPr txBox="1">
            <a:spLocks noGrp="1"/>
          </p:cNvSpPr>
          <p:nvPr>
            <p:ph type="subTitle" idx="1"/>
          </p:nvPr>
        </p:nvSpPr>
        <p:spPr>
          <a:xfrm>
            <a:off x="713225" y="1955900"/>
            <a:ext cx="1623000" cy="77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55" name="Google Shape;8355;p19"/>
          <p:cNvSpPr txBox="1">
            <a:spLocks noGrp="1"/>
          </p:cNvSpPr>
          <p:nvPr>
            <p:ph type="title" idx="2"/>
          </p:nvPr>
        </p:nvSpPr>
        <p:spPr>
          <a:xfrm>
            <a:off x="2949000" y="1520300"/>
            <a:ext cx="1620900" cy="43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accent2"/>
              </a:buClr>
              <a:buSzPts val="2500"/>
              <a:buNone/>
              <a:defRPr sz="2200">
                <a:solidFill>
                  <a:schemeClr val="accent5"/>
                </a:solidFill>
              </a:defRPr>
            </a:lvl1pPr>
            <a:lvl2pPr lvl="1" algn="ctr" rtl="0">
              <a:spcBef>
                <a:spcPts val="0"/>
              </a:spcBef>
              <a:spcAft>
                <a:spcPts val="0"/>
              </a:spcAft>
              <a:buClr>
                <a:schemeClr val="accent2"/>
              </a:buClr>
              <a:buSzPts val="2500"/>
              <a:buNone/>
              <a:defRPr sz="2500">
                <a:solidFill>
                  <a:schemeClr val="accent2"/>
                </a:solidFill>
              </a:defRPr>
            </a:lvl2pPr>
            <a:lvl3pPr lvl="2" algn="ctr" rtl="0">
              <a:spcBef>
                <a:spcPts val="0"/>
              </a:spcBef>
              <a:spcAft>
                <a:spcPts val="0"/>
              </a:spcAft>
              <a:buClr>
                <a:schemeClr val="accent2"/>
              </a:buClr>
              <a:buSzPts val="2500"/>
              <a:buNone/>
              <a:defRPr sz="2500">
                <a:solidFill>
                  <a:schemeClr val="accent2"/>
                </a:solidFill>
              </a:defRPr>
            </a:lvl3pPr>
            <a:lvl4pPr lvl="3" algn="ctr" rtl="0">
              <a:spcBef>
                <a:spcPts val="0"/>
              </a:spcBef>
              <a:spcAft>
                <a:spcPts val="0"/>
              </a:spcAft>
              <a:buClr>
                <a:schemeClr val="accent2"/>
              </a:buClr>
              <a:buSzPts val="2500"/>
              <a:buNone/>
              <a:defRPr sz="2500">
                <a:solidFill>
                  <a:schemeClr val="accent2"/>
                </a:solidFill>
              </a:defRPr>
            </a:lvl4pPr>
            <a:lvl5pPr lvl="4" algn="ctr" rtl="0">
              <a:spcBef>
                <a:spcPts val="0"/>
              </a:spcBef>
              <a:spcAft>
                <a:spcPts val="0"/>
              </a:spcAft>
              <a:buClr>
                <a:schemeClr val="accent2"/>
              </a:buClr>
              <a:buSzPts val="2500"/>
              <a:buNone/>
              <a:defRPr sz="2500">
                <a:solidFill>
                  <a:schemeClr val="accent2"/>
                </a:solidFill>
              </a:defRPr>
            </a:lvl5pPr>
            <a:lvl6pPr lvl="5" algn="ctr" rtl="0">
              <a:spcBef>
                <a:spcPts val="0"/>
              </a:spcBef>
              <a:spcAft>
                <a:spcPts val="0"/>
              </a:spcAft>
              <a:buClr>
                <a:schemeClr val="accent2"/>
              </a:buClr>
              <a:buSzPts val="2500"/>
              <a:buNone/>
              <a:defRPr sz="2500">
                <a:solidFill>
                  <a:schemeClr val="accent2"/>
                </a:solidFill>
              </a:defRPr>
            </a:lvl6pPr>
            <a:lvl7pPr lvl="6" algn="ctr" rtl="0">
              <a:spcBef>
                <a:spcPts val="0"/>
              </a:spcBef>
              <a:spcAft>
                <a:spcPts val="0"/>
              </a:spcAft>
              <a:buClr>
                <a:schemeClr val="accent2"/>
              </a:buClr>
              <a:buSzPts val="2500"/>
              <a:buNone/>
              <a:defRPr sz="2500">
                <a:solidFill>
                  <a:schemeClr val="accent2"/>
                </a:solidFill>
              </a:defRPr>
            </a:lvl7pPr>
            <a:lvl8pPr lvl="7" algn="ctr" rtl="0">
              <a:spcBef>
                <a:spcPts val="0"/>
              </a:spcBef>
              <a:spcAft>
                <a:spcPts val="0"/>
              </a:spcAft>
              <a:buClr>
                <a:schemeClr val="accent2"/>
              </a:buClr>
              <a:buSzPts val="2500"/>
              <a:buNone/>
              <a:defRPr sz="2500">
                <a:solidFill>
                  <a:schemeClr val="accent2"/>
                </a:solidFill>
              </a:defRPr>
            </a:lvl8pPr>
            <a:lvl9pPr lvl="8" algn="ctr" rtl="0">
              <a:spcBef>
                <a:spcPts val="0"/>
              </a:spcBef>
              <a:spcAft>
                <a:spcPts val="0"/>
              </a:spcAft>
              <a:buClr>
                <a:schemeClr val="accent2"/>
              </a:buClr>
              <a:buSzPts val="2500"/>
              <a:buNone/>
              <a:defRPr sz="2500">
                <a:solidFill>
                  <a:schemeClr val="accent2"/>
                </a:solidFill>
              </a:defRPr>
            </a:lvl9pPr>
          </a:lstStyle>
          <a:p>
            <a:endParaRPr/>
          </a:p>
        </p:txBody>
      </p:sp>
      <p:sp>
        <p:nvSpPr>
          <p:cNvPr id="8356" name="Google Shape;8356;p19"/>
          <p:cNvSpPr txBox="1">
            <a:spLocks noGrp="1"/>
          </p:cNvSpPr>
          <p:nvPr>
            <p:ph type="subTitle" idx="3"/>
          </p:nvPr>
        </p:nvSpPr>
        <p:spPr>
          <a:xfrm>
            <a:off x="2949001" y="1955900"/>
            <a:ext cx="1623000" cy="77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57" name="Google Shape;8357;p19"/>
          <p:cNvSpPr txBox="1">
            <a:spLocks noGrp="1"/>
          </p:cNvSpPr>
          <p:nvPr>
            <p:ph type="title" idx="4"/>
          </p:nvPr>
        </p:nvSpPr>
        <p:spPr>
          <a:xfrm>
            <a:off x="713225" y="3028150"/>
            <a:ext cx="1620900" cy="4338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accent2"/>
              </a:buClr>
              <a:buSzPts val="2500"/>
              <a:buNone/>
              <a:defRPr sz="2200">
                <a:solidFill>
                  <a:schemeClr val="accent5"/>
                </a:solidFill>
              </a:defRPr>
            </a:lvl1pPr>
            <a:lvl2pPr lvl="1" algn="ctr" rtl="0">
              <a:spcBef>
                <a:spcPts val="0"/>
              </a:spcBef>
              <a:spcAft>
                <a:spcPts val="0"/>
              </a:spcAft>
              <a:buClr>
                <a:schemeClr val="accent2"/>
              </a:buClr>
              <a:buSzPts val="2500"/>
              <a:buNone/>
              <a:defRPr sz="2500">
                <a:solidFill>
                  <a:schemeClr val="accent2"/>
                </a:solidFill>
              </a:defRPr>
            </a:lvl2pPr>
            <a:lvl3pPr lvl="2" algn="ctr" rtl="0">
              <a:spcBef>
                <a:spcPts val="0"/>
              </a:spcBef>
              <a:spcAft>
                <a:spcPts val="0"/>
              </a:spcAft>
              <a:buClr>
                <a:schemeClr val="accent2"/>
              </a:buClr>
              <a:buSzPts val="2500"/>
              <a:buNone/>
              <a:defRPr sz="2500">
                <a:solidFill>
                  <a:schemeClr val="accent2"/>
                </a:solidFill>
              </a:defRPr>
            </a:lvl3pPr>
            <a:lvl4pPr lvl="3" algn="ctr" rtl="0">
              <a:spcBef>
                <a:spcPts val="0"/>
              </a:spcBef>
              <a:spcAft>
                <a:spcPts val="0"/>
              </a:spcAft>
              <a:buClr>
                <a:schemeClr val="accent2"/>
              </a:buClr>
              <a:buSzPts val="2500"/>
              <a:buNone/>
              <a:defRPr sz="2500">
                <a:solidFill>
                  <a:schemeClr val="accent2"/>
                </a:solidFill>
              </a:defRPr>
            </a:lvl4pPr>
            <a:lvl5pPr lvl="4" algn="ctr" rtl="0">
              <a:spcBef>
                <a:spcPts val="0"/>
              </a:spcBef>
              <a:spcAft>
                <a:spcPts val="0"/>
              </a:spcAft>
              <a:buClr>
                <a:schemeClr val="accent2"/>
              </a:buClr>
              <a:buSzPts val="2500"/>
              <a:buNone/>
              <a:defRPr sz="2500">
                <a:solidFill>
                  <a:schemeClr val="accent2"/>
                </a:solidFill>
              </a:defRPr>
            </a:lvl5pPr>
            <a:lvl6pPr lvl="5" algn="ctr" rtl="0">
              <a:spcBef>
                <a:spcPts val="0"/>
              </a:spcBef>
              <a:spcAft>
                <a:spcPts val="0"/>
              </a:spcAft>
              <a:buClr>
                <a:schemeClr val="accent2"/>
              </a:buClr>
              <a:buSzPts val="2500"/>
              <a:buNone/>
              <a:defRPr sz="2500">
                <a:solidFill>
                  <a:schemeClr val="accent2"/>
                </a:solidFill>
              </a:defRPr>
            </a:lvl6pPr>
            <a:lvl7pPr lvl="6" algn="ctr" rtl="0">
              <a:spcBef>
                <a:spcPts val="0"/>
              </a:spcBef>
              <a:spcAft>
                <a:spcPts val="0"/>
              </a:spcAft>
              <a:buClr>
                <a:schemeClr val="accent2"/>
              </a:buClr>
              <a:buSzPts val="2500"/>
              <a:buNone/>
              <a:defRPr sz="2500">
                <a:solidFill>
                  <a:schemeClr val="accent2"/>
                </a:solidFill>
              </a:defRPr>
            </a:lvl7pPr>
            <a:lvl8pPr lvl="7" algn="ctr" rtl="0">
              <a:spcBef>
                <a:spcPts val="0"/>
              </a:spcBef>
              <a:spcAft>
                <a:spcPts val="0"/>
              </a:spcAft>
              <a:buClr>
                <a:schemeClr val="accent2"/>
              </a:buClr>
              <a:buSzPts val="2500"/>
              <a:buNone/>
              <a:defRPr sz="2500">
                <a:solidFill>
                  <a:schemeClr val="accent2"/>
                </a:solidFill>
              </a:defRPr>
            </a:lvl8pPr>
            <a:lvl9pPr lvl="8" algn="ctr" rtl="0">
              <a:spcBef>
                <a:spcPts val="0"/>
              </a:spcBef>
              <a:spcAft>
                <a:spcPts val="0"/>
              </a:spcAft>
              <a:buClr>
                <a:schemeClr val="accent2"/>
              </a:buClr>
              <a:buSzPts val="2500"/>
              <a:buNone/>
              <a:defRPr sz="2500">
                <a:solidFill>
                  <a:schemeClr val="accent2"/>
                </a:solidFill>
              </a:defRPr>
            </a:lvl9pPr>
          </a:lstStyle>
          <a:p>
            <a:endParaRPr/>
          </a:p>
        </p:txBody>
      </p:sp>
      <p:sp>
        <p:nvSpPr>
          <p:cNvPr id="8358" name="Google Shape;8358;p19"/>
          <p:cNvSpPr txBox="1">
            <a:spLocks noGrp="1"/>
          </p:cNvSpPr>
          <p:nvPr>
            <p:ph type="subTitle" idx="5"/>
          </p:nvPr>
        </p:nvSpPr>
        <p:spPr>
          <a:xfrm>
            <a:off x="713225" y="3461950"/>
            <a:ext cx="1623000" cy="77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59" name="Google Shape;8359;p19"/>
          <p:cNvSpPr txBox="1">
            <a:spLocks noGrp="1"/>
          </p:cNvSpPr>
          <p:nvPr>
            <p:ph type="title" idx="6"/>
          </p:nvPr>
        </p:nvSpPr>
        <p:spPr>
          <a:xfrm>
            <a:off x="2949000" y="3028149"/>
            <a:ext cx="1620900" cy="4338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accent2"/>
              </a:buClr>
              <a:buSzPts val="2500"/>
              <a:buNone/>
              <a:defRPr sz="2200">
                <a:solidFill>
                  <a:schemeClr val="accent5"/>
                </a:solidFill>
              </a:defRPr>
            </a:lvl1pPr>
            <a:lvl2pPr lvl="1" algn="ctr" rtl="0">
              <a:spcBef>
                <a:spcPts val="0"/>
              </a:spcBef>
              <a:spcAft>
                <a:spcPts val="0"/>
              </a:spcAft>
              <a:buClr>
                <a:schemeClr val="accent2"/>
              </a:buClr>
              <a:buSzPts val="2500"/>
              <a:buNone/>
              <a:defRPr sz="2500">
                <a:solidFill>
                  <a:schemeClr val="accent2"/>
                </a:solidFill>
              </a:defRPr>
            </a:lvl2pPr>
            <a:lvl3pPr lvl="2" algn="ctr" rtl="0">
              <a:spcBef>
                <a:spcPts val="0"/>
              </a:spcBef>
              <a:spcAft>
                <a:spcPts val="0"/>
              </a:spcAft>
              <a:buClr>
                <a:schemeClr val="accent2"/>
              </a:buClr>
              <a:buSzPts val="2500"/>
              <a:buNone/>
              <a:defRPr sz="2500">
                <a:solidFill>
                  <a:schemeClr val="accent2"/>
                </a:solidFill>
              </a:defRPr>
            </a:lvl3pPr>
            <a:lvl4pPr lvl="3" algn="ctr" rtl="0">
              <a:spcBef>
                <a:spcPts val="0"/>
              </a:spcBef>
              <a:spcAft>
                <a:spcPts val="0"/>
              </a:spcAft>
              <a:buClr>
                <a:schemeClr val="accent2"/>
              </a:buClr>
              <a:buSzPts val="2500"/>
              <a:buNone/>
              <a:defRPr sz="2500">
                <a:solidFill>
                  <a:schemeClr val="accent2"/>
                </a:solidFill>
              </a:defRPr>
            </a:lvl4pPr>
            <a:lvl5pPr lvl="4" algn="ctr" rtl="0">
              <a:spcBef>
                <a:spcPts val="0"/>
              </a:spcBef>
              <a:spcAft>
                <a:spcPts val="0"/>
              </a:spcAft>
              <a:buClr>
                <a:schemeClr val="accent2"/>
              </a:buClr>
              <a:buSzPts val="2500"/>
              <a:buNone/>
              <a:defRPr sz="2500">
                <a:solidFill>
                  <a:schemeClr val="accent2"/>
                </a:solidFill>
              </a:defRPr>
            </a:lvl5pPr>
            <a:lvl6pPr lvl="5" algn="ctr" rtl="0">
              <a:spcBef>
                <a:spcPts val="0"/>
              </a:spcBef>
              <a:spcAft>
                <a:spcPts val="0"/>
              </a:spcAft>
              <a:buClr>
                <a:schemeClr val="accent2"/>
              </a:buClr>
              <a:buSzPts val="2500"/>
              <a:buNone/>
              <a:defRPr sz="2500">
                <a:solidFill>
                  <a:schemeClr val="accent2"/>
                </a:solidFill>
              </a:defRPr>
            </a:lvl6pPr>
            <a:lvl7pPr lvl="6" algn="ctr" rtl="0">
              <a:spcBef>
                <a:spcPts val="0"/>
              </a:spcBef>
              <a:spcAft>
                <a:spcPts val="0"/>
              </a:spcAft>
              <a:buClr>
                <a:schemeClr val="accent2"/>
              </a:buClr>
              <a:buSzPts val="2500"/>
              <a:buNone/>
              <a:defRPr sz="2500">
                <a:solidFill>
                  <a:schemeClr val="accent2"/>
                </a:solidFill>
              </a:defRPr>
            </a:lvl7pPr>
            <a:lvl8pPr lvl="7" algn="ctr" rtl="0">
              <a:spcBef>
                <a:spcPts val="0"/>
              </a:spcBef>
              <a:spcAft>
                <a:spcPts val="0"/>
              </a:spcAft>
              <a:buClr>
                <a:schemeClr val="accent2"/>
              </a:buClr>
              <a:buSzPts val="2500"/>
              <a:buNone/>
              <a:defRPr sz="2500">
                <a:solidFill>
                  <a:schemeClr val="accent2"/>
                </a:solidFill>
              </a:defRPr>
            </a:lvl8pPr>
            <a:lvl9pPr lvl="8" algn="ctr" rtl="0">
              <a:spcBef>
                <a:spcPts val="0"/>
              </a:spcBef>
              <a:spcAft>
                <a:spcPts val="0"/>
              </a:spcAft>
              <a:buClr>
                <a:schemeClr val="accent2"/>
              </a:buClr>
              <a:buSzPts val="2500"/>
              <a:buNone/>
              <a:defRPr sz="2500">
                <a:solidFill>
                  <a:schemeClr val="accent2"/>
                </a:solidFill>
              </a:defRPr>
            </a:lvl9pPr>
          </a:lstStyle>
          <a:p>
            <a:endParaRPr/>
          </a:p>
        </p:txBody>
      </p:sp>
      <p:sp>
        <p:nvSpPr>
          <p:cNvPr id="8360" name="Google Shape;8360;p19"/>
          <p:cNvSpPr txBox="1">
            <a:spLocks noGrp="1"/>
          </p:cNvSpPr>
          <p:nvPr>
            <p:ph type="subTitle" idx="7"/>
          </p:nvPr>
        </p:nvSpPr>
        <p:spPr>
          <a:xfrm>
            <a:off x="2949001" y="3461950"/>
            <a:ext cx="1623000" cy="77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361" name="Google Shape;8361;p19"/>
          <p:cNvSpPr txBox="1">
            <a:spLocks noGrp="1"/>
          </p:cNvSpPr>
          <p:nvPr>
            <p:ph type="title" idx="8"/>
          </p:nvPr>
        </p:nvSpPr>
        <p:spPr>
          <a:xfrm>
            <a:off x="713225" y="539500"/>
            <a:ext cx="7717500" cy="5904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3000"/>
              <a:buNone/>
              <a:defRPr sz="3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13">
    <p:spTree>
      <p:nvGrpSpPr>
        <p:cNvPr id="1" name="Shape 9789"/>
        <p:cNvGrpSpPr/>
        <p:nvPr/>
      </p:nvGrpSpPr>
      <p:grpSpPr>
        <a:xfrm>
          <a:off x="0" y="0"/>
          <a:ext cx="0" cy="0"/>
          <a:chOff x="0" y="0"/>
          <a:chExt cx="0" cy="0"/>
        </a:xfrm>
      </p:grpSpPr>
      <p:grpSp>
        <p:nvGrpSpPr>
          <p:cNvPr id="9790" name="Google Shape;9790;p23"/>
          <p:cNvGrpSpPr/>
          <p:nvPr/>
        </p:nvGrpSpPr>
        <p:grpSpPr>
          <a:xfrm rot="1574134">
            <a:off x="3441138" y="4663966"/>
            <a:ext cx="2261716" cy="949902"/>
            <a:chOff x="1411350" y="554900"/>
            <a:chExt cx="1298300" cy="545275"/>
          </a:xfrm>
        </p:grpSpPr>
        <p:sp>
          <p:nvSpPr>
            <p:cNvPr id="9791" name="Google Shape;9791;p23"/>
            <p:cNvSpPr/>
            <p:nvPr/>
          </p:nvSpPr>
          <p:spPr>
            <a:xfrm>
              <a:off x="1411350" y="555300"/>
              <a:ext cx="1298300" cy="544875"/>
            </a:xfrm>
            <a:custGeom>
              <a:avLst/>
              <a:gdLst/>
              <a:ahLst/>
              <a:cxnLst/>
              <a:rect l="l" t="t" r="r" b="b"/>
              <a:pathLst>
                <a:path w="51932" h="21795" extrusionOk="0">
                  <a:moveTo>
                    <a:pt x="21160" y="685"/>
                  </a:moveTo>
                  <a:cubicBezTo>
                    <a:pt x="11439" y="685"/>
                    <a:pt x="0" y="6642"/>
                    <a:pt x="695" y="11818"/>
                  </a:cubicBezTo>
                  <a:cubicBezTo>
                    <a:pt x="1515" y="17928"/>
                    <a:pt x="11441" y="21794"/>
                    <a:pt x="26305" y="21794"/>
                  </a:cubicBezTo>
                  <a:cubicBezTo>
                    <a:pt x="39612" y="21794"/>
                    <a:pt x="51932" y="12588"/>
                    <a:pt x="47664" y="6295"/>
                  </a:cubicBezTo>
                  <a:cubicBezTo>
                    <a:pt x="43395" y="1"/>
                    <a:pt x="37219" y="4353"/>
                    <a:pt x="26171" y="1306"/>
                  </a:cubicBezTo>
                  <a:cubicBezTo>
                    <a:pt x="24611" y="879"/>
                    <a:pt x="22914" y="685"/>
                    <a:pt x="21160" y="68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2" name="Google Shape;9792;p23"/>
            <p:cNvSpPr/>
            <p:nvPr/>
          </p:nvSpPr>
          <p:spPr>
            <a:xfrm>
              <a:off x="1451675" y="627700"/>
              <a:ext cx="1206100" cy="430725"/>
            </a:xfrm>
            <a:custGeom>
              <a:avLst/>
              <a:gdLst/>
              <a:ahLst/>
              <a:cxnLst/>
              <a:rect l="l" t="t" r="r" b="b"/>
              <a:pathLst>
                <a:path w="48244" h="17229" extrusionOk="0">
                  <a:moveTo>
                    <a:pt x="20236" y="218"/>
                  </a:moveTo>
                  <a:cubicBezTo>
                    <a:pt x="10022" y="218"/>
                    <a:pt x="0" y="3725"/>
                    <a:pt x="773" y="8604"/>
                  </a:cubicBezTo>
                  <a:cubicBezTo>
                    <a:pt x="1610" y="13906"/>
                    <a:pt x="10561" y="17228"/>
                    <a:pt x="23915" y="17228"/>
                  </a:cubicBezTo>
                  <a:cubicBezTo>
                    <a:pt x="24178" y="17228"/>
                    <a:pt x="24443" y="17227"/>
                    <a:pt x="24709" y="17225"/>
                  </a:cubicBezTo>
                  <a:cubicBezTo>
                    <a:pt x="37062" y="17124"/>
                    <a:pt x="48243" y="8939"/>
                    <a:pt x="44293" y="3332"/>
                  </a:cubicBezTo>
                  <a:cubicBezTo>
                    <a:pt x="41950" y="1"/>
                    <a:pt x="34032" y="1122"/>
                    <a:pt x="23437" y="335"/>
                  </a:cubicBezTo>
                  <a:cubicBezTo>
                    <a:pt x="22376" y="256"/>
                    <a:pt x="21305" y="218"/>
                    <a:pt x="20236" y="21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3" name="Google Shape;9793;p23"/>
            <p:cNvSpPr/>
            <p:nvPr/>
          </p:nvSpPr>
          <p:spPr>
            <a:xfrm>
              <a:off x="1421225" y="554900"/>
              <a:ext cx="1204325" cy="288750"/>
            </a:xfrm>
            <a:custGeom>
              <a:avLst/>
              <a:gdLst/>
              <a:ahLst/>
              <a:cxnLst/>
              <a:rect l="l" t="t" r="r" b="b"/>
              <a:pathLst>
                <a:path w="48173" h="11550" extrusionOk="0">
                  <a:moveTo>
                    <a:pt x="20753" y="698"/>
                  </a:moveTo>
                  <a:cubicBezTo>
                    <a:pt x="11203" y="698"/>
                    <a:pt x="1" y="6446"/>
                    <a:pt x="284" y="11550"/>
                  </a:cubicBezTo>
                  <a:cubicBezTo>
                    <a:pt x="523" y="6533"/>
                    <a:pt x="11450" y="1054"/>
                    <a:pt x="20773" y="1054"/>
                  </a:cubicBezTo>
                  <a:cubicBezTo>
                    <a:pt x="22525" y="1054"/>
                    <a:pt x="24220" y="1248"/>
                    <a:pt x="25776" y="1674"/>
                  </a:cubicBezTo>
                  <a:cubicBezTo>
                    <a:pt x="36824" y="4720"/>
                    <a:pt x="43000" y="368"/>
                    <a:pt x="47269" y="6662"/>
                  </a:cubicBezTo>
                  <a:cubicBezTo>
                    <a:pt x="47821" y="7482"/>
                    <a:pt x="48089" y="8336"/>
                    <a:pt x="48122" y="9223"/>
                  </a:cubicBezTo>
                  <a:cubicBezTo>
                    <a:pt x="48173" y="8219"/>
                    <a:pt x="47905" y="7231"/>
                    <a:pt x="47269" y="6311"/>
                  </a:cubicBezTo>
                  <a:cubicBezTo>
                    <a:pt x="43000" y="0"/>
                    <a:pt x="36857" y="4352"/>
                    <a:pt x="25776" y="1322"/>
                  </a:cubicBezTo>
                  <a:cubicBezTo>
                    <a:pt x="24213" y="893"/>
                    <a:pt x="22511" y="698"/>
                    <a:pt x="20753" y="69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4" name="Google Shape;9794;p23"/>
            <p:cNvSpPr/>
            <p:nvPr/>
          </p:nvSpPr>
          <p:spPr>
            <a:xfrm>
              <a:off x="1429550" y="748225"/>
              <a:ext cx="1234450" cy="351525"/>
            </a:xfrm>
            <a:custGeom>
              <a:avLst/>
              <a:gdLst/>
              <a:ahLst/>
              <a:cxnLst/>
              <a:rect l="l" t="t" r="r" b="b"/>
              <a:pathLst>
                <a:path w="49378" h="14061" extrusionOk="0">
                  <a:moveTo>
                    <a:pt x="47605" y="0"/>
                  </a:moveTo>
                  <a:lnTo>
                    <a:pt x="47605" y="0"/>
                  </a:lnTo>
                  <a:cubicBezTo>
                    <a:pt x="48576" y="6093"/>
                    <a:pt x="37411" y="13508"/>
                    <a:pt x="25460" y="13508"/>
                  </a:cubicBezTo>
                  <a:cubicBezTo>
                    <a:pt x="11266" y="13508"/>
                    <a:pt x="1557" y="9960"/>
                    <a:pt x="1" y="4302"/>
                  </a:cubicBezTo>
                  <a:lnTo>
                    <a:pt x="1" y="4302"/>
                  </a:lnTo>
                  <a:cubicBezTo>
                    <a:pt x="1055" y="10278"/>
                    <a:pt x="10898" y="14061"/>
                    <a:pt x="25577" y="14061"/>
                  </a:cubicBezTo>
                  <a:cubicBezTo>
                    <a:pt x="25590" y="14061"/>
                    <a:pt x="25603" y="14061"/>
                    <a:pt x="25616" y="14061"/>
                  </a:cubicBezTo>
                  <a:cubicBezTo>
                    <a:pt x="37921" y="14061"/>
                    <a:pt x="49378" y="6170"/>
                    <a:pt x="476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5" name="Google Shape;9795;p23"/>
            <p:cNvSpPr/>
            <p:nvPr/>
          </p:nvSpPr>
          <p:spPr>
            <a:xfrm>
              <a:off x="1450650" y="624525"/>
              <a:ext cx="1121325" cy="423400"/>
            </a:xfrm>
            <a:custGeom>
              <a:avLst/>
              <a:gdLst/>
              <a:ahLst/>
              <a:cxnLst/>
              <a:rect l="l" t="t" r="r" b="b"/>
              <a:pathLst>
                <a:path w="44853" h="16936" extrusionOk="0">
                  <a:moveTo>
                    <a:pt x="17938" y="1"/>
                  </a:moveTo>
                  <a:cubicBezTo>
                    <a:pt x="10036" y="1"/>
                    <a:pt x="5951" y="1695"/>
                    <a:pt x="2990" y="6472"/>
                  </a:cubicBezTo>
                  <a:cubicBezTo>
                    <a:pt x="1" y="11312"/>
                    <a:pt x="11439" y="16936"/>
                    <a:pt x="22282" y="16936"/>
                  </a:cubicBezTo>
                  <a:cubicBezTo>
                    <a:pt x="23401" y="16936"/>
                    <a:pt x="24514" y="16876"/>
                    <a:pt x="25604" y="16749"/>
                  </a:cubicBezTo>
                  <a:cubicBezTo>
                    <a:pt x="38643" y="15243"/>
                    <a:pt x="44234" y="10840"/>
                    <a:pt x="44552" y="5986"/>
                  </a:cubicBezTo>
                  <a:cubicBezTo>
                    <a:pt x="44853" y="1132"/>
                    <a:pt x="30458" y="462"/>
                    <a:pt x="21084" y="77"/>
                  </a:cubicBezTo>
                  <a:cubicBezTo>
                    <a:pt x="19973" y="27"/>
                    <a:pt x="18926" y="1"/>
                    <a:pt x="179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6" name="Google Shape;9796;p23"/>
            <p:cNvSpPr/>
            <p:nvPr/>
          </p:nvSpPr>
          <p:spPr>
            <a:xfrm>
              <a:off x="1462975" y="628300"/>
              <a:ext cx="1104000" cy="405800"/>
            </a:xfrm>
            <a:custGeom>
              <a:avLst/>
              <a:gdLst/>
              <a:ahLst/>
              <a:cxnLst/>
              <a:rect l="l" t="t" r="r" b="b"/>
              <a:pathLst>
                <a:path w="44160" h="16232" extrusionOk="0">
                  <a:moveTo>
                    <a:pt x="17957" y="1"/>
                  </a:moveTo>
                  <a:cubicBezTo>
                    <a:pt x="10003" y="1"/>
                    <a:pt x="5931" y="1618"/>
                    <a:pt x="2982" y="6237"/>
                  </a:cubicBezTo>
                  <a:cubicBezTo>
                    <a:pt x="0" y="10899"/>
                    <a:pt x="11200" y="16232"/>
                    <a:pt x="21849" y="16232"/>
                  </a:cubicBezTo>
                  <a:cubicBezTo>
                    <a:pt x="22976" y="16232"/>
                    <a:pt x="24097" y="16172"/>
                    <a:pt x="25194" y="16046"/>
                  </a:cubicBezTo>
                  <a:cubicBezTo>
                    <a:pt x="38033" y="14573"/>
                    <a:pt x="43523" y="10355"/>
                    <a:pt x="43841" y="5701"/>
                  </a:cubicBezTo>
                  <a:cubicBezTo>
                    <a:pt x="44159" y="1048"/>
                    <a:pt x="29998" y="445"/>
                    <a:pt x="20792" y="60"/>
                  </a:cubicBezTo>
                  <a:cubicBezTo>
                    <a:pt x="19795" y="21"/>
                    <a:pt x="18852" y="1"/>
                    <a:pt x="179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7" name="Google Shape;9797;p23"/>
            <p:cNvSpPr/>
            <p:nvPr/>
          </p:nvSpPr>
          <p:spPr>
            <a:xfrm>
              <a:off x="1473400" y="636425"/>
              <a:ext cx="1075575" cy="406650"/>
            </a:xfrm>
            <a:custGeom>
              <a:avLst/>
              <a:gdLst/>
              <a:ahLst/>
              <a:cxnLst/>
              <a:rect l="l" t="t" r="r" b="b"/>
              <a:pathLst>
                <a:path w="43023" h="16266" extrusionOk="0">
                  <a:moveTo>
                    <a:pt x="17301" y="1"/>
                  </a:moveTo>
                  <a:cubicBezTo>
                    <a:pt x="9665" y="1"/>
                    <a:pt x="5750" y="1617"/>
                    <a:pt x="2900" y="6213"/>
                  </a:cubicBezTo>
                  <a:cubicBezTo>
                    <a:pt x="0" y="10874"/>
                    <a:pt x="10982" y="16265"/>
                    <a:pt x="21405" y="16265"/>
                  </a:cubicBezTo>
                  <a:cubicBezTo>
                    <a:pt x="22473" y="16265"/>
                    <a:pt x="23536" y="16209"/>
                    <a:pt x="24576" y="16089"/>
                  </a:cubicBezTo>
                  <a:cubicBezTo>
                    <a:pt x="37063" y="14633"/>
                    <a:pt x="42420" y="10431"/>
                    <a:pt x="42738" y="5761"/>
                  </a:cubicBezTo>
                  <a:cubicBezTo>
                    <a:pt x="43022" y="1125"/>
                    <a:pt x="29247" y="472"/>
                    <a:pt x="20258" y="70"/>
                  </a:cubicBezTo>
                  <a:cubicBezTo>
                    <a:pt x="19214" y="25"/>
                    <a:pt x="18230" y="1"/>
                    <a:pt x="17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8" name="Google Shape;9798;p23"/>
            <p:cNvSpPr/>
            <p:nvPr/>
          </p:nvSpPr>
          <p:spPr>
            <a:xfrm>
              <a:off x="1904500" y="714125"/>
              <a:ext cx="508725" cy="158650"/>
            </a:xfrm>
            <a:custGeom>
              <a:avLst/>
              <a:gdLst/>
              <a:ahLst/>
              <a:cxnLst/>
              <a:rect l="l" t="t" r="r" b="b"/>
              <a:pathLst>
                <a:path w="20349" h="6346" extrusionOk="0">
                  <a:moveTo>
                    <a:pt x="2195" y="1"/>
                  </a:moveTo>
                  <a:cubicBezTo>
                    <a:pt x="1938" y="1"/>
                    <a:pt x="1660" y="100"/>
                    <a:pt x="1323" y="360"/>
                  </a:cubicBezTo>
                  <a:cubicBezTo>
                    <a:pt x="1" y="1381"/>
                    <a:pt x="2060" y="1348"/>
                    <a:pt x="4939" y="1465"/>
                  </a:cubicBezTo>
                  <a:cubicBezTo>
                    <a:pt x="9408" y="1649"/>
                    <a:pt x="6696" y="5900"/>
                    <a:pt x="11300" y="6302"/>
                  </a:cubicBezTo>
                  <a:cubicBezTo>
                    <a:pt x="11621" y="6331"/>
                    <a:pt x="11942" y="6345"/>
                    <a:pt x="12261" y="6345"/>
                  </a:cubicBezTo>
                  <a:cubicBezTo>
                    <a:pt x="16517" y="6345"/>
                    <a:pt x="20349" y="3876"/>
                    <a:pt x="17141" y="2318"/>
                  </a:cubicBezTo>
                  <a:cubicBezTo>
                    <a:pt x="13693" y="645"/>
                    <a:pt x="6596" y="1214"/>
                    <a:pt x="4822" y="1013"/>
                  </a:cubicBezTo>
                  <a:cubicBezTo>
                    <a:pt x="3512" y="851"/>
                    <a:pt x="2946" y="1"/>
                    <a:pt x="21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9" name="Google Shape;9799;p23"/>
            <p:cNvSpPr/>
            <p:nvPr/>
          </p:nvSpPr>
          <p:spPr>
            <a:xfrm>
              <a:off x="1582800" y="653175"/>
              <a:ext cx="473325" cy="208975"/>
            </a:xfrm>
            <a:custGeom>
              <a:avLst/>
              <a:gdLst/>
              <a:ahLst/>
              <a:cxnLst/>
              <a:rect l="l" t="t" r="r" b="b"/>
              <a:pathLst>
                <a:path w="18933" h="8359" extrusionOk="0">
                  <a:moveTo>
                    <a:pt x="10267" y="0"/>
                  </a:moveTo>
                  <a:cubicBezTo>
                    <a:pt x="4054" y="0"/>
                    <a:pt x="1" y="4130"/>
                    <a:pt x="566" y="6765"/>
                  </a:cubicBezTo>
                  <a:cubicBezTo>
                    <a:pt x="812" y="7927"/>
                    <a:pt x="1246" y="8358"/>
                    <a:pt x="1632" y="8358"/>
                  </a:cubicBezTo>
                  <a:cubicBezTo>
                    <a:pt x="2192" y="8358"/>
                    <a:pt x="2653" y="7455"/>
                    <a:pt x="2307" y="6564"/>
                  </a:cubicBezTo>
                  <a:cubicBezTo>
                    <a:pt x="1201" y="3860"/>
                    <a:pt x="3990" y="1996"/>
                    <a:pt x="7269" y="1996"/>
                  </a:cubicBezTo>
                  <a:cubicBezTo>
                    <a:pt x="7663" y="1996"/>
                    <a:pt x="8064" y="2023"/>
                    <a:pt x="8467" y="2078"/>
                  </a:cubicBezTo>
                  <a:cubicBezTo>
                    <a:pt x="9081" y="2171"/>
                    <a:pt x="9834" y="2213"/>
                    <a:pt x="10620" y="2213"/>
                  </a:cubicBezTo>
                  <a:cubicBezTo>
                    <a:pt x="14392" y="2213"/>
                    <a:pt x="18933" y="1242"/>
                    <a:pt x="12685" y="204"/>
                  </a:cubicBezTo>
                  <a:cubicBezTo>
                    <a:pt x="11849" y="64"/>
                    <a:pt x="11041" y="0"/>
                    <a:pt x="1026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0" name="Google Shape;9800;p23"/>
            <p:cNvSpPr/>
            <p:nvPr/>
          </p:nvSpPr>
          <p:spPr>
            <a:xfrm>
              <a:off x="1634175" y="667600"/>
              <a:ext cx="907275" cy="341575"/>
            </a:xfrm>
            <a:custGeom>
              <a:avLst/>
              <a:gdLst/>
              <a:ahLst/>
              <a:cxnLst/>
              <a:rect l="l" t="t" r="r" b="b"/>
              <a:pathLst>
                <a:path w="36291" h="13663" extrusionOk="0">
                  <a:moveTo>
                    <a:pt x="19173" y="0"/>
                  </a:moveTo>
                  <a:cubicBezTo>
                    <a:pt x="17448" y="0"/>
                    <a:pt x="16147" y="196"/>
                    <a:pt x="15651" y="698"/>
                  </a:cubicBezTo>
                  <a:cubicBezTo>
                    <a:pt x="15024" y="1325"/>
                    <a:pt x="16741" y="1386"/>
                    <a:pt x="19202" y="1386"/>
                  </a:cubicBezTo>
                  <a:cubicBezTo>
                    <a:pt x="19801" y="1386"/>
                    <a:pt x="20443" y="1383"/>
                    <a:pt x="21107" y="1383"/>
                  </a:cubicBezTo>
                  <a:cubicBezTo>
                    <a:pt x="23905" y="1383"/>
                    <a:pt x="27076" y="1447"/>
                    <a:pt x="28892" y="2121"/>
                  </a:cubicBezTo>
                  <a:cubicBezTo>
                    <a:pt x="32892" y="3594"/>
                    <a:pt x="32641" y="11544"/>
                    <a:pt x="23100" y="12331"/>
                  </a:cubicBezTo>
                  <a:cubicBezTo>
                    <a:pt x="22050" y="12416"/>
                    <a:pt x="21014" y="12455"/>
                    <a:pt x="20003" y="12455"/>
                  </a:cubicBezTo>
                  <a:cubicBezTo>
                    <a:pt x="11829" y="12455"/>
                    <a:pt x="5342" y="9895"/>
                    <a:pt x="7115" y="8197"/>
                  </a:cubicBezTo>
                  <a:cubicBezTo>
                    <a:pt x="7806" y="7534"/>
                    <a:pt x="8580" y="7336"/>
                    <a:pt x="9426" y="7336"/>
                  </a:cubicBezTo>
                  <a:cubicBezTo>
                    <a:pt x="10691" y="7336"/>
                    <a:pt x="12117" y="7781"/>
                    <a:pt x="13666" y="7781"/>
                  </a:cubicBezTo>
                  <a:cubicBezTo>
                    <a:pt x="14063" y="7781"/>
                    <a:pt x="14468" y="7751"/>
                    <a:pt x="14881" y="7678"/>
                  </a:cubicBezTo>
                  <a:cubicBezTo>
                    <a:pt x="17439" y="7230"/>
                    <a:pt x="13747" y="4324"/>
                    <a:pt x="9007" y="4324"/>
                  </a:cubicBezTo>
                  <a:cubicBezTo>
                    <a:pt x="8256" y="4324"/>
                    <a:pt x="7479" y="4397"/>
                    <a:pt x="6696" y="4564"/>
                  </a:cubicBezTo>
                  <a:cubicBezTo>
                    <a:pt x="1" y="6004"/>
                    <a:pt x="3282" y="10105"/>
                    <a:pt x="6428" y="11578"/>
                  </a:cubicBezTo>
                  <a:cubicBezTo>
                    <a:pt x="9625" y="13081"/>
                    <a:pt x="13323" y="13662"/>
                    <a:pt x="16915" y="13662"/>
                  </a:cubicBezTo>
                  <a:cubicBezTo>
                    <a:pt x="23799" y="13662"/>
                    <a:pt x="30290" y="11529"/>
                    <a:pt x="32105" y="9670"/>
                  </a:cubicBezTo>
                  <a:cubicBezTo>
                    <a:pt x="34851" y="6841"/>
                    <a:pt x="36290" y="2288"/>
                    <a:pt x="30616" y="1300"/>
                  </a:cubicBezTo>
                  <a:cubicBezTo>
                    <a:pt x="26942" y="661"/>
                    <a:pt x="22341" y="0"/>
                    <a:pt x="1917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1" name="Google Shape;9801;p23"/>
            <p:cNvSpPr/>
            <p:nvPr/>
          </p:nvSpPr>
          <p:spPr>
            <a:xfrm>
              <a:off x="2119175" y="674975"/>
              <a:ext cx="163225" cy="58225"/>
            </a:xfrm>
            <a:custGeom>
              <a:avLst/>
              <a:gdLst/>
              <a:ahLst/>
              <a:cxnLst/>
              <a:rect l="l" t="t" r="r" b="b"/>
              <a:pathLst>
                <a:path w="6529" h="2329" extrusionOk="0">
                  <a:moveTo>
                    <a:pt x="3352" y="1"/>
                  </a:moveTo>
                  <a:cubicBezTo>
                    <a:pt x="3323" y="1"/>
                    <a:pt x="3294" y="1"/>
                    <a:pt x="3265" y="1"/>
                  </a:cubicBezTo>
                  <a:cubicBezTo>
                    <a:pt x="1457" y="18"/>
                    <a:pt x="1" y="570"/>
                    <a:pt x="1" y="1189"/>
                  </a:cubicBezTo>
                  <a:cubicBezTo>
                    <a:pt x="1" y="1832"/>
                    <a:pt x="1410" y="2328"/>
                    <a:pt x="3177" y="2328"/>
                  </a:cubicBezTo>
                  <a:cubicBezTo>
                    <a:pt x="3206" y="2328"/>
                    <a:pt x="3236" y="2328"/>
                    <a:pt x="3265" y="2328"/>
                  </a:cubicBezTo>
                  <a:cubicBezTo>
                    <a:pt x="5056" y="2328"/>
                    <a:pt x="6529" y="1775"/>
                    <a:pt x="6529" y="1123"/>
                  </a:cubicBezTo>
                  <a:cubicBezTo>
                    <a:pt x="6529" y="497"/>
                    <a:pt x="5103" y="1"/>
                    <a:pt x="335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2" name="Google Shape;9802;p23"/>
            <p:cNvSpPr/>
            <p:nvPr/>
          </p:nvSpPr>
          <p:spPr>
            <a:xfrm>
              <a:off x="2124200" y="685925"/>
              <a:ext cx="161150" cy="42225"/>
            </a:xfrm>
            <a:custGeom>
              <a:avLst/>
              <a:gdLst/>
              <a:ahLst/>
              <a:cxnLst/>
              <a:rect l="l" t="t" r="r" b="b"/>
              <a:pathLst>
                <a:path w="6446" h="1689" extrusionOk="0">
                  <a:moveTo>
                    <a:pt x="1428" y="0"/>
                  </a:moveTo>
                  <a:cubicBezTo>
                    <a:pt x="630" y="0"/>
                    <a:pt x="1" y="342"/>
                    <a:pt x="1" y="685"/>
                  </a:cubicBezTo>
                  <a:cubicBezTo>
                    <a:pt x="1" y="1254"/>
                    <a:pt x="1306" y="1689"/>
                    <a:pt x="2913" y="1689"/>
                  </a:cubicBezTo>
                  <a:cubicBezTo>
                    <a:pt x="4520" y="1655"/>
                    <a:pt x="6445" y="1070"/>
                    <a:pt x="5893" y="1003"/>
                  </a:cubicBezTo>
                  <a:cubicBezTo>
                    <a:pt x="5769" y="991"/>
                    <a:pt x="5635" y="988"/>
                    <a:pt x="5491" y="988"/>
                  </a:cubicBezTo>
                  <a:cubicBezTo>
                    <a:pt x="5372" y="988"/>
                    <a:pt x="5246" y="990"/>
                    <a:pt x="5115" y="990"/>
                  </a:cubicBezTo>
                  <a:cubicBezTo>
                    <a:pt x="4486" y="990"/>
                    <a:pt x="3737" y="949"/>
                    <a:pt x="2980" y="467"/>
                  </a:cubicBezTo>
                  <a:cubicBezTo>
                    <a:pt x="2471" y="129"/>
                    <a:pt x="1917" y="0"/>
                    <a:pt x="1428"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3" name="Google Shape;9803;p23"/>
            <p:cNvSpPr/>
            <p:nvPr/>
          </p:nvSpPr>
          <p:spPr>
            <a:xfrm>
              <a:off x="2210825" y="681675"/>
              <a:ext cx="31400" cy="11750"/>
            </a:xfrm>
            <a:custGeom>
              <a:avLst/>
              <a:gdLst/>
              <a:ahLst/>
              <a:cxnLst/>
              <a:rect l="l" t="t" r="r" b="b"/>
              <a:pathLst>
                <a:path w="1256" h="470" extrusionOk="0">
                  <a:moveTo>
                    <a:pt x="620" y="1"/>
                  </a:moveTo>
                  <a:cubicBezTo>
                    <a:pt x="268" y="1"/>
                    <a:pt x="1" y="101"/>
                    <a:pt x="1" y="235"/>
                  </a:cubicBezTo>
                  <a:cubicBezTo>
                    <a:pt x="1" y="352"/>
                    <a:pt x="268" y="470"/>
                    <a:pt x="620" y="470"/>
                  </a:cubicBezTo>
                  <a:cubicBezTo>
                    <a:pt x="955" y="470"/>
                    <a:pt x="1256" y="352"/>
                    <a:pt x="1256" y="235"/>
                  </a:cubicBezTo>
                  <a:cubicBezTo>
                    <a:pt x="1256" y="101"/>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4" name="Google Shape;9804;p23"/>
            <p:cNvSpPr/>
            <p:nvPr/>
          </p:nvSpPr>
          <p:spPr>
            <a:xfrm>
              <a:off x="2195350" y="706800"/>
              <a:ext cx="31400" cy="11725"/>
            </a:xfrm>
            <a:custGeom>
              <a:avLst/>
              <a:gdLst/>
              <a:ahLst/>
              <a:cxnLst/>
              <a:rect l="l" t="t" r="r" b="b"/>
              <a:pathLst>
                <a:path w="1256" h="469" extrusionOk="0">
                  <a:moveTo>
                    <a:pt x="636" y="0"/>
                  </a:moveTo>
                  <a:cubicBezTo>
                    <a:pt x="285" y="0"/>
                    <a:pt x="0" y="101"/>
                    <a:pt x="0" y="235"/>
                  </a:cubicBezTo>
                  <a:cubicBezTo>
                    <a:pt x="0" y="352"/>
                    <a:pt x="285" y="469"/>
                    <a:pt x="636" y="469"/>
                  </a:cubicBezTo>
                  <a:cubicBezTo>
                    <a:pt x="988" y="469"/>
                    <a:pt x="1256" y="352"/>
                    <a:pt x="1256" y="235"/>
                  </a:cubicBezTo>
                  <a:cubicBezTo>
                    <a:pt x="1256" y="101"/>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5" name="Google Shape;9805;p23"/>
            <p:cNvSpPr/>
            <p:nvPr/>
          </p:nvSpPr>
          <p:spPr>
            <a:xfrm>
              <a:off x="1992400" y="935275"/>
              <a:ext cx="185400" cy="58600"/>
            </a:xfrm>
            <a:custGeom>
              <a:avLst/>
              <a:gdLst/>
              <a:ahLst/>
              <a:cxnLst/>
              <a:rect l="l" t="t" r="r" b="b"/>
              <a:pathLst>
                <a:path w="7416" h="2344" extrusionOk="0">
                  <a:moveTo>
                    <a:pt x="3716" y="0"/>
                  </a:moveTo>
                  <a:cubicBezTo>
                    <a:pt x="1657" y="0"/>
                    <a:pt x="0" y="536"/>
                    <a:pt x="0" y="1172"/>
                  </a:cubicBezTo>
                  <a:cubicBezTo>
                    <a:pt x="0" y="1825"/>
                    <a:pt x="1657" y="2344"/>
                    <a:pt x="3716" y="2344"/>
                  </a:cubicBezTo>
                  <a:cubicBezTo>
                    <a:pt x="5758" y="2344"/>
                    <a:pt x="7415" y="1825"/>
                    <a:pt x="7415" y="1172"/>
                  </a:cubicBezTo>
                  <a:cubicBezTo>
                    <a:pt x="7415" y="536"/>
                    <a:pt x="5758" y="0"/>
                    <a:pt x="37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6" name="Google Shape;9806;p23"/>
            <p:cNvSpPr/>
            <p:nvPr/>
          </p:nvSpPr>
          <p:spPr>
            <a:xfrm>
              <a:off x="1946350" y="800100"/>
              <a:ext cx="185425" cy="58200"/>
            </a:xfrm>
            <a:custGeom>
              <a:avLst/>
              <a:gdLst/>
              <a:ahLst/>
              <a:cxnLst/>
              <a:rect l="l" t="t" r="r" b="b"/>
              <a:pathLst>
                <a:path w="7417" h="2328" extrusionOk="0">
                  <a:moveTo>
                    <a:pt x="3700" y="1"/>
                  </a:moveTo>
                  <a:cubicBezTo>
                    <a:pt x="1658" y="1"/>
                    <a:pt x="1" y="520"/>
                    <a:pt x="1" y="1173"/>
                  </a:cubicBezTo>
                  <a:cubicBezTo>
                    <a:pt x="1" y="1809"/>
                    <a:pt x="1658" y="2328"/>
                    <a:pt x="3700" y="2328"/>
                  </a:cubicBezTo>
                  <a:cubicBezTo>
                    <a:pt x="5759" y="2328"/>
                    <a:pt x="7416" y="1809"/>
                    <a:pt x="7416" y="1173"/>
                  </a:cubicBezTo>
                  <a:cubicBezTo>
                    <a:pt x="7416" y="520"/>
                    <a:pt x="5759" y="1"/>
                    <a:pt x="3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7" name="Google Shape;9807;p23"/>
            <p:cNvSpPr/>
            <p:nvPr/>
          </p:nvSpPr>
          <p:spPr>
            <a:xfrm>
              <a:off x="2266075" y="794650"/>
              <a:ext cx="166575" cy="64625"/>
            </a:xfrm>
            <a:custGeom>
              <a:avLst/>
              <a:gdLst/>
              <a:ahLst/>
              <a:cxnLst/>
              <a:rect l="l" t="t" r="r" b="b"/>
              <a:pathLst>
                <a:path w="6663" h="2585" extrusionOk="0">
                  <a:moveTo>
                    <a:pt x="3499" y="1"/>
                  </a:moveTo>
                  <a:cubicBezTo>
                    <a:pt x="1875" y="1"/>
                    <a:pt x="432" y="481"/>
                    <a:pt x="234" y="1140"/>
                  </a:cubicBezTo>
                  <a:cubicBezTo>
                    <a:pt x="0" y="1843"/>
                    <a:pt x="1255" y="2512"/>
                    <a:pt x="3113" y="2579"/>
                  </a:cubicBezTo>
                  <a:cubicBezTo>
                    <a:pt x="3212" y="2583"/>
                    <a:pt x="3311" y="2584"/>
                    <a:pt x="3408" y="2584"/>
                  </a:cubicBezTo>
                  <a:cubicBezTo>
                    <a:pt x="5169" y="2584"/>
                    <a:pt x="6613" y="2021"/>
                    <a:pt x="6629" y="1307"/>
                  </a:cubicBezTo>
                  <a:cubicBezTo>
                    <a:pt x="6662" y="587"/>
                    <a:pt x="5273" y="18"/>
                    <a:pt x="3582" y="1"/>
                  </a:cubicBezTo>
                  <a:cubicBezTo>
                    <a:pt x="3554" y="1"/>
                    <a:pt x="3527" y="1"/>
                    <a:pt x="3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8" name="Google Shape;9808;p23"/>
            <p:cNvSpPr/>
            <p:nvPr/>
          </p:nvSpPr>
          <p:spPr>
            <a:xfrm>
              <a:off x="2280700" y="737125"/>
              <a:ext cx="104650" cy="41075"/>
            </a:xfrm>
            <a:custGeom>
              <a:avLst/>
              <a:gdLst/>
              <a:ahLst/>
              <a:cxnLst/>
              <a:rect l="l" t="t" r="r" b="b"/>
              <a:pathLst>
                <a:path w="4186" h="1643" extrusionOk="0">
                  <a:moveTo>
                    <a:pt x="1900" y="0"/>
                  </a:moveTo>
                  <a:cubicBezTo>
                    <a:pt x="925" y="0"/>
                    <a:pt x="129" y="299"/>
                    <a:pt x="68" y="695"/>
                  </a:cubicBezTo>
                  <a:cubicBezTo>
                    <a:pt x="1" y="1147"/>
                    <a:pt x="855" y="1566"/>
                    <a:pt x="1993" y="1633"/>
                  </a:cubicBezTo>
                  <a:cubicBezTo>
                    <a:pt x="2098" y="1639"/>
                    <a:pt x="2201" y="1642"/>
                    <a:pt x="2303" y="1642"/>
                  </a:cubicBezTo>
                  <a:cubicBezTo>
                    <a:pt x="3288" y="1642"/>
                    <a:pt x="4088" y="1356"/>
                    <a:pt x="4119" y="946"/>
                  </a:cubicBezTo>
                  <a:cubicBezTo>
                    <a:pt x="4186" y="478"/>
                    <a:pt x="3332" y="59"/>
                    <a:pt x="2194" y="9"/>
                  </a:cubicBezTo>
                  <a:cubicBezTo>
                    <a:pt x="2095" y="3"/>
                    <a:pt x="1997" y="0"/>
                    <a:pt x="19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9" name="Google Shape;9809;p23"/>
            <p:cNvSpPr/>
            <p:nvPr/>
          </p:nvSpPr>
          <p:spPr>
            <a:xfrm>
              <a:off x="2193325" y="934275"/>
              <a:ext cx="68925" cy="31225"/>
            </a:xfrm>
            <a:custGeom>
              <a:avLst/>
              <a:gdLst/>
              <a:ahLst/>
              <a:cxnLst/>
              <a:rect l="l" t="t" r="r" b="b"/>
              <a:pathLst>
                <a:path w="2757" h="1249" extrusionOk="0">
                  <a:moveTo>
                    <a:pt x="1636" y="1"/>
                  </a:moveTo>
                  <a:cubicBezTo>
                    <a:pt x="1577" y="1"/>
                    <a:pt x="1516" y="3"/>
                    <a:pt x="1454" y="7"/>
                  </a:cubicBezTo>
                  <a:cubicBezTo>
                    <a:pt x="701" y="40"/>
                    <a:pt x="65" y="358"/>
                    <a:pt x="48" y="693"/>
                  </a:cubicBezTo>
                  <a:cubicBezTo>
                    <a:pt x="1" y="1008"/>
                    <a:pt x="515" y="1249"/>
                    <a:pt x="1189" y="1249"/>
                  </a:cubicBezTo>
                  <a:cubicBezTo>
                    <a:pt x="1232" y="1249"/>
                    <a:pt x="1276" y="1248"/>
                    <a:pt x="1320" y="1246"/>
                  </a:cubicBezTo>
                  <a:cubicBezTo>
                    <a:pt x="2056" y="1195"/>
                    <a:pt x="2676" y="911"/>
                    <a:pt x="2726" y="543"/>
                  </a:cubicBezTo>
                  <a:cubicBezTo>
                    <a:pt x="2757" y="237"/>
                    <a:pt x="2270"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0" name="Google Shape;9810;p23"/>
            <p:cNvSpPr/>
            <p:nvPr/>
          </p:nvSpPr>
          <p:spPr>
            <a:xfrm>
              <a:off x="2257325" y="908050"/>
              <a:ext cx="37625" cy="16925"/>
            </a:xfrm>
            <a:custGeom>
              <a:avLst/>
              <a:gdLst/>
              <a:ahLst/>
              <a:cxnLst/>
              <a:rect l="l" t="t" r="r" b="b"/>
              <a:pathLst>
                <a:path w="1505" h="677" extrusionOk="0">
                  <a:moveTo>
                    <a:pt x="853" y="0"/>
                  </a:moveTo>
                  <a:cubicBezTo>
                    <a:pt x="831" y="0"/>
                    <a:pt x="808" y="0"/>
                    <a:pt x="785" y="1"/>
                  </a:cubicBezTo>
                  <a:cubicBezTo>
                    <a:pt x="400" y="18"/>
                    <a:pt x="32" y="202"/>
                    <a:pt x="15" y="386"/>
                  </a:cubicBezTo>
                  <a:cubicBezTo>
                    <a:pt x="0" y="551"/>
                    <a:pt x="254" y="676"/>
                    <a:pt x="584" y="676"/>
                  </a:cubicBezTo>
                  <a:cubicBezTo>
                    <a:pt x="622" y="676"/>
                    <a:pt x="662" y="674"/>
                    <a:pt x="702" y="671"/>
                  </a:cubicBezTo>
                  <a:cubicBezTo>
                    <a:pt x="1120" y="654"/>
                    <a:pt x="1488" y="487"/>
                    <a:pt x="1488" y="303"/>
                  </a:cubicBezTo>
                  <a:cubicBezTo>
                    <a:pt x="1504" y="129"/>
                    <a:pt x="1222" y="0"/>
                    <a:pt x="8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1" name="Google Shape;9811;p23"/>
            <p:cNvSpPr/>
            <p:nvPr/>
          </p:nvSpPr>
          <p:spPr>
            <a:xfrm>
              <a:off x="2088675" y="875300"/>
              <a:ext cx="37600" cy="16925"/>
            </a:xfrm>
            <a:custGeom>
              <a:avLst/>
              <a:gdLst/>
              <a:ahLst/>
              <a:cxnLst/>
              <a:rect l="l" t="t" r="r" b="b"/>
              <a:pathLst>
                <a:path w="1504" h="677" extrusionOk="0">
                  <a:moveTo>
                    <a:pt x="924" y="1"/>
                  </a:moveTo>
                  <a:cubicBezTo>
                    <a:pt x="885" y="1"/>
                    <a:pt x="844" y="2"/>
                    <a:pt x="802" y="6"/>
                  </a:cubicBezTo>
                  <a:cubicBezTo>
                    <a:pt x="401" y="23"/>
                    <a:pt x="49" y="190"/>
                    <a:pt x="32" y="374"/>
                  </a:cubicBezTo>
                  <a:cubicBezTo>
                    <a:pt x="1" y="548"/>
                    <a:pt x="282" y="677"/>
                    <a:pt x="651" y="677"/>
                  </a:cubicBezTo>
                  <a:cubicBezTo>
                    <a:pt x="673" y="677"/>
                    <a:pt x="696" y="676"/>
                    <a:pt x="719" y="675"/>
                  </a:cubicBezTo>
                  <a:cubicBezTo>
                    <a:pt x="1137" y="642"/>
                    <a:pt x="1472" y="475"/>
                    <a:pt x="1489" y="290"/>
                  </a:cubicBezTo>
                  <a:cubicBezTo>
                    <a:pt x="1504" y="125"/>
                    <a:pt x="1263" y="1"/>
                    <a:pt x="9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2" name="Google Shape;9812;p23"/>
            <p:cNvSpPr/>
            <p:nvPr/>
          </p:nvSpPr>
          <p:spPr>
            <a:xfrm>
              <a:off x="2028375" y="714525"/>
              <a:ext cx="54000" cy="21300"/>
            </a:xfrm>
            <a:custGeom>
              <a:avLst/>
              <a:gdLst/>
              <a:ahLst/>
              <a:cxnLst/>
              <a:rect l="l" t="t" r="r" b="b"/>
              <a:pathLst>
                <a:path w="2160" h="852" extrusionOk="0">
                  <a:moveTo>
                    <a:pt x="932" y="0"/>
                  </a:moveTo>
                  <a:cubicBezTo>
                    <a:pt x="439" y="0"/>
                    <a:pt x="49" y="155"/>
                    <a:pt x="34" y="361"/>
                  </a:cubicBezTo>
                  <a:cubicBezTo>
                    <a:pt x="1" y="595"/>
                    <a:pt x="453" y="829"/>
                    <a:pt x="1038" y="846"/>
                  </a:cubicBezTo>
                  <a:cubicBezTo>
                    <a:pt x="1098" y="850"/>
                    <a:pt x="1156" y="851"/>
                    <a:pt x="1213" y="851"/>
                  </a:cubicBezTo>
                  <a:cubicBezTo>
                    <a:pt x="1718" y="851"/>
                    <a:pt x="2113" y="720"/>
                    <a:pt x="2143" y="495"/>
                  </a:cubicBezTo>
                  <a:cubicBezTo>
                    <a:pt x="2160" y="260"/>
                    <a:pt x="1725" y="26"/>
                    <a:pt x="1139" y="9"/>
                  </a:cubicBezTo>
                  <a:cubicBezTo>
                    <a:pt x="1068" y="3"/>
                    <a:pt x="999" y="0"/>
                    <a:pt x="9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3" name="Google Shape;9813;p23"/>
            <p:cNvSpPr/>
            <p:nvPr/>
          </p:nvSpPr>
          <p:spPr>
            <a:xfrm>
              <a:off x="1656775" y="734625"/>
              <a:ext cx="42725" cy="28200"/>
            </a:xfrm>
            <a:custGeom>
              <a:avLst/>
              <a:gdLst/>
              <a:ahLst/>
              <a:cxnLst/>
              <a:rect l="l" t="t" r="r" b="b"/>
              <a:pathLst>
                <a:path w="1709" h="1128" extrusionOk="0">
                  <a:moveTo>
                    <a:pt x="1155" y="0"/>
                  </a:moveTo>
                  <a:cubicBezTo>
                    <a:pt x="988" y="0"/>
                    <a:pt x="796" y="46"/>
                    <a:pt x="603" y="143"/>
                  </a:cubicBezTo>
                  <a:cubicBezTo>
                    <a:pt x="185" y="377"/>
                    <a:pt x="1" y="779"/>
                    <a:pt x="235" y="996"/>
                  </a:cubicBezTo>
                  <a:cubicBezTo>
                    <a:pt x="339" y="1086"/>
                    <a:pt x="479" y="1127"/>
                    <a:pt x="632" y="1127"/>
                  </a:cubicBezTo>
                  <a:cubicBezTo>
                    <a:pt x="850" y="1127"/>
                    <a:pt x="1093" y="1043"/>
                    <a:pt x="1290" y="896"/>
                  </a:cubicBezTo>
                  <a:cubicBezTo>
                    <a:pt x="1608" y="661"/>
                    <a:pt x="1708" y="360"/>
                    <a:pt x="1574" y="159"/>
                  </a:cubicBezTo>
                  <a:cubicBezTo>
                    <a:pt x="1487" y="55"/>
                    <a:pt x="1336"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4" name="Google Shape;9814;p23"/>
            <p:cNvSpPr/>
            <p:nvPr/>
          </p:nvSpPr>
          <p:spPr>
            <a:xfrm>
              <a:off x="1874375" y="871275"/>
              <a:ext cx="34350" cy="16750"/>
            </a:xfrm>
            <a:custGeom>
              <a:avLst/>
              <a:gdLst/>
              <a:ahLst/>
              <a:cxnLst/>
              <a:rect l="l" t="t" r="r" b="b"/>
              <a:pathLst>
                <a:path w="1374" h="670" extrusionOk="0">
                  <a:moveTo>
                    <a:pt x="715" y="1"/>
                  </a:moveTo>
                  <a:cubicBezTo>
                    <a:pt x="575" y="1"/>
                    <a:pt x="433" y="30"/>
                    <a:pt x="319" y="83"/>
                  </a:cubicBezTo>
                  <a:cubicBezTo>
                    <a:pt x="84" y="184"/>
                    <a:pt x="1" y="351"/>
                    <a:pt x="118" y="502"/>
                  </a:cubicBezTo>
                  <a:cubicBezTo>
                    <a:pt x="215" y="598"/>
                    <a:pt x="417" y="669"/>
                    <a:pt x="629" y="669"/>
                  </a:cubicBezTo>
                  <a:cubicBezTo>
                    <a:pt x="710" y="669"/>
                    <a:pt x="792" y="659"/>
                    <a:pt x="871" y="636"/>
                  </a:cubicBezTo>
                  <a:cubicBezTo>
                    <a:pt x="1239" y="552"/>
                    <a:pt x="1373" y="301"/>
                    <a:pt x="1156" y="133"/>
                  </a:cubicBezTo>
                  <a:cubicBezTo>
                    <a:pt x="1046" y="42"/>
                    <a:pt x="882" y="1"/>
                    <a:pt x="715" y="1"/>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5" name="Google Shape;9815;p23"/>
            <p:cNvSpPr/>
            <p:nvPr/>
          </p:nvSpPr>
          <p:spPr>
            <a:xfrm>
              <a:off x="1896975" y="793875"/>
              <a:ext cx="34350" cy="16725"/>
            </a:xfrm>
            <a:custGeom>
              <a:avLst/>
              <a:gdLst/>
              <a:ahLst/>
              <a:cxnLst/>
              <a:rect l="l" t="t" r="r" b="b"/>
              <a:pathLst>
                <a:path w="1374" h="669" extrusionOk="0">
                  <a:moveTo>
                    <a:pt x="704" y="0"/>
                  </a:moveTo>
                  <a:cubicBezTo>
                    <a:pt x="562" y="0"/>
                    <a:pt x="416" y="29"/>
                    <a:pt x="302" y="82"/>
                  </a:cubicBezTo>
                  <a:cubicBezTo>
                    <a:pt x="84" y="183"/>
                    <a:pt x="1" y="350"/>
                    <a:pt x="118" y="501"/>
                  </a:cubicBezTo>
                  <a:cubicBezTo>
                    <a:pt x="203" y="598"/>
                    <a:pt x="392" y="668"/>
                    <a:pt x="611" y="668"/>
                  </a:cubicBezTo>
                  <a:cubicBezTo>
                    <a:pt x="695" y="668"/>
                    <a:pt x="783" y="658"/>
                    <a:pt x="871" y="635"/>
                  </a:cubicBezTo>
                  <a:cubicBezTo>
                    <a:pt x="1223" y="551"/>
                    <a:pt x="1373" y="300"/>
                    <a:pt x="1139" y="133"/>
                  </a:cubicBezTo>
                  <a:cubicBezTo>
                    <a:pt x="1039" y="42"/>
                    <a:pt x="874" y="0"/>
                    <a:pt x="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6" name="Google Shape;9816;p23"/>
            <p:cNvSpPr/>
            <p:nvPr/>
          </p:nvSpPr>
          <p:spPr>
            <a:xfrm>
              <a:off x="2138850" y="700100"/>
              <a:ext cx="23050" cy="8400"/>
            </a:xfrm>
            <a:custGeom>
              <a:avLst/>
              <a:gdLst/>
              <a:ahLst/>
              <a:cxnLst/>
              <a:rect l="l" t="t" r="r" b="b"/>
              <a:pathLst>
                <a:path w="922" h="336" extrusionOk="0">
                  <a:moveTo>
                    <a:pt x="469" y="0"/>
                  </a:moveTo>
                  <a:cubicBezTo>
                    <a:pt x="218" y="0"/>
                    <a:pt x="1" y="84"/>
                    <a:pt x="1" y="168"/>
                  </a:cubicBezTo>
                  <a:cubicBezTo>
                    <a:pt x="1" y="251"/>
                    <a:pt x="218" y="335"/>
                    <a:pt x="469" y="335"/>
                  </a:cubicBezTo>
                  <a:cubicBezTo>
                    <a:pt x="720" y="335"/>
                    <a:pt x="921" y="251"/>
                    <a:pt x="921" y="168"/>
                  </a:cubicBezTo>
                  <a:cubicBezTo>
                    <a:pt x="921" y="84"/>
                    <a:pt x="720" y="0"/>
                    <a:pt x="4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7" name="Google Shape;9817;p23"/>
            <p:cNvSpPr/>
            <p:nvPr/>
          </p:nvSpPr>
          <p:spPr>
            <a:xfrm>
              <a:off x="1962850" y="803450"/>
              <a:ext cx="158875" cy="39750"/>
            </a:xfrm>
            <a:custGeom>
              <a:avLst/>
              <a:gdLst/>
              <a:ahLst/>
              <a:cxnLst/>
              <a:rect l="l" t="t" r="r" b="b"/>
              <a:pathLst>
                <a:path w="6355" h="1590" extrusionOk="0">
                  <a:moveTo>
                    <a:pt x="2889" y="1"/>
                  </a:moveTo>
                  <a:cubicBezTo>
                    <a:pt x="1316" y="1"/>
                    <a:pt x="10" y="419"/>
                    <a:pt x="10" y="955"/>
                  </a:cubicBezTo>
                  <a:cubicBezTo>
                    <a:pt x="0" y="1275"/>
                    <a:pt x="603" y="1590"/>
                    <a:pt x="1381" y="1590"/>
                  </a:cubicBezTo>
                  <a:cubicBezTo>
                    <a:pt x="1862" y="1590"/>
                    <a:pt x="2411" y="1469"/>
                    <a:pt x="2923" y="1156"/>
                  </a:cubicBezTo>
                  <a:cubicBezTo>
                    <a:pt x="3712" y="678"/>
                    <a:pt x="4475" y="652"/>
                    <a:pt x="5104" y="652"/>
                  </a:cubicBezTo>
                  <a:cubicBezTo>
                    <a:pt x="5179" y="652"/>
                    <a:pt x="5252" y="652"/>
                    <a:pt x="5324" y="652"/>
                  </a:cubicBezTo>
                  <a:cubicBezTo>
                    <a:pt x="5490" y="652"/>
                    <a:pt x="5645" y="650"/>
                    <a:pt x="5785" y="637"/>
                  </a:cubicBezTo>
                  <a:cubicBezTo>
                    <a:pt x="6354" y="587"/>
                    <a:pt x="4446" y="34"/>
                    <a:pt x="288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8" name="Google Shape;9818;p23"/>
            <p:cNvSpPr/>
            <p:nvPr/>
          </p:nvSpPr>
          <p:spPr>
            <a:xfrm>
              <a:off x="2025450" y="837775"/>
              <a:ext cx="31400" cy="10475"/>
            </a:xfrm>
            <a:custGeom>
              <a:avLst/>
              <a:gdLst/>
              <a:ahLst/>
              <a:cxnLst/>
              <a:rect l="l" t="t" r="r" b="b"/>
              <a:pathLst>
                <a:path w="1256" h="419" extrusionOk="0">
                  <a:moveTo>
                    <a:pt x="636" y="0"/>
                  </a:moveTo>
                  <a:cubicBezTo>
                    <a:pt x="268" y="0"/>
                    <a:pt x="0" y="84"/>
                    <a:pt x="0" y="201"/>
                  </a:cubicBezTo>
                  <a:cubicBezTo>
                    <a:pt x="0" y="318"/>
                    <a:pt x="268" y="419"/>
                    <a:pt x="636" y="419"/>
                  </a:cubicBezTo>
                  <a:cubicBezTo>
                    <a:pt x="988" y="419"/>
                    <a:pt x="1256" y="335"/>
                    <a:pt x="1256" y="201"/>
                  </a:cubicBezTo>
                  <a:cubicBezTo>
                    <a:pt x="1256" y="84"/>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9" name="Google Shape;9819;p23"/>
            <p:cNvSpPr/>
            <p:nvPr/>
          </p:nvSpPr>
          <p:spPr>
            <a:xfrm>
              <a:off x="2012475" y="813075"/>
              <a:ext cx="31400" cy="10500"/>
            </a:xfrm>
            <a:custGeom>
              <a:avLst/>
              <a:gdLst/>
              <a:ahLst/>
              <a:cxnLst/>
              <a:rect l="l" t="t" r="r" b="b"/>
              <a:pathLst>
                <a:path w="1256" h="420" extrusionOk="0">
                  <a:moveTo>
                    <a:pt x="620" y="1"/>
                  </a:moveTo>
                  <a:cubicBezTo>
                    <a:pt x="285" y="1"/>
                    <a:pt x="1" y="84"/>
                    <a:pt x="1" y="202"/>
                  </a:cubicBezTo>
                  <a:cubicBezTo>
                    <a:pt x="1" y="336"/>
                    <a:pt x="268" y="419"/>
                    <a:pt x="620" y="419"/>
                  </a:cubicBezTo>
                  <a:cubicBezTo>
                    <a:pt x="955" y="419"/>
                    <a:pt x="1256" y="319"/>
                    <a:pt x="1256" y="202"/>
                  </a:cubicBezTo>
                  <a:cubicBezTo>
                    <a:pt x="1256" y="84"/>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0" name="Google Shape;9820;p23"/>
            <p:cNvSpPr/>
            <p:nvPr/>
          </p:nvSpPr>
          <p:spPr>
            <a:xfrm>
              <a:off x="1975650" y="827725"/>
              <a:ext cx="22200" cy="7150"/>
            </a:xfrm>
            <a:custGeom>
              <a:avLst/>
              <a:gdLst/>
              <a:ahLst/>
              <a:cxnLst/>
              <a:rect l="l" t="t" r="r" b="b"/>
              <a:pathLst>
                <a:path w="888" h="286" extrusionOk="0">
                  <a:moveTo>
                    <a:pt x="452" y="1"/>
                  </a:moveTo>
                  <a:cubicBezTo>
                    <a:pt x="201" y="1"/>
                    <a:pt x="1" y="68"/>
                    <a:pt x="1" y="151"/>
                  </a:cubicBezTo>
                  <a:cubicBezTo>
                    <a:pt x="1" y="235"/>
                    <a:pt x="201" y="285"/>
                    <a:pt x="452" y="285"/>
                  </a:cubicBezTo>
                  <a:cubicBezTo>
                    <a:pt x="704" y="285"/>
                    <a:pt x="888" y="235"/>
                    <a:pt x="888" y="151"/>
                  </a:cubicBezTo>
                  <a:cubicBezTo>
                    <a:pt x="888" y="68"/>
                    <a:pt x="704"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1" name="Google Shape;9821;p23"/>
            <p:cNvSpPr/>
            <p:nvPr/>
          </p:nvSpPr>
          <p:spPr>
            <a:xfrm>
              <a:off x="2075250" y="818100"/>
              <a:ext cx="21775" cy="7550"/>
            </a:xfrm>
            <a:custGeom>
              <a:avLst/>
              <a:gdLst/>
              <a:ahLst/>
              <a:cxnLst/>
              <a:rect l="l" t="t" r="r" b="b"/>
              <a:pathLst>
                <a:path w="871" h="302" extrusionOk="0">
                  <a:moveTo>
                    <a:pt x="436" y="1"/>
                  </a:moveTo>
                  <a:cubicBezTo>
                    <a:pt x="184" y="1"/>
                    <a:pt x="0" y="68"/>
                    <a:pt x="0" y="151"/>
                  </a:cubicBezTo>
                  <a:cubicBezTo>
                    <a:pt x="0" y="235"/>
                    <a:pt x="184" y="302"/>
                    <a:pt x="436" y="302"/>
                  </a:cubicBezTo>
                  <a:cubicBezTo>
                    <a:pt x="687" y="302"/>
                    <a:pt x="871" y="235"/>
                    <a:pt x="871" y="151"/>
                  </a:cubicBezTo>
                  <a:cubicBezTo>
                    <a:pt x="871" y="68"/>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2" name="Google Shape;9822;p23"/>
            <p:cNvSpPr/>
            <p:nvPr/>
          </p:nvSpPr>
          <p:spPr>
            <a:xfrm>
              <a:off x="2295350" y="809325"/>
              <a:ext cx="22200" cy="7550"/>
            </a:xfrm>
            <a:custGeom>
              <a:avLst/>
              <a:gdLst/>
              <a:ahLst/>
              <a:cxnLst/>
              <a:rect l="l" t="t" r="r" b="b"/>
              <a:pathLst>
                <a:path w="888" h="302" extrusionOk="0">
                  <a:moveTo>
                    <a:pt x="436" y="0"/>
                  </a:moveTo>
                  <a:cubicBezTo>
                    <a:pt x="185" y="0"/>
                    <a:pt x="1" y="67"/>
                    <a:pt x="1" y="151"/>
                  </a:cubicBezTo>
                  <a:cubicBezTo>
                    <a:pt x="1" y="234"/>
                    <a:pt x="185" y="301"/>
                    <a:pt x="436" y="301"/>
                  </a:cubicBezTo>
                  <a:cubicBezTo>
                    <a:pt x="687" y="301"/>
                    <a:pt x="888" y="234"/>
                    <a:pt x="888" y="151"/>
                  </a:cubicBezTo>
                  <a:cubicBezTo>
                    <a:pt x="888" y="67"/>
                    <a:pt x="687"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3" name="Google Shape;9823;p23"/>
            <p:cNvSpPr/>
            <p:nvPr/>
          </p:nvSpPr>
          <p:spPr>
            <a:xfrm>
              <a:off x="1863925" y="897375"/>
              <a:ext cx="193725" cy="30425"/>
            </a:xfrm>
            <a:custGeom>
              <a:avLst/>
              <a:gdLst/>
              <a:ahLst/>
              <a:cxnLst/>
              <a:rect l="l" t="t" r="r" b="b"/>
              <a:pathLst>
                <a:path w="7749" h="1217" extrusionOk="0">
                  <a:moveTo>
                    <a:pt x="3619" y="0"/>
                  </a:moveTo>
                  <a:cubicBezTo>
                    <a:pt x="3223" y="0"/>
                    <a:pt x="2825" y="43"/>
                    <a:pt x="2444" y="144"/>
                  </a:cubicBezTo>
                  <a:cubicBezTo>
                    <a:pt x="0" y="763"/>
                    <a:pt x="3281" y="1098"/>
                    <a:pt x="6210" y="1215"/>
                  </a:cubicBezTo>
                  <a:cubicBezTo>
                    <a:pt x="6246" y="1216"/>
                    <a:pt x="6279" y="1217"/>
                    <a:pt x="6311" y="1217"/>
                  </a:cubicBezTo>
                  <a:cubicBezTo>
                    <a:pt x="7748" y="1217"/>
                    <a:pt x="5733" y="0"/>
                    <a:pt x="36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4" name="Google Shape;9824;p23"/>
            <p:cNvSpPr/>
            <p:nvPr/>
          </p:nvSpPr>
          <p:spPr>
            <a:xfrm>
              <a:off x="1662750" y="693975"/>
              <a:ext cx="142875" cy="53300"/>
            </a:xfrm>
            <a:custGeom>
              <a:avLst/>
              <a:gdLst/>
              <a:ahLst/>
              <a:cxnLst/>
              <a:rect l="l" t="t" r="r" b="b"/>
              <a:pathLst>
                <a:path w="5715" h="2132" extrusionOk="0">
                  <a:moveTo>
                    <a:pt x="3380" y="0"/>
                  </a:moveTo>
                  <a:cubicBezTo>
                    <a:pt x="3249" y="0"/>
                    <a:pt x="3114" y="4"/>
                    <a:pt x="2976" y="11"/>
                  </a:cubicBezTo>
                  <a:cubicBezTo>
                    <a:pt x="1436" y="95"/>
                    <a:pt x="113" y="647"/>
                    <a:pt x="46" y="1233"/>
                  </a:cubicBezTo>
                  <a:cubicBezTo>
                    <a:pt x="1" y="1765"/>
                    <a:pt x="977" y="2131"/>
                    <a:pt x="2310" y="2131"/>
                  </a:cubicBezTo>
                  <a:cubicBezTo>
                    <a:pt x="2445" y="2131"/>
                    <a:pt x="2583" y="2128"/>
                    <a:pt x="2724" y="2120"/>
                  </a:cubicBezTo>
                  <a:cubicBezTo>
                    <a:pt x="4281" y="2036"/>
                    <a:pt x="5570" y="1501"/>
                    <a:pt x="5654" y="915"/>
                  </a:cubicBezTo>
                  <a:cubicBezTo>
                    <a:pt x="5715" y="381"/>
                    <a:pt x="4733" y="0"/>
                    <a:pt x="33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5" name="Google Shape;9825;p23"/>
            <p:cNvSpPr/>
            <p:nvPr/>
          </p:nvSpPr>
          <p:spPr>
            <a:xfrm>
              <a:off x="1914550" y="708475"/>
              <a:ext cx="140225" cy="59450"/>
            </a:xfrm>
            <a:custGeom>
              <a:avLst/>
              <a:gdLst/>
              <a:ahLst/>
              <a:cxnLst/>
              <a:rect l="l" t="t" r="r" b="b"/>
              <a:pathLst>
                <a:path w="5609" h="2378" extrusionOk="0">
                  <a:moveTo>
                    <a:pt x="2813" y="0"/>
                  </a:moveTo>
                  <a:cubicBezTo>
                    <a:pt x="1256" y="0"/>
                    <a:pt x="1" y="536"/>
                    <a:pt x="1" y="1189"/>
                  </a:cubicBezTo>
                  <a:cubicBezTo>
                    <a:pt x="1" y="1841"/>
                    <a:pt x="1256" y="2377"/>
                    <a:pt x="2813" y="2377"/>
                  </a:cubicBezTo>
                  <a:cubicBezTo>
                    <a:pt x="4353" y="2377"/>
                    <a:pt x="5608" y="1841"/>
                    <a:pt x="5608" y="1189"/>
                  </a:cubicBezTo>
                  <a:cubicBezTo>
                    <a:pt x="5608" y="536"/>
                    <a:pt x="4353" y="0"/>
                    <a:pt x="28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6" name="Google Shape;9826;p23"/>
            <p:cNvSpPr/>
            <p:nvPr/>
          </p:nvSpPr>
          <p:spPr>
            <a:xfrm>
              <a:off x="1914550" y="590050"/>
              <a:ext cx="97525" cy="18850"/>
            </a:xfrm>
            <a:custGeom>
              <a:avLst/>
              <a:gdLst/>
              <a:ahLst/>
              <a:cxnLst/>
              <a:rect l="l" t="t" r="r" b="b"/>
              <a:pathLst>
                <a:path w="3901" h="754" extrusionOk="0">
                  <a:moveTo>
                    <a:pt x="1942" y="0"/>
                  </a:moveTo>
                  <a:cubicBezTo>
                    <a:pt x="871" y="0"/>
                    <a:pt x="1" y="168"/>
                    <a:pt x="1" y="385"/>
                  </a:cubicBezTo>
                  <a:cubicBezTo>
                    <a:pt x="1" y="586"/>
                    <a:pt x="871" y="753"/>
                    <a:pt x="1942" y="753"/>
                  </a:cubicBezTo>
                  <a:cubicBezTo>
                    <a:pt x="3014" y="753"/>
                    <a:pt x="3901" y="586"/>
                    <a:pt x="3901" y="385"/>
                  </a:cubicBezTo>
                  <a:cubicBezTo>
                    <a:pt x="3901" y="168"/>
                    <a:pt x="3014" y="0"/>
                    <a:pt x="19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7" name="Google Shape;9827;p23"/>
            <p:cNvSpPr/>
            <p:nvPr/>
          </p:nvSpPr>
          <p:spPr>
            <a:xfrm>
              <a:off x="2029625" y="601500"/>
              <a:ext cx="33500" cy="12600"/>
            </a:xfrm>
            <a:custGeom>
              <a:avLst/>
              <a:gdLst/>
              <a:ahLst/>
              <a:cxnLst/>
              <a:rect l="l" t="t" r="r" b="b"/>
              <a:pathLst>
                <a:path w="1340" h="504" extrusionOk="0">
                  <a:moveTo>
                    <a:pt x="426" y="1"/>
                  </a:moveTo>
                  <a:cubicBezTo>
                    <a:pt x="205" y="1"/>
                    <a:pt x="42" y="56"/>
                    <a:pt x="18" y="128"/>
                  </a:cubicBezTo>
                  <a:cubicBezTo>
                    <a:pt x="1" y="262"/>
                    <a:pt x="269" y="413"/>
                    <a:pt x="620" y="463"/>
                  </a:cubicBezTo>
                  <a:cubicBezTo>
                    <a:pt x="743" y="491"/>
                    <a:pt x="860" y="504"/>
                    <a:pt x="962" y="504"/>
                  </a:cubicBezTo>
                  <a:cubicBezTo>
                    <a:pt x="1167" y="504"/>
                    <a:pt x="1312" y="452"/>
                    <a:pt x="1323" y="362"/>
                  </a:cubicBezTo>
                  <a:cubicBezTo>
                    <a:pt x="1340" y="245"/>
                    <a:pt x="1072" y="95"/>
                    <a:pt x="704" y="28"/>
                  </a:cubicBezTo>
                  <a:cubicBezTo>
                    <a:pt x="606" y="9"/>
                    <a:pt x="511" y="1"/>
                    <a:pt x="4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8" name="Google Shape;9828;p23"/>
            <p:cNvSpPr/>
            <p:nvPr/>
          </p:nvSpPr>
          <p:spPr>
            <a:xfrm>
              <a:off x="2009125" y="947725"/>
              <a:ext cx="158200" cy="41975"/>
            </a:xfrm>
            <a:custGeom>
              <a:avLst/>
              <a:gdLst/>
              <a:ahLst/>
              <a:cxnLst/>
              <a:rect l="l" t="t" r="r" b="b"/>
              <a:pathLst>
                <a:path w="6328" h="1679" extrusionOk="0">
                  <a:moveTo>
                    <a:pt x="5183" y="0"/>
                  </a:moveTo>
                  <a:cubicBezTo>
                    <a:pt x="4964" y="0"/>
                    <a:pt x="4746" y="46"/>
                    <a:pt x="4554" y="139"/>
                  </a:cubicBezTo>
                  <a:cubicBezTo>
                    <a:pt x="3984" y="390"/>
                    <a:pt x="3014" y="574"/>
                    <a:pt x="1959" y="574"/>
                  </a:cubicBezTo>
                  <a:cubicBezTo>
                    <a:pt x="1289" y="574"/>
                    <a:pt x="653" y="507"/>
                    <a:pt x="135" y="390"/>
                  </a:cubicBezTo>
                  <a:cubicBezTo>
                    <a:pt x="51" y="473"/>
                    <a:pt x="1" y="574"/>
                    <a:pt x="1" y="674"/>
                  </a:cubicBezTo>
                  <a:cubicBezTo>
                    <a:pt x="1" y="1227"/>
                    <a:pt x="1423" y="1678"/>
                    <a:pt x="3164" y="1678"/>
                  </a:cubicBezTo>
                  <a:cubicBezTo>
                    <a:pt x="4905" y="1678"/>
                    <a:pt x="6328" y="1243"/>
                    <a:pt x="6328" y="674"/>
                  </a:cubicBezTo>
                  <a:cubicBezTo>
                    <a:pt x="6328" y="473"/>
                    <a:pt x="6144" y="289"/>
                    <a:pt x="5826" y="139"/>
                  </a:cubicBezTo>
                  <a:cubicBezTo>
                    <a:pt x="5625" y="46"/>
                    <a:pt x="5403" y="0"/>
                    <a:pt x="5183"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9" name="Google Shape;9829;p23"/>
            <p:cNvSpPr/>
            <p:nvPr/>
          </p:nvSpPr>
          <p:spPr>
            <a:xfrm>
              <a:off x="2291300" y="805325"/>
              <a:ext cx="132975" cy="50600"/>
            </a:xfrm>
            <a:custGeom>
              <a:avLst/>
              <a:gdLst/>
              <a:ahLst/>
              <a:cxnLst/>
              <a:rect l="l" t="t" r="r" b="b"/>
              <a:pathLst>
                <a:path w="5319" h="2024" extrusionOk="0">
                  <a:moveTo>
                    <a:pt x="4000" y="1"/>
                  </a:moveTo>
                  <a:cubicBezTo>
                    <a:pt x="3689" y="1"/>
                    <a:pt x="3375" y="89"/>
                    <a:pt x="3092" y="261"/>
                  </a:cubicBezTo>
                  <a:cubicBezTo>
                    <a:pt x="2539" y="608"/>
                    <a:pt x="1671" y="1001"/>
                    <a:pt x="716" y="1001"/>
                  </a:cubicBezTo>
                  <a:cubicBezTo>
                    <a:pt x="660" y="1001"/>
                    <a:pt x="604" y="1000"/>
                    <a:pt x="548" y="997"/>
                  </a:cubicBezTo>
                  <a:lnTo>
                    <a:pt x="514" y="997"/>
                  </a:lnTo>
                  <a:cubicBezTo>
                    <a:pt x="508" y="997"/>
                    <a:pt x="503" y="997"/>
                    <a:pt x="497" y="997"/>
                  </a:cubicBezTo>
                  <a:cubicBezTo>
                    <a:pt x="93" y="997"/>
                    <a:pt x="1" y="1568"/>
                    <a:pt x="380" y="1717"/>
                  </a:cubicBezTo>
                  <a:cubicBezTo>
                    <a:pt x="816" y="1884"/>
                    <a:pt x="1418" y="2001"/>
                    <a:pt x="2104" y="2018"/>
                  </a:cubicBezTo>
                  <a:cubicBezTo>
                    <a:pt x="2202" y="2022"/>
                    <a:pt x="2299" y="2024"/>
                    <a:pt x="2395" y="2024"/>
                  </a:cubicBezTo>
                  <a:cubicBezTo>
                    <a:pt x="3986" y="2024"/>
                    <a:pt x="5252" y="1511"/>
                    <a:pt x="5268" y="880"/>
                  </a:cubicBezTo>
                  <a:cubicBezTo>
                    <a:pt x="5318" y="646"/>
                    <a:pt x="5151" y="428"/>
                    <a:pt x="4850" y="244"/>
                  </a:cubicBezTo>
                  <a:cubicBezTo>
                    <a:pt x="4588" y="81"/>
                    <a:pt x="4296" y="1"/>
                    <a:pt x="400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0" name="Google Shape;9830;p23"/>
            <p:cNvSpPr/>
            <p:nvPr/>
          </p:nvSpPr>
          <p:spPr>
            <a:xfrm>
              <a:off x="2330925" y="832325"/>
              <a:ext cx="31400" cy="8825"/>
            </a:xfrm>
            <a:custGeom>
              <a:avLst/>
              <a:gdLst/>
              <a:ahLst/>
              <a:cxnLst/>
              <a:rect l="l" t="t" r="r" b="b"/>
              <a:pathLst>
                <a:path w="1256" h="353" extrusionOk="0">
                  <a:moveTo>
                    <a:pt x="637" y="1"/>
                  </a:moveTo>
                  <a:cubicBezTo>
                    <a:pt x="302" y="1"/>
                    <a:pt x="1" y="84"/>
                    <a:pt x="1" y="168"/>
                  </a:cubicBezTo>
                  <a:cubicBezTo>
                    <a:pt x="1" y="269"/>
                    <a:pt x="268" y="352"/>
                    <a:pt x="637" y="352"/>
                  </a:cubicBezTo>
                  <a:cubicBezTo>
                    <a:pt x="988" y="352"/>
                    <a:pt x="1256" y="302"/>
                    <a:pt x="1256" y="185"/>
                  </a:cubicBezTo>
                  <a:cubicBezTo>
                    <a:pt x="1256" y="84"/>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1" name="Google Shape;9831;p23"/>
            <p:cNvSpPr/>
            <p:nvPr/>
          </p:nvSpPr>
          <p:spPr>
            <a:xfrm>
              <a:off x="2369850" y="804725"/>
              <a:ext cx="21775" cy="7125"/>
            </a:xfrm>
            <a:custGeom>
              <a:avLst/>
              <a:gdLst/>
              <a:ahLst/>
              <a:cxnLst/>
              <a:rect l="l" t="t" r="r" b="b"/>
              <a:pathLst>
                <a:path w="871" h="285" extrusionOk="0">
                  <a:moveTo>
                    <a:pt x="435" y="0"/>
                  </a:moveTo>
                  <a:cubicBezTo>
                    <a:pt x="184" y="0"/>
                    <a:pt x="0" y="67"/>
                    <a:pt x="0" y="151"/>
                  </a:cubicBezTo>
                  <a:cubicBezTo>
                    <a:pt x="0" y="234"/>
                    <a:pt x="184" y="285"/>
                    <a:pt x="435" y="285"/>
                  </a:cubicBezTo>
                  <a:cubicBezTo>
                    <a:pt x="670" y="285"/>
                    <a:pt x="871" y="234"/>
                    <a:pt x="871" y="151"/>
                  </a:cubicBezTo>
                  <a:cubicBezTo>
                    <a:pt x="871" y="67"/>
                    <a:pt x="687"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2" name="Google Shape;9832;p23"/>
            <p:cNvSpPr/>
            <p:nvPr/>
          </p:nvSpPr>
          <p:spPr>
            <a:xfrm>
              <a:off x="2020425" y="951175"/>
              <a:ext cx="21775" cy="7150"/>
            </a:xfrm>
            <a:custGeom>
              <a:avLst/>
              <a:gdLst/>
              <a:ahLst/>
              <a:cxnLst/>
              <a:rect l="l" t="t" r="r" b="b"/>
              <a:pathLst>
                <a:path w="871" h="286" extrusionOk="0">
                  <a:moveTo>
                    <a:pt x="436" y="1"/>
                  </a:moveTo>
                  <a:cubicBezTo>
                    <a:pt x="185" y="1"/>
                    <a:pt x="1" y="67"/>
                    <a:pt x="1" y="151"/>
                  </a:cubicBezTo>
                  <a:cubicBezTo>
                    <a:pt x="1" y="235"/>
                    <a:pt x="185" y="285"/>
                    <a:pt x="436" y="285"/>
                  </a:cubicBezTo>
                  <a:cubicBezTo>
                    <a:pt x="670" y="285"/>
                    <a:pt x="871" y="235"/>
                    <a:pt x="871" y="151"/>
                  </a:cubicBezTo>
                  <a:cubicBezTo>
                    <a:pt x="871" y="67"/>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3" name="Google Shape;9833;p23"/>
            <p:cNvSpPr/>
            <p:nvPr/>
          </p:nvSpPr>
          <p:spPr>
            <a:xfrm>
              <a:off x="2058925" y="969175"/>
              <a:ext cx="31400" cy="9275"/>
            </a:xfrm>
            <a:custGeom>
              <a:avLst/>
              <a:gdLst/>
              <a:ahLst/>
              <a:cxnLst/>
              <a:rect l="l" t="t" r="r" b="b"/>
              <a:pathLst>
                <a:path w="1256" h="371" extrusionOk="0">
                  <a:moveTo>
                    <a:pt x="637" y="0"/>
                  </a:moveTo>
                  <a:cubicBezTo>
                    <a:pt x="302" y="0"/>
                    <a:pt x="1" y="84"/>
                    <a:pt x="1" y="184"/>
                  </a:cubicBezTo>
                  <a:cubicBezTo>
                    <a:pt x="1" y="285"/>
                    <a:pt x="268" y="369"/>
                    <a:pt x="637" y="369"/>
                  </a:cubicBezTo>
                  <a:cubicBezTo>
                    <a:pt x="667" y="370"/>
                    <a:pt x="697" y="371"/>
                    <a:pt x="726" y="371"/>
                  </a:cubicBezTo>
                  <a:cubicBezTo>
                    <a:pt x="1032" y="371"/>
                    <a:pt x="1256" y="293"/>
                    <a:pt x="1256" y="201"/>
                  </a:cubicBezTo>
                  <a:cubicBezTo>
                    <a:pt x="1256" y="84"/>
                    <a:pt x="988" y="0"/>
                    <a:pt x="6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4" name="Google Shape;9834;p23"/>
            <p:cNvSpPr/>
            <p:nvPr/>
          </p:nvSpPr>
          <p:spPr>
            <a:xfrm>
              <a:off x="2117100" y="961225"/>
              <a:ext cx="21775" cy="7125"/>
            </a:xfrm>
            <a:custGeom>
              <a:avLst/>
              <a:gdLst/>
              <a:ahLst/>
              <a:cxnLst/>
              <a:rect l="l" t="t" r="r" b="b"/>
              <a:pathLst>
                <a:path w="871" h="285" extrusionOk="0">
                  <a:moveTo>
                    <a:pt x="435" y="0"/>
                  </a:moveTo>
                  <a:cubicBezTo>
                    <a:pt x="184" y="0"/>
                    <a:pt x="0" y="50"/>
                    <a:pt x="0" y="134"/>
                  </a:cubicBezTo>
                  <a:cubicBezTo>
                    <a:pt x="0" y="218"/>
                    <a:pt x="184" y="285"/>
                    <a:pt x="435" y="285"/>
                  </a:cubicBezTo>
                  <a:cubicBezTo>
                    <a:pt x="686" y="285"/>
                    <a:pt x="871" y="218"/>
                    <a:pt x="871" y="134"/>
                  </a:cubicBezTo>
                  <a:cubicBezTo>
                    <a:pt x="871" y="50"/>
                    <a:pt x="686"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5" name="Google Shape;9835;p23"/>
            <p:cNvSpPr/>
            <p:nvPr/>
          </p:nvSpPr>
          <p:spPr>
            <a:xfrm>
              <a:off x="2082350" y="944475"/>
              <a:ext cx="22225" cy="7150"/>
            </a:xfrm>
            <a:custGeom>
              <a:avLst/>
              <a:gdLst/>
              <a:ahLst/>
              <a:cxnLst/>
              <a:rect l="l" t="t" r="r" b="b"/>
              <a:pathLst>
                <a:path w="889" h="286" extrusionOk="0">
                  <a:moveTo>
                    <a:pt x="453" y="1"/>
                  </a:moveTo>
                  <a:cubicBezTo>
                    <a:pt x="202" y="1"/>
                    <a:pt x="1" y="51"/>
                    <a:pt x="1" y="135"/>
                  </a:cubicBezTo>
                  <a:cubicBezTo>
                    <a:pt x="1" y="218"/>
                    <a:pt x="202" y="285"/>
                    <a:pt x="453" y="285"/>
                  </a:cubicBezTo>
                  <a:cubicBezTo>
                    <a:pt x="704" y="285"/>
                    <a:pt x="888" y="218"/>
                    <a:pt x="888" y="135"/>
                  </a:cubicBezTo>
                  <a:cubicBezTo>
                    <a:pt x="888" y="51"/>
                    <a:pt x="704"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6" name="Google Shape;9836;p23"/>
            <p:cNvSpPr/>
            <p:nvPr/>
          </p:nvSpPr>
          <p:spPr>
            <a:xfrm>
              <a:off x="1922925" y="715475"/>
              <a:ext cx="110925" cy="48250"/>
            </a:xfrm>
            <a:custGeom>
              <a:avLst/>
              <a:gdLst/>
              <a:ahLst/>
              <a:cxnLst/>
              <a:rect l="l" t="t" r="r" b="b"/>
              <a:pathLst>
                <a:path w="4437" h="1930" extrusionOk="0">
                  <a:moveTo>
                    <a:pt x="1190" y="1"/>
                  </a:moveTo>
                  <a:cubicBezTo>
                    <a:pt x="1173" y="1"/>
                    <a:pt x="1156" y="2"/>
                    <a:pt x="1139" y="5"/>
                  </a:cubicBezTo>
                  <a:cubicBezTo>
                    <a:pt x="436" y="206"/>
                    <a:pt x="0" y="507"/>
                    <a:pt x="0" y="892"/>
                  </a:cubicBezTo>
                  <a:cubicBezTo>
                    <a:pt x="0" y="1461"/>
                    <a:pt x="1088" y="1930"/>
                    <a:pt x="2428" y="1930"/>
                  </a:cubicBezTo>
                  <a:cubicBezTo>
                    <a:pt x="3264" y="1930"/>
                    <a:pt x="4001" y="1746"/>
                    <a:pt x="4436" y="1478"/>
                  </a:cubicBezTo>
                  <a:lnTo>
                    <a:pt x="4436" y="1478"/>
                  </a:lnTo>
                  <a:cubicBezTo>
                    <a:pt x="4269" y="1494"/>
                    <a:pt x="4101" y="1511"/>
                    <a:pt x="3934" y="1511"/>
                  </a:cubicBezTo>
                  <a:cubicBezTo>
                    <a:pt x="2595" y="1511"/>
                    <a:pt x="1507" y="1059"/>
                    <a:pt x="1507" y="473"/>
                  </a:cubicBezTo>
                  <a:lnTo>
                    <a:pt x="1507" y="390"/>
                  </a:lnTo>
                  <a:cubicBezTo>
                    <a:pt x="1553" y="174"/>
                    <a:pt x="1387" y="1"/>
                    <a:pt x="119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7" name="Google Shape;9837;p23"/>
            <p:cNvSpPr/>
            <p:nvPr/>
          </p:nvSpPr>
          <p:spPr>
            <a:xfrm>
              <a:off x="1934225" y="723525"/>
              <a:ext cx="31400" cy="10500"/>
            </a:xfrm>
            <a:custGeom>
              <a:avLst/>
              <a:gdLst/>
              <a:ahLst/>
              <a:cxnLst/>
              <a:rect l="l" t="t" r="r" b="b"/>
              <a:pathLst>
                <a:path w="1256" h="420" extrusionOk="0">
                  <a:moveTo>
                    <a:pt x="636" y="1"/>
                  </a:moveTo>
                  <a:cubicBezTo>
                    <a:pt x="302" y="1"/>
                    <a:pt x="0" y="84"/>
                    <a:pt x="0" y="218"/>
                  </a:cubicBezTo>
                  <a:cubicBezTo>
                    <a:pt x="0" y="335"/>
                    <a:pt x="285" y="419"/>
                    <a:pt x="636" y="419"/>
                  </a:cubicBezTo>
                  <a:cubicBezTo>
                    <a:pt x="988" y="419"/>
                    <a:pt x="1256" y="335"/>
                    <a:pt x="1256" y="218"/>
                  </a:cubicBezTo>
                  <a:cubicBezTo>
                    <a:pt x="1256" y="84"/>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8" name="Google Shape;9838;p23"/>
            <p:cNvSpPr/>
            <p:nvPr/>
          </p:nvSpPr>
          <p:spPr>
            <a:xfrm>
              <a:off x="1971875" y="747800"/>
              <a:ext cx="25150" cy="7150"/>
            </a:xfrm>
            <a:custGeom>
              <a:avLst/>
              <a:gdLst/>
              <a:ahLst/>
              <a:cxnLst/>
              <a:rect l="l" t="t" r="r" b="b"/>
              <a:pathLst>
                <a:path w="1006" h="286" extrusionOk="0">
                  <a:moveTo>
                    <a:pt x="503" y="1"/>
                  </a:moveTo>
                  <a:cubicBezTo>
                    <a:pt x="235" y="1"/>
                    <a:pt x="1" y="51"/>
                    <a:pt x="1" y="134"/>
                  </a:cubicBezTo>
                  <a:cubicBezTo>
                    <a:pt x="1" y="218"/>
                    <a:pt x="235" y="285"/>
                    <a:pt x="503" y="285"/>
                  </a:cubicBezTo>
                  <a:cubicBezTo>
                    <a:pt x="788" y="285"/>
                    <a:pt x="1005" y="218"/>
                    <a:pt x="1005" y="134"/>
                  </a:cubicBezTo>
                  <a:cubicBezTo>
                    <a:pt x="1005" y="51"/>
                    <a:pt x="788"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9" name="Google Shape;9839;p23"/>
            <p:cNvSpPr/>
            <p:nvPr/>
          </p:nvSpPr>
          <p:spPr>
            <a:xfrm>
              <a:off x="2022100" y="728125"/>
              <a:ext cx="19275" cy="7575"/>
            </a:xfrm>
            <a:custGeom>
              <a:avLst/>
              <a:gdLst/>
              <a:ahLst/>
              <a:cxnLst/>
              <a:rect l="l" t="t" r="r" b="b"/>
              <a:pathLst>
                <a:path w="771" h="303" extrusionOk="0">
                  <a:moveTo>
                    <a:pt x="386" y="1"/>
                  </a:moveTo>
                  <a:cubicBezTo>
                    <a:pt x="168" y="1"/>
                    <a:pt x="1" y="68"/>
                    <a:pt x="1" y="151"/>
                  </a:cubicBezTo>
                  <a:cubicBezTo>
                    <a:pt x="1" y="235"/>
                    <a:pt x="168" y="302"/>
                    <a:pt x="386" y="302"/>
                  </a:cubicBezTo>
                  <a:cubicBezTo>
                    <a:pt x="603" y="285"/>
                    <a:pt x="770" y="218"/>
                    <a:pt x="770" y="151"/>
                  </a:cubicBezTo>
                  <a:cubicBezTo>
                    <a:pt x="770" y="68"/>
                    <a:pt x="586" y="1"/>
                    <a:pt x="3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0" name="Google Shape;9840;p23"/>
            <p:cNvSpPr/>
            <p:nvPr/>
          </p:nvSpPr>
          <p:spPr>
            <a:xfrm>
              <a:off x="1990725" y="717675"/>
              <a:ext cx="19275" cy="7550"/>
            </a:xfrm>
            <a:custGeom>
              <a:avLst/>
              <a:gdLst/>
              <a:ahLst/>
              <a:cxnLst/>
              <a:rect l="l" t="t" r="r" b="b"/>
              <a:pathLst>
                <a:path w="771" h="302" extrusionOk="0">
                  <a:moveTo>
                    <a:pt x="385" y="0"/>
                  </a:moveTo>
                  <a:cubicBezTo>
                    <a:pt x="168" y="0"/>
                    <a:pt x="0" y="67"/>
                    <a:pt x="0" y="151"/>
                  </a:cubicBezTo>
                  <a:cubicBezTo>
                    <a:pt x="0" y="235"/>
                    <a:pt x="168" y="302"/>
                    <a:pt x="385" y="302"/>
                  </a:cubicBezTo>
                  <a:cubicBezTo>
                    <a:pt x="603" y="285"/>
                    <a:pt x="770" y="218"/>
                    <a:pt x="770" y="151"/>
                  </a:cubicBezTo>
                  <a:cubicBezTo>
                    <a:pt x="770" y="67"/>
                    <a:pt x="586" y="0"/>
                    <a:pt x="3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1" name="Google Shape;9841;p23"/>
            <p:cNvSpPr/>
            <p:nvPr/>
          </p:nvSpPr>
          <p:spPr>
            <a:xfrm>
              <a:off x="1674350" y="851500"/>
              <a:ext cx="161975" cy="66300"/>
            </a:xfrm>
            <a:custGeom>
              <a:avLst/>
              <a:gdLst/>
              <a:ahLst/>
              <a:cxnLst/>
              <a:rect l="l" t="t" r="r" b="b"/>
              <a:pathLst>
                <a:path w="6479" h="2652" extrusionOk="0">
                  <a:moveTo>
                    <a:pt x="3306" y="0"/>
                  </a:moveTo>
                  <a:cubicBezTo>
                    <a:pt x="3232" y="0"/>
                    <a:pt x="3156" y="2"/>
                    <a:pt x="3081" y="4"/>
                  </a:cubicBezTo>
                  <a:cubicBezTo>
                    <a:pt x="1340" y="71"/>
                    <a:pt x="1" y="723"/>
                    <a:pt x="84" y="1427"/>
                  </a:cubicBezTo>
                  <a:cubicBezTo>
                    <a:pt x="165" y="2131"/>
                    <a:pt x="1531" y="2652"/>
                    <a:pt x="3173" y="2652"/>
                  </a:cubicBezTo>
                  <a:cubicBezTo>
                    <a:pt x="3248" y="2652"/>
                    <a:pt x="3323" y="2651"/>
                    <a:pt x="3399" y="2648"/>
                  </a:cubicBezTo>
                  <a:cubicBezTo>
                    <a:pt x="5140" y="2581"/>
                    <a:pt x="6479" y="1962"/>
                    <a:pt x="6395" y="1226"/>
                  </a:cubicBezTo>
                  <a:cubicBezTo>
                    <a:pt x="6315" y="521"/>
                    <a:pt x="4948" y="0"/>
                    <a:pt x="33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2" name="Google Shape;9842;p23"/>
            <p:cNvSpPr/>
            <p:nvPr/>
          </p:nvSpPr>
          <p:spPr>
            <a:xfrm>
              <a:off x="1710775" y="855675"/>
              <a:ext cx="112150" cy="32850"/>
            </a:xfrm>
            <a:custGeom>
              <a:avLst/>
              <a:gdLst/>
              <a:ahLst/>
              <a:cxnLst/>
              <a:rect l="l" t="t" r="r" b="b"/>
              <a:pathLst>
                <a:path w="4486" h="1314" extrusionOk="0">
                  <a:moveTo>
                    <a:pt x="1661" y="1"/>
                  </a:moveTo>
                  <a:cubicBezTo>
                    <a:pt x="1588" y="1"/>
                    <a:pt x="1514" y="2"/>
                    <a:pt x="1440" y="4"/>
                  </a:cubicBezTo>
                  <a:cubicBezTo>
                    <a:pt x="1055" y="21"/>
                    <a:pt x="686" y="71"/>
                    <a:pt x="352" y="138"/>
                  </a:cubicBezTo>
                  <a:cubicBezTo>
                    <a:pt x="50" y="188"/>
                    <a:pt x="0" y="573"/>
                    <a:pt x="218" y="741"/>
                  </a:cubicBezTo>
                  <a:cubicBezTo>
                    <a:pt x="764" y="1100"/>
                    <a:pt x="1732" y="1313"/>
                    <a:pt x="2811" y="1313"/>
                  </a:cubicBezTo>
                  <a:cubicBezTo>
                    <a:pt x="2889" y="1313"/>
                    <a:pt x="2967" y="1312"/>
                    <a:pt x="3046" y="1310"/>
                  </a:cubicBezTo>
                  <a:cubicBezTo>
                    <a:pt x="3431" y="1293"/>
                    <a:pt x="3800" y="1243"/>
                    <a:pt x="4134" y="1176"/>
                  </a:cubicBezTo>
                  <a:cubicBezTo>
                    <a:pt x="4436" y="1126"/>
                    <a:pt x="4486" y="741"/>
                    <a:pt x="4268" y="573"/>
                  </a:cubicBezTo>
                  <a:cubicBezTo>
                    <a:pt x="3720" y="228"/>
                    <a:pt x="2745" y="1"/>
                    <a:pt x="1661"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3" name="Google Shape;9843;p23"/>
            <p:cNvSpPr/>
            <p:nvPr/>
          </p:nvSpPr>
          <p:spPr>
            <a:xfrm>
              <a:off x="1696950" y="868325"/>
              <a:ext cx="26400" cy="8400"/>
            </a:xfrm>
            <a:custGeom>
              <a:avLst/>
              <a:gdLst/>
              <a:ahLst/>
              <a:cxnLst/>
              <a:rect l="l" t="t" r="r" b="b"/>
              <a:pathLst>
                <a:path w="1056" h="336" extrusionOk="0">
                  <a:moveTo>
                    <a:pt x="520" y="0"/>
                  </a:moveTo>
                  <a:cubicBezTo>
                    <a:pt x="235" y="0"/>
                    <a:pt x="1" y="67"/>
                    <a:pt x="1" y="168"/>
                  </a:cubicBezTo>
                  <a:cubicBezTo>
                    <a:pt x="1" y="251"/>
                    <a:pt x="235" y="335"/>
                    <a:pt x="520" y="335"/>
                  </a:cubicBezTo>
                  <a:cubicBezTo>
                    <a:pt x="821" y="335"/>
                    <a:pt x="1055" y="285"/>
                    <a:pt x="1055" y="168"/>
                  </a:cubicBezTo>
                  <a:cubicBezTo>
                    <a:pt x="1055" y="84"/>
                    <a:pt x="821" y="0"/>
                    <a:pt x="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4" name="Google Shape;9844;p23"/>
            <p:cNvSpPr/>
            <p:nvPr/>
          </p:nvSpPr>
          <p:spPr>
            <a:xfrm>
              <a:off x="1770600" y="864125"/>
              <a:ext cx="31425" cy="10500"/>
            </a:xfrm>
            <a:custGeom>
              <a:avLst/>
              <a:gdLst/>
              <a:ahLst/>
              <a:cxnLst/>
              <a:rect l="l" t="t" r="r" b="b"/>
              <a:pathLst>
                <a:path w="1257" h="420" extrusionOk="0">
                  <a:moveTo>
                    <a:pt x="637" y="1"/>
                  </a:moveTo>
                  <a:cubicBezTo>
                    <a:pt x="285" y="1"/>
                    <a:pt x="1" y="85"/>
                    <a:pt x="1" y="218"/>
                  </a:cubicBezTo>
                  <a:cubicBezTo>
                    <a:pt x="1" y="336"/>
                    <a:pt x="285" y="419"/>
                    <a:pt x="637" y="419"/>
                  </a:cubicBezTo>
                  <a:cubicBezTo>
                    <a:pt x="988" y="419"/>
                    <a:pt x="1256" y="319"/>
                    <a:pt x="1256" y="218"/>
                  </a:cubicBezTo>
                  <a:cubicBezTo>
                    <a:pt x="1256" y="85"/>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5" name="Google Shape;9845;p23"/>
            <p:cNvSpPr/>
            <p:nvPr/>
          </p:nvSpPr>
          <p:spPr>
            <a:xfrm>
              <a:off x="1738375" y="900950"/>
              <a:ext cx="25150" cy="6300"/>
            </a:xfrm>
            <a:custGeom>
              <a:avLst/>
              <a:gdLst/>
              <a:ahLst/>
              <a:cxnLst/>
              <a:rect l="l" t="t" r="r" b="b"/>
              <a:pathLst>
                <a:path w="1006" h="252" extrusionOk="0">
                  <a:moveTo>
                    <a:pt x="503" y="1"/>
                  </a:moveTo>
                  <a:cubicBezTo>
                    <a:pt x="235" y="1"/>
                    <a:pt x="1" y="68"/>
                    <a:pt x="1" y="118"/>
                  </a:cubicBezTo>
                  <a:cubicBezTo>
                    <a:pt x="1" y="185"/>
                    <a:pt x="218" y="252"/>
                    <a:pt x="503" y="252"/>
                  </a:cubicBezTo>
                  <a:cubicBezTo>
                    <a:pt x="771" y="252"/>
                    <a:pt x="1005" y="202"/>
                    <a:pt x="1005" y="118"/>
                  </a:cubicBezTo>
                  <a:cubicBezTo>
                    <a:pt x="1005" y="68"/>
                    <a:pt x="771"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6" name="Google Shape;9846;p23"/>
            <p:cNvSpPr/>
            <p:nvPr/>
          </p:nvSpPr>
          <p:spPr>
            <a:xfrm>
              <a:off x="1671575" y="705125"/>
              <a:ext cx="121650" cy="39150"/>
            </a:xfrm>
            <a:custGeom>
              <a:avLst/>
              <a:gdLst/>
              <a:ahLst/>
              <a:cxnLst/>
              <a:rect l="l" t="t" r="r" b="b"/>
              <a:pathLst>
                <a:path w="4866" h="1566" extrusionOk="0">
                  <a:moveTo>
                    <a:pt x="1099" y="0"/>
                  </a:moveTo>
                  <a:lnTo>
                    <a:pt x="1099" y="0"/>
                  </a:lnTo>
                  <a:cubicBezTo>
                    <a:pt x="497" y="201"/>
                    <a:pt x="78" y="486"/>
                    <a:pt x="62" y="787"/>
                  </a:cubicBezTo>
                  <a:cubicBezTo>
                    <a:pt x="0" y="1246"/>
                    <a:pt x="863" y="1565"/>
                    <a:pt x="2035" y="1565"/>
                  </a:cubicBezTo>
                  <a:cubicBezTo>
                    <a:pt x="2145" y="1565"/>
                    <a:pt x="2257" y="1563"/>
                    <a:pt x="2371" y="1557"/>
                  </a:cubicBezTo>
                  <a:cubicBezTo>
                    <a:pt x="3610" y="1490"/>
                    <a:pt x="4681" y="1071"/>
                    <a:pt x="4866" y="620"/>
                  </a:cubicBezTo>
                  <a:lnTo>
                    <a:pt x="4866" y="620"/>
                  </a:lnTo>
                  <a:cubicBezTo>
                    <a:pt x="4447" y="753"/>
                    <a:pt x="3945" y="837"/>
                    <a:pt x="3409" y="887"/>
                  </a:cubicBezTo>
                  <a:cubicBezTo>
                    <a:pt x="3276" y="896"/>
                    <a:pt x="3146" y="900"/>
                    <a:pt x="3020" y="900"/>
                  </a:cubicBezTo>
                  <a:cubicBezTo>
                    <a:pt x="1875" y="900"/>
                    <a:pt x="1037" y="570"/>
                    <a:pt x="1083" y="117"/>
                  </a:cubicBezTo>
                  <a:cubicBezTo>
                    <a:pt x="1083" y="67"/>
                    <a:pt x="1099" y="50"/>
                    <a:pt x="109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7" name="Google Shape;9847;p23"/>
            <p:cNvSpPr/>
            <p:nvPr/>
          </p:nvSpPr>
          <p:spPr>
            <a:xfrm>
              <a:off x="1692775" y="708875"/>
              <a:ext cx="31400" cy="10500"/>
            </a:xfrm>
            <a:custGeom>
              <a:avLst/>
              <a:gdLst/>
              <a:ahLst/>
              <a:cxnLst/>
              <a:rect l="l" t="t" r="r" b="b"/>
              <a:pathLst>
                <a:path w="1256" h="420" extrusionOk="0">
                  <a:moveTo>
                    <a:pt x="636" y="1"/>
                  </a:moveTo>
                  <a:cubicBezTo>
                    <a:pt x="302" y="1"/>
                    <a:pt x="0" y="85"/>
                    <a:pt x="0" y="218"/>
                  </a:cubicBezTo>
                  <a:cubicBezTo>
                    <a:pt x="0" y="336"/>
                    <a:pt x="268" y="419"/>
                    <a:pt x="636" y="419"/>
                  </a:cubicBezTo>
                  <a:cubicBezTo>
                    <a:pt x="988" y="419"/>
                    <a:pt x="1256" y="336"/>
                    <a:pt x="1256" y="218"/>
                  </a:cubicBezTo>
                  <a:cubicBezTo>
                    <a:pt x="1256" y="85"/>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8" name="Google Shape;9848;p23"/>
            <p:cNvSpPr/>
            <p:nvPr/>
          </p:nvSpPr>
          <p:spPr>
            <a:xfrm>
              <a:off x="1722475" y="729400"/>
              <a:ext cx="22200" cy="7975"/>
            </a:xfrm>
            <a:custGeom>
              <a:avLst/>
              <a:gdLst/>
              <a:ahLst/>
              <a:cxnLst/>
              <a:rect l="l" t="t" r="r" b="b"/>
              <a:pathLst>
                <a:path w="888" h="319" extrusionOk="0">
                  <a:moveTo>
                    <a:pt x="453" y="0"/>
                  </a:moveTo>
                  <a:cubicBezTo>
                    <a:pt x="202" y="0"/>
                    <a:pt x="1" y="84"/>
                    <a:pt x="1" y="167"/>
                  </a:cubicBezTo>
                  <a:cubicBezTo>
                    <a:pt x="1" y="251"/>
                    <a:pt x="218" y="318"/>
                    <a:pt x="453" y="318"/>
                  </a:cubicBezTo>
                  <a:cubicBezTo>
                    <a:pt x="670" y="318"/>
                    <a:pt x="888" y="234"/>
                    <a:pt x="888" y="151"/>
                  </a:cubicBezTo>
                  <a:cubicBezTo>
                    <a:pt x="888" y="50"/>
                    <a:pt x="670" y="0"/>
                    <a:pt x="4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9" name="Google Shape;9849;p23"/>
            <p:cNvSpPr/>
            <p:nvPr/>
          </p:nvSpPr>
          <p:spPr>
            <a:xfrm>
              <a:off x="1757625" y="708050"/>
              <a:ext cx="22200" cy="7550"/>
            </a:xfrm>
            <a:custGeom>
              <a:avLst/>
              <a:gdLst/>
              <a:ahLst/>
              <a:cxnLst/>
              <a:rect l="l" t="t" r="r" b="b"/>
              <a:pathLst>
                <a:path w="888" h="302" extrusionOk="0">
                  <a:moveTo>
                    <a:pt x="436" y="0"/>
                  </a:moveTo>
                  <a:cubicBezTo>
                    <a:pt x="218" y="0"/>
                    <a:pt x="1" y="84"/>
                    <a:pt x="1" y="168"/>
                  </a:cubicBezTo>
                  <a:cubicBezTo>
                    <a:pt x="1" y="251"/>
                    <a:pt x="218" y="302"/>
                    <a:pt x="436" y="302"/>
                  </a:cubicBezTo>
                  <a:cubicBezTo>
                    <a:pt x="670" y="302"/>
                    <a:pt x="888" y="218"/>
                    <a:pt x="888" y="134"/>
                  </a:cubicBezTo>
                  <a:cubicBezTo>
                    <a:pt x="888" y="51"/>
                    <a:pt x="670"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0" name="Google Shape;9850;p23"/>
            <p:cNvSpPr/>
            <p:nvPr/>
          </p:nvSpPr>
          <p:spPr>
            <a:xfrm>
              <a:off x="1702800" y="949750"/>
              <a:ext cx="261600" cy="72175"/>
            </a:xfrm>
            <a:custGeom>
              <a:avLst/>
              <a:gdLst/>
              <a:ahLst/>
              <a:cxnLst/>
              <a:rect l="l" t="t" r="r" b="b"/>
              <a:pathLst>
                <a:path w="10464" h="2887" extrusionOk="0">
                  <a:moveTo>
                    <a:pt x="2079" y="1"/>
                  </a:moveTo>
                  <a:cubicBezTo>
                    <a:pt x="1950" y="1"/>
                    <a:pt x="1826" y="13"/>
                    <a:pt x="1708" y="41"/>
                  </a:cubicBezTo>
                  <a:cubicBezTo>
                    <a:pt x="1" y="426"/>
                    <a:pt x="3131" y="2836"/>
                    <a:pt x="7617" y="2886"/>
                  </a:cubicBezTo>
                  <a:cubicBezTo>
                    <a:pt x="7658" y="2887"/>
                    <a:pt x="7699" y="2887"/>
                    <a:pt x="7740" y="2887"/>
                  </a:cubicBezTo>
                  <a:cubicBezTo>
                    <a:pt x="10155" y="2887"/>
                    <a:pt x="10463" y="2401"/>
                    <a:pt x="8487" y="2401"/>
                  </a:cubicBezTo>
                  <a:cubicBezTo>
                    <a:pt x="6647" y="2385"/>
                    <a:pt x="3847" y="1"/>
                    <a:pt x="20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1" name="Google Shape;9851;p23"/>
            <p:cNvSpPr/>
            <p:nvPr/>
          </p:nvSpPr>
          <p:spPr>
            <a:xfrm>
              <a:off x="1680625" y="953275"/>
              <a:ext cx="47750" cy="26000"/>
            </a:xfrm>
            <a:custGeom>
              <a:avLst/>
              <a:gdLst/>
              <a:ahLst/>
              <a:cxnLst/>
              <a:rect l="l" t="t" r="r" b="b"/>
              <a:pathLst>
                <a:path w="1910" h="1040" extrusionOk="0">
                  <a:moveTo>
                    <a:pt x="562" y="0"/>
                  </a:moveTo>
                  <a:cubicBezTo>
                    <a:pt x="473" y="0"/>
                    <a:pt x="390" y="11"/>
                    <a:pt x="319" y="34"/>
                  </a:cubicBezTo>
                  <a:cubicBezTo>
                    <a:pt x="1" y="151"/>
                    <a:pt x="34" y="435"/>
                    <a:pt x="386" y="703"/>
                  </a:cubicBezTo>
                  <a:cubicBezTo>
                    <a:pt x="654" y="920"/>
                    <a:pt x="1039" y="1040"/>
                    <a:pt x="1340" y="1040"/>
                  </a:cubicBezTo>
                  <a:cubicBezTo>
                    <a:pt x="1434" y="1040"/>
                    <a:pt x="1520" y="1028"/>
                    <a:pt x="1591" y="1005"/>
                  </a:cubicBezTo>
                  <a:cubicBezTo>
                    <a:pt x="1909" y="904"/>
                    <a:pt x="1892" y="603"/>
                    <a:pt x="1541" y="335"/>
                  </a:cubicBezTo>
                  <a:cubicBezTo>
                    <a:pt x="1255" y="127"/>
                    <a:pt x="870" y="0"/>
                    <a:pt x="5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2" name="Google Shape;9852;p23"/>
            <p:cNvSpPr/>
            <p:nvPr/>
          </p:nvSpPr>
          <p:spPr>
            <a:xfrm>
              <a:off x="1791925" y="646025"/>
              <a:ext cx="319275" cy="16000"/>
            </a:xfrm>
            <a:custGeom>
              <a:avLst/>
              <a:gdLst/>
              <a:ahLst/>
              <a:cxnLst/>
              <a:rect l="l" t="t" r="r" b="b"/>
              <a:pathLst>
                <a:path w="12771" h="640" extrusionOk="0">
                  <a:moveTo>
                    <a:pt x="5084" y="0"/>
                  </a:moveTo>
                  <a:cubicBezTo>
                    <a:pt x="3940" y="0"/>
                    <a:pt x="2868" y="39"/>
                    <a:pt x="2127" y="138"/>
                  </a:cubicBezTo>
                  <a:cubicBezTo>
                    <a:pt x="1" y="410"/>
                    <a:pt x="1935" y="640"/>
                    <a:pt x="5329" y="640"/>
                  </a:cubicBezTo>
                  <a:cubicBezTo>
                    <a:pt x="6743" y="640"/>
                    <a:pt x="8412" y="600"/>
                    <a:pt x="10145" y="506"/>
                  </a:cubicBezTo>
                  <a:cubicBezTo>
                    <a:pt x="12770" y="367"/>
                    <a:pt x="8590" y="0"/>
                    <a:pt x="5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3" name="Google Shape;9853;p23"/>
            <p:cNvSpPr/>
            <p:nvPr/>
          </p:nvSpPr>
          <p:spPr>
            <a:xfrm>
              <a:off x="1853875" y="842375"/>
              <a:ext cx="22200" cy="7350"/>
            </a:xfrm>
            <a:custGeom>
              <a:avLst/>
              <a:gdLst/>
              <a:ahLst/>
              <a:cxnLst/>
              <a:rect l="l" t="t" r="r" b="b"/>
              <a:pathLst>
                <a:path w="888" h="294" extrusionOk="0">
                  <a:moveTo>
                    <a:pt x="436" y="0"/>
                  </a:moveTo>
                  <a:cubicBezTo>
                    <a:pt x="218" y="0"/>
                    <a:pt x="1" y="67"/>
                    <a:pt x="1" y="151"/>
                  </a:cubicBezTo>
                  <a:cubicBezTo>
                    <a:pt x="1" y="235"/>
                    <a:pt x="185" y="285"/>
                    <a:pt x="436" y="285"/>
                  </a:cubicBezTo>
                  <a:cubicBezTo>
                    <a:pt x="480" y="291"/>
                    <a:pt x="523" y="294"/>
                    <a:pt x="564" y="294"/>
                  </a:cubicBezTo>
                  <a:cubicBezTo>
                    <a:pt x="752" y="294"/>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4" name="Google Shape;9854;p23"/>
            <p:cNvSpPr/>
            <p:nvPr/>
          </p:nvSpPr>
          <p:spPr>
            <a:xfrm>
              <a:off x="2227975" y="757000"/>
              <a:ext cx="21800" cy="7575"/>
            </a:xfrm>
            <a:custGeom>
              <a:avLst/>
              <a:gdLst/>
              <a:ahLst/>
              <a:cxnLst/>
              <a:rect l="l" t="t" r="r" b="b"/>
              <a:pathLst>
                <a:path w="872" h="303" extrusionOk="0">
                  <a:moveTo>
                    <a:pt x="436" y="1"/>
                  </a:moveTo>
                  <a:cubicBezTo>
                    <a:pt x="202" y="1"/>
                    <a:pt x="1" y="68"/>
                    <a:pt x="1" y="151"/>
                  </a:cubicBezTo>
                  <a:cubicBezTo>
                    <a:pt x="1" y="235"/>
                    <a:pt x="185" y="302"/>
                    <a:pt x="436" y="302"/>
                  </a:cubicBezTo>
                  <a:cubicBezTo>
                    <a:pt x="687" y="302"/>
                    <a:pt x="871" y="235"/>
                    <a:pt x="871" y="151"/>
                  </a:cubicBezTo>
                  <a:cubicBezTo>
                    <a:pt x="871"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5" name="Google Shape;9855;p23"/>
            <p:cNvSpPr/>
            <p:nvPr/>
          </p:nvSpPr>
          <p:spPr>
            <a:xfrm>
              <a:off x="2092400" y="675000"/>
              <a:ext cx="22200" cy="7125"/>
            </a:xfrm>
            <a:custGeom>
              <a:avLst/>
              <a:gdLst/>
              <a:ahLst/>
              <a:cxnLst/>
              <a:rect l="l" t="t" r="r" b="b"/>
              <a:pathLst>
                <a:path w="888" h="285" extrusionOk="0">
                  <a:moveTo>
                    <a:pt x="436" y="0"/>
                  </a:moveTo>
                  <a:cubicBezTo>
                    <a:pt x="218" y="0"/>
                    <a:pt x="1" y="67"/>
                    <a:pt x="1" y="151"/>
                  </a:cubicBezTo>
                  <a:cubicBezTo>
                    <a:pt x="1" y="234"/>
                    <a:pt x="185" y="285"/>
                    <a:pt x="436" y="285"/>
                  </a:cubicBezTo>
                  <a:cubicBezTo>
                    <a:pt x="687" y="285"/>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6" name="Google Shape;9856;p23"/>
            <p:cNvSpPr/>
            <p:nvPr/>
          </p:nvSpPr>
          <p:spPr>
            <a:xfrm>
              <a:off x="1625400" y="879625"/>
              <a:ext cx="21775" cy="7125"/>
            </a:xfrm>
            <a:custGeom>
              <a:avLst/>
              <a:gdLst/>
              <a:ahLst/>
              <a:cxnLst/>
              <a:rect l="l" t="t" r="r" b="b"/>
              <a:pathLst>
                <a:path w="871" h="285" extrusionOk="0">
                  <a:moveTo>
                    <a:pt x="436" y="0"/>
                  </a:moveTo>
                  <a:cubicBezTo>
                    <a:pt x="201" y="0"/>
                    <a:pt x="0" y="50"/>
                    <a:pt x="0" y="134"/>
                  </a:cubicBezTo>
                  <a:cubicBezTo>
                    <a:pt x="0" y="218"/>
                    <a:pt x="184" y="285"/>
                    <a:pt x="436" y="285"/>
                  </a:cubicBezTo>
                  <a:cubicBezTo>
                    <a:pt x="687" y="285"/>
                    <a:pt x="871" y="218"/>
                    <a:pt x="871" y="134"/>
                  </a:cubicBezTo>
                  <a:cubicBezTo>
                    <a:pt x="871" y="50"/>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7" name="Google Shape;9857;p23"/>
            <p:cNvSpPr/>
            <p:nvPr/>
          </p:nvSpPr>
          <p:spPr>
            <a:xfrm>
              <a:off x="1838825" y="754075"/>
              <a:ext cx="21775" cy="7150"/>
            </a:xfrm>
            <a:custGeom>
              <a:avLst/>
              <a:gdLst/>
              <a:ahLst/>
              <a:cxnLst/>
              <a:rect l="l" t="t" r="r" b="b"/>
              <a:pathLst>
                <a:path w="871" h="286" extrusionOk="0">
                  <a:moveTo>
                    <a:pt x="435" y="1"/>
                  </a:moveTo>
                  <a:cubicBezTo>
                    <a:pt x="201" y="1"/>
                    <a:pt x="0" y="51"/>
                    <a:pt x="0" y="135"/>
                  </a:cubicBezTo>
                  <a:cubicBezTo>
                    <a:pt x="0" y="218"/>
                    <a:pt x="184" y="285"/>
                    <a:pt x="435" y="285"/>
                  </a:cubicBezTo>
                  <a:cubicBezTo>
                    <a:pt x="686" y="285"/>
                    <a:pt x="870" y="218"/>
                    <a:pt x="870" y="135"/>
                  </a:cubicBezTo>
                  <a:cubicBezTo>
                    <a:pt x="870" y="51"/>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8" name="Google Shape;9858;p23"/>
            <p:cNvSpPr/>
            <p:nvPr/>
          </p:nvSpPr>
          <p:spPr>
            <a:xfrm>
              <a:off x="2201625" y="872500"/>
              <a:ext cx="22200" cy="7550"/>
            </a:xfrm>
            <a:custGeom>
              <a:avLst/>
              <a:gdLst/>
              <a:ahLst/>
              <a:cxnLst/>
              <a:rect l="l" t="t" r="r" b="b"/>
              <a:pathLst>
                <a:path w="888" h="302" extrusionOk="0">
                  <a:moveTo>
                    <a:pt x="452" y="1"/>
                  </a:moveTo>
                  <a:cubicBezTo>
                    <a:pt x="218" y="1"/>
                    <a:pt x="0" y="68"/>
                    <a:pt x="0" y="151"/>
                  </a:cubicBezTo>
                  <a:cubicBezTo>
                    <a:pt x="0" y="235"/>
                    <a:pt x="201" y="302"/>
                    <a:pt x="452" y="302"/>
                  </a:cubicBezTo>
                  <a:cubicBezTo>
                    <a:pt x="703" y="302"/>
                    <a:pt x="888" y="235"/>
                    <a:pt x="888" y="151"/>
                  </a:cubicBezTo>
                  <a:cubicBezTo>
                    <a:pt x="888" y="68"/>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9" name="Google Shape;9859;p23"/>
            <p:cNvSpPr/>
            <p:nvPr/>
          </p:nvSpPr>
          <p:spPr>
            <a:xfrm>
              <a:off x="2398300" y="887975"/>
              <a:ext cx="22200" cy="7200"/>
            </a:xfrm>
            <a:custGeom>
              <a:avLst/>
              <a:gdLst/>
              <a:ahLst/>
              <a:cxnLst/>
              <a:rect l="l" t="t" r="r" b="b"/>
              <a:pathLst>
                <a:path w="888" h="288" extrusionOk="0">
                  <a:moveTo>
                    <a:pt x="452" y="1"/>
                  </a:moveTo>
                  <a:cubicBezTo>
                    <a:pt x="218" y="1"/>
                    <a:pt x="0" y="51"/>
                    <a:pt x="0" y="135"/>
                  </a:cubicBezTo>
                  <a:cubicBezTo>
                    <a:pt x="0" y="219"/>
                    <a:pt x="201" y="286"/>
                    <a:pt x="452" y="286"/>
                  </a:cubicBezTo>
                  <a:cubicBezTo>
                    <a:pt x="471" y="287"/>
                    <a:pt x="490" y="288"/>
                    <a:pt x="509" y="288"/>
                  </a:cubicBezTo>
                  <a:cubicBezTo>
                    <a:pt x="706" y="288"/>
                    <a:pt x="888" y="211"/>
                    <a:pt x="888" y="135"/>
                  </a:cubicBezTo>
                  <a:cubicBezTo>
                    <a:pt x="888" y="51"/>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0" name="Google Shape;9860;p23"/>
            <p:cNvSpPr/>
            <p:nvPr/>
          </p:nvSpPr>
          <p:spPr>
            <a:xfrm>
              <a:off x="1667650" y="779600"/>
              <a:ext cx="22225" cy="7150"/>
            </a:xfrm>
            <a:custGeom>
              <a:avLst/>
              <a:gdLst/>
              <a:ahLst/>
              <a:cxnLst/>
              <a:rect l="l" t="t" r="r" b="b"/>
              <a:pathLst>
                <a:path w="889" h="286" extrusionOk="0">
                  <a:moveTo>
                    <a:pt x="436" y="1"/>
                  </a:moveTo>
                  <a:cubicBezTo>
                    <a:pt x="219" y="1"/>
                    <a:pt x="1" y="68"/>
                    <a:pt x="1" y="151"/>
                  </a:cubicBezTo>
                  <a:cubicBezTo>
                    <a:pt x="1" y="235"/>
                    <a:pt x="185" y="285"/>
                    <a:pt x="436" y="285"/>
                  </a:cubicBezTo>
                  <a:cubicBezTo>
                    <a:pt x="687" y="285"/>
                    <a:pt x="888" y="235"/>
                    <a:pt x="888" y="151"/>
                  </a:cubicBezTo>
                  <a:cubicBezTo>
                    <a:pt x="888"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1" name="Google Shape;9861;p23"/>
            <p:cNvSpPr/>
            <p:nvPr/>
          </p:nvSpPr>
          <p:spPr>
            <a:xfrm>
              <a:off x="1912475" y="949500"/>
              <a:ext cx="21775" cy="7200"/>
            </a:xfrm>
            <a:custGeom>
              <a:avLst/>
              <a:gdLst/>
              <a:ahLst/>
              <a:cxnLst/>
              <a:rect l="l" t="t" r="r" b="b"/>
              <a:pathLst>
                <a:path w="871" h="288" extrusionOk="0">
                  <a:moveTo>
                    <a:pt x="435" y="1"/>
                  </a:moveTo>
                  <a:cubicBezTo>
                    <a:pt x="218" y="1"/>
                    <a:pt x="0" y="68"/>
                    <a:pt x="0" y="151"/>
                  </a:cubicBezTo>
                  <a:cubicBezTo>
                    <a:pt x="0" y="235"/>
                    <a:pt x="184" y="285"/>
                    <a:pt x="435" y="285"/>
                  </a:cubicBezTo>
                  <a:cubicBezTo>
                    <a:pt x="460" y="287"/>
                    <a:pt x="484" y="288"/>
                    <a:pt x="507" y="288"/>
                  </a:cubicBezTo>
                  <a:cubicBezTo>
                    <a:pt x="709" y="288"/>
                    <a:pt x="870" y="226"/>
                    <a:pt x="870" y="151"/>
                  </a:cubicBezTo>
                  <a:cubicBezTo>
                    <a:pt x="870" y="68"/>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62" name="Google Shape;9862;p23"/>
          <p:cNvGrpSpPr/>
          <p:nvPr/>
        </p:nvGrpSpPr>
        <p:grpSpPr>
          <a:xfrm rot="-820589">
            <a:off x="1593180" y="-106009"/>
            <a:ext cx="2098832" cy="984632"/>
            <a:chOff x="1406550" y="1260600"/>
            <a:chExt cx="1204775" cy="565200"/>
          </a:xfrm>
        </p:grpSpPr>
        <p:sp>
          <p:nvSpPr>
            <p:cNvPr id="9863" name="Google Shape;9863;p23"/>
            <p:cNvSpPr/>
            <p:nvPr/>
          </p:nvSpPr>
          <p:spPr>
            <a:xfrm>
              <a:off x="1406550" y="1264650"/>
              <a:ext cx="1204775" cy="555275"/>
            </a:xfrm>
            <a:custGeom>
              <a:avLst/>
              <a:gdLst/>
              <a:ahLst/>
              <a:cxnLst/>
              <a:rect l="l" t="t" r="r" b="b"/>
              <a:pathLst>
                <a:path w="48191" h="22211" extrusionOk="0">
                  <a:moveTo>
                    <a:pt x="25953" y="0"/>
                  </a:moveTo>
                  <a:cubicBezTo>
                    <a:pt x="24999" y="0"/>
                    <a:pt x="24004" y="17"/>
                    <a:pt x="22965" y="49"/>
                  </a:cubicBezTo>
                  <a:cubicBezTo>
                    <a:pt x="9089" y="467"/>
                    <a:pt x="0" y="3263"/>
                    <a:pt x="921" y="12586"/>
                  </a:cubicBezTo>
                  <a:cubicBezTo>
                    <a:pt x="1557" y="19097"/>
                    <a:pt x="14897" y="22211"/>
                    <a:pt x="24991" y="22211"/>
                  </a:cubicBezTo>
                  <a:cubicBezTo>
                    <a:pt x="36390" y="22211"/>
                    <a:pt x="48190" y="14461"/>
                    <a:pt x="44759" y="7263"/>
                  </a:cubicBezTo>
                  <a:cubicBezTo>
                    <a:pt x="42311" y="2152"/>
                    <a:pt x="36876" y="0"/>
                    <a:pt x="25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4" name="Google Shape;9864;p23"/>
            <p:cNvSpPr/>
            <p:nvPr/>
          </p:nvSpPr>
          <p:spPr>
            <a:xfrm>
              <a:off x="1450475" y="1293850"/>
              <a:ext cx="1112300" cy="487575"/>
            </a:xfrm>
            <a:custGeom>
              <a:avLst/>
              <a:gdLst/>
              <a:ahLst/>
              <a:cxnLst/>
              <a:rect l="l" t="t" r="r" b="b"/>
              <a:pathLst>
                <a:path w="44492" h="19503" extrusionOk="0">
                  <a:moveTo>
                    <a:pt x="24368" y="1"/>
                  </a:moveTo>
                  <a:cubicBezTo>
                    <a:pt x="23367" y="1"/>
                    <a:pt x="22314" y="18"/>
                    <a:pt x="21208" y="53"/>
                  </a:cubicBezTo>
                  <a:cubicBezTo>
                    <a:pt x="8370" y="454"/>
                    <a:pt x="1" y="2697"/>
                    <a:pt x="871" y="11301"/>
                  </a:cubicBezTo>
                  <a:cubicBezTo>
                    <a:pt x="1474" y="17293"/>
                    <a:pt x="13475" y="19503"/>
                    <a:pt x="22799" y="19503"/>
                  </a:cubicBezTo>
                  <a:cubicBezTo>
                    <a:pt x="33344" y="19503"/>
                    <a:pt x="44492" y="13025"/>
                    <a:pt x="41328" y="6380"/>
                  </a:cubicBezTo>
                  <a:cubicBezTo>
                    <a:pt x="39111" y="1702"/>
                    <a:pt x="34179" y="1"/>
                    <a:pt x="243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5" name="Google Shape;9865;p23"/>
            <p:cNvSpPr/>
            <p:nvPr/>
          </p:nvSpPr>
          <p:spPr>
            <a:xfrm>
              <a:off x="1427050" y="1514850"/>
              <a:ext cx="1112725" cy="310950"/>
            </a:xfrm>
            <a:custGeom>
              <a:avLst/>
              <a:gdLst/>
              <a:ahLst/>
              <a:cxnLst/>
              <a:rect l="l" t="t" r="r" b="b"/>
              <a:pathLst>
                <a:path w="44509" h="12438" extrusionOk="0">
                  <a:moveTo>
                    <a:pt x="101" y="0"/>
                  </a:moveTo>
                  <a:lnTo>
                    <a:pt x="101" y="0"/>
                  </a:lnTo>
                  <a:cubicBezTo>
                    <a:pt x="0" y="804"/>
                    <a:pt x="0" y="1657"/>
                    <a:pt x="84" y="2578"/>
                  </a:cubicBezTo>
                  <a:cubicBezTo>
                    <a:pt x="737" y="9089"/>
                    <a:pt x="14077" y="12437"/>
                    <a:pt x="24154" y="12437"/>
                  </a:cubicBezTo>
                  <a:cubicBezTo>
                    <a:pt x="34030" y="12437"/>
                    <a:pt x="44157" y="6428"/>
                    <a:pt x="44508" y="218"/>
                  </a:cubicBezTo>
                  <a:lnTo>
                    <a:pt x="44508" y="218"/>
                  </a:lnTo>
                  <a:cubicBezTo>
                    <a:pt x="43654" y="6194"/>
                    <a:pt x="33812" y="11684"/>
                    <a:pt x="24204" y="11684"/>
                  </a:cubicBezTo>
                  <a:cubicBezTo>
                    <a:pt x="14128" y="11684"/>
                    <a:pt x="770" y="8570"/>
                    <a:pt x="151" y="2059"/>
                  </a:cubicBezTo>
                  <a:cubicBezTo>
                    <a:pt x="84" y="1323"/>
                    <a:pt x="67" y="653"/>
                    <a:pt x="1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6" name="Google Shape;9866;p23"/>
            <p:cNvSpPr/>
            <p:nvPr/>
          </p:nvSpPr>
          <p:spPr>
            <a:xfrm>
              <a:off x="1423275" y="1260600"/>
              <a:ext cx="1118575" cy="293600"/>
            </a:xfrm>
            <a:custGeom>
              <a:avLst/>
              <a:gdLst/>
              <a:ahLst/>
              <a:cxnLst/>
              <a:rect l="l" t="t" r="r" b="b"/>
              <a:pathLst>
                <a:path w="44743" h="11744" extrusionOk="0">
                  <a:moveTo>
                    <a:pt x="25024" y="1"/>
                  </a:moveTo>
                  <a:cubicBezTo>
                    <a:pt x="24140" y="1"/>
                    <a:pt x="23220" y="15"/>
                    <a:pt x="22263" y="44"/>
                  </a:cubicBezTo>
                  <a:cubicBezTo>
                    <a:pt x="8889" y="462"/>
                    <a:pt x="1" y="3207"/>
                    <a:pt x="185" y="11744"/>
                  </a:cubicBezTo>
                  <a:cubicBezTo>
                    <a:pt x="369" y="3626"/>
                    <a:pt x="9190" y="964"/>
                    <a:pt x="22296" y="579"/>
                  </a:cubicBezTo>
                  <a:cubicBezTo>
                    <a:pt x="23287" y="548"/>
                    <a:pt x="24238" y="533"/>
                    <a:pt x="25151" y="533"/>
                  </a:cubicBezTo>
                  <a:cubicBezTo>
                    <a:pt x="36163" y="533"/>
                    <a:pt x="41632" y="2796"/>
                    <a:pt x="44090" y="7927"/>
                  </a:cubicBezTo>
                  <a:cubicBezTo>
                    <a:pt x="44475" y="8714"/>
                    <a:pt x="44659" y="9484"/>
                    <a:pt x="44693" y="10254"/>
                  </a:cubicBezTo>
                  <a:cubicBezTo>
                    <a:pt x="44743" y="9317"/>
                    <a:pt x="44542" y="8346"/>
                    <a:pt x="44090" y="7408"/>
                  </a:cubicBezTo>
                  <a:cubicBezTo>
                    <a:pt x="41625" y="2262"/>
                    <a:pt x="36116" y="1"/>
                    <a:pt x="25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7" name="Google Shape;9867;p23"/>
            <p:cNvSpPr/>
            <p:nvPr/>
          </p:nvSpPr>
          <p:spPr>
            <a:xfrm>
              <a:off x="1447450" y="1299025"/>
              <a:ext cx="1027225" cy="464700"/>
            </a:xfrm>
            <a:custGeom>
              <a:avLst/>
              <a:gdLst/>
              <a:ahLst/>
              <a:cxnLst/>
              <a:rect l="l" t="t" r="r" b="b"/>
              <a:pathLst>
                <a:path w="41089" h="18588" extrusionOk="0">
                  <a:moveTo>
                    <a:pt x="24535" y="1"/>
                  </a:moveTo>
                  <a:cubicBezTo>
                    <a:pt x="23384" y="1"/>
                    <a:pt x="22185" y="29"/>
                    <a:pt x="20944" y="80"/>
                  </a:cubicBezTo>
                  <a:cubicBezTo>
                    <a:pt x="9646" y="565"/>
                    <a:pt x="4390" y="2624"/>
                    <a:pt x="2398" y="7411"/>
                  </a:cubicBezTo>
                  <a:cubicBezTo>
                    <a:pt x="1" y="13215"/>
                    <a:pt x="9357" y="18588"/>
                    <a:pt x="18763" y="18588"/>
                  </a:cubicBezTo>
                  <a:cubicBezTo>
                    <a:pt x="19340" y="18588"/>
                    <a:pt x="19918" y="18567"/>
                    <a:pt x="20492" y="18526"/>
                  </a:cubicBezTo>
                  <a:cubicBezTo>
                    <a:pt x="29247" y="17907"/>
                    <a:pt x="40679" y="14525"/>
                    <a:pt x="40863" y="9102"/>
                  </a:cubicBezTo>
                  <a:cubicBezTo>
                    <a:pt x="41089" y="2131"/>
                    <a:pt x="34625" y="1"/>
                    <a:pt x="245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8" name="Google Shape;9868;p23"/>
            <p:cNvSpPr/>
            <p:nvPr/>
          </p:nvSpPr>
          <p:spPr>
            <a:xfrm>
              <a:off x="1439025" y="1308900"/>
              <a:ext cx="1025525" cy="450175"/>
            </a:xfrm>
            <a:custGeom>
              <a:avLst/>
              <a:gdLst/>
              <a:ahLst/>
              <a:cxnLst/>
              <a:rect l="l" t="t" r="r" b="b"/>
              <a:pathLst>
                <a:path w="41021" h="18007" extrusionOk="0">
                  <a:moveTo>
                    <a:pt x="24879" y="0"/>
                  </a:moveTo>
                  <a:cubicBezTo>
                    <a:pt x="23603" y="0"/>
                    <a:pt x="22282" y="66"/>
                    <a:pt x="20930" y="204"/>
                  </a:cubicBezTo>
                  <a:cubicBezTo>
                    <a:pt x="11941" y="1124"/>
                    <a:pt x="6250" y="2179"/>
                    <a:pt x="3020" y="7184"/>
                  </a:cubicBezTo>
                  <a:cubicBezTo>
                    <a:pt x="1" y="11821"/>
                    <a:pt x="10031" y="18006"/>
                    <a:pt x="19970" y="18006"/>
                  </a:cubicBezTo>
                  <a:cubicBezTo>
                    <a:pt x="20722" y="18006"/>
                    <a:pt x="21473" y="17971"/>
                    <a:pt x="22219" y="17896"/>
                  </a:cubicBezTo>
                  <a:cubicBezTo>
                    <a:pt x="34070" y="16675"/>
                    <a:pt x="40079" y="12038"/>
                    <a:pt x="40564" y="7452"/>
                  </a:cubicBezTo>
                  <a:cubicBezTo>
                    <a:pt x="41020" y="3422"/>
                    <a:pt x="34112" y="0"/>
                    <a:pt x="248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9" name="Google Shape;9869;p23"/>
            <p:cNvSpPr/>
            <p:nvPr/>
          </p:nvSpPr>
          <p:spPr>
            <a:xfrm>
              <a:off x="1447350" y="1315975"/>
              <a:ext cx="1011500" cy="419150"/>
            </a:xfrm>
            <a:custGeom>
              <a:avLst/>
              <a:gdLst/>
              <a:ahLst/>
              <a:cxnLst/>
              <a:rect l="l" t="t" r="r" b="b"/>
              <a:pathLst>
                <a:path w="40460" h="16766" extrusionOk="0">
                  <a:moveTo>
                    <a:pt x="24729" y="1"/>
                  </a:moveTo>
                  <a:cubicBezTo>
                    <a:pt x="23450" y="1"/>
                    <a:pt x="22124" y="66"/>
                    <a:pt x="20764" y="205"/>
                  </a:cubicBezTo>
                  <a:cubicBezTo>
                    <a:pt x="11910" y="1093"/>
                    <a:pt x="6302" y="2130"/>
                    <a:pt x="3021" y="6951"/>
                  </a:cubicBezTo>
                  <a:cubicBezTo>
                    <a:pt x="0" y="11390"/>
                    <a:pt x="10165" y="16766"/>
                    <a:pt x="19948" y="16766"/>
                  </a:cubicBezTo>
                  <a:cubicBezTo>
                    <a:pt x="20790" y="16766"/>
                    <a:pt x="21628" y="16726"/>
                    <a:pt x="22455" y="16643"/>
                  </a:cubicBezTo>
                  <a:cubicBezTo>
                    <a:pt x="34138" y="15454"/>
                    <a:pt x="39361" y="11554"/>
                    <a:pt x="39947" y="7152"/>
                  </a:cubicBezTo>
                  <a:cubicBezTo>
                    <a:pt x="40460" y="3281"/>
                    <a:pt x="33767" y="1"/>
                    <a:pt x="247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0" name="Google Shape;9870;p23"/>
            <p:cNvSpPr/>
            <p:nvPr/>
          </p:nvSpPr>
          <p:spPr>
            <a:xfrm>
              <a:off x="2072350" y="1350525"/>
              <a:ext cx="329350" cy="96850"/>
            </a:xfrm>
            <a:custGeom>
              <a:avLst/>
              <a:gdLst/>
              <a:ahLst/>
              <a:cxnLst/>
              <a:rect l="l" t="t" r="r" b="b"/>
              <a:pathLst>
                <a:path w="13174" h="3874" extrusionOk="0">
                  <a:moveTo>
                    <a:pt x="5782" y="1"/>
                  </a:moveTo>
                  <a:cubicBezTo>
                    <a:pt x="4496" y="1"/>
                    <a:pt x="3161" y="810"/>
                    <a:pt x="1020" y="2707"/>
                  </a:cubicBezTo>
                  <a:cubicBezTo>
                    <a:pt x="31" y="3584"/>
                    <a:pt x="0" y="3873"/>
                    <a:pt x="572" y="3873"/>
                  </a:cubicBezTo>
                  <a:cubicBezTo>
                    <a:pt x="1681" y="3873"/>
                    <a:pt x="5062" y="2782"/>
                    <a:pt x="8109" y="2782"/>
                  </a:cubicBezTo>
                  <a:cubicBezTo>
                    <a:pt x="9123" y="2782"/>
                    <a:pt x="10101" y="2903"/>
                    <a:pt x="10946" y="3226"/>
                  </a:cubicBezTo>
                  <a:cubicBezTo>
                    <a:pt x="11895" y="3593"/>
                    <a:pt x="12399" y="3747"/>
                    <a:pt x="12582" y="3747"/>
                  </a:cubicBezTo>
                  <a:cubicBezTo>
                    <a:pt x="13174" y="3747"/>
                    <a:pt x="10404" y="2138"/>
                    <a:pt x="8435" y="949"/>
                  </a:cubicBezTo>
                  <a:cubicBezTo>
                    <a:pt x="7433" y="343"/>
                    <a:pt x="6618" y="1"/>
                    <a:pt x="578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1" name="Google Shape;9871;p23"/>
            <p:cNvSpPr/>
            <p:nvPr/>
          </p:nvSpPr>
          <p:spPr>
            <a:xfrm>
              <a:off x="1580725" y="1367450"/>
              <a:ext cx="772400" cy="329975"/>
            </a:xfrm>
            <a:custGeom>
              <a:avLst/>
              <a:gdLst/>
              <a:ahLst/>
              <a:cxnLst/>
              <a:rect l="l" t="t" r="r" b="b"/>
              <a:pathLst>
                <a:path w="30896" h="13199" extrusionOk="0">
                  <a:moveTo>
                    <a:pt x="10486" y="1"/>
                  </a:moveTo>
                  <a:cubicBezTo>
                    <a:pt x="5302" y="1"/>
                    <a:pt x="220" y="3089"/>
                    <a:pt x="114" y="7604"/>
                  </a:cubicBezTo>
                  <a:cubicBezTo>
                    <a:pt x="1" y="11782"/>
                    <a:pt x="6792" y="13199"/>
                    <a:pt x="14214" y="13199"/>
                  </a:cubicBezTo>
                  <a:cubicBezTo>
                    <a:pt x="15592" y="13199"/>
                    <a:pt x="16993" y="13150"/>
                    <a:pt x="18375" y="13060"/>
                  </a:cubicBezTo>
                  <a:cubicBezTo>
                    <a:pt x="26711" y="12508"/>
                    <a:pt x="30896" y="6030"/>
                    <a:pt x="21656" y="5762"/>
                  </a:cubicBezTo>
                  <a:cubicBezTo>
                    <a:pt x="21406" y="5756"/>
                    <a:pt x="21169" y="5752"/>
                    <a:pt x="20945" y="5752"/>
                  </a:cubicBezTo>
                  <a:cubicBezTo>
                    <a:pt x="12914" y="5752"/>
                    <a:pt x="20364" y="10013"/>
                    <a:pt x="10090" y="11169"/>
                  </a:cubicBezTo>
                  <a:cubicBezTo>
                    <a:pt x="9229" y="11267"/>
                    <a:pt x="8460" y="11312"/>
                    <a:pt x="7773" y="11312"/>
                  </a:cubicBezTo>
                  <a:cubicBezTo>
                    <a:pt x="27" y="11312"/>
                    <a:pt x="2814" y="5552"/>
                    <a:pt x="4951" y="4875"/>
                  </a:cubicBezTo>
                  <a:cubicBezTo>
                    <a:pt x="8583" y="3720"/>
                    <a:pt x="19430" y="1042"/>
                    <a:pt x="12115" y="105"/>
                  </a:cubicBezTo>
                  <a:cubicBezTo>
                    <a:pt x="11575" y="35"/>
                    <a:pt x="11029" y="1"/>
                    <a:pt x="10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2" name="Google Shape;9872;p23"/>
            <p:cNvSpPr/>
            <p:nvPr/>
          </p:nvSpPr>
          <p:spPr>
            <a:xfrm>
              <a:off x="2287400" y="1486800"/>
              <a:ext cx="106750" cy="111450"/>
            </a:xfrm>
            <a:custGeom>
              <a:avLst/>
              <a:gdLst/>
              <a:ahLst/>
              <a:cxnLst/>
              <a:rect l="l" t="t" r="r" b="b"/>
              <a:pathLst>
                <a:path w="4270" h="4458" extrusionOk="0">
                  <a:moveTo>
                    <a:pt x="2302" y="1"/>
                  </a:moveTo>
                  <a:cubicBezTo>
                    <a:pt x="1248" y="1"/>
                    <a:pt x="1" y="540"/>
                    <a:pt x="1" y="1106"/>
                  </a:cubicBezTo>
                  <a:cubicBezTo>
                    <a:pt x="1" y="3019"/>
                    <a:pt x="690" y="4458"/>
                    <a:pt x="1722" y="4458"/>
                  </a:cubicBezTo>
                  <a:cubicBezTo>
                    <a:pt x="2215" y="4458"/>
                    <a:pt x="2787" y="4129"/>
                    <a:pt x="3399" y="3365"/>
                  </a:cubicBezTo>
                  <a:cubicBezTo>
                    <a:pt x="4152" y="2428"/>
                    <a:pt x="4269" y="838"/>
                    <a:pt x="3298" y="235"/>
                  </a:cubicBezTo>
                  <a:cubicBezTo>
                    <a:pt x="3036" y="71"/>
                    <a:pt x="2682" y="1"/>
                    <a:pt x="230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3" name="Google Shape;9873;p23"/>
            <p:cNvSpPr/>
            <p:nvPr/>
          </p:nvSpPr>
          <p:spPr>
            <a:xfrm>
              <a:off x="2228825" y="1474250"/>
              <a:ext cx="64875" cy="29350"/>
            </a:xfrm>
            <a:custGeom>
              <a:avLst/>
              <a:gdLst/>
              <a:ahLst/>
              <a:cxnLst/>
              <a:rect l="l" t="t" r="r" b="b"/>
              <a:pathLst>
                <a:path w="2595" h="1174" extrusionOk="0">
                  <a:moveTo>
                    <a:pt x="1306" y="1"/>
                  </a:moveTo>
                  <a:cubicBezTo>
                    <a:pt x="586" y="1"/>
                    <a:pt x="0" y="269"/>
                    <a:pt x="0" y="587"/>
                  </a:cubicBezTo>
                  <a:cubicBezTo>
                    <a:pt x="0" y="921"/>
                    <a:pt x="586" y="1172"/>
                    <a:pt x="1306" y="1172"/>
                  </a:cubicBezTo>
                  <a:cubicBezTo>
                    <a:pt x="1327" y="1173"/>
                    <a:pt x="1348" y="1173"/>
                    <a:pt x="1368" y="1173"/>
                  </a:cubicBezTo>
                  <a:cubicBezTo>
                    <a:pt x="2043" y="1173"/>
                    <a:pt x="2595" y="911"/>
                    <a:pt x="2595" y="587"/>
                  </a:cubicBezTo>
                  <a:cubicBezTo>
                    <a:pt x="2595" y="252"/>
                    <a:pt x="2009" y="1"/>
                    <a:pt x="130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4" name="Google Shape;9874;p23"/>
            <p:cNvSpPr/>
            <p:nvPr/>
          </p:nvSpPr>
          <p:spPr>
            <a:xfrm>
              <a:off x="1938825" y="1549575"/>
              <a:ext cx="31400" cy="18850"/>
            </a:xfrm>
            <a:custGeom>
              <a:avLst/>
              <a:gdLst/>
              <a:ahLst/>
              <a:cxnLst/>
              <a:rect l="l" t="t" r="r" b="b"/>
              <a:pathLst>
                <a:path w="1256" h="754" extrusionOk="0">
                  <a:moveTo>
                    <a:pt x="620" y="1"/>
                  </a:moveTo>
                  <a:cubicBezTo>
                    <a:pt x="268" y="1"/>
                    <a:pt x="1" y="168"/>
                    <a:pt x="1" y="369"/>
                  </a:cubicBezTo>
                  <a:cubicBezTo>
                    <a:pt x="1" y="586"/>
                    <a:pt x="268" y="754"/>
                    <a:pt x="620" y="754"/>
                  </a:cubicBezTo>
                  <a:cubicBezTo>
                    <a:pt x="971" y="754"/>
                    <a:pt x="1256" y="586"/>
                    <a:pt x="1256" y="369"/>
                  </a:cubicBezTo>
                  <a:cubicBezTo>
                    <a:pt x="1256" y="168"/>
                    <a:pt x="971" y="1"/>
                    <a:pt x="62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5" name="Google Shape;9875;p23"/>
            <p:cNvSpPr/>
            <p:nvPr/>
          </p:nvSpPr>
          <p:spPr>
            <a:xfrm>
              <a:off x="1686500" y="1573025"/>
              <a:ext cx="37675" cy="13825"/>
            </a:xfrm>
            <a:custGeom>
              <a:avLst/>
              <a:gdLst/>
              <a:ahLst/>
              <a:cxnLst/>
              <a:rect l="l" t="t" r="r" b="b"/>
              <a:pathLst>
                <a:path w="1507" h="553" extrusionOk="0">
                  <a:moveTo>
                    <a:pt x="753" y="0"/>
                  </a:moveTo>
                  <a:cubicBezTo>
                    <a:pt x="335" y="0"/>
                    <a:pt x="0" y="134"/>
                    <a:pt x="0" y="268"/>
                  </a:cubicBezTo>
                  <a:cubicBezTo>
                    <a:pt x="0" y="418"/>
                    <a:pt x="335" y="552"/>
                    <a:pt x="753" y="552"/>
                  </a:cubicBezTo>
                  <a:cubicBezTo>
                    <a:pt x="1172" y="552"/>
                    <a:pt x="1507" y="418"/>
                    <a:pt x="1507" y="268"/>
                  </a:cubicBezTo>
                  <a:cubicBezTo>
                    <a:pt x="1507" y="134"/>
                    <a:pt x="1172" y="0"/>
                    <a:pt x="7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6" name="Google Shape;9876;p23"/>
            <p:cNvSpPr/>
            <p:nvPr/>
          </p:nvSpPr>
          <p:spPr>
            <a:xfrm>
              <a:off x="1560950" y="1463375"/>
              <a:ext cx="29325" cy="18850"/>
            </a:xfrm>
            <a:custGeom>
              <a:avLst/>
              <a:gdLst/>
              <a:ahLst/>
              <a:cxnLst/>
              <a:rect l="l" t="t" r="r" b="b"/>
              <a:pathLst>
                <a:path w="1173" h="754" extrusionOk="0">
                  <a:moveTo>
                    <a:pt x="586" y="0"/>
                  </a:moveTo>
                  <a:cubicBezTo>
                    <a:pt x="252" y="0"/>
                    <a:pt x="1" y="168"/>
                    <a:pt x="1" y="369"/>
                  </a:cubicBezTo>
                  <a:cubicBezTo>
                    <a:pt x="1" y="586"/>
                    <a:pt x="268" y="754"/>
                    <a:pt x="586" y="754"/>
                  </a:cubicBezTo>
                  <a:cubicBezTo>
                    <a:pt x="921" y="754"/>
                    <a:pt x="1172" y="586"/>
                    <a:pt x="1172" y="369"/>
                  </a:cubicBezTo>
                  <a:cubicBezTo>
                    <a:pt x="1172" y="168"/>
                    <a:pt x="905" y="0"/>
                    <a:pt x="58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7" name="Google Shape;9877;p23"/>
            <p:cNvSpPr/>
            <p:nvPr/>
          </p:nvSpPr>
          <p:spPr>
            <a:xfrm>
              <a:off x="1939675" y="1348300"/>
              <a:ext cx="110075" cy="18850"/>
            </a:xfrm>
            <a:custGeom>
              <a:avLst/>
              <a:gdLst/>
              <a:ahLst/>
              <a:cxnLst/>
              <a:rect l="l" t="t" r="r" b="b"/>
              <a:pathLst>
                <a:path w="4403" h="754" extrusionOk="0">
                  <a:moveTo>
                    <a:pt x="2193" y="0"/>
                  </a:moveTo>
                  <a:cubicBezTo>
                    <a:pt x="988" y="0"/>
                    <a:pt x="0" y="168"/>
                    <a:pt x="0" y="369"/>
                  </a:cubicBezTo>
                  <a:cubicBezTo>
                    <a:pt x="0" y="586"/>
                    <a:pt x="988" y="754"/>
                    <a:pt x="2193" y="754"/>
                  </a:cubicBezTo>
                  <a:cubicBezTo>
                    <a:pt x="3415" y="754"/>
                    <a:pt x="4402" y="586"/>
                    <a:pt x="4402" y="369"/>
                  </a:cubicBezTo>
                  <a:cubicBezTo>
                    <a:pt x="4402" y="168"/>
                    <a:pt x="3415" y="0"/>
                    <a:pt x="219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8" name="Google Shape;9878;p23"/>
            <p:cNvSpPr/>
            <p:nvPr/>
          </p:nvSpPr>
          <p:spPr>
            <a:xfrm>
              <a:off x="1886925" y="1428325"/>
              <a:ext cx="164075" cy="32050"/>
            </a:xfrm>
            <a:custGeom>
              <a:avLst/>
              <a:gdLst/>
              <a:ahLst/>
              <a:cxnLst/>
              <a:rect l="l" t="t" r="r" b="b"/>
              <a:pathLst>
                <a:path w="6563" h="1282" extrusionOk="0">
                  <a:moveTo>
                    <a:pt x="3956" y="0"/>
                  </a:moveTo>
                  <a:cubicBezTo>
                    <a:pt x="2950" y="0"/>
                    <a:pt x="1843" y="116"/>
                    <a:pt x="1106" y="331"/>
                  </a:cubicBezTo>
                  <a:cubicBezTo>
                    <a:pt x="1" y="649"/>
                    <a:pt x="85" y="1034"/>
                    <a:pt x="1290" y="1202"/>
                  </a:cubicBezTo>
                  <a:cubicBezTo>
                    <a:pt x="1678" y="1256"/>
                    <a:pt x="2134" y="1282"/>
                    <a:pt x="2611" y="1282"/>
                  </a:cubicBezTo>
                  <a:cubicBezTo>
                    <a:pt x="3614" y="1282"/>
                    <a:pt x="4709" y="1166"/>
                    <a:pt x="5458" y="951"/>
                  </a:cubicBezTo>
                  <a:cubicBezTo>
                    <a:pt x="6562" y="649"/>
                    <a:pt x="6479" y="248"/>
                    <a:pt x="5274" y="80"/>
                  </a:cubicBezTo>
                  <a:cubicBezTo>
                    <a:pt x="4891" y="26"/>
                    <a:pt x="4435" y="0"/>
                    <a:pt x="395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9" name="Google Shape;9879;p23"/>
            <p:cNvSpPr/>
            <p:nvPr/>
          </p:nvSpPr>
          <p:spPr>
            <a:xfrm>
              <a:off x="2125875" y="1330725"/>
              <a:ext cx="45225" cy="13825"/>
            </a:xfrm>
            <a:custGeom>
              <a:avLst/>
              <a:gdLst/>
              <a:ahLst/>
              <a:cxnLst/>
              <a:rect l="l" t="t" r="r" b="b"/>
              <a:pathLst>
                <a:path w="1809" h="553" extrusionOk="0">
                  <a:moveTo>
                    <a:pt x="905" y="0"/>
                  </a:moveTo>
                  <a:cubicBezTo>
                    <a:pt x="419" y="0"/>
                    <a:pt x="1" y="134"/>
                    <a:pt x="1" y="285"/>
                  </a:cubicBezTo>
                  <a:cubicBezTo>
                    <a:pt x="1" y="419"/>
                    <a:pt x="402" y="553"/>
                    <a:pt x="905" y="553"/>
                  </a:cubicBezTo>
                  <a:cubicBezTo>
                    <a:pt x="1407" y="553"/>
                    <a:pt x="1808" y="419"/>
                    <a:pt x="1808" y="285"/>
                  </a:cubicBezTo>
                  <a:cubicBezTo>
                    <a:pt x="1808" y="134"/>
                    <a:pt x="1407" y="0"/>
                    <a:pt x="905" y="0"/>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0" name="Google Shape;9880;p23"/>
            <p:cNvSpPr/>
            <p:nvPr/>
          </p:nvSpPr>
          <p:spPr>
            <a:xfrm>
              <a:off x="2066450" y="1471750"/>
              <a:ext cx="42725" cy="25975"/>
            </a:xfrm>
            <a:custGeom>
              <a:avLst/>
              <a:gdLst/>
              <a:ahLst/>
              <a:cxnLst/>
              <a:rect l="l" t="t" r="r" b="b"/>
              <a:pathLst>
                <a:path w="1709" h="1039" extrusionOk="0">
                  <a:moveTo>
                    <a:pt x="854" y="0"/>
                  </a:moveTo>
                  <a:cubicBezTo>
                    <a:pt x="369" y="0"/>
                    <a:pt x="1" y="218"/>
                    <a:pt x="1" y="519"/>
                  </a:cubicBezTo>
                  <a:cubicBezTo>
                    <a:pt x="1" y="804"/>
                    <a:pt x="369" y="1038"/>
                    <a:pt x="854" y="1038"/>
                  </a:cubicBezTo>
                  <a:cubicBezTo>
                    <a:pt x="1323" y="1038"/>
                    <a:pt x="1708" y="804"/>
                    <a:pt x="1708" y="519"/>
                  </a:cubicBezTo>
                  <a:cubicBezTo>
                    <a:pt x="1708" y="218"/>
                    <a:pt x="1323" y="0"/>
                    <a:pt x="8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1" name="Google Shape;9881;p23"/>
            <p:cNvSpPr/>
            <p:nvPr/>
          </p:nvSpPr>
          <p:spPr>
            <a:xfrm>
              <a:off x="1995725" y="1467550"/>
              <a:ext cx="39800" cy="19700"/>
            </a:xfrm>
            <a:custGeom>
              <a:avLst/>
              <a:gdLst/>
              <a:ahLst/>
              <a:cxnLst/>
              <a:rect l="l" t="t" r="r" b="b"/>
              <a:pathLst>
                <a:path w="1592" h="788" extrusionOk="0">
                  <a:moveTo>
                    <a:pt x="788" y="1"/>
                  </a:moveTo>
                  <a:cubicBezTo>
                    <a:pt x="352" y="1"/>
                    <a:pt x="1" y="168"/>
                    <a:pt x="1" y="386"/>
                  </a:cubicBezTo>
                  <a:cubicBezTo>
                    <a:pt x="1" y="620"/>
                    <a:pt x="352" y="788"/>
                    <a:pt x="788" y="788"/>
                  </a:cubicBezTo>
                  <a:cubicBezTo>
                    <a:pt x="1240" y="771"/>
                    <a:pt x="1591" y="603"/>
                    <a:pt x="1591" y="386"/>
                  </a:cubicBezTo>
                  <a:cubicBezTo>
                    <a:pt x="1591" y="185"/>
                    <a:pt x="1240" y="1"/>
                    <a:pt x="788"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2" name="Google Shape;9882;p23"/>
            <p:cNvSpPr/>
            <p:nvPr/>
          </p:nvSpPr>
          <p:spPr>
            <a:xfrm>
              <a:off x="1891550" y="1466725"/>
              <a:ext cx="39775" cy="20100"/>
            </a:xfrm>
            <a:custGeom>
              <a:avLst/>
              <a:gdLst/>
              <a:ahLst/>
              <a:cxnLst/>
              <a:rect l="l" t="t" r="r" b="b"/>
              <a:pathLst>
                <a:path w="1591" h="804" extrusionOk="0">
                  <a:moveTo>
                    <a:pt x="787" y="0"/>
                  </a:moveTo>
                  <a:cubicBezTo>
                    <a:pt x="352" y="0"/>
                    <a:pt x="0" y="168"/>
                    <a:pt x="0" y="402"/>
                  </a:cubicBezTo>
                  <a:cubicBezTo>
                    <a:pt x="0" y="620"/>
                    <a:pt x="352" y="804"/>
                    <a:pt x="787" y="804"/>
                  </a:cubicBezTo>
                  <a:cubicBezTo>
                    <a:pt x="1239" y="804"/>
                    <a:pt x="1590" y="620"/>
                    <a:pt x="1590" y="402"/>
                  </a:cubicBezTo>
                  <a:cubicBezTo>
                    <a:pt x="1590" y="201"/>
                    <a:pt x="1239" y="0"/>
                    <a:pt x="7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3" name="Google Shape;9883;p23"/>
            <p:cNvSpPr/>
            <p:nvPr/>
          </p:nvSpPr>
          <p:spPr>
            <a:xfrm>
              <a:off x="1886525" y="1342850"/>
              <a:ext cx="37250" cy="14675"/>
            </a:xfrm>
            <a:custGeom>
              <a:avLst/>
              <a:gdLst/>
              <a:ahLst/>
              <a:cxnLst/>
              <a:rect l="l" t="t" r="r" b="b"/>
              <a:pathLst>
                <a:path w="1490" h="587" extrusionOk="0">
                  <a:moveTo>
                    <a:pt x="753" y="1"/>
                  </a:moveTo>
                  <a:cubicBezTo>
                    <a:pt x="335" y="1"/>
                    <a:pt x="0" y="135"/>
                    <a:pt x="0" y="302"/>
                  </a:cubicBezTo>
                  <a:cubicBezTo>
                    <a:pt x="0" y="436"/>
                    <a:pt x="335" y="587"/>
                    <a:pt x="753" y="587"/>
                  </a:cubicBezTo>
                  <a:cubicBezTo>
                    <a:pt x="1172" y="570"/>
                    <a:pt x="1490" y="436"/>
                    <a:pt x="1490" y="302"/>
                  </a:cubicBezTo>
                  <a:cubicBezTo>
                    <a:pt x="1490" y="151"/>
                    <a:pt x="1172" y="1"/>
                    <a:pt x="75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4" name="Google Shape;9884;p23"/>
            <p:cNvSpPr/>
            <p:nvPr/>
          </p:nvSpPr>
          <p:spPr>
            <a:xfrm>
              <a:off x="2189900" y="1549150"/>
              <a:ext cx="42725" cy="26000"/>
            </a:xfrm>
            <a:custGeom>
              <a:avLst/>
              <a:gdLst/>
              <a:ahLst/>
              <a:cxnLst/>
              <a:rect l="l" t="t" r="r" b="b"/>
              <a:pathLst>
                <a:path w="1709" h="1040" extrusionOk="0">
                  <a:moveTo>
                    <a:pt x="854" y="1"/>
                  </a:moveTo>
                  <a:cubicBezTo>
                    <a:pt x="369" y="1"/>
                    <a:pt x="1" y="219"/>
                    <a:pt x="1" y="520"/>
                  </a:cubicBezTo>
                  <a:cubicBezTo>
                    <a:pt x="1" y="804"/>
                    <a:pt x="369" y="1039"/>
                    <a:pt x="854" y="1039"/>
                  </a:cubicBezTo>
                  <a:cubicBezTo>
                    <a:pt x="870" y="1039"/>
                    <a:pt x="885" y="1039"/>
                    <a:pt x="900" y="1039"/>
                  </a:cubicBezTo>
                  <a:cubicBezTo>
                    <a:pt x="1363" y="1039"/>
                    <a:pt x="1708" y="795"/>
                    <a:pt x="1708" y="520"/>
                  </a:cubicBezTo>
                  <a:cubicBezTo>
                    <a:pt x="1708" y="219"/>
                    <a:pt x="1323" y="1"/>
                    <a:pt x="854"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5" name="Google Shape;9885;p23"/>
            <p:cNvSpPr/>
            <p:nvPr/>
          </p:nvSpPr>
          <p:spPr>
            <a:xfrm>
              <a:off x="1730850" y="1376325"/>
              <a:ext cx="149825" cy="70325"/>
            </a:xfrm>
            <a:custGeom>
              <a:avLst/>
              <a:gdLst/>
              <a:ahLst/>
              <a:cxnLst/>
              <a:rect l="l" t="t" r="r" b="b"/>
              <a:pathLst>
                <a:path w="5993" h="2813" extrusionOk="0">
                  <a:moveTo>
                    <a:pt x="2997" y="1"/>
                  </a:moveTo>
                  <a:cubicBezTo>
                    <a:pt x="1340" y="1"/>
                    <a:pt x="0" y="637"/>
                    <a:pt x="0" y="1407"/>
                  </a:cubicBezTo>
                  <a:cubicBezTo>
                    <a:pt x="0" y="2177"/>
                    <a:pt x="1340" y="2813"/>
                    <a:pt x="2997" y="2813"/>
                  </a:cubicBezTo>
                  <a:cubicBezTo>
                    <a:pt x="4654" y="2813"/>
                    <a:pt x="5993" y="2177"/>
                    <a:pt x="5993" y="1407"/>
                  </a:cubicBezTo>
                  <a:cubicBezTo>
                    <a:pt x="5993" y="637"/>
                    <a:pt x="4654" y="1"/>
                    <a:pt x="29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6" name="Google Shape;9886;p23"/>
            <p:cNvSpPr/>
            <p:nvPr/>
          </p:nvSpPr>
          <p:spPr>
            <a:xfrm>
              <a:off x="1738375" y="1401050"/>
              <a:ext cx="110925" cy="36875"/>
            </a:xfrm>
            <a:custGeom>
              <a:avLst/>
              <a:gdLst/>
              <a:ahLst/>
              <a:cxnLst/>
              <a:rect l="l" t="t" r="r" b="b"/>
              <a:pathLst>
                <a:path w="4437" h="1475" extrusionOk="0">
                  <a:moveTo>
                    <a:pt x="625" y="0"/>
                  </a:moveTo>
                  <a:cubicBezTo>
                    <a:pt x="498" y="0"/>
                    <a:pt x="396" y="39"/>
                    <a:pt x="319" y="133"/>
                  </a:cubicBezTo>
                  <a:cubicBezTo>
                    <a:pt x="1" y="518"/>
                    <a:pt x="603" y="1037"/>
                    <a:pt x="1658" y="1305"/>
                  </a:cubicBezTo>
                  <a:cubicBezTo>
                    <a:pt x="2074" y="1419"/>
                    <a:pt x="2501" y="1474"/>
                    <a:pt x="2884" y="1474"/>
                  </a:cubicBezTo>
                  <a:cubicBezTo>
                    <a:pt x="3455" y="1474"/>
                    <a:pt x="3928" y="1352"/>
                    <a:pt x="4118" y="1121"/>
                  </a:cubicBezTo>
                  <a:cubicBezTo>
                    <a:pt x="4436" y="753"/>
                    <a:pt x="3382" y="786"/>
                    <a:pt x="2344" y="518"/>
                  </a:cubicBezTo>
                  <a:cubicBezTo>
                    <a:pt x="1561" y="319"/>
                    <a:pt x="990" y="0"/>
                    <a:pt x="625"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7" name="Google Shape;9887;p23"/>
            <p:cNvSpPr/>
            <p:nvPr/>
          </p:nvSpPr>
          <p:spPr>
            <a:xfrm>
              <a:off x="1767675" y="1385550"/>
              <a:ext cx="106725" cy="33400"/>
            </a:xfrm>
            <a:custGeom>
              <a:avLst/>
              <a:gdLst/>
              <a:ahLst/>
              <a:cxnLst/>
              <a:rect l="l" t="t" r="r" b="b"/>
              <a:pathLst>
                <a:path w="4269" h="1336" extrusionOk="0">
                  <a:moveTo>
                    <a:pt x="1481" y="0"/>
                  </a:moveTo>
                  <a:cubicBezTo>
                    <a:pt x="1130" y="0"/>
                    <a:pt x="814" y="43"/>
                    <a:pt x="586" y="134"/>
                  </a:cubicBezTo>
                  <a:cubicBezTo>
                    <a:pt x="0" y="368"/>
                    <a:pt x="1105" y="469"/>
                    <a:pt x="1942" y="787"/>
                  </a:cubicBezTo>
                  <a:cubicBezTo>
                    <a:pt x="2622" y="1040"/>
                    <a:pt x="2941" y="1336"/>
                    <a:pt x="3339" y="1336"/>
                  </a:cubicBezTo>
                  <a:cubicBezTo>
                    <a:pt x="3440" y="1336"/>
                    <a:pt x="3547" y="1317"/>
                    <a:pt x="3666" y="1272"/>
                  </a:cubicBezTo>
                  <a:cubicBezTo>
                    <a:pt x="4269" y="1038"/>
                    <a:pt x="4051" y="603"/>
                    <a:pt x="3198" y="301"/>
                  </a:cubicBezTo>
                  <a:cubicBezTo>
                    <a:pt x="2675" y="107"/>
                    <a:pt x="2034" y="0"/>
                    <a:pt x="148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8" name="Google Shape;9888;p23"/>
            <p:cNvSpPr/>
            <p:nvPr/>
          </p:nvSpPr>
          <p:spPr>
            <a:xfrm>
              <a:off x="1807425" y="1423625"/>
              <a:ext cx="13225" cy="9250"/>
            </a:xfrm>
            <a:custGeom>
              <a:avLst/>
              <a:gdLst/>
              <a:ahLst/>
              <a:cxnLst/>
              <a:rect l="l" t="t" r="r" b="b"/>
              <a:pathLst>
                <a:path w="529" h="370" extrusionOk="0">
                  <a:moveTo>
                    <a:pt x="335" y="0"/>
                  </a:moveTo>
                  <a:cubicBezTo>
                    <a:pt x="151" y="201"/>
                    <a:pt x="1" y="352"/>
                    <a:pt x="268" y="369"/>
                  </a:cubicBezTo>
                  <a:cubicBezTo>
                    <a:pt x="274" y="369"/>
                    <a:pt x="280" y="369"/>
                    <a:pt x="286" y="369"/>
                  </a:cubicBezTo>
                  <a:cubicBezTo>
                    <a:pt x="529" y="369"/>
                    <a:pt x="369" y="17"/>
                    <a:pt x="369" y="17"/>
                  </a:cubicBezTo>
                  <a:lnTo>
                    <a:pt x="3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9" name="Google Shape;9889;p23"/>
            <p:cNvSpPr/>
            <p:nvPr/>
          </p:nvSpPr>
          <p:spPr>
            <a:xfrm>
              <a:off x="1792375" y="1421950"/>
              <a:ext cx="12200" cy="8675"/>
            </a:xfrm>
            <a:custGeom>
              <a:avLst/>
              <a:gdLst/>
              <a:ahLst/>
              <a:cxnLst/>
              <a:rect l="l" t="t" r="r" b="b"/>
              <a:pathLst>
                <a:path w="488" h="347" extrusionOk="0">
                  <a:moveTo>
                    <a:pt x="385" y="0"/>
                  </a:moveTo>
                  <a:cubicBezTo>
                    <a:pt x="167" y="151"/>
                    <a:pt x="0" y="251"/>
                    <a:pt x="251" y="335"/>
                  </a:cubicBezTo>
                  <a:cubicBezTo>
                    <a:pt x="275" y="343"/>
                    <a:pt x="296" y="347"/>
                    <a:pt x="314" y="347"/>
                  </a:cubicBezTo>
                  <a:cubicBezTo>
                    <a:pt x="487" y="347"/>
                    <a:pt x="419" y="17"/>
                    <a:pt x="419" y="17"/>
                  </a:cubicBezTo>
                  <a:lnTo>
                    <a:pt x="3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0" name="Google Shape;9890;p23"/>
            <p:cNvSpPr/>
            <p:nvPr/>
          </p:nvSpPr>
          <p:spPr>
            <a:xfrm>
              <a:off x="1772275" y="1417750"/>
              <a:ext cx="12200" cy="8700"/>
            </a:xfrm>
            <a:custGeom>
              <a:avLst/>
              <a:gdLst/>
              <a:ahLst/>
              <a:cxnLst/>
              <a:rect l="l" t="t" r="r" b="b"/>
              <a:pathLst>
                <a:path w="488" h="348" extrusionOk="0">
                  <a:moveTo>
                    <a:pt x="402" y="1"/>
                  </a:moveTo>
                  <a:cubicBezTo>
                    <a:pt x="168" y="152"/>
                    <a:pt x="1" y="252"/>
                    <a:pt x="252" y="336"/>
                  </a:cubicBezTo>
                  <a:cubicBezTo>
                    <a:pt x="275" y="344"/>
                    <a:pt x="296" y="347"/>
                    <a:pt x="314" y="347"/>
                  </a:cubicBezTo>
                  <a:cubicBezTo>
                    <a:pt x="488" y="347"/>
                    <a:pt x="419" y="18"/>
                    <a:pt x="419" y="18"/>
                  </a:cubicBezTo>
                  <a:lnTo>
                    <a:pt x="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1" name="Google Shape;9891;p23"/>
            <p:cNvSpPr/>
            <p:nvPr/>
          </p:nvSpPr>
          <p:spPr>
            <a:xfrm>
              <a:off x="1756125" y="1411475"/>
              <a:ext cx="12000" cy="6525"/>
            </a:xfrm>
            <a:custGeom>
              <a:avLst/>
              <a:gdLst/>
              <a:ahLst/>
              <a:cxnLst/>
              <a:rect l="l" t="t" r="r" b="b"/>
              <a:pathLst>
                <a:path w="480" h="261" extrusionOk="0">
                  <a:moveTo>
                    <a:pt x="352" y="1"/>
                  </a:moveTo>
                  <a:cubicBezTo>
                    <a:pt x="140" y="1"/>
                    <a:pt x="1" y="13"/>
                    <a:pt x="144" y="185"/>
                  </a:cubicBezTo>
                  <a:cubicBezTo>
                    <a:pt x="183" y="240"/>
                    <a:pt x="223" y="261"/>
                    <a:pt x="259" y="261"/>
                  </a:cubicBezTo>
                  <a:cubicBezTo>
                    <a:pt x="381" y="261"/>
                    <a:pt x="479" y="34"/>
                    <a:pt x="479" y="34"/>
                  </a:cubicBezTo>
                  <a:lnTo>
                    <a:pt x="462" y="1"/>
                  </a:lnTo>
                  <a:cubicBezTo>
                    <a:pt x="424" y="1"/>
                    <a:pt x="387" y="1"/>
                    <a:pt x="3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2" name="Google Shape;9892;p23"/>
            <p:cNvSpPr/>
            <p:nvPr/>
          </p:nvSpPr>
          <p:spPr>
            <a:xfrm>
              <a:off x="1842575" y="1405250"/>
              <a:ext cx="10900" cy="6675"/>
            </a:xfrm>
            <a:custGeom>
              <a:avLst/>
              <a:gdLst/>
              <a:ahLst/>
              <a:cxnLst/>
              <a:rect l="l" t="t" r="r" b="b"/>
              <a:pathLst>
                <a:path w="436" h="267" extrusionOk="0">
                  <a:moveTo>
                    <a:pt x="222" y="0"/>
                  </a:moveTo>
                  <a:cubicBezTo>
                    <a:pt x="137" y="0"/>
                    <a:pt x="79" y="123"/>
                    <a:pt x="1" y="267"/>
                  </a:cubicBezTo>
                  <a:lnTo>
                    <a:pt x="17" y="267"/>
                  </a:lnTo>
                  <a:cubicBezTo>
                    <a:pt x="17" y="267"/>
                    <a:pt x="436" y="116"/>
                    <a:pt x="302" y="32"/>
                  </a:cubicBezTo>
                  <a:cubicBezTo>
                    <a:pt x="272" y="10"/>
                    <a:pt x="246"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3" name="Google Shape;9893;p23"/>
            <p:cNvSpPr/>
            <p:nvPr/>
          </p:nvSpPr>
          <p:spPr>
            <a:xfrm>
              <a:off x="1832950" y="1400200"/>
              <a:ext cx="12175" cy="7125"/>
            </a:xfrm>
            <a:custGeom>
              <a:avLst/>
              <a:gdLst/>
              <a:ahLst/>
              <a:cxnLst/>
              <a:rect l="l" t="t" r="r" b="b"/>
              <a:pathLst>
                <a:path w="487" h="285" extrusionOk="0">
                  <a:moveTo>
                    <a:pt x="154" y="1"/>
                  </a:moveTo>
                  <a:cubicBezTo>
                    <a:pt x="17" y="1"/>
                    <a:pt x="15" y="131"/>
                    <a:pt x="1" y="285"/>
                  </a:cubicBezTo>
                  <a:lnTo>
                    <a:pt x="51" y="285"/>
                  </a:lnTo>
                  <a:cubicBezTo>
                    <a:pt x="51" y="285"/>
                    <a:pt x="486" y="67"/>
                    <a:pt x="252" y="17"/>
                  </a:cubicBezTo>
                  <a:cubicBezTo>
                    <a:pt x="213" y="6"/>
                    <a:pt x="181" y="1"/>
                    <a:pt x="1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4" name="Google Shape;9894;p23"/>
            <p:cNvSpPr/>
            <p:nvPr/>
          </p:nvSpPr>
          <p:spPr>
            <a:xfrm>
              <a:off x="1817900" y="1392525"/>
              <a:ext cx="12575" cy="8100"/>
            </a:xfrm>
            <a:custGeom>
              <a:avLst/>
              <a:gdLst/>
              <a:ahLst/>
              <a:cxnLst/>
              <a:rect l="l" t="t" r="r" b="b"/>
              <a:pathLst>
                <a:path w="503" h="324" extrusionOk="0">
                  <a:moveTo>
                    <a:pt x="139" y="0"/>
                  </a:moveTo>
                  <a:cubicBezTo>
                    <a:pt x="0" y="0"/>
                    <a:pt x="0" y="145"/>
                    <a:pt x="0" y="324"/>
                  </a:cubicBezTo>
                  <a:lnTo>
                    <a:pt x="34" y="324"/>
                  </a:lnTo>
                  <a:cubicBezTo>
                    <a:pt x="34" y="324"/>
                    <a:pt x="502" y="106"/>
                    <a:pt x="251" y="22"/>
                  </a:cubicBezTo>
                  <a:cubicBezTo>
                    <a:pt x="206" y="7"/>
                    <a:pt x="169" y="0"/>
                    <a:pt x="1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5" name="Google Shape;9895;p23"/>
            <p:cNvSpPr/>
            <p:nvPr/>
          </p:nvSpPr>
          <p:spPr>
            <a:xfrm>
              <a:off x="1792775" y="1389175"/>
              <a:ext cx="16375" cy="8100"/>
            </a:xfrm>
            <a:custGeom>
              <a:avLst/>
              <a:gdLst/>
              <a:ahLst/>
              <a:cxnLst/>
              <a:rect l="l" t="t" r="r" b="b"/>
              <a:pathLst>
                <a:path w="655" h="324" extrusionOk="0">
                  <a:moveTo>
                    <a:pt x="412" y="1"/>
                  </a:moveTo>
                  <a:cubicBezTo>
                    <a:pt x="394" y="1"/>
                    <a:pt x="375" y="2"/>
                    <a:pt x="352" y="6"/>
                  </a:cubicBezTo>
                  <a:cubicBezTo>
                    <a:pt x="1" y="73"/>
                    <a:pt x="185" y="173"/>
                    <a:pt x="403" y="324"/>
                  </a:cubicBezTo>
                  <a:lnTo>
                    <a:pt x="436" y="307"/>
                  </a:lnTo>
                  <a:cubicBezTo>
                    <a:pt x="436" y="307"/>
                    <a:pt x="655" y="1"/>
                    <a:pt x="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6" name="Google Shape;9896;p23"/>
            <p:cNvSpPr/>
            <p:nvPr/>
          </p:nvSpPr>
          <p:spPr>
            <a:xfrm>
              <a:off x="2274425" y="1444925"/>
              <a:ext cx="116775" cy="67025"/>
            </a:xfrm>
            <a:custGeom>
              <a:avLst/>
              <a:gdLst/>
              <a:ahLst/>
              <a:cxnLst/>
              <a:rect l="l" t="t" r="r" b="b"/>
              <a:pathLst>
                <a:path w="4671" h="2681" extrusionOk="0">
                  <a:moveTo>
                    <a:pt x="2256" y="1"/>
                  </a:moveTo>
                  <a:cubicBezTo>
                    <a:pt x="1015" y="1"/>
                    <a:pt x="17" y="574"/>
                    <a:pt x="1" y="1291"/>
                  </a:cubicBezTo>
                  <a:cubicBezTo>
                    <a:pt x="1" y="2027"/>
                    <a:pt x="1022" y="2647"/>
                    <a:pt x="2311" y="2680"/>
                  </a:cubicBezTo>
                  <a:cubicBezTo>
                    <a:pt x="2329" y="2680"/>
                    <a:pt x="2346" y="2681"/>
                    <a:pt x="2364" y="2681"/>
                  </a:cubicBezTo>
                  <a:cubicBezTo>
                    <a:pt x="3612" y="2681"/>
                    <a:pt x="4638" y="2101"/>
                    <a:pt x="4654" y="1375"/>
                  </a:cubicBezTo>
                  <a:cubicBezTo>
                    <a:pt x="4671" y="638"/>
                    <a:pt x="3633" y="19"/>
                    <a:pt x="2361" y="2"/>
                  </a:cubicBezTo>
                  <a:cubicBezTo>
                    <a:pt x="2326" y="1"/>
                    <a:pt x="2291" y="1"/>
                    <a:pt x="2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7" name="Google Shape;9897;p23"/>
            <p:cNvSpPr/>
            <p:nvPr/>
          </p:nvSpPr>
          <p:spPr>
            <a:xfrm>
              <a:off x="2280700" y="1468525"/>
              <a:ext cx="86250" cy="35325"/>
            </a:xfrm>
            <a:custGeom>
              <a:avLst/>
              <a:gdLst/>
              <a:ahLst/>
              <a:cxnLst/>
              <a:rect l="l" t="t" r="r" b="b"/>
              <a:pathLst>
                <a:path w="3450" h="1413" extrusionOk="0">
                  <a:moveTo>
                    <a:pt x="489" y="0"/>
                  </a:moveTo>
                  <a:cubicBezTo>
                    <a:pt x="383" y="0"/>
                    <a:pt x="299" y="42"/>
                    <a:pt x="235" y="146"/>
                  </a:cubicBezTo>
                  <a:cubicBezTo>
                    <a:pt x="1" y="498"/>
                    <a:pt x="486" y="1016"/>
                    <a:pt x="1323" y="1267"/>
                  </a:cubicBezTo>
                  <a:cubicBezTo>
                    <a:pt x="1643" y="1365"/>
                    <a:pt x="1969" y="1412"/>
                    <a:pt x="2260" y="1412"/>
                  </a:cubicBezTo>
                  <a:cubicBezTo>
                    <a:pt x="2715" y="1412"/>
                    <a:pt x="3089" y="1298"/>
                    <a:pt x="3231" y="1083"/>
                  </a:cubicBezTo>
                  <a:cubicBezTo>
                    <a:pt x="3449" y="732"/>
                    <a:pt x="2646" y="749"/>
                    <a:pt x="1825" y="498"/>
                  </a:cubicBezTo>
                  <a:cubicBezTo>
                    <a:pt x="1215" y="302"/>
                    <a:pt x="774" y="0"/>
                    <a:pt x="489"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8" name="Google Shape;9898;p23"/>
            <p:cNvSpPr/>
            <p:nvPr/>
          </p:nvSpPr>
          <p:spPr>
            <a:xfrm>
              <a:off x="2302900" y="1452850"/>
              <a:ext cx="82875" cy="32225"/>
            </a:xfrm>
            <a:custGeom>
              <a:avLst/>
              <a:gdLst/>
              <a:ahLst/>
              <a:cxnLst/>
              <a:rect l="l" t="t" r="r" b="b"/>
              <a:pathLst>
                <a:path w="3315" h="1289" extrusionOk="0">
                  <a:moveTo>
                    <a:pt x="1164" y="1"/>
                  </a:moveTo>
                  <a:cubicBezTo>
                    <a:pt x="887" y="1"/>
                    <a:pt x="637" y="41"/>
                    <a:pt x="452" y="120"/>
                  </a:cubicBezTo>
                  <a:cubicBezTo>
                    <a:pt x="0" y="338"/>
                    <a:pt x="854" y="438"/>
                    <a:pt x="1523" y="756"/>
                  </a:cubicBezTo>
                  <a:cubicBezTo>
                    <a:pt x="2056" y="996"/>
                    <a:pt x="2292" y="1289"/>
                    <a:pt x="2602" y="1289"/>
                  </a:cubicBezTo>
                  <a:cubicBezTo>
                    <a:pt x="2682" y="1289"/>
                    <a:pt x="2767" y="1269"/>
                    <a:pt x="2862" y="1225"/>
                  </a:cubicBezTo>
                  <a:cubicBezTo>
                    <a:pt x="3314" y="1024"/>
                    <a:pt x="3130" y="606"/>
                    <a:pt x="2477" y="288"/>
                  </a:cubicBezTo>
                  <a:cubicBezTo>
                    <a:pt x="2072" y="95"/>
                    <a:pt x="1587" y="1"/>
                    <a:pt x="116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9" name="Google Shape;9899;p23"/>
            <p:cNvSpPr/>
            <p:nvPr/>
          </p:nvSpPr>
          <p:spPr>
            <a:xfrm>
              <a:off x="2334700" y="1489750"/>
              <a:ext cx="10300" cy="9225"/>
            </a:xfrm>
            <a:custGeom>
              <a:avLst/>
              <a:gdLst/>
              <a:ahLst/>
              <a:cxnLst/>
              <a:rect l="l" t="t" r="r" b="b"/>
              <a:pathLst>
                <a:path w="412" h="369" extrusionOk="0">
                  <a:moveTo>
                    <a:pt x="251" y="0"/>
                  </a:moveTo>
                  <a:cubicBezTo>
                    <a:pt x="117" y="201"/>
                    <a:pt x="0" y="335"/>
                    <a:pt x="201" y="368"/>
                  </a:cubicBezTo>
                  <a:cubicBezTo>
                    <a:pt x="206" y="369"/>
                    <a:pt x="211" y="369"/>
                    <a:pt x="216" y="369"/>
                  </a:cubicBezTo>
                  <a:cubicBezTo>
                    <a:pt x="412" y="369"/>
                    <a:pt x="268" y="34"/>
                    <a:pt x="268" y="34"/>
                  </a:cubicBez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0" name="Google Shape;9900;p23"/>
            <p:cNvSpPr/>
            <p:nvPr/>
          </p:nvSpPr>
          <p:spPr>
            <a:xfrm>
              <a:off x="2322150" y="1488475"/>
              <a:ext cx="10225" cy="8525"/>
            </a:xfrm>
            <a:custGeom>
              <a:avLst/>
              <a:gdLst/>
              <a:ahLst/>
              <a:cxnLst/>
              <a:rect l="l" t="t" r="r" b="b"/>
              <a:pathLst>
                <a:path w="409" h="341" extrusionOk="0">
                  <a:moveTo>
                    <a:pt x="318" y="1"/>
                  </a:moveTo>
                  <a:cubicBezTo>
                    <a:pt x="151" y="135"/>
                    <a:pt x="0" y="252"/>
                    <a:pt x="201" y="336"/>
                  </a:cubicBezTo>
                  <a:cubicBezTo>
                    <a:pt x="215" y="339"/>
                    <a:pt x="227" y="340"/>
                    <a:pt x="239" y="340"/>
                  </a:cubicBezTo>
                  <a:cubicBezTo>
                    <a:pt x="408" y="340"/>
                    <a:pt x="335" y="18"/>
                    <a:pt x="335" y="18"/>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1" name="Google Shape;9901;p23"/>
            <p:cNvSpPr/>
            <p:nvPr/>
          </p:nvSpPr>
          <p:spPr>
            <a:xfrm>
              <a:off x="2307075" y="1484300"/>
              <a:ext cx="9425" cy="8675"/>
            </a:xfrm>
            <a:custGeom>
              <a:avLst/>
              <a:gdLst/>
              <a:ahLst/>
              <a:cxnLst/>
              <a:rect l="l" t="t" r="r" b="b"/>
              <a:pathLst>
                <a:path w="377" h="347" extrusionOk="0">
                  <a:moveTo>
                    <a:pt x="302" y="0"/>
                  </a:moveTo>
                  <a:cubicBezTo>
                    <a:pt x="134" y="134"/>
                    <a:pt x="0" y="252"/>
                    <a:pt x="201" y="335"/>
                  </a:cubicBezTo>
                  <a:cubicBezTo>
                    <a:pt x="219" y="343"/>
                    <a:pt x="234" y="347"/>
                    <a:pt x="247" y="347"/>
                  </a:cubicBezTo>
                  <a:cubicBezTo>
                    <a:pt x="376" y="347"/>
                    <a:pt x="335" y="17"/>
                    <a:pt x="335" y="17"/>
                  </a:cubicBezTo>
                  <a:lnTo>
                    <a:pt x="3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2" name="Google Shape;9902;p23"/>
            <p:cNvSpPr/>
            <p:nvPr/>
          </p:nvSpPr>
          <p:spPr>
            <a:xfrm>
              <a:off x="2293800" y="1478425"/>
              <a:ext cx="9525" cy="6350"/>
            </a:xfrm>
            <a:custGeom>
              <a:avLst/>
              <a:gdLst/>
              <a:ahLst/>
              <a:cxnLst/>
              <a:rect l="l" t="t" r="r" b="b"/>
              <a:pathLst>
                <a:path w="381" h="254" extrusionOk="0">
                  <a:moveTo>
                    <a:pt x="275" y="1"/>
                  </a:moveTo>
                  <a:cubicBezTo>
                    <a:pt x="105" y="1"/>
                    <a:pt x="1" y="13"/>
                    <a:pt x="130" y="185"/>
                  </a:cubicBezTo>
                  <a:cubicBezTo>
                    <a:pt x="164" y="235"/>
                    <a:pt x="196" y="254"/>
                    <a:pt x="224" y="254"/>
                  </a:cubicBezTo>
                  <a:cubicBezTo>
                    <a:pt x="321" y="254"/>
                    <a:pt x="381" y="35"/>
                    <a:pt x="381" y="35"/>
                  </a:cubicBezTo>
                  <a:lnTo>
                    <a:pt x="364" y="1"/>
                  </a:lnTo>
                  <a:cubicBezTo>
                    <a:pt x="333" y="1"/>
                    <a:pt x="303" y="1"/>
                    <a:pt x="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3" name="Google Shape;9903;p23"/>
            <p:cNvSpPr/>
            <p:nvPr/>
          </p:nvSpPr>
          <p:spPr>
            <a:xfrm>
              <a:off x="2360650" y="1472200"/>
              <a:ext cx="9225" cy="6275"/>
            </a:xfrm>
            <a:custGeom>
              <a:avLst/>
              <a:gdLst/>
              <a:ahLst/>
              <a:cxnLst/>
              <a:rect l="l" t="t" r="r" b="b"/>
              <a:pathLst>
                <a:path w="369" h="251" extrusionOk="0">
                  <a:moveTo>
                    <a:pt x="172" y="0"/>
                  </a:moveTo>
                  <a:cubicBezTo>
                    <a:pt x="104" y="0"/>
                    <a:pt x="52" y="120"/>
                    <a:pt x="0" y="250"/>
                  </a:cubicBezTo>
                  <a:lnTo>
                    <a:pt x="33" y="250"/>
                  </a:lnTo>
                  <a:cubicBezTo>
                    <a:pt x="33" y="250"/>
                    <a:pt x="368" y="150"/>
                    <a:pt x="234" y="32"/>
                  </a:cubicBezTo>
                  <a:cubicBezTo>
                    <a:pt x="212" y="10"/>
                    <a:pt x="19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4" name="Google Shape;9904;p23"/>
            <p:cNvSpPr/>
            <p:nvPr/>
          </p:nvSpPr>
          <p:spPr>
            <a:xfrm>
              <a:off x="2353950" y="1467375"/>
              <a:ext cx="8800" cy="6900"/>
            </a:xfrm>
            <a:custGeom>
              <a:avLst/>
              <a:gdLst/>
              <a:ahLst/>
              <a:cxnLst/>
              <a:rect l="l" t="t" r="r" b="b"/>
              <a:pathLst>
                <a:path w="352" h="276" extrusionOk="0">
                  <a:moveTo>
                    <a:pt x="104" y="1"/>
                  </a:moveTo>
                  <a:cubicBezTo>
                    <a:pt x="16" y="1"/>
                    <a:pt x="14" y="127"/>
                    <a:pt x="0" y="276"/>
                  </a:cubicBezTo>
                  <a:lnTo>
                    <a:pt x="17" y="276"/>
                  </a:lnTo>
                  <a:cubicBezTo>
                    <a:pt x="17" y="276"/>
                    <a:pt x="352" y="92"/>
                    <a:pt x="184" y="25"/>
                  </a:cubicBezTo>
                  <a:cubicBezTo>
                    <a:pt x="152" y="8"/>
                    <a:pt x="125" y="1"/>
                    <a:pt x="1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5" name="Google Shape;9905;p23"/>
            <p:cNvSpPr/>
            <p:nvPr/>
          </p:nvSpPr>
          <p:spPr>
            <a:xfrm>
              <a:off x="2341100" y="1459900"/>
              <a:ext cx="9950" cy="8100"/>
            </a:xfrm>
            <a:custGeom>
              <a:avLst/>
              <a:gdLst/>
              <a:ahLst/>
              <a:cxnLst/>
              <a:rect l="l" t="t" r="r" b="b"/>
              <a:pathLst>
                <a:path w="398" h="324" extrusionOk="0">
                  <a:moveTo>
                    <a:pt x="108" y="0"/>
                  </a:moveTo>
                  <a:cubicBezTo>
                    <a:pt x="1" y="0"/>
                    <a:pt x="12" y="145"/>
                    <a:pt x="12" y="324"/>
                  </a:cubicBezTo>
                  <a:lnTo>
                    <a:pt x="62" y="324"/>
                  </a:lnTo>
                  <a:cubicBezTo>
                    <a:pt x="62" y="324"/>
                    <a:pt x="397" y="106"/>
                    <a:pt x="196" y="22"/>
                  </a:cubicBezTo>
                  <a:cubicBezTo>
                    <a:pt x="160" y="7"/>
                    <a:pt x="131" y="0"/>
                    <a:pt x="1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6" name="Google Shape;9906;p23"/>
            <p:cNvSpPr/>
            <p:nvPr/>
          </p:nvSpPr>
          <p:spPr>
            <a:xfrm>
              <a:off x="2321725" y="1457300"/>
              <a:ext cx="12275" cy="7350"/>
            </a:xfrm>
            <a:custGeom>
              <a:avLst/>
              <a:gdLst/>
              <a:ahLst/>
              <a:cxnLst/>
              <a:rect l="l" t="t" r="r" b="b"/>
              <a:pathLst>
                <a:path w="491" h="294" extrusionOk="0">
                  <a:moveTo>
                    <a:pt x="327" y="0"/>
                  </a:moveTo>
                  <a:cubicBezTo>
                    <a:pt x="310" y="0"/>
                    <a:pt x="291" y="3"/>
                    <a:pt x="268" y="9"/>
                  </a:cubicBezTo>
                  <a:cubicBezTo>
                    <a:pt x="0" y="76"/>
                    <a:pt x="134" y="177"/>
                    <a:pt x="302" y="294"/>
                  </a:cubicBezTo>
                  <a:lnTo>
                    <a:pt x="352" y="277"/>
                  </a:lnTo>
                  <a:cubicBezTo>
                    <a:pt x="352" y="277"/>
                    <a:pt x="490" y="0"/>
                    <a:pt x="3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7" name="Google Shape;9907;p23"/>
            <p:cNvSpPr/>
            <p:nvPr/>
          </p:nvSpPr>
          <p:spPr>
            <a:xfrm>
              <a:off x="1904500" y="1452925"/>
              <a:ext cx="118050" cy="66975"/>
            </a:xfrm>
            <a:custGeom>
              <a:avLst/>
              <a:gdLst/>
              <a:ahLst/>
              <a:cxnLst/>
              <a:rect l="l" t="t" r="r" b="b"/>
              <a:pathLst>
                <a:path w="4722" h="2679" extrusionOk="0">
                  <a:moveTo>
                    <a:pt x="2311" y="0"/>
                  </a:moveTo>
                  <a:cubicBezTo>
                    <a:pt x="1039" y="0"/>
                    <a:pt x="1" y="603"/>
                    <a:pt x="51" y="1339"/>
                  </a:cubicBezTo>
                  <a:cubicBezTo>
                    <a:pt x="68" y="2059"/>
                    <a:pt x="1139" y="2678"/>
                    <a:pt x="2411" y="2678"/>
                  </a:cubicBezTo>
                  <a:cubicBezTo>
                    <a:pt x="3683" y="2678"/>
                    <a:pt x="4721" y="2059"/>
                    <a:pt x="4671" y="1339"/>
                  </a:cubicBezTo>
                  <a:cubicBezTo>
                    <a:pt x="4654" y="603"/>
                    <a:pt x="3600" y="0"/>
                    <a:pt x="23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8" name="Google Shape;9908;p23"/>
            <p:cNvSpPr/>
            <p:nvPr/>
          </p:nvSpPr>
          <p:spPr>
            <a:xfrm>
              <a:off x="1905350" y="1447900"/>
              <a:ext cx="117600" cy="66975"/>
            </a:xfrm>
            <a:custGeom>
              <a:avLst/>
              <a:gdLst/>
              <a:ahLst/>
              <a:cxnLst/>
              <a:rect l="l" t="t" r="r" b="b"/>
              <a:pathLst>
                <a:path w="4704" h="2679" extrusionOk="0">
                  <a:moveTo>
                    <a:pt x="2294" y="0"/>
                  </a:moveTo>
                  <a:cubicBezTo>
                    <a:pt x="1022" y="0"/>
                    <a:pt x="0" y="619"/>
                    <a:pt x="34" y="1339"/>
                  </a:cubicBezTo>
                  <a:cubicBezTo>
                    <a:pt x="51" y="2076"/>
                    <a:pt x="1122" y="2678"/>
                    <a:pt x="2394" y="2678"/>
                  </a:cubicBezTo>
                  <a:cubicBezTo>
                    <a:pt x="3666" y="2678"/>
                    <a:pt x="4704" y="2092"/>
                    <a:pt x="4654" y="1339"/>
                  </a:cubicBezTo>
                  <a:cubicBezTo>
                    <a:pt x="4637" y="619"/>
                    <a:pt x="3566" y="0"/>
                    <a:pt x="22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9" name="Google Shape;9909;p23"/>
            <p:cNvSpPr/>
            <p:nvPr/>
          </p:nvSpPr>
          <p:spPr>
            <a:xfrm>
              <a:off x="1912050" y="1471625"/>
              <a:ext cx="86225" cy="35575"/>
            </a:xfrm>
            <a:custGeom>
              <a:avLst/>
              <a:gdLst/>
              <a:ahLst/>
              <a:cxnLst/>
              <a:rect l="l" t="t" r="r" b="b"/>
              <a:pathLst>
                <a:path w="3449" h="1423" extrusionOk="0">
                  <a:moveTo>
                    <a:pt x="477" y="1"/>
                  </a:moveTo>
                  <a:cubicBezTo>
                    <a:pt x="374" y="1"/>
                    <a:pt x="293" y="41"/>
                    <a:pt x="235" y="139"/>
                  </a:cubicBezTo>
                  <a:cubicBezTo>
                    <a:pt x="0" y="507"/>
                    <a:pt x="486" y="1026"/>
                    <a:pt x="1323" y="1277"/>
                  </a:cubicBezTo>
                  <a:cubicBezTo>
                    <a:pt x="1636" y="1375"/>
                    <a:pt x="1957" y="1422"/>
                    <a:pt x="2246" y="1422"/>
                  </a:cubicBezTo>
                  <a:cubicBezTo>
                    <a:pt x="2698" y="1422"/>
                    <a:pt x="3071" y="1308"/>
                    <a:pt x="3214" y="1093"/>
                  </a:cubicBezTo>
                  <a:cubicBezTo>
                    <a:pt x="3448" y="725"/>
                    <a:pt x="2628" y="759"/>
                    <a:pt x="1825" y="507"/>
                  </a:cubicBezTo>
                  <a:cubicBezTo>
                    <a:pt x="1212" y="299"/>
                    <a:pt x="760" y="1"/>
                    <a:pt x="47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0" name="Google Shape;9910;p23"/>
            <p:cNvSpPr/>
            <p:nvPr/>
          </p:nvSpPr>
          <p:spPr>
            <a:xfrm>
              <a:off x="1933800" y="1455925"/>
              <a:ext cx="83300" cy="32350"/>
            </a:xfrm>
            <a:custGeom>
              <a:avLst/>
              <a:gdLst/>
              <a:ahLst/>
              <a:cxnLst/>
              <a:rect l="l" t="t" r="r" b="b"/>
              <a:pathLst>
                <a:path w="3332" h="1294" extrusionOk="0">
                  <a:moveTo>
                    <a:pt x="1142" y="0"/>
                  </a:moveTo>
                  <a:cubicBezTo>
                    <a:pt x="877" y="0"/>
                    <a:pt x="641" y="38"/>
                    <a:pt x="469" y="114"/>
                  </a:cubicBezTo>
                  <a:cubicBezTo>
                    <a:pt x="1" y="332"/>
                    <a:pt x="871" y="432"/>
                    <a:pt x="1541" y="750"/>
                  </a:cubicBezTo>
                  <a:cubicBezTo>
                    <a:pt x="2078" y="1006"/>
                    <a:pt x="2313" y="1293"/>
                    <a:pt x="2627" y="1293"/>
                  </a:cubicBezTo>
                  <a:cubicBezTo>
                    <a:pt x="2705" y="1293"/>
                    <a:pt x="2787" y="1276"/>
                    <a:pt x="2880" y="1236"/>
                  </a:cubicBezTo>
                  <a:cubicBezTo>
                    <a:pt x="3332" y="1018"/>
                    <a:pt x="3148" y="600"/>
                    <a:pt x="2495" y="298"/>
                  </a:cubicBezTo>
                  <a:cubicBezTo>
                    <a:pt x="2079" y="101"/>
                    <a:pt x="1574" y="0"/>
                    <a:pt x="114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1" name="Google Shape;9911;p23"/>
            <p:cNvSpPr/>
            <p:nvPr/>
          </p:nvSpPr>
          <p:spPr>
            <a:xfrm>
              <a:off x="1966025" y="1493075"/>
              <a:ext cx="10725" cy="8850"/>
            </a:xfrm>
            <a:custGeom>
              <a:avLst/>
              <a:gdLst/>
              <a:ahLst/>
              <a:cxnLst/>
              <a:rect l="l" t="t" r="r" b="b"/>
              <a:pathLst>
                <a:path w="429" h="354" extrusionOk="0">
                  <a:moveTo>
                    <a:pt x="252" y="1"/>
                  </a:moveTo>
                  <a:cubicBezTo>
                    <a:pt x="118" y="185"/>
                    <a:pt x="1" y="336"/>
                    <a:pt x="201" y="352"/>
                  </a:cubicBezTo>
                  <a:cubicBezTo>
                    <a:pt x="207" y="353"/>
                    <a:pt x="212" y="353"/>
                    <a:pt x="217" y="353"/>
                  </a:cubicBezTo>
                  <a:cubicBezTo>
                    <a:pt x="428" y="353"/>
                    <a:pt x="268" y="18"/>
                    <a:pt x="268" y="18"/>
                  </a:cubicBezTo>
                  <a:lnTo>
                    <a:pt x="2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2" name="Google Shape;9912;p23"/>
            <p:cNvSpPr/>
            <p:nvPr/>
          </p:nvSpPr>
          <p:spPr>
            <a:xfrm>
              <a:off x="1953475" y="1491400"/>
              <a:ext cx="10150" cy="8600"/>
            </a:xfrm>
            <a:custGeom>
              <a:avLst/>
              <a:gdLst/>
              <a:ahLst/>
              <a:cxnLst/>
              <a:rect l="l" t="t" r="r" b="b"/>
              <a:pathLst>
                <a:path w="406" h="344" extrusionOk="0">
                  <a:moveTo>
                    <a:pt x="302" y="1"/>
                  </a:moveTo>
                  <a:cubicBezTo>
                    <a:pt x="134" y="152"/>
                    <a:pt x="0" y="252"/>
                    <a:pt x="201" y="336"/>
                  </a:cubicBezTo>
                  <a:cubicBezTo>
                    <a:pt x="219" y="341"/>
                    <a:pt x="234" y="344"/>
                    <a:pt x="248" y="344"/>
                  </a:cubicBezTo>
                  <a:cubicBezTo>
                    <a:pt x="406" y="344"/>
                    <a:pt x="335" y="18"/>
                    <a:pt x="335" y="18"/>
                  </a:cubicBezTo>
                  <a:lnTo>
                    <a:pt x="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3" name="Google Shape;9913;p23"/>
            <p:cNvSpPr/>
            <p:nvPr/>
          </p:nvSpPr>
          <p:spPr>
            <a:xfrm>
              <a:off x="1938000" y="1487225"/>
              <a:ext cx="9750" cy="8675"/>
            </a:xfrm>
            <a:custGeom>
              <a:avLst/>
              <a:gdLst/>
              <a:ahLst/>
              <a:cxnLst/>
              <a:rect l="l" t="t" r="r" b="b"/>
              <a:pathLst>
                <a:path w="390" h="347" extrusionOk="0">
                  <a:moveTo>
                    <a:pt x="318" y="1"/>
                  </a:moveTo>
                  <a:cubicBezTo>
                    <a:pt x="151" y="151"/>
                    <a:pt x="0" y="252"/>
                    <a:pt x="218" y="335"/>
                  </a:cubicBezTo>
                  <a:cubicBezTo>
                    <a:pt x="235" y="343"/>
                    <a:pt x="250" y="347"/>
                    <a:pt x="263" y="347"/>
                  </a:cubicBezTo>
                  <a:cubicBezTo>
                    <a:pt x="390" y="347"/>
                    <a:pt x="335" y="17"/>
                    <a:pt x="335" y="17"/>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4" name="Google Shape;9914;p23"/>
            <p:cNvSpPr/>
            <p:nvPr/>
          </p:nvSpPr>
          <p:spPr>
            <a:xfrm>
              <a:off x="1925125" y="1480950"/>
              <a:ext cx="9125" cy="6575"/>
            </a:xfrm>
            <a:custGeom>
              <a:avLst/>
              <a:gdLst/>
              <a:ahLst/>
              <a:cxnLst/>
              <a:rect l="l" t="t" r="r" b="b"/>
              <a:pathLst>
                <a:path w="365" h="263" extrusionOk="0">
                  <a:moveTo>
                    <a:pt x="264" y="0"/>
                  </a:moveTo>
                  <a:cubicBezTo>
                    <a:pt x="105" y="0"/>
                    <a:pt x="1" y="12"/>
                    <a:pt x="130" y="185"/>
                  </a:cubicBezTo>
                  <a:cubicBezTo>
                    <a:pt x="162" y="241"/>
                    <a:pt x="193" y="263"/>
                    <a:pt x="220" y="263"/>
                  </a:cubicBezTo>
                  <a:cubicBezTo>
                    <a:pt x="307" y="263"/>
                    <a:pt x="364" y="51"/>
                    <a:pt x="364" y="51"/>
                  </a:cubicBezTo>
                  <a:lnTo>
                    <a:pt x="348" y="1"/>
                  </a:lnTo>
                  <a:cubicBezTo>
                    <a:pt x="319" y="1"/>
                    <a:pt x="291" y="0"/>
                    <a:pt x="2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5" name="Google Shape;9915;p23"/>
            <p:cNvSpPr/>
            <p:nvPr/>
          </p:nvSpPr>
          <p:spPr>
            <a:xfrm>
              <a:off x="1991975" y="1475475"/>
              <a:ext cx="8800" cy="5925"/>
            </a:xfrm>
            <a:custGeom>
              <a:avLst/>
              <a:gdLst/>
              <a:ahLst/>
              <a:cxnLst/>
              <a:rect l="l" t="t" r="r" b="b"/>
              <a:pathLst>
                <a:path w="352" h="237" extrusionOk="0">
                  <a:moveTo>
                    <a:pt x="168" y="1"/>
                  </a:moveTo>
                  <a:cubicBezTo>
                    <a:pt x="102" y="1"/>
                    <a:pt x="51" y="109"/>
                    <a:pt x="0" y="236"/>
                  </a:cubicBezTo>
                  <a:lnTo>
                    <a:pt x="17" y="236"/>
                  </a:lnTo>
                  <a:cubicBezTo>
                    <a:pt x="17" y="236"/>
                    <a:pt x="352" y="119"/>
                    <a:pt x="235" y="35"/>
                  </a:cubicBezTo>
                  <a:cubicBezTo>
                    <a:pt x="211" y="11"/>
                    <a:pt x="189" y="1"/>
                    <a:pt x="1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6" name="Google Shape;9916;p23"/>
            <p:cNvSpPr/>
            <p:nvPr/>
          </p:nvSpPr>
          <p:spPr>
            <a:xfrm>
              <a:off x="1985275" y="1470325"/>
              <a:ext cx="8825" cy="6875"/>
            </a:xfrm>
            <a:custGeom>
              <a:avLst/>
              <a:gdLst/>
              <a:ahLst/>
              <a:cxnLst/>
              <a:rect l="l" t="t" r="r" b="b"/>
              <a:pathLst>
                <a:path w="353" h="275" extrusionOk="0">
                  <a:moveTo>
                    <a:pt x="105" y="0"/>
                  </a:moveTo>
                  <a:cubicBezTo>
                    <a:pt x="17" y="0"/>
                    <a:pt x="14" y="127"/>
                    <a:pt x="1" y="275"/>
                  </a:cubicBezTo>
                  <a:lnTo>
                    <a:pt x="17" y="275"/>
                  </a:lnTo>
                  <a:cubicBezTo>
                    <a:pt x="17" y="275"/>
                    <a:pt x="352" y="91"/>
                    <a:pt x="185" y="24"/>
                  </a:cubicBezTo>
                  <a:cubicBezTo>
                    <a:pt x="152" y="7"/>
                    <a:pt x="126" y="0"/>
                    <a:pt x="1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7" name="Google Shape;9917;p23"/>
            <p:cNvSpPr/>
            <p:nvPr/>
          </p:nvSpPr>
          <p:spPr>
            <a:xfrm>
              <a:off x="1972450" y="1463250"/>
              <a:ext cx="9500" cy="7675"/>
            </a:xfrm>
            <a:custGeom>
              <a:avLst/>
              <a:gdLst/>
              <a:ahLst/>
              <a:cxnLst/>
              <a:rect l="l" t="t" r="r" b="b"/>
              <a:pathLst>
                <a:path w="380" h="307" extrusionOk="0">
                  <a:moveTo>
                    <a:pt x="106" y="0"/>
                  </a:moveTo>
                  <a:cubicBezTo>
                    <a:pt x="0" y="0"/>
                    <a:pt x="11" y="142"/>
                    <a:pt x="11" y="307"/>
                  </a:cubicBezTo>
                  <a:lnTo>
                    <a:pt x="45" y="307"/>
                  </a:lnTo>
                  <a:cubicBezTo>
                    <a:pt x="45" y="307"/>
                    <a:pt x="380" y="106"/>
                    <a:pt x="195" y="22"/>
                  </a:cubicBezTo>
                  <a:cubicBezTo>
                    <a:pt x="159" y="7"/>
                    <a:pt x="130"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8" name="Google Shape;9918;p23"/>
            <p:cNvSpPr/>
            <p:nvPr/>
          </p:nvSpPr>
          <p:spPr>
            <a:xfrm>
              <a:off x="1952625" y="1460325"/>
              <a:ext cx="13225" cy="7675"/>
            </a:xfrm>
            <a:custGeom>
              <a:avLst/>
              <a:gdLst/>
              <a:ahLst/>
              <a:cxnLst/>
              <a:rect l="l" t="t" r="r" b="b"/>
              <a:pathLst>
                <a:path w="529" h="307" extrusionOk="0">
                  <a:moveTo>
                    <a:pt x="335" y="0"/>
                  </a:moveTo>
                  <a:cubicBezTo>
                    <a:pt x="321" y="0"/>
                    <a:pt x="304" y="2"/>
                    <a:pt x="285" y="5"/>
                  </a:cubicBezTo>
                  <a:cubicBezTo>
                    <a:pt x="1" y="72"/>
                    <a:pt x="152" y="173"/>
                    <a:pt x="319" y="307"/>
                  </a:cubicBezTo>
                  <a:lnTo>
                    <a:pt x="369" y="290"/>
                  </a:lnTo>
                  <a:cubicBezTo>
                    <a:pt x="369" y="290"/>
                    <a:pt x="528"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9" name="Google Shape;9919;p23"/>
            <p:cNvSpPr/>
            <p:nvPr/>
          </p:nvSpPr>
          <p:spPr>
            <a:xfrm>
              <a:off x="2060175" y="1350225"/>
              <a:ext cx="121375" cy="61700"/>
            </a:xfrm>
            <a:custGeom>
              <a:avLst/>
              <a:gdLst/>
              <a:ahLst/>
              <a:cxnLst/>
              <a:rect l="l" t="t" r="r" b="b"/>
              <a:pathLst>
                <a:path w="4855" h="2468" extrusionOk="0">
                  <a:moveTo>
                    <a:pt x="1927" y="1"/>
                  </a:moveTo>
                  <a:cubicBezTo>
                    <a:pt x="1854" y="1"/>
                    <a:pt x="1781" y="3"/>
                    <a:pt x="1708" y="7"/>
                  </a:cubicBezTo>
                  <a:cubicBezTo>
                    <a:pt x="637" y="57"/>
                    <a:pt x="1" y="593"/>
                    <a:pt x="185" y="1212"/>
                  </a:cubicBezTo>
                  <a:cubicBezTo>
                    <a:pt x="386" y="1882"/>
                    <a:pt x="1541" y="2468"/>
                    <a:pt x="2779" y="2468"/>
                  </a:cubicBezTo>
                  <a:cubicBezTo>
                    <a:pt x="4102" y="2468"/>
                    <a:pt x="4855" y="1815"/>
                    <a:pt x="4436" y="1095"/>
                  </a:cubicBezTo>
                  <a:cubicBezTo>
                    <a:pt x="4077" y="438"/>
                    <a:pt x="2972" y="1"/>
                    <a:pt x="19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0" name="Google Shape;9920;p23"/>
            <p:cNvSpPr/>
            <p:nvPr/>
          </p:nvSpPr>
          <p:spPr>
            <a:xfrm>
              <a:off x="2061025" y="1344800"/>
              <a:ext cx="121800" cy="61700"/>
            </a:xfrm>
            <a:custGeom>
              <a:avLst/>
              <a:gdLst/>
              <a:ahLst/>
              <a:cxnLst/>
              <a:rect l="l" t="t" r="r" b="b"/>
              <a:pathLst>
                <a:path w="4872" h="2468" extrusionOk="0">
                  <a:moveTo>
                    <a:pt x="1954" y="0"/>
                  </a:moveTo>
                  <a:cubicBezTo>
                    <a:pt x="1882" y="0"/>
                    <a:pt x="1811" y="2"/>
                    <a:pt x="1741" y="6"/>
                  </a:cubicBezTo>
                  <a:cubicBezTo>
                    <a:pt x="670" y="73"/>
                    <a:pt x="0" y="592"/>
                    <a:pt x="218" y="1228"/>
                  </a:cubicBezTo>
                  <a:cubicBezTo>
                    <a:pt x="416" y="1889"/>
                    <a:pt x="1525" y="2467"/>
                    <a:pt x="2760" y="2467"/>
                  </a:cubicBezTo>
                  <a:cubicBezTo>
                    <a:pt x="2777" y="2467"/>
                    <a:pt x="2795" y="2467"/>
                    <a:pt x="2812" y="2467"/>
                  </a:cubicBezTo>
                  <a:cubicBezTo>
                    <a:pt x="4101" y="2467"/>
                    <a:pt x="4871" y="1831"/>
                    <a:pt x="4453" y="1094"/>
                  </a:cubicBezTo>
                  <a:cubicBezTo>
                    <a:pt x="4108" y="452"/>
                    <a:pt x="3000" y="0"/>
                    <a:pt x="19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1" name="Google Shape;9921;p23"/>
            <p:cNvSpPr/>
            <p:nvPr/>
          </p:nvSpPr>
          <p:spPr>
            <a:xfrm>
              <a:off x="2089900" y="1363150"/>
              <a:ext cx="78275" cy="35475"/>
            </a:xfrm>
            <a:custGeom>
              <a:avLst/>
              <a:gdLst/>
              <a:ahLst/>
              <a:cxnLst/>
              <a:rect l="l" t="t" r="r" b="b"/>
              <a:pathLst>
                <a:path w="3131" h="1419" extrusionOk="0">
                  <a:moveTo>
                    <a:pt x="2426" y="0"/>
                  </a:moveTo>
                  <a:cubicBezTo>
                    <a:pt x="2140" y="0"/>
                    <a:pt x="1867" y="308"/>
                    <a:pt x="1373" y="511"/>
                  </a:cubicBezTo>
                  <a:cubicBezTo>
                    <a:pt x="737" y="779"/>
                    <a:pt x="0" y="762"/>
                    <a:pt x="335" y="1097"/>
                  </a:cubicBezTo>
                  <a:cubicBezTo>
                    <a:pt x="543" y="1305"/>
                    <a:pt x="926" y="1419"/>
                    <a:pt x="1353" y="1419"/>
                  </a:cubicBezTo>
                  <a:cubicBezTo>
                    <a:pt x="1648" y="1419"/>
                    <a:pt x="1965" y="1364"/>
                    <a:pt x="2260" y="1248"/>
                  </a:cubicBezTo>
                  <a:cubicBezTo>
                    <a:pt x="2946" y="946"/>
                    <a:pt x="3130" y="444"/>
                    <a:pt x="2712" y="109"/>
                  </a:cubicBezTo>
                  <a:cubicBezTo>
                    <a:pt x="2610" y="32"/>
                    <a:pt x="2517" y="0"/>
                    <a:pt x="2426"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2" name="Google Shape;9922;p23"/>
            <p:cNvSpPr/>
            <p:nvPr/>
          </p:nvSpPr>
          <p:spPr>
            <a:xfrm>
              <a:off x="2070650" y="1351300"/>
              <a:ext cx="66975" cy="29650"/>
            </a:xfrm>
            <a:custGeom>
              <a:avLst/>
              <a:gdLst/>
              <a:ahLst/>
              <a:cxnLst/>
              <a:rect l="l" t="t" r="r" b="b"/>
              <a:pathLst>
                <a:path w="2679" h="1186" extrusionOk="0">
                  <a:moveTo>
                    <a:pt x="1607" y="0"/>
                  </a:moveTo>
                  <a:cubicBezTo>
                    <a:pt x="1209" y="0"/>
                    <a:pt x="766" y="108"/>
                    <a:pt x="452" y="299"/>
                  </a:cubicBezTo>
                  <a:cubicBezTo>
                    <a:pt x="0" y="583"/>
                    <a:pt x="0" y="968"/>
                    <a:pt x="452" y="1136"/>
                  </a:cubicBezTo>
                  <a:cubicBezTo>
                    <a:pt x="543" y="1170"/>
                    <a:pt x="618" y="1185"/>
                    <a:pt x="683" y="1185"/>
                  </a:cubicBezTo>
                  <a:cubicBezTo>
                    <a:pt x="966" y="1185"/>
                    <a:pt x="1062" y="899"/>
                    <a:pt x="1456" y="667"/>
                  </a:cubicBezTo>
                  <a:cubicBezTo>
                    <a:pt x="1942" y="383"/>
                    <a:pt x="2678" y="249"/>
                    <a:pt x="2143" y="81"/>
                  </a:cubicBezTo>
                  <a:cubicBezTo>
                    <a:pt x="1988" y="26"/>
                    <a:pt x="1803" y="0"/>
                    <a:pt x="160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3" name="Google Shape;9923;p23"/>
            <p:cNvSpPr/>
            <p:nvPr/>
          </p:nvSpPr>
          <p:spPr>
            <a:xfrm>
              <a:off x="2113750" y="1385125"/>
              <a:ext cx="10050" cy="8450"/>
            </a:xfrm>
            <a:custGeom>
              <a:avLst/>
              <a:gdLst/>
              <a:ahLst/>
              <a:cxnLst/>
              <a:rect l="l" t="t" r="r" b="b"/>
              <a:pathLst>
                <a:path w="402" h="338" extrusionOk="0">
                  <a:moveTo>
                    <a:pt x="0" y="0"/>
                  </a:moveTo>
                  <a:cubicBezTo>
                    <a:pt x="0" y="0"/>
                    <a:pt x="0" y="337"/>
                    <a:pt x="191" y="337"/>
                  </a:cubicBezTo>
                  <a:cubicBezTo>
                    <a:pt x="199" y="337"/>
                    <a:pt x="208" y="337"/>
                    <a:pt x="218" y="335"/>
                  </a:cubicBezTo>
                  <a:cubicBezTo>
                    <a:pt x="402" y="318"/>
                    <a:pt x="235" y="168"/>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4" name="Google Shape;9924;p23"/>
            <p:cNvSpPr/>
            <p:nvPr/>
          </p:nvSpPr>
          <p:spPr>
            <a:xfrm>
              <a:off x="2123375" y="1382600"/>
              <a:ext cx="10900" cy="8275"/>
            </a:xfrm>
            <a:custGeom>
              <a:avLst/>
              <a:gdLst/>
              <a:ahLst/>
              <a:cxnLst/>
              <a:rect l="l" t="t" r="r" b="b"/>
              <a:pathLst>
                <a:path w="436" h="331" extrusionOk="0">
                  <a:moveTo>
                    <a:pt x="17" y="1"/>
                  </a:moveTo>
                  <a:lnTo>
                    <a:pt x="0" y="18"/>
                  </a:lnTo>
                  <a:cubicBezTo>
                    <a:pt x="0" y="18"/>
                    <a:pt x="82" y="331"/>
                    <a:pt x="221" y="331"/>
                  </a:cubicBezTo>
                  <a:cubicBezTo>
                    <a:pt x="236" y="331"/>
                    <a:pt x="252" y="327"/>
                    <a:pt x="268" y="319"/>
                  </a:cubicBezTo>
                  <a:cubicBezTo>
                    <a:pt x="435" y="235"/>
                    <a:pt x="251" y="152"/>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5" name="Google Shape;9925;p23"/>
            <p:cNvSpPr/>
            <p:nvPr/>
          </p:nvSpPr>
          <p:spPr>
            <a:xfrm>
              <a:off x="2136350" y="1378425"/>
              <a:ext cx="10900" cy="8375"/>
            </a:xfrm>
            <a:custGeom>
              <a:avLst/>
              <a:gdLst/>
              <a:ahLst/>
              <a:cxnLst/>
              <a:rect l="l" t="t" r="r" b="b"/>
              <a:pathLst>
                <a:path w="436" h="335" extrusionOk="0">
                  <a:moveTo>
                    <a:pt x="17" y="1"/>
                  </a:moveTo>
                  <a:lnTo>
                    <a:pt x="0" y="17"/>
                  </a:lnTo>
                  <a:cubicBezTo>
                    <a:pt x="0" y="17"/>
                    <a:pt x="79" y="335"/>
                    <a:pt x="238" y="335"/>
                  </a:cubicBezTo>
                  <a:cubicBezTo>
                    <a:pt x="258" y="335"/>
                    <a:pt x="279" y="330"/>
                    <a:pt x="301" y="319"/>
                  </a:cubicBezTo>
                  <a:cubicBezTo>
                    <a:pt x="435" y="235"/>
                    <a:pt x="251" y="134"/>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6" name="Google Shape;9926;p23"/>
            <p:cNvSpPr/>
            <p:nvPr/>
          </p:nvSpPr>
          <p:spPr>
            <a:xfrm>
              <a:off x="2144700" y="1372325"/>
              <a:ext cx="8700" cy="6300"/>
            </a:xfrm>
            <a:custGeom>
              <a:avLst/>
              <a:gdLst/>
              <a:ahLst/>
              <a:cxnLst/>
              <a:rect l="l" t="t" r="r" b="b"/>
              <a:pathLst>
                <a:path w="348" h="252" extrusionOk="0">
                  <a:moveTo>
                    <a:pt x="161" y="1"/>
                  </a:moveTo>
                  <a:cubicBezTo>
                    <a:pt x="115" y="1"/>
                    <a:pt x="61" y="6"/>
                    <a:pt x="1" y="10"/>
                  </a:cubicBezTo>
                  <a:lnTo>
                    <a:pt x="1" y="60"/>
                  </a:lnTo>
                  <a:cubicBezTo>
                    <a:pt x="1" y="60"/>
                    <a:pt x="173" y="251"/>
                    <a:pt x="271" y="251"/>
                  </a:cubicBezTo>
                  <a:cubicBezTo>
                    <a:pt x="303" y="251"/>
                    <a:pt x="327" y="231"/>
                    <a:pt x="336" y="178"/>
                  </a:cubicBezTo>
                  <a:cubicBezTo>
                    <a:pt x="348" y="32"/>
                    <a:pt x="281" y="1"/>
                    <a:pt x="1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7" name="Google Shape;9927;p23"/>
            <p:cNvSpPr/>
            <p:nvPr/>
          </p:nvSpPr>
          <p:spPr>
            <a:xfrm>
              <a:off x="2083200" y="1369125"/>
              <a:ext cx="8400" cy="5550"/>
            </a:xfrm>
            <a:custGeom>
              <a:avLst/>
              <a:gdLst/>
              <a:ahLst/>
              <a:cxnLst/>
              <a:rect l="l" t="t" r="r" b="b"/>
              <a:pathLst>
                <a:path w="336" h="222" extrusionOk="0">
                  <a:moveTo>
                    <a:pt x="108" y="1"/>
                  </a:moveTo>
                  <a:cubicBezTo>
                    <a:pt x="87" y="1"/>
                    <a:pt x="68" y="12"/>
                    <a:pt x="51" y="38"/>
                  </a:cubicBezTo>
                  <a:cubicBezTo>
                    <a:pt x="0" y="121"/>
                    <a:pt x="335" y="222"/>
                    <a:pt x="335" y="222"/>
                  </a:cubicBezTo>
                  <a:cubicBezTo>
                    <a:pt x="248" y="97"/>
                    <a:pt x="170" y="1"/>
                    <a:pt x="1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8" name="Google Shape;9928;p23"/>
            <p:cNvSpPr/>
            <p:nvPr/>
          </p:nvSpPr>
          <p:spPr>
            <a:xfrm>
              <a:off x="2086550" y="1364750"/>
              <a:ext cx="9650" cy="5750"/>
            </a:xfrm>
            <a:custGeom>
              <a:avLst/>
              <a:gdLst/>
              <a:ahLst/>
              <a:cxnLst/>
              <a:rect l="l" t="t" r="r" b="b"/>
              <a:pathLst>
                <a:path w="386" h="230" extrusionOk="0">
                  <a:moveTo>
                    <a:pt x="205" y="1"/>
                  </a:moveTo>
                  <a:cubicBezTo>
                    <a:pt x="184" y="1"/>
                    <a:pt x="161" y="10"/>
                    <a:pt x="134" y="29"/>
                  </a:cubicBezTo>
                  <a:cubicBezTo>
                    <a:pt x="0" y="62"/>
                    <a:pt x="369" y="230"/>
                    <a:pt x="369" y="230"/>
                  </a:cubicBezTo>
                  <a:lnTo>
                    <a:pt x="385" y="230"/>
                  </a:lnTo>
                  <a:cubicBezTo>
                    <a:pt x="321" y="100"/>
                    <a:pt x="276" y="1"/>
                    <a:pt x="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9" name="Google Shape;9929;p23"/>
            <p:cNvSpPr/>
            <p:nvPr/>
          </p:nvSpPr>
          <p:spPr>
            <a:xfrm>
              <a:off x="2094075" y="1358125"/>
              <a:ext cx="10075" cy="6100"/>
            </a:xfrm>
            <a:custGeom>
              <a:avLst/>
              <a:gdLst/>
              <a:ahLst/>
              <a:cxnLst/>
              <a:rect l="l" t="t" r="r" b="b"/>
              <a:pathLst>
                <a:path w="403" h="244" extrusionOk="0">
                  <a:moveTo>
                    <a:pt x="201" y="0"/>
                  </a:moveTo>
                  <a:cubicBezTo>
                    <a:pt x="177" y="0"/>
                    <a:pt x="150" y="8"/>
                    <a:pt x="118" y="26"/>
                  </a:cubicBezTo>
                  <a:cubicBezTo>
                    <a:pt x="1" y="76"/>
                    <a:pt x="369" y="243"/>
                    <a:pt x="369" y="243"/>
                  </a:cubicBezTo>
                  <a:lnTo>
                    <a:pt x="402" y="243"/>
                  </a:lnTo>
                  <a:cubicBezTo>
                    <a:pt x="336" y="111"/>
                    <a:pt x="291"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0" name="Google Shape;9930;p23"/>
            <p:cNvSpPr/>
            <p:nvPr/>
          </p:nvSpPr>
          <p:spPr>
            <a:xfrm>
              <a:off x="2106800" y="1355175"/>
              <a:ext cx="12000" cy="6550"/>
            </a:xfrm>
            <a:custGeom>
              <a:avLst/>
              <a:gdLst/>
              <a:ahLst/>
              <a:cxnLst/>
              <a:rect l="l" t="t" r="r" b="b"/>
              <a:pathLst>
                <a:path w="480" h="262" extrusionOk="0">
                  <a:moveTo>
                    <a:pt x="135" y="0"/>
                  </a:moveTo>
                  <a:cubicBezTo>
                    <a:pt x="1" y="0"/>
                    <a:pt x="245" y="244"/>
                    <a:pt x="245" y="244"/>
                  </a:cubicBezTo>
                  <a:lnTo>
                    <a:pt x="278" y="261"/>
                  </a:lnTo>
                  <a:cubicBezTo>
                    <a:pt x="395" y="144"/>
                    <a:pt x="479" y="60"/>
                    <a:pt x="195" y="10"/>
                  </a:cubicBezTo>
                  <a:cubicBezTo>
                    <a:pt x="169" y="3"/>
                    <a:pt x="150" y="0"/>
                    <a:pt x="1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1" name="Google Shape;9931;p23"/>
            <p:cNvSpPr/>
            <p:nvPr/>
          </p:nvSpPr>
          <p:spPr>
            <a:xfrm>
              <a:off x="2035900" y="1578750"/>
              <a:ext cx="136025" cy="85500"/>
            </a:xfrm>
            <a:custGeom>
              <a:avLst/>
              <a:gdLst/>
              <a:ahLst/>
              <a:cxnLst/>
              <a:rect l="l" t="t" r="r" b="b"/>
              <a:pathLst>
                <a:path w="5441" h="3420" extrusionOk="0">
                  <a:moveTo>
                    <a:pt x="2813" y="0"/>
                  </a:moveTo>
                  <a:cubicBezTo>
                    <a:pt x="1602" y="0"/>
                    <a:pt x="507" y="569"/>
                    <a:pt x="269" y="1378"/>
                  </a:cubicBezTo>
                  <a:cubicBezTo>
                    <a:pt x="1" y="2299"/>
                    <a:pt x="855" y="3219"/>
                    <a:pt x="2328" y="3387"/>
                  </a:cubicBezTo>
                  <a:cubicBezTo>
                    <a:pt x="2496" y="3409"/>
                    <a:pt x="2663" y="3419"/>
                    <a:pt x="2827" y="3419"/>
                  </a:cubicBezTo>
                  <a:cubicBezTo>
                    <a:pt x="4159" y="3419"/>
                    <a:pt x="5283" y="2721"/>
                    <a:pt x="5357" y="1796"/>
                  </a:cubicBezTo>
                  <a:cubicBezTo>
                    <a:pt x="5441" y="842"/>
                    <a:pt x="4370" y="72"/>
                    <a:pt x="3014" y="5"/>
                  </a:cubicBezTo>
                  <a:cubicBezTo>
                    <a:pt x="2947" y="2"/>
                    <a:pt x="2880" y="0"/>
                    <a:pt x="28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2" name="Google Shape;9932;p23"/>
            <p:cNvSpPr/>
            <p:nvPr/>
          </p:nvSpPr>
          <p:spPr>
            <a:xfrm>
              <a:off x="2033825" y="1571275"/>
              <a:ext cx="136025" cy="85625"/>
            </a:xfrm>
            <a:custGeom>
              <a:avLst/>
              <a:gdLst/>
              <a:ahLst/>
              <a:cxnLst/>
              <a:rect l="l" t="t" r="r" b="b"/>
              <a:pathLst>
                <a:path w="5441" h="3425" extrusionOk="0">
                  <a:moveTo>
                    <a:pt x="2865" y="0"/>
                  </a:moveTo>
                  <a:cubicBezTo>
                    <a:pt x="1650" y="0"/>
                    <a:pt x="541" y="588"/>
                    <a:pt x="268" y="1392"/>
                  </a:cubicBezTo>
                  <a:cubicBezTo>
                    <a:pt x="0" y="2313"/>
                    <a:pt x="887" y="3234"/>
                    <a:pt x="2327" y="3401"/>
                  </a:cubicBezTo>
                  <a:cubicBezTo>
                    <a:pt x="2473" y="3417"/>
                    <a:pt x="2617" y="3425"/>
                    <a:pt x="2760" y="3425"/>
                  </a:cubicBezTo>
                  <a:cubicBezTo>
                    <a:pt x="4107" y="3425"/>
                    <a:pt x="5266" y="2734"/>
                    <a:pt x="5357" y="1811"/>
                  </a:cubicBezTo>
                  <a:cubicBezTo>
                    <a:pt x="5440" y="840"/>
                    <a:pt x="4369" y="70"/>
                    <a:pt x="3013" y="3"/>
                  </a:cubicBezTo>
                  <a:cubicBezTo>
                    <a:pt x="2964" y="1"/>
                    <a:pt x="2914" y="0"/>
                    <a:pt x="28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3" name="Google Shape;9933;p23"/>
            <p:cNvSpPr/>
            <p:nvPr/>
          </p:nvSpPr>
          <p:spPr>
            <a:xfrm>
              <a:off x="2062700" y="1602075"/>
              <a:ext cx="98350" cy="42700"/>
            </a:xfrm>
            <a:custGeom>
              <a:avLst/>
              <a:gdLst/>
              <a:ahLst/>
              <a:cxnLst/>
              <a:rect l="l" t="t" r="r" b="b"/>
              <a:pathLst>
                <a:path w="3934" h="1708" extrusionOk="0">
                  <a:moveTo>
                    <a:pt x="3414" y="1"/>
                  </a:moveTo>
                  <a:cubicBezTo>
                    <a:pt x="3088" y="1"/>
                    <a:pt x="2546" y="333"/>
                    <a:pt x="1841" y="512"/>
                  </a:cubicBezTo>
                  <a:cubicBezTo>
                    <a:pt x="854" y="780"/>
                    <a:pt x="0" y="663"/>
                    <a:pt x="151" y="1148"/>
                  </a:cubicBezTo>
                  <a:cubicBezTo>
                    <a:pt x="246" y="1503"/>
                    <a:pt x="752" y="1708"/>
                    <a:pt x="1401" y="1708"/>
                  </a:cubicBezTo>
                  <a:cubicBezTo>
                    <a:pt x="1669" y="1708"/>
                    <a:pt x="1962" y="1673"/>
                    <a:pt x="2260" y="1600"/>
                  </a:cubicBezTo>
                  <a:cubicBezTo>
                    <a:pt x="3281" y="1332"/>
                    <a:pt x="3934" y="696"/>
                    <a:pt x="3699" y="194"/>
                  </a:cubicBezTo>
                  <a:cubicBezTo>
                    <a:pt x="3642" y="54"/>
                    <a:pt x="3545" y="1"/>
                    <a:pt x="341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4" name="Google Shape;9934;p23"/>
            <p:cNvSpPr/>
            <p:nvPr/>
          </p:nvSpPr>
          <p:spPr>
            <a:xfrm>
              <a:off x="2045950" y="1580850"/>
              <a:ext cx="92100" cy="35675"/>
            </a:xfrm>
            <a:custGeom>
              <a:avLst/>
              <a:gdLst/>
              <a:ahLst/>
              <a:cxnLst/>
              <a:rect l="l" t="t" r="r" b="b"/>
              <a:pathLst>
                <a:path w="3684" h="1427" extrusionOk="0">
                  <a:moveTo>
                    <a:pt x="2330" y="0"/>
                  </a:moveTo>
                  <a:cubicBezTo>
                    <a:pt x="1926" y="0"/>
                    <a:pt x="1471" y="80"/>
                    <a:pt x="1072" y="239"/>
                  </a:cubicBezTo>
                  <a:cubicBezTo>
                    <a:pt x="285" y="541"/>
                    <a:pt x="1" y="1026"/>
                    <a:pt x="402" y="1327"/>
                  </a:cubicBezTo>
                  <a:cubicBezTo>
                    <a:pt x="499" y="1397"/>
                    <a:pt x="592" y="1427"/>
                    <a:pt x="686" y="1427"/>
                  </a:cubicBezTo>
                  <a:cubicBezTo>
                    <a:pt x="1000" y="1427"/>
                    <a:pt x="1338" y="1103"/>
                    <a:pt x="1942" y="859"/>
                  </a:cubicBezTo>
                  <a:cubicBezTo>
                    <a:pt x="2712" y="541"/>
                    <a:pt x="3683" y="490"/>
                    <a:pt x="3214" y="189"/>
                  </a:cubicBezTo>
                  <a:cubicBezTo>
                    <a:pt x="3010" y="63"/>
                    <a:pt x="2690" y="0"/>
                    <a:pt x="233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5" name="Google Shape;9935;p23"/>
            <p:cNvSpPr/>
            <p:nvPr/>
          </p:nvSpPr>
          <p:spPr>
            <a:xfrm>
              <a:off x="2082350" y="1624900"/>
              <a:ext cx="12175" cy="11750"/>
            </a:xfrm>
            <a:custGeom>
              <a:avLst/>
              <a:gdLst/>
              <a:ahLst/>
              <a:cxnLst/>
              <a:rect l="l" t="t" r="r" b="b"/>
              <a:pathLst>
                <a:path w="487" h="470" extrusionOk="0">
                  <a:moveTo>
                    <a:pt x="302" y="1"/>
                  </a:moveTo>
                  <a:lnTo>
                    <a:pt x="252" y="17"/>
                  </a:lnTo>
                  <a:cubicBezTo>
                    <a:pt x="252" y="17"/>
                    <a:pt x="1" y="469"/>
                    <a:pt x="252" y="469"/>
                  </a:cubicBezTo>
                  <a:cubicBezTo>
                    <a:pt x="486" y="469"/>
                    <a:pt x="403" y="268"/>
                    <a:pt x="3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6" name="Google Shape;9936;p23"/>
            <p:cNvSpPr/>
            <p:nvPr/>
          </p:nvSpPr>
          <p:spPr>
            <a:xfrm>
              <a:off x="2097525" y="1623650"/>
              <a:ext cx="12050" cy="11475"/>
            </a:xfrm>
            <a:custGeom>
              <a:avLst/>
              <a:gdLst/>
              <a:ahLst/>
              <a:cxnLst/>
              <a:rect l="l" t="t" r="r" b="b"/>
              <a:pathLst>
                <a:path w="482" h="459" extrusionOk="0">
                  <a:moveTo>
                    <a:pt x="197" y="0"/>
                  </a:moveTo>
                  <a:lnTo>
                    <a:pt x="147" y="34"/>
                  </a:lnTo>
                  <a:cubicBezTo>
                    <a:pt x="147" y="34"/>
                    <a:pt x="1" y="459"/>
                    <a:pt x="187" y="459"/>
                  </a:cubicBezTo>
                  <a:cubicBezTo>
                    <a:pt x="200" y="459"/>
                    <a:pt x="215" y="457"/>
                    <a:pt x="231" y="452"/>
                  </a:cubicBezTo>
                  <a:cubicBezTo>
                    <a:pt x="482" y="352"/>
                    <a:pt x="365" y="218"/>
                    <a:pt x="1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7" name="Google Shape;9937;p23"/>
            <p:cNvSpPr/>
            <p:nvPr/>
          </p:nvSpPr>
          <p:spPr>
            <a:xfrm>
              <a:off x="2116550" y="1620300"/>
              <a:ext cx="12275" cy="11225"/>
            </a:xfrm>
            <a:custGeom>
              <a:avLst/>
              <a:gdLst/>
              <a:ahLst/>
              <a:cxnLst/>
              <a:rect l="l" t="t" r="r" b="b"/>
              <a:pathLst>
                <a:path w="491" h="449" extrusionOk="0">
                  <a:moveTo>
                    <a:pt x="190" y="0"/>
                  </a:moveTo>
                  <a:lnTo>
                    <a:pt x="139" y="17"/>
                  </a:lnTo>
                  <a:cubicBezTo>
                    <a:pt x="139" y="17"/>
                    <a:pt x="0" y="449"/>
                    <a:pt x="191" y="449"/>
                  </a:cubicBezTo>
                  <a:cubicBezTo>
                    <a:pt x="210" y="449"/>
                    <a:pt x="231" y="445"/>
                    <a:pt x="257" y="436"/>
                  </a:cubicBezTo>
                  <a:cubicBezTo>
                    <a:pt x="491" y="352"/>
                    <a:pt x="357" y="201"/>
                    <a:pt x="1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8" name="Google Shape;9938;p23"/>
            <p:cNvSpPr/>
            <p:nvPr/>
          </p:nvSpPr>
          <p:spPr>
            <a:xfrm>
              <a:off x="2134250" y="1614025"/>
              <a:ext cx="11750" cy="8525"/>
            </a:xfrm>
            <a:custGeom>
              <a:avLst/>
              <a:gdLst/>
              <a:ahLst/>
              <a:cxnLst/>
              <a:rect l="l" t="t" r="r" b="b"/>
              <a:pathLst>
                <a:path w="470" h="341" extrusionOk="0">
                  <a:moveTo>
                    <a:pt x="17" y="0"/>
                  </a:moveTo>
                  <a:lnTo>
                    <a:pt x="0" y="34"/>
                  </a:lnTo>
                  <a:cubicBezTo>
                    <a:pt x="0" y="34"/>
                    <a:pt x="53" y="340"/>
                    <a:pt x="167" y="340"/>
                  </a:cubicBezTo>
                  <a:cubicBezTo>
                    <a:pt x="197" y="340"/>
                    <a:pt x="230" y="320"/>
                    <a:pt x="268" y="268"/>
                  </a:cubicBezTo>
                  <a:cubicBezTo>
                    <a:pt x="469" y="0"/>
                    <a:pt x="268" y="0"/>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9" name="Google Shape;9939;p23"/>
            <p:cNvSpPr/>
            <p:nvPr/>
          </p:nvSpPr>
          <p:spPr>
            <a:xfrm>
              <a:off x="2063100" y="1600800"/>
              <a:ext cx="7975" cy="7800"/>
            </a:xfrm>
            <a:custGeom>
              <a:avLst/>
              <a:gdLst/>
              <a:ahLst/>
              <a:cxnLst/>
              <a:rect l="l" t="t" r="r" b="b"/>
              <a:pathLst>
                <a:path w="319" h="312" extrusionOk="0">
                  <a:moveTo>
                    <a:pt x="203" y="1"/>
                  </a:moveTo>
                  <a:cubicBezTo>
                    <a:pt x="180" y="1"/>
                    <a:pt x="152" y="14"/>
                    <a:pt x="118" y="44"/>
                  </a:cubicBezTo>
                  <a:cubicBezTo>
                    <a:pt x="1" y="144"/>
                    <a:pt x="302" y="312"/>
                    <a:pt x="302" y="312"/>
                  </a:cubicBezTo>
                  <a:lnTo>
                    <a:pt x="319" y="312"/>
                  </a:lnTo>
                  <a:cubicBezTo>
                    <a:pt x="306" y="156"/>
                    <a:pt x="283" y="1"/>
                    <a:pt x="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0" name="Google Shape;9940;p23"/>
            <p:cNvSpPr/>
            <p:nvPr/>
          </p:nvSpPr>
          <p:spPr>
            <a:xfrm>
              <a:off x="2071900" y="1595525"/>
              <a:ext cx="9475" cy="8475"/>
            </a:xfrm>
            <a:custGeom>
              <a:avLst/>
              <a:gdLst/>
              <a:ahLst/>
              <a:cxnLst/>
              <a:rect l="l" t="t" r="r" b="b"/>
              <a:pathLst>
                <a:path w="379" h="339" extrusionOk="0">
                  <a:moveTo>
                    <a:pt x="278" y="0"/>
                  </a:moveTo>
                  <a:cubicBezTo>
                    <a:pt x="258" y="0"/>
                    <a:pt x="232" y="7"/>
                    <a:pt x="201" y="21"/>
                  </a:cubicBezTo>
                  <a:cubicBezTo>
                    <a:pt x="0" y="88"/>
                    <a:pt x="302" y="339"/>
                    <a:pt x="302" y="339"/>
                  </a:cubicBezTo>
                  <a:lnTo>
                    <a:pt x="318" y="339"/>
                  </a:lnTo>
                  <a:cubicBezTo>
                    <a:pt x="360" y="158"/>
                    <a:pt x="379" y="0"/>
                    <a:pt x="2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1" name="Google Shape;9941;p23"/>
            <p:cNvSpPr/>
            <p:nvPr/>
          </p:nvSpPr>
          <p:spPr>
            <a:xfrm>
              <a:off x="2085700" y="1587875"/>
              <a:ext cx="10975" cy="9425"/>
            </a:xfrm>
            <a:custGeom>
              <a:avLst/>
              <a:gdLst/>
              <a:ahLst/>
              <a:cxnLst/>
              <a:rect l="l" t="t" r="r" b="b"/>
              <a:pathLst>
                <a:path w="439" h="377" extrusionOk="0">
                  <a:moveTo>
                    <a:pt x="298" y="0"/>
                  </a:moveTo>
                  <a:cubicBezTo>
                    <a:pt x="280" y="0"/>
                    <a:pt x="260" y="3"/>
                    <a:pt x="235" y="9"/>
                  </a:cubicBezTo>
                  <a:cubicBezTo>
                    <a:pt x="1" y="92"/>
                    <a:pt x="319" y="377"/>
                    <a:pt x="319" y="377"/>
                  </a:cubicBezTo>
                  <a:lnTo>
                    <a:pt x="352" y="377"/>
                  </a:lnTo>
                  <a:cubicBezTo>
                    <a:pt x="382" y="169"/>
                    <a:pt x="438"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2" name="Google Shape;9942;p23"/>
            <p:cNvSpPr/>
            <p:nvPr/>
          </p:nvSpPr>
          <p:spPr>
            <a:xfrm>
              <a:off x="2104650" y="1585700"/>
              <a:ext cx="12875" cy="8675"/>
            </a:xfrm>
            <a:custGeom>
              <a:avLst/>
              <a:gdLst/>
              <a:ahLst/>
              <a:cxnLst/>
              <a:rect l="l" t="t" r="r" b="b"/>
              <a:pathLst>
                <a:path w="515" h="347" extrusionOk="0">
                  <a:moveTo>
                    <a:pt x="181" y="0"/>
                  </a:moveTo>
                  <a:cubicBezTo>
                    <a:pt x="0" y="0"/>
                    <a:pt x="96" y="330"/>
                    <a:pt x="96" y="330"/>
                  </a:cubicBezTo>
                  <a:lnTo>
                    <a:pt x="130" y="347"/>
                  </a:lnTo>
                  <a:cubicBezTo>
                    <a:pt x="348" y="213"/>
                    <a:pt x="515" y="96"/>
                    <a:pt x="247" y="12"/>
                  </a:cubicBezTo>
                  <a:cubicBezTo>
                    <a:pt x="222" y="4"/>
                    <a:pt x="200" y="0"/>
                    <a:pt x="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3" name="Google Shape;9943;p23"/>
            <p:cNvSpPr/>
            <p:nvPr/>
          </p:nvSpPr>
          <p:spPr>
            <a:xfrm>
              <a:off x="1689000" y="1570900"/>
              <a:ext cx="129750" cy="71950"/>
            </a:xfrm>
            <a:custGeom>
              <a:avLst/>
              <a:gdLst/>
              <a:ahLst/>
              <a:cxnLst/>
              <a:rect l="l" t="t" r="r" b="b"/>
              <a:pathLst>
                <a:path w="5190" h="2878" extrusionOk="0">
                  <a:moveTo>
                    <a:pt x="2722" y="1"/>
                  </a:moveTo>
                  <a:cubicBezTo>
                    <a:pt x="2702" y="1"/>
                    <a:pt x="2682" y="1"/>
                    <a:pt x="2662" y="1"/>
                  </a:cubicBezTo>
                  <a:cubicBezTo>
                    <a:pt x="1256" y="18"/>
                    <a:pt x="1" y="755"/>
                    <a:pt x="118" y="1658"/>
                  </a:cubicBezTo>
                  <a:cubicBezTo>
                    <a:pt x="211" y="2415"/>
                    <a:pt x="1209" y="2877"/>
                    <a:pt x="2353" y="2877"/>
                  </a:cubicBezTo>
                  <a:cubicBezTo>
                    <a:pt x="2652" y="2877"/>
                    <a:pt x="2960" y="2846"/>
                    <a:pt x="3265" y="2780"/>
                  </a:cubicBezTo>
                  <a:cubicBezTo>
                    <a:pt x="4503" y="2512"/>
                    <a:pt x="5190" y="1759"/>
                    <a:pt x="5005" y="1089"/>
                  </a:cubicBezTo>
                  <a:cubicBezTo>
                    <a:pt x="4824" y="480"/>
                    <a:pt x="3883" y="1"/>
                    <a:pt x="27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4" name="Google Shape;9944;p23"/>
            <p:cNvSpPr/>
            <p:nvPr/>
          </p:nvSpPr>
          <p:spPr>
            <a:xfrm>
              <a:off x="1726250" y="1590400"/>
              <a:ext cx="84125" cy="42675"/>
            </a:xfrm>
            <a:custGeom>
              <a:avLst/>
              <a:gdLst/>
              <a:ahLst/>
              <a:cxnLst/>
              <a:rect l="l" t="t" r="r" b="b"/>
              <a:pathLst>
                <a:path w="3365" h="1707" extrusionOk="0">
                  <a:moveTo>
                    <a:pt x="2883" y="1"/>
                  </a:moveTo>
                  <a:cubicBezTo>
                    <a:pt x="2638" y="1"/>
                    <a:pt x="2323" y="330"/>
                    <a:pt x="1775" y="611"/>
                  </a:cubicBezTo>
                  <a:cubicBezTo>
                    <a:pt x="971" y="996"/>
                    <a:pt x="0" y="1113"/>
                    <a:pt x="385" y="1481"/>
                  </a:cubicBezTo>
                  <a:cubicBezTo>
                    <a:pt x="539" y="1635"/>
                    <a:pt x="801" y="1707"/>
                    <a:pt x="1108" y="1707"/>
                  </a:cubicBezTo>
                  <a:cubicBezTo>
                    <a:pt x="1535" y="1707"/>
                    <a:pt x="2049" y="1567"/>
                    <a:pt x="2478" y="1314"/>
                  </a:cubicBezTo>
                  <a:cubicBezTo>
                    <a:pt x="3147" y="912"/>
                    <a:pt x="3365" y="393"/>
                    <a:pt x="3097" y="108"/>
                  </a:cubicBezTo>
                  <a:cubicBezTo>
                    <a:pt x="3029" y="33"/>
                    <a:pt x="2960" y="1"/>
                    <a:pt x="288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5" name="Google Shape;9945;p23"/>
            <p:cNvSpPr/>
            <p:nvPr/>
          </p:nvSpPr>
          <p:spPr>
            <a:xfrm>
              <a:off x="1699050" y="1578800"/>
              <a:ext cx="87900" cy="37950"/>
            </a:xfrm>
            <a:custGeom>
              <a:avLst/>
              <a:gdLst/>
              <a:ahLst/>
              <a:cxnLst/>
              <a:rect l="l" t="t" r="r" b="b"/>
              <a:pathLst>
                <a:path w="3516" h="1518" extrusionOk="0">
                  <a:moveTo>
                    <a:pt x="2492" y="1"/>
                  </a:moveTo>
                  <a:cubicBezTo>
                    <a:pt x="2015" y="1"/>
                    <a:pt x="1430" y="131"/>
                    <a:pt x="938" y="372"/>
                  </a:cubicBezTo>
                  <a:cubicBezTo>
                    <a:pt x="151" y="790"/>
                    <a:pt x="0" y="1326"/>
                    <a:pt x="670" y="1476"/>
                  </a:cubicBezTo>
                  <a:cubicBezTo>
                    <a:pt x="768" y="1505"/>
                    <a:pt x="855" y="1518"/>
                    <a:pt x="935" y="1518"/>
                  </a:cubicBezTo>
                  <a:cubicBezTo>
                    <a:pt x="1374" y="1518"/>
                    <a:pt x="1593" y="1127"/>
                    <a:pt x="2160" y="773"/>
                  </a:cubicBezTo>
                  <a:cubicBezTo>
                    <a:pt x="2762" y="422"/>
                    <a:pt x="3515" y="254"/>
                    <a:pt x="3064" y="87"/>
                  </a:cubicBezTo>
                  <a:cubicBezTo>
                    <a:pt x="2910" y="29"/>
                    <a:pt x="2712" y="1"/>
                    <a:pt x="2492"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6" name="Google Shape;9946;p23"/>
            <p:cNvSpPr/>
            <p:nvPr/>
          </p:nvSpPr>
          <p:spPr>
            <a:xfrm>
              <a:off x="1755350" y="1617375"/>
              <a:ext cx="10675" cy="9825"/>
            </a:xfrm>
            <a:custGeom>
              <a:avLst/>
              <a:gdLst/>
              <a:ahLst/>
              <a:cxnLst/>
              <a:rect l="l" t="t" r="r" b="b"/>
              <a:pathLst>
                <a:path w="427" h="393" extrusionOk="0">
                  <a:moveTo>
                    <a:pt x="75" y="0"/>
                  </a:moveTo>
                  <a:lnTo>
                    <a:pt x="58" y="34"/>
                  </a:lnTo>
                  <a:cubicBezTo>
                    <a:pt x="58" y="34"/>
                    <a:pt x="1" y="393"/>
                    <a:pt x="152" y="393"/>
                  </a:cubicBezTo>
                  <a:cubicBezTo>
                    <a:pt x="164" y="393"/>
                    <a:pt x="177" y="390"/>
                    <a:pt x="192" y="385"/>
                  </a:cubicBezTo>
                  <a:cubicBezTo>
                    <a:pt x="427" y="318"/>
                    <a:pt x="259" y="184"/>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7" name="Google Shape;9947;p23"/>
            <p:cNvSpPr/>
            <p:nvPr/>
          </p:nvSpPr>
          <p:spPr>
            <a:xfrm>
              <a:off x="1768100" y="1614025"/>
              <a:ext cx="10050" cy="8775"/>
            </a:xfrm>
            <a:custGeom>
              <a:avLst/>
              <a:gdLst/>
              <a:ahLst/>
              <a:cxnLst/>
              <a:rect l="l" t="t" r="r" b="b"/>
              <a:pathLst>
                <a:path w="402" h="351" extrusionOk="0">
                  <a:moveTo>
                    <a:pt x="17" y="0"/>
                  </a:moveTo>
                  <a:lnTo>
                    <a:pt x="0" y="17"/>
                  </a:lnTo>
                  <a:cubicBezTo>
                    <a:pt x="0" y="17"/>
                    <a:pt x="14" y="351"/>
                    <a:pt x="159" y="351"/>
                  </a:cubicBezTo>
                  <a:cubicBezTo>
                    <a:pt x="177" y="351"/>
                    <a:pt x="196" y="346"/>
                    <a:pt x="218" y="335"/>
                  </a:cubicBezTo>
                  <a:cubicBezTo>
                    <a:pt x="402" y="201"/>
                    <a:pt x="235" y="118"/>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8" name="Google Shape;9948;p23"/>
            <p:cNvSpPr/>
            <p:nvPr/>
          </p:nvSpPr>
          <p:spPr>
            <a:xfrm>
              <a:off x="1782325" y="1608175"/>
              <a:ext cx="9225" cy="8075"/>
            </a:xfrm>
            <a:custGeom>
              <a:avLst/>
              <a:gdLst/>
              <a:ahLst/>
              <a:cxnLst/>
              <a:rect l="l" t="t" r="r" b="b"/>
              <a:pathLst>
                <a:path w="369" h="323" extrusionOk="0">
                  <a:moveTo>
                    <a:pt x="17" y="0"/>
                  </a:moveTo>
                  <a:lnTo>
                    <a:pt x="0" y="17"/>
                  </a:lnTo>
                  <a:cubicBezTo>
                    <a:pt x="0" y="17"/>
                    <a:pt x="13" y="323"/>
                    <a:pt x="139" y="323"/>
                  </a:cubicBezTo>
                  <a:cubicBezTo>
                    <a:pt x="157" y="323"/>
                    <a:pt x="178" y="316"/>
                    <a:pt x="201" y="301"/>
                  </a:cubicBezTo>
                  <a:cubicBezTo>
                    <a:pt x="369" y="201"/>
                    <a:pt x="201" y="117"/>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9" name="Google Shape;9949;p23"/>
            <p:cNvSpPr/>
            <p:nvPr/>
          </p:nvSpPr>
          <p:spPr>
            <a:xfrm>
              <a:off x="1791100" y="1600300"/>
              <a:ext cx="7425" cy="6025"/>
            </a:xfrm>
            <a:custGeom>
              <a:avLst/>
              <a:gdLst/>
              <a:ahLst/>
              <a:cxnLst/>
              <a:rect l="l" t="t" r="r" b="b"/>
              <a:pathLst>
                <a:path w="297" h="241" extrusionOk="0">
                  <a:moveTo>
                    <a:pt x="163" y="1"/>
                  </a:moveTo>
                  <a:cubicBezTo>
                    <a:pt x="118" y="1"/>
                    <a:pt x="62" y="8"/>
                    <a:pt x="1" y="14"/>
                  </a:cubicBezTo>
                  <a:lnTo>
                    <a:pt x="1" y="64"/>
                  </a:lnTo>
                  <a:cubicBezTo>
                    <a:pt x="1" y="64"/>
                    <a:pt x="122" y="241"/>
                    <a:pt x="197" y="241"/>
                  </a:cubicBezTo>
                  <a:cubicBezTo>
                    <a:pt x="223" y="241"/>
                    <a:pt x="243" y="220"/>
                    <a:pt x="252" y="164"/>
                  </a:cubicBezTo>
                  <a:cubicBezTo>
                    <a:pt x="297" y="30"/>
                    <a:pt x="252" y="1"/>
                    <a:pt x="1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0" name="Google Shape;9950;p23"/>
            <p:cNvSpPr/>
            <p:nvPr/>
          </p:nvSpPr>
          <p:spPr>
            <a:xfrm>
              <a:off x="1720400" y="1601700"/>
              <a:ext cx="11300" cy="6500"/>
            </a:xfrm>
            <a:custGeom>
              <a:avLst/>
              <a:gdLst/>
              <a:ahLst/>
              <a:cxnLst/>
              <a:rect l="l" t="t" r="r" b="b"/>
              <a:pathLst>
                <a:path w="452" h="260" extrusionOk="0">
                  <a:moveTo>
                    <a:pt x="192" y="0"/>
                  </a:moveTo>
                  <a:cubicBezTo>
                    <a:pt x="166" y="0"/>
                    <a:pt x="142" y="13"/>
                    <a:pt x="117" y="41"/>
                  </a:cubicBezTo>
                  <a:cubicBezTo>
                    <a:pt x="0" y="142"/>
                    <a:pt x="418" y="259"/>
                    <a:pt x="418" y="259"/>
                  </a:cubicBezTo>
                  <a:lnTo>
                    <a:pt x="452" y="259"/>
                  </a:lnTo>
                  <a:cubicBezTo>
                    <a:pt x="351" y="120"/>
                    <a:pt x="269" y="0"/>
                    <a:pt x="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1" name="Google Shape;9951;p23"/>
            <p:cNvSpPr/>
            <p:nvPr/>
          </p:nvSpPr>
          <p:spPr>
            <a:xfrm>
              <a:off x="1727500" y="1595275"/>
              <a:ext cx="11750" cy="7050"/>
            </a:xfrm>
            <a:custGeom>
              <a:avLst/>
              <a:gdLst/>
              <a:ahLst/>
              <a:cxnLst/>
              <a:rect l="l" t="t" r="r" b="b"/>
              <a:pathLst>
                <a:path w="470" h="282" extrusionOk="0">
                  <a:moveTo>
                    <a:pt x="298" y="0"/>
                  </a:moveTo>
                  <a:cubicBezTo>
                    <a:pt x="271" y="0"/>
                    <a:pt x="240" y="10"/>
                    <a:pt x="201" y="31"/>
                  </a:cubicBezTo>
                  <a:cubicBezTo>
                    <a:pt x="1" y="98"/>
                    <a:pt x="436" y="282"/>
                    <a:pt x="436" y="282"/>
                  </a:cubicBezTo>
                  <a:lnTo>
                    <a:pt x="469" y="282"/>
                  </a:lnTo>
                  <a:cubicBezTo>
                    <a:pt x="429" y="136"/>
                    <a:pt x="400"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2" name="Google Shape;9952;p23"/>
            <p:cNvSpPr/>
            <p:nvPr/>
          </p:nvSpPr>
          <p:spPr>
            <a:xfrm>
              <a:off x="1739225" y="1586900"/>
              <a:ext cx="12150" cy="7475"/>
            </a:xfrm>
            <a:custGeom>
              <a:avLst/>
              <a:gdLst/>
              <a:ahLst/>
              <a:cxnLst/>
              <a:rect l="l" t="t" r="r" b="b"/>
              <a:pathLst>
                <a:path w="486" h="299" extrusionOk="0">
                  <a:moveTo>
                    <a:pt x="322" y="1"/>
                  </a:moveTo>
                  <a:cubicBezTo>
                    <a:pt x="294" y="1"/>
                    <a:pt x="259" y="10"/>
                    <a:pt x="218" y="31"/>
                  </a:cubicBezTo>
                  <a:cubicBezTo>
                    <a:pt x="0" y="115"/>
                    <a:pt x="452" y="299"/>
                    <a:pt x="452" y="299"/>
                  </a:cubicBezTo>
                  <a:lnTo>
                    <a:pt x="486" y="299"/>
                  </a:lnTo>
                  <a:cubicBezTo>
                    <a:pt x="459" y="139"/>
                    <a:pt x="433" y="1"/>
                    <a:pt x="3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3" name="Google Shape;9953;p23"/>
            <p:cNvSpPr/>
            <p:nvPr/>
          </p:nvSpPr>
          <p:spPr>
            <a:xfrm>
              <a:off x="1756275" y="1582825"/>
              <a:ext cx="13100" cy="7375"/>
            </a:xfrm>
            <a:custGeom>
              <a:avLst/>
              <a:gdLst/>
              <a:ahLst/>
              <a:cxnLst/>
              <a:rect l="l" t="t" r="r" b="b"/>
              <a:pathLst>
                <a:path w="524" h="295" extrusionOk="0">
                  <a:moveTo>
                    <a:pt x="174" y="1"/>
                  </a:moveTo>
                  <a:cubicBezTo>
                    <a:pt x="1" y="1"/>
                    <a:pt x="222" y="278"/>
                    <a:pt x="222" y="278"/>
                  </a:cubicBezTo>
                  <a:lnTo>
                    <a:pt x="272" y="294"/>
                  </a:lnTo>
                  <a:cubicBezTo>
                    <a:pt x="390" y="160"/>
                    <a:pt x="523" y="43"/>
                    <a:pt x="239" y="10"/>
                  </a:cubicBezTo>
                  <a:cubicBezTo>
                    <a:pt x="213" y="4"/>
                    <a:pt x="192"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4" name="Google Shape;9954;p23"/>
            <p:cNvSpPr/>
            <p:nvPr/>
          </p:nvSpPr>
          <p:spPr>
            <a:xfrm>
              <a:off x="1682725" y="1459600"/>
              <a:ext cx="41875" cy="61975"/>
            </a:xfrm>
            <a:custGeom>
              <a:avLst/>
              <a:gdLst/>
              <a:ahLst/>
              <a:cxnLst/>
              <a:rect l="l" t="t" r="r" b="b"/>
              <a:pathLst>
                <a:path w="1675" h="2479" extrusionOk="0">
                  <a:moveTo>
                    <a:pt x="536" y="1"/>
                  </a:moveTo>
                  <a:lnTo>
                    <a:pt x="151" y="34"/>
                  </a:lnTo>
                  <a:cubicBezTo>
                    <a:pt x="1" y="2026"/>
                    <a:pt x="888" y="2478"/>
                    <a:pt x="888" y="2478"/>
                  </a:cubicBezTo>
                  <a:lnTo>
                    <a:pt x="1674" y="2009"/>
                  </a:lnTo>
                  <a:cubicBezTo>
                    <a:pt x="1674" y="1993"/>
                    <a:pt x="536" y="1156"/>
                    <a:pt x="5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5" name="Google Shape;9955;p23"/>
            <p:cNvSpPr/>
            <p:nvPr/>
          </p:nvSpPr>
          <p:spPr>
            <a:xfrm>
              <a:off x="2134250" y="1484075"/>
              <a:ext cx="64050" cy="18250"/>
            </a:xfrm>
            <a:custGeom>
              <a:avLst/>
              <a:gdLst/>
              <a:ahLst/>
              <a:cxnLst/>
              <a:rect l="l" t="t" r="r" b="b"/>
              <a:pathLst>
                <a:path w="2562" h="730" extrusionOk="0">
                  <a:moveTo>
                    <a:pt x="828" y="0"/>
                  </a:moveTo>
                  <a:cubicBezTo>
                    <a:pt x="393" y="0"/>
                    <a:pt x="185" y="93"/>
                    <a:pt x="185" y="93"/>
                  </a:cubicBezTo>
                  <a:lnTo>
                    <a:pt x="0" y="729"/>
                  </a:lnTo>
                  <a:cubicBezTo>
                    <a:pt x="0" y="729"/>
                    <a:pt x="673" y="494"/>
                    <a:pt x="1459" y="494"/>
                  </a:cubicBezTo>
                  <a:cubicBezTo>
                    <a:pt x="1781" y="494"/>
                    <a:pt x="2123" y="533"/>
                    <a:pt x="2444" y="645"/>
                  </a:cubicBezTo>
                  <a:lnTo>
                    <a:pt x="2561" y="361"/>
                  </a:lnTo>
                  <a:cubicBezTo>
                    <a:pt x="1792" y="75"/>
                    <a:pt x="1219" y="0"/>
                    <a:pt x="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6" name="Google Shape;9956;p23"/>
            <p:cNvSpPr/>
            <p:nvPr/>
          </p:nvSpPr>
          <p:spPr>
            <a:xfrm>
              <a:off x="1988200" y="1342075"/>
              <a:ext cx="37700" cy="10850"/>
            </a:xfrm>
            <a:custGeom>
              <a:avLst/>
              <a:gdLst/>
              <a:ahLst/>
              <a:cxnLst/>
              <a:rect l="l" t="t" r="r" b="b"/>
              <a:pathLst>
                <a:path w="1508" h="434" extrusionOk="0">
                  <a:moveTo>
                    <a:pt x="471" y="0"/>
                  </a:moveTo>
                  <a:cubicBezTo>
                    <a:pt x="232" y="0"/>
                    <a:pt x="118" y="49"/>
                    <a:pt x="118" y="49"/>
                  </a:cubicBezTo>
                  <a:lnTo>
                    <a:pt x="1" y="434"/>
                  </a:lnTo>
                  <a:cubicBezTo>
                    <a:pt x="1" y="434"/>
                    <a:pt x="384" y="283"/>
                    <a:pt x="851" y="283"/>
                  </a:cubicBezTo>
                  <a:cubicBezTo>
                    <a:pt x="1046" y="283"/>
                    <a:pt x="1255" y="309"/>
                    <a:pt x="1457" y="383"/>
                  </a:cubicBezTo>
                  <a:lnTo>
                    <a:pt x="1507" y="216"/>
                  </a:lnTo>
                  <a:cubicBezTo>
                    <a:pt x="1041" y="44"/>
                    <a:pt x="699" y="0"/>
                    <a:pt x="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7" name="Google Shape;9957;p23"/>
            <p:cNvSpPr/>
            <p:nvPr/>
          </p:nvSpPr>
          <p:spPr>
            <a:xfrm>
              <a:off x="2180700" y="1351225"/>
              <a:ext cx="27225" cy="20525"/>
            </a:xfrm>
            <a:custGeom>
              <a:avLst/>
              <a:gdLst/>
              <a:ahLst/>
              <a:cxnLst/>
              <a:rect l="l" t="t" r="r" b="b"/>
              <a:pathLst>
                <a:path w="1089" h="821" extrusionOk="0">
                  <a:moveTo>
                    <a:pt x="335" y="1"/>
                  </a:moveTo>
                  <a:lnTo>
                    <a:pt x="0" y="17"/>
                  </a:lnTo>
                  <a:cubicBezTo>
                    <a:pt x="34" y="17"/>
                    <a:pt x="670" y="402"/>
                    <a:pt x="787" y="821"/>
                  </a:cubicBezTo>
                  <a:lnTo>
                    <a:pt x="1088" y="804"/>
                  </a:lnTo>
                  <a:cubicBezTo>
                    <a:pt x="971" y="168"/>
                    <a:pt x="335" y="1"/>
                    <a:pt x="3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8" name="Google Shape;9958;p23"/>
            <p:cNvSpPr/>
            <p:nvPr/>
          </p:nvSpPr>
          <p:spPr>
            <a:xfrm>
              <a:off x="2362300" y="1540800"/>
              <a:ext cx="32675" cy="20950"/>
            </a:xfrm>
            <a:custGeom>
              <a:avLst/>
              <a:gdLst/>
              <a:ahLst/>
              <a:cxnLst/>
              <a:rect l="l" t="t" r="r" b="b"/>
              <a:pathLst>
                <a:path w="1307" h="838" extrusionOk="0">
                  <a:moveTo>
                    <a:pt x="905" y="0"/>
                  </a:moveTo>
                  <a:cubicBezTo>
                    <a:pt x="905" y="0"/>
                    <a:pt x="152" y="184"/>
                    <a:pt x="1" y="804"/>
                  </a:cubicBezTo>
                  <a:lnTo>
                    <a:pt x="386" y="837"/>
                  </a:lnTo>
                  <a:cubicBezTo>
                    <a:pt x="486" y="419"/>
                    <a:pt x="1307" y="34"/>
                    <a:pt x="1307" y="17"/>
                  </a:cubicBezTo>
                  <a:lnTo>
                    <a:pt x="905" y="0"/>
                  </a:lnTo>
                  <a:close/>
                </a:path>
              </a:pathLst>
            </a:custGeom>
            <a:solidFill>
              <a:srgbClr val="B2AA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9" name="Google Shape;9959;p23"/>
            <p:cNvSpPr/>
            <p:nvPr/>
          </p:nvSpPr>
          <p:spPr>
            <a:xfrm>
              <a:off x="1834200" y="1671775"/>
              <a:ext cx="63225" cy="31450"/>
            </a:xfrm>
            <a:custGeom>
              <a:avLst/>
              <a:gdLst/>
              <a:ahLst/>
              <a:cxnLst/>
              <a:rect l="l" t="t" r="r" b="b"/>
              <a:pathLst>
                <a:path w="2529" h="1258" extrusionOk="0">
                  <a:moveTo>
                    <a:pt x="202" y="0"/>
                  </a:moveTo>
                  <a:lnTo>
                    <a:pt x="1" y="251"/>
                  </a:lnTo>
                  <a:cubicBezTo>
                    <a:pt x="1161" y="1194"/>
                    <a:pt x="1920" y="1257"/>
                    <a:pt x="2101" y="1257"/>
                  </a:cubicBezTo>
                  <a:cubicBezTo>
                    <a:pt x="2129" y="1257"/>
                    <a:pt x="2143" y="1256"/>
                    <a:pt x="2143" y="1256"/>
                  </a:cubicBezTo>
                  <a:lnTo>
                    <a:pt x="2528" y="703"/>
                  </a:lnTo>
                  <a:cubicBezTo>
                    <a:pt x="2528" y="687"/>
                    <a:pt x="1122" y="737"/>
                    <a:pt x="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0" name="Google Shape;9960;p23"/>
            <p:cNvSpPr/>
            <p:nvPr/>
          </p:nvSpPr>
          <p:spPr>
            <a:xfrm>
              <a:off x="2230500" y="1402750"/>
              <a:ext cx="46475" cy="29125"/>
            </a:xfrm>
            <a:custGeom>
              <a:avLst/>
              <a:gdLst/>
              <a:ahLst/>
              <a:cxnLst/>
              <a:rect l="l" t="t" r="r" b="b"/>
              <a:pathLst>
                <a:path w="1859" h="1165" extrusionOk="0">
                  <a:moveTo>
                    <a:pt x="1040" y="191"/>
                  </a:moveTo>
                  <a:cubicBezTo>
                    <a:pt x="1211" y="191"/>
                    <a:pt x="1375" y="257"/>
                    <a:pt x="1473" y="367"/>
                  </a:cubicBezTo>
                  <a:cubicBezTo>
                    <a:pt x="1590" y="534"/>
                    <a:pt x="1507" y="768"/>
                    <a:pt x="1272" y="869"/>
                  </a:cubicBezTo>
                  <a:cubicBezTo>
                    <a:pt x="1185" y="904"/>
                    <a:pt x="1094" y="920"/>
                    <a:pt x="1006" y="920"/>
                  </a:cubicBezTo>
                  <a:cubicBezTo>
                    <a:pt x="840" y="920"/>
                    <a:pt x="685" y="861"/>
                    <a:pt x="586" y="752"/>
                  </a:cubicBezTo>
                  <a:cubicBezTo>
                    <a:pt x="436" y="584"/>
                    <a:pt x="519" y="350"/>
                    <a:pt x="770" y="249"/>
                  </a:cubicBezTo>
                  <a:cubicBezTo>
                    <a:pt x="857" y="209"/>
                    <a:pt x="950" y="191"/>
                    <a:pt x="1040" y="191"/>
                  </a:cubicBezTo>
                  <a:close/>
                  <a:moveTo>
                    <a:pt x="940" y="0"/>
                  </a:moveTo>
                  <a:cubicBezTo>
                    <a:pt x="798" y="0"/>
                    <a:pt x="653" y="26"/>
                    <a:pt x="519" y="82"/>
                  </a:cubicBezTo>
                  <a:cubicBezTo>
                    <a:pt x="134" y="249"/>
                    <a:pt x="0" y="601"/>
                    <a:pt x="235" y="869"/>
                  </a:cubicBezTo>
                  <a:cubicBezTo>
                    <a:pt x="395" y="1051"/>
                    <a:pt x="663" y="1164"/>
                    <a:pt x="946" y="1164"/>
                  </a:cubicBezTo>
                  <a:cubicBezTo>
                    <a:pt x="1077" y="1164"/>
                    <a:pt x="1212" y="1140"/>
                    <a:pt x="1339" y="1086"/>
                  </a:cubicBezTo>
                  <a:cubicBezTo>
                    <a:pt x="1741" y="919"/>
                    <a:pt x="1858" y="551"/>
                    <a:pt x="1641" y="283"/>
                  </a:cubicBezTo>
                  <a:cubicBezTo>
                    <a:pt x="1496" y="104"/>
                    <a:pt x="1224" y="0"/>
                    <a:pt x="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1" name="Google Shape;9961;p23"/>
            <p:cNvSpPr/>
            <p:nvPr/>
          </p:nvSpPr>
          <p:spPr>
            <a:xfrm>
              <a:off x="2255600" y="1583300"/>
              <a:ext cx="46475" cy="29000"/>
            </a:xfrm>
            <a:custGeom>
              <a:avLst/>
              <a:gdLst/>
              <a:ahLst/>
              <a:cxnLst/>
              <a:rect l="l" t="t" r="r" b="b"/>
              <a:pathLst>
                <a:path w="1859" h="1160" extrusionOk="0">
                  <a:moveTo>
                    <a:pt x="1024" y="190"/>
                  </a:moveTo>
                  <a:cubicBezTo>
                    <a:pt x="1194" y="190"/>
                    <a:pt x="1353" y="250"/>
                    <a:pt x="1440" y="359"/>
                  </a:cubicBezTo>
                  <a:cubicBezTo>
                    <a:pt x="1591" y="526"/>
                    <a:pt x="1507" y="761"/>
                    <a:pt x="1256" y="861"/>
                  </a:cubicBezTo>
                  <a:cubicBezTo>
                    <a:pt x="1169" y="902"/>
                    <a:pt x="1079" y="920"/>
                    <a:pt x="991" y="920"/>
                  </a:cubicBezTo>
                  <a:cubicBezTo>
                    <a:pt x="824" y="920"/>
                    <a:pt x="668" y="854"/>
                    <a:pt x="570" y="744"/>
                  </a:cubicBezTo>
                  <a:cubicBezTo>
                    <a:pt x="419" y="577"/>
                    <a:pt x="503" y="342"/>
                    <a:pt x="754" y="242"/>
                  </a:cubicBezTo>
                  <a:cubicBezTo>
                    <a:pt x="841" y="207"/>
                    <a:pt x="934" y="190"/>
                    <a:pt x="1024" y="190"/>
                  </a:cubicBezTo>
                  <a:close/>
                  <a:moveTo>
                    <a:pt x="929" y="0"/>
                  </a:moveTo>
                  <a:cubicBezTo>
                    <a:pt x="789" y="0"/>
                    <a:pt x="648" y="24"/>
                    <a:pt x="520" y="74"/>
                  </a:cubicBezTo>
                  <a:cubicBezTo>
                    <a:pt x="135" y="242"/>
                    <a:pt x="1" y="593"/>
                    <a:pt x="235" y="861"/>
                  </a:cubicBezTo>
                  <a:cubicBezTo>
                    <a:pt x="392" y="1052"/>
                    <a:pt x="655" y="1160"/>
                    <a:pt x="932" y="1160"/>
                  </a:cubicBezTo>
                  <a:cubicBezTo>
                    <a:pt x="1068" y="1160"/>
                    <a:pt x="1207" y="1134"/>
                    <a:pt x="1340" y="1079"/>
                  </a:cubicBezTo>
                  <a:cubicBezTo>
                    <a:pt x="1741" y="911"/>
                    <a:pt x="1859" y="560"/>
                    <a:pt x="1641" y="275"/>
                  </a:cubicBezTo>
                  <a:cubicBezTo>
                    <a:pt x="1485" y="97"/>
                    <a:pt x="1210"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2" name="Google Shape;9962;p23"/>
            <p:cNvSpPr/>
            <p:nvPr/>
          </p:nvSpPr>
          <p:spPr>
            <a:xfrm>
              <a:off x="1904100" y="1625425"/>
              <a:ext cx="46050" cy="28350"/>
            </a:xfrm>
            <a:custGeom>
              <a:avLst/>
              <a:gdLst/>
              <a:ahLst/>
              <a:cxnLst/>
              <a:rect l="l" t="t" r="r" b="b"/>
              <a:pathLst>
                <a:path w="1842" h="1134" extrusionOk="0">
                  <a:moveTo>
                    <a:pt x="1116" y="167"/>
                  </a:moveTo>
                  <a:cubicBezTo>
                    <a:pt x="1257" y="167"/>
                    <a:pt x="1388" y="210"/>
                    <a:pt x="1456" y="298"/>
                  </a:cubicBezTo>
                  <a:cubicBezTo>
                    <a:pt x="1590" y="432"/>
                    <a:pt x="1523" y="649"/>
                    <a:pt x="1306" y="766"/>
                  </a:cubicBezTo>
                  <a:cubicBezTo>
                    <a:pt x="1203" y="825"/>
                    <a:pt x="1081" y="852"/>
                    <a:pt x="965" y="852"/>
                  </a:cubicBezTo>
                  <a:cubicBezTo>
                    <a:pt x="817" y="852"/>
                    <a:pt x="678" y="808"/>
                    <a:pt x="603" y="733"/>
                  </a:cubicBezTo>
                  <a:cubicBezTo>
                    <a:pt x="486" y="565"/>
                    <a:pt x="569" y="348"/>
                    <a:pt x="820" y="231"/>
                  </a:cubicBezTo>
                  <a:cubicBezTo>
                    <a:pt x="911" y="189"/>
                    <a:pt x="1016" y="167"/>
                    <a:pt x="1116" y="167"/>
                  </a:cubicBezTo>
                  <a:close/>
                  <a:moveTo>
                    <a:pt x="1035" y="1"/>
                  </a:moveTo>
                  <a:cubicBezTo>
                    <a:pt x="883" y="1"/>
                    <a:pt x="725" y="30"/>
                    <a:pt x="586" y="97"/>
                  </a:cubicBezTo>
                  <a:cubicBezTo>
                    <a:pt x="184" y="281"/>
                    <a:pt x="0" y="649"/>
                    <a:pt x="235" y="917"/>
                  </a:cubicBezTo>
                  <a:cubicBezTo>
                    <a:pt x="362" y="1062"/>
                    <a:pt x="573" y="1134"/>
                    <a:pt x="804" y="1134"/>
                  </a:cubicBezTo>
                  <a:cubicBezTo>
                    <a:pt x="998" y="1134"/>
                    <a:pt x="1206" y="1083"/>
                    <a:pt x="1390" y="984"/>
                  </a:cubicBezTo>
                  <a:cubicBezTo>
                    <a:pt x="1741" y="766"/>
                    <a:pt x="1841" y="415"/>
                    <a:pt x="1607" y="180"/>
                  </a:cubicBezTo>
                  <a:cubicBezTo>
                    <a:pt x="1486" y="69"/>
                    <a:pt x="1267" y="1"/>
                    <a:pt x="10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3" name="Google Shape;9963;p23"/>
            <p:cNvSpPr/>
            <p:nvPr/>
          </p:nvSpPr>
          <p:spPr>
            <a:xfrm>
              <a:off x="1715775" y="1454800"/>
              <a:ext cx="36850" cy="26625"/>
            </a:xfrm>
            <a:custGeom>
              <a:avLst/>
              <a:gdLst/>
              <a:ahLst/>
              <a:cxnLst/>
              <a:rect l="l" t="t" r="r" b="b"/>
              <a:pathLst>
                <a:path w="1474" h="1065" extrusionOk="0">
                  <a:moveTo>
                    <a:pt x="622" y="100"/>
                  </a:moveTo>
                  <a:cubicBezTo>
                    <a:pt x="769" y="100"/>
                    <a:pt x="919" y="166"/>
                    <a:pt x="1005" y="277"/>
                  </a:cubicBezTo>
                  <a:cubicBezTo>
                    <a:pt x="1139" y="444"/>
                    <a:pt x="1089" y="628"/>
                    <a:pt x="905" y="712"/>
                  </a:cubicBezTo>
                  <a:cubicBezTo>
                    <a:pt x="855" y="734"/>
                    <a:pt x="801" y="745"/>
                    <a:pt x="746" y="745"/>
                  </a:cubicBezTo>
                  <a:cubicBezTo>
                    <a:pt x="595" y="745"/>
                    <a:pt x="434" y="667"/>
                    <a:pt x="336" y="544"/>
                  </a:cubicBezTo>
                  <a:cubicBezTo>
                    <a:pt x="235" y="394"/>
                    <a:pt x="302" y="210"/>
                    <a:pt x="470" y="126"/>
                  </a:cubicBezTo>
                  <a:cubicBezTo>
                    <a:pt x="518" y="108"/>
                    <a:pt x="570" y="100"/>
                    <a:pt x="622" y="100"/>
                  </a:cubicBezTo>
                  <a:close/>
                  <a:moveTo>
                    <a:pt x="652" y="1"/>
                  </a:moveTo>
                  <a:cubicBezTo>
                    <a:pt x="566" y="1"/>
                    <a:pt x="481" y="14"/>
                    <a:pt x="403" y="42"/>
                  </a:cubicBezTo>
                  <a:cubicBezTo>
                    <a:pt x="101" y="143"/>
                    <a:pt x="1" y="444"/>
                    <a:pt x="168" y="712"/>
                  </a:cubicBezTo>
                  <a:cubicBezTo>
                    <a:pt x="304" y="934"/>
                    <a:pt x="567" y="1065"/>
                    <a:pt x="830" y="1065"/>
                  </a:cubicBezTo>
                  <a:cubicBezTo>
                    <a:pt x="924" y="1065"/>
                    <a:pt x="1018" y="1048"/>
                    <a:pt x="1106" y="1013"/>
                  </a:cubicBezTo>
                  <a:cubicBezTo>
                    <a:pt x="1424" y="862"/>
                    <a:pt x="1474" y="528"/>
                    <a:pt x="1256" y="277"/>
                  </a:cubicBezTo>
                  <a:cubicBezTo>
                    <a:pt x="1111" y="95"/>
                    <a:pt x="878"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4" name="Google Shape;9964;p23"/>
            <p:cNvSpPr/>
            <p:nvPr/>
          </p:nvSpPr>
          <p:spPr>
            <a:xfrm>
              <a:off x="1952225" y="1364175"/>
              <a:ext cx="44375" cy="25450"/>
            </a:xfrm>
            <a:custGeom>
              <a:avLst/>
              <a:gdLst/>
              <a:ahLst/>
              <a:cxnLst/>
              <a:rect l="l" t="t" r="r" b="b"/>
              <a:pathLst>
                <a:path w="1775" h="1018" extrusionOk="0">
                  <a:moveTo>
                    <a:pt x="726" y="113"/>
                  </a:moveTo>
                  <a:cubicBezTo>
                    <a:pt x="921" y="113"/>
                    <a:pt x="1169" y="222"/>
                    <a:pt x="1272" y="370"/>
                  </a:cubicBezTo>
                  <a:cubicBezTo>
                    <a:pt x="1406" y="554"/>
                    <a:pt x="1339" y="721"/>
                    <a:pt x="1088" y="738"/>
                  </a:cubicBezTo>
                  <a:cubicBezTo>
                    <a:pt x="1052" y="745"/>
                    <a:pt x="1015" y="749"/>
                    <a:pt x="977" y="749"/>
                  </a:cubicBezTo>
                  <a:cubicBezTo>
                    <a:pt x="754" y="749"/>
                    <a:pt x="519" y="628"/>
                    <a:pt x="419" y="470"/>
                  </a:cubicBezTo>
                  <a:cubicBezTo>
                    <a:pt x="301" y="303"/>
                    <a:pt x="402" y="152"/>
                    <a:pt x="653" y="119"/>
                  </a:cubicBezTo>
                  <a:cubicBezTo>
                    <a:pt x="676" y="115"/>
                    <a:pt x="701" y="113"/>
                    <a:pt x="726" y="113"/>
                  </a:cubicBezTo>
                  <a:close/>
                  <a:moveTo>
                    <a:pt x="573" y="0"/>
                  </a:moveTo>
                  <a:cubicBezTo>
                    <a:pt x="555" y="0"/>
                    <a:pt x="537" y="1"/>
                    <a:pt x="519" y="1"/>
                  </a:cubicBezTo>
                  <a:cubicBezTo>
                    <a:pt x="168" y="52"/>
                    <a:pt x="0" y="286"/>
                    <a:pt x="168" y="554"/>
                  </a:cubicBezTo>
                  <a:cubicBezTo>
                    <a:pt x="330" y="805"/>
                    <a:pt x="741" y="1017"/>
                    <a:pt x="1123" y="1017"/>
                  </a:cubicBezTo>
                  <a:cubicBezTo>
                    <a:pt x="1173" y="1017"/>
                    <a:pt x="1223" y="1014"/>
                    <a:pt x="1272" y="1006"/>
                  </a:cubicBezTo>
                  <a:cubicBezTo>
                    <a:pt x="1674" y="972"/>
                    <a:pt x="1774" y="671"/>
                    <a:pt x="1557" y="403"/>
                  </a:cubicBezTo>
                  <a:cubicBezTo>
                    <a:pt x="1349" y="164"/>
                    <a:pt x="944" y="0"/>
                    <a:pt x="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5" name="Google Shape;9965;p23"/>
            <p:cNvSpPr/>
            <p:nvPr/>
          </p:nvSpPr>
          <p:spPr>
            <a:xfrm>
              <a:off x="1782325" y="1477100"/>
              <a:ext cx="98775" cy="60375"/>
            </a:xfrm>
            <a:custGeom>
              <a:avLst/>
              <a:gdLst/>
              <a:ahLst/>
              <a:cxnLst/>
              <a:rect l="l" t="t" r="r" b="b"/>
              <a:pathLst>
                <a:path w="3951" h="2415" extrusionOk="0">
                  <a:moveTo>
                    <a:pt x="1951" y="152"/>
                  </a:moveTo>
                  <a:cubicBezTo>
                    <a:pt x="1993" y="152"/>
                    <a:pt x="2034" y="153"/>
                    <a:pt x="2076" y="155"/>
                  </a:cubicBezTo>
                  <a:cubicBezTo>
                    <a:pt x="2294" y="171"/>
                    <a:pt x="2528" y="221"/>
                    <a:pt x="2712" y="288"/>
                  </a:cubicBezTo>
                  <a:cubicBezTo>
                    <a:pt x="2494" y="221"/>
                    <a:pt x="2243" y="205"/>
                    <a:pt x="1959" y="205"/>
                  </a:cubicBezTo>
                  <a:cubicBezTo>
                    <a:pt x="1524" y="205"/>
                    <a:pt x="1122" y="288"/>
                    <a:pt x="821" y="406"/>
                  </a:cubicBezTo>
                  <a:cubicBezTo>
                    <a:pt x="1097" y="237"/>
                    <a:pt x="1499" y="152"/>
                    <a:pt x="1951" y="152"/>
                  </a:cubicBezTo>
                  <a:close/>
                  <a:moveTo>
                    <a:pt x="2016" y="338"/>
                  </a:moveTo>
                  <a:cubicBezTo>
                    <a:pt x="2828" y="338"/>
                    <a:pt x="3501" y="684"/>
                    <a:pt x="3599" y="1142"/>
                  </a:cubicBezTo>
                  <a:lnTo>
                    <a:pt x="3599" y="1176"/>
                  </a:lnTo>
                  <a:cubicBezTo>
                    <a:pt x="3536" y="1677"/>
                    <a:pt x="2857" y="2017"/>
                    <a:pt x="2029" y="2017"/>
                  </a:cubicBezTo>
                  <a:cubicBezTo>
                    <a:pt x="1973" y="2017"/>
                    <a:pt x="1916" y="2016"/>
                    <a:pt x="1858" y="2012"/>
                  </a:cubicBezTo>
                  <a:cubicBezTo>
                    <a:pt x="1072" y="1979"/>
                    <a:pt x="436" y="1628"/>
                    <a:pt x="335" y="1176"/>
                  </a:cubicBezTo>
                  <a:cubicBezTo>
                    <a:pt x="419" y="707"/>
                    <a:pt x="1105" y="339"/>
                    <a:pt x="1959" y="339"/>
                  </a:cubicBezTo>
                  <a:cubicBezTo>
                    <a:pt x="1978" y="338"/>
                    <a:pt x="1997" y="338"/>
                    <a:pt x="2016" y="338"/>
                  </a:cubicBezTo>
                  <a:close/>
                  <a:moveTo>
                    <a:pt x="1911" y="0"/>
                  </a:moveTo>
                  <a:cubicBezTo>
                    <a:pt x="896" y="0"/>
                    <a:pt x="64" y="436"/>
                    <a:pt x="0" y="1008"/>
                  </a:cubicBezTo>
                  <a:cubicBezTo>
                    <a:pt x="0" y="1075"/>
                    <a:pt x="0" y="1159"/>
                    <a:pt x="17" y="1226"/>
                  </a:cubicBezTo>
                  <a:lnTo>
                    <a:pt x="17" y="1309"/>
                  </a:lnTo>
                  <a:cubicBezTo>
                    <a:pt x="17" y="1912"/>
                    <a:pt x="904" y="2414"/>
                    <a:pt x="1992" y="2414"/>
                  </a:cubicBezTo>
                  <a:cubicBezTo>
                    <a:pt x="3080" y="2414"/>
                    <a:pt x="3951" y="1912"/>
                    <a:pt x="3951" y="1309"/>
                  </a:cubicBezTo>
                  <a:cubicBezTo>
                    <a:pt x="3934" y="1243"/>
                    <a:pt x="3917" y="1176"/>
                    <a:pt x="3917" y="1142"/>
                  </a:cubicBezTo>
                  <a:cubicBezTo>
                    <a:pt x="3884" y="556"/>
                    <a:pt x="3097" y="71"/>
                    <a:pt x="2076" y="4"/>
                  </a:cubicBezTo>
                  <a:cubicBezTo>
                    <a:pt x="2021" y="1"/>
                    <a:pt x="1966" y="0"/>
                    <a:pt x="19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6" name="Google Shape;9966;p23"/>
            <p:cNvSpPr/>
            <p:nvPr/>
          </p:nvSpPr>
          <p:spPr>
            <a:xfrm>
              <a:off x="1781900" y="1477175"/>
              <a:ext cx="98375" cy="55700"/>
            </a:xfrm>
            <a:custGeom>
              <a:avLst/>
              <a:gdLst/>
              <a:ahLst/>
              <a:cxnLst/>
              <a:rect l="l" t="t" r="r" b="b"/>
              <a:pathLst>
                <a:path w="3935" h="2228" extrusionOk="0">
                  <a:moveTo>
                    <a:pt x="1959" y="135"/>
                  </a:moveTo>
                  <a:cubicBezTo>
                    <a:pt x="2863" y="135"/>
                    <a:pt x="3616" y="553"/>
                    <a:pt x="3616" y="1072"/>
                  </a:cubicBezTo>
                  <a:cubicBezTo>
                    <a:pt x="3616" y="1591"/>
                    <a:pt x="2880" y="2009"/>
                    <a:pt x="1959" y="2009"/>
                  </a:cubicBezTo>
                  <a:cubicBezTo>
                    <a:pt x="1055" y="2009"/>
                    <a:pt x="302" y="1591"/>
                    <a:pt x="302" y="1072"/>
                  </a:cubicBezTo>
                  <a:cubicBezTo>
                    <a:pt x="302" y="553"/>
                    <a:pt x="1038" y="135"/>
                    <a:pt x="1959" y="135"/>
                  </a:cubicBezTo>
                  <a:close/>
                  <a:moveTo>
                    <a:pt x="1959" y="1"/>
                  </a:moveTo>
                  <a:cubicBezTo>
                    <a:pt x="871" y="1"/>
                    <a:pt x="1" y="503"/>
                    <a:pt x="1" y="1122"/>
                  </a:cubicBezTo>
                  <a:cubicBezTo>
                    <a:pt x="1" y="1725"/>
                    <a:pt x="871" y="2227"/>
                    <a:pt x="1959" y="2227"/>
                  </a:cubicBezTo>
                  <a:cubicBezTo>
                    <a:pt x="3047" y="2227"/>
                    <a:pt x="3934" y="1725"/>
                    <a:pt x="3934" y="1122"/>
                  </a:cubicBezTo>
                  <a:cubicBezTo>
                    <a:pt x="3901" y="486"/>
                    <a:pt x="3030" y="1"/>
                    <a:pt x="1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7" name="Google Shape;9967;p23"/>
            <p:cNvSpPr/>
            <p:nvPr/>
          </p:nvSpPr>
          <p:spPr>
            <a:xfrm>
              <a:off x="1779800" y="1472425"/>
              <a:ext cx="100875" cy="55925"/>
            </a:xfrm>
            <a:custGeom>
              <a:avLst/>
              <a:gdLst/>
              <a:ahLst/>
              <a:cxnLst/>
              <a:rect l="l" t="t" r="r" b="b"/>
              <a:pathLst>
                <a:path w="4035" h="2237" extrusionOk="0">
                  <a:moveTo>
                    <a:pt x="1962" y="153"/>
                  </a:moveTo>
                  <a:cubicBezTo>
                    <a:pt x="2017" y="153"/>
                    <a:pt x="2071" y="154"/>
                    <a:pt x="2127" y="157"/>
                  </a:cubicBezTo>
                  <a:cubicBezTo>
                    <a:pt x="3031" y="191"/>
                    <a:pt x="3717" y="660"/>
                    <a:pt x="3667" y="1178"/>
                  </a:cubicBezTo>
                  <a:cubicBezTo>
                    <a:pt x="3635" y="1651"/>
                    <a:pt x="2951" y="2020"/>
                    <a:pt x="2104" y="2020"/>
                  </a:cubicBezTo>
                  <a:cubicBezTo>
                    <a:pt x="2051" y="2020"/>
                    <a:pt x="1997" y="2018"/>
                    <a:pt x="1943" y="2015"/>
                  </a:cubicBezTo>
                  <a:cubicBezTo>
                    <a:pt x="1039" y="1982"/>
                    <a:pt x="352" y="1513"/>
                    <a:pt x="386" y="994"/>
                  </a:cubicBezTo>
                  <a:cubicBezTo>
                    <a:pt x="449" y="507"/>
                    <a:pt x="1131" y="153"/>
                    <a:pt x="1962" y="153"/>
                  </a:cubicBezTo>
                  <a:close/>
                  <a:moveTo>
                    <a:pt x="1920" y="0"/>
                  </a:moveTo>
                  <a:cubicBezTo>
                    <a:pt x="924" y="0"/>
                    <a:pt x="114" y="447"/>
                    <a:pt x="51" y="1011"/>
                  </a:cubicBezTo>
                  <a:cubicBezTo>
                    <a:pt x="1" y="1614"/>
                    <a:pt x="804" y="2166"/>
                    <a:pt x="1892" y="2233"/>
                  </a:cubicBezTo>
                  <a:cubicBezTo>
                    <a:pt x="1948" y="2236"/>
                    <a:pt x="2003" y="2237"/>
                    <a:pt x="2057" y="2237"/>
                  </a:cubicBezTo>
                  <a:cubicBezTo>
                    <a:pt x="3072" y="2237"/>
                    <a:pt x="3904" y="1801"/>
                    <a:pt x="3968" y="1229"/>
                  </a:cubicBezTo>
                  <a:cubicBezTo>
                    <a:pt x="4035" y="609"/>
                    <a:pt x="3215" y="74"/>
                    <a:pt x="2127" y="7"/>
                  </a:cubicBezTo>
                  <a:cubicBezTo>
                    <a:pt x="2057" y="2"/>
                    <a:pt x="1988" y="0"/>
                    <a:pt x="1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8" name="Google Shape;9968;p23"/>
            <p:cNvSpPr/>
            <p:nvPr/>
          </p:nvSpPr>
          <p:spPr>
            <a:xfrm>
              <a:off x="1927100" y="1545725"/>
              <a:ext cx="103825" cy="63475"/>
            </a:xfrm>
            <a:custGeom>
              <a:avLst/>
              <a:gdLst/>
              <a:ahLst/>
              <a:cxnLst/>
              <a:rect l="l" t="t" r="r" b="b"/>
              <a:pathLst>
                <a:path w="4153" h="2539" extrusionOk="0">
                  <a:moveTo>
                    <a:pt x="2381" y="149"/>
                  </a:moveTo>
                  <a:cubicBezTo>
                    <a:pt x="2432" y="149"/>
                    <a:pt x="2481" y="151"/>
                    <a:pt x="2528" y="155"/>
                  </a:cubicBezTo>
                  <a:cubicBezTo>
                    <a:pt x="2294" y="171"/>
                    <a:pt x="2026" y="222"/>
                    <a:pt x="1775" y="272"/>
                  </a:cubicBezTo>
                  <a:cubicBezTo>
                    <a:pt x="1357" y="406"/>
                    <a:pt x="1005" y="590"/>
                    <a:pt x="737" y="807"/>
                  </a:cubicBezTo>
                  <a:cubicBezTo>
                    <a:pt x="988" y="556"/>
                    <a:pt x="1407" y="322"/>
                    <a:pt x="1859" y="222"/>
                  </a:cubicBezTo>
                  <a:cubicBezTo>
                    <a:pt x="2038" y="170"/>
                    <a:pt x="2217" y="149"/>
                    <a:pt x="2381" y="149"/>
                  </a:cubicBezTo>
                  <a:close/>
                  <a:moveTo>
                    <a:pt x="2593" y="295"/>
                  </a:moveTo>
                  <a:cubicBezTo>
                    <a:pt x="3076" y="295"/>
                    <a:pt x="3469" y="452"/>
                    <a:pt x="3616" y="724"/>
                  </a:cubicBezTo>
                  <a:cubicBezTo>
                    <a:pt x="3616" y="740"/>
                    <a:pt x="3616" y="740"/>
                    <a:pt x="3633" y="757"/>
                  </a:cubicBezTo>
                  <a:cubicBezTo>
                    <a:pt x="3734" y="1259"/>
                    <a:pt x="3097" y="1845"/>
                    <a:pt x="2210" y="2063"/>
                  </a:cubicBezTo>
                  <a:cubicBezTo>
                    <a:pt x="1999" y="2113"/>
                    <a:pt x="1793" y="2137"/>
                    <a:pt x="1600" y="2137"/>
                  </a:cubicBezTo>
                  <a:cubicBezTo>
                    <a:pt x="1091" y="2137"/>
                    <a:pt x="678" y="1969"/>
                    <a:pt x="520" y="1678"/>
                  </a:cubicBezTo>
                  <a:cubicBezTo>
                    <a:pt x="453" y="1192"/>
                    <a:pt x="1039" y="657"/>
                    <a:pt x="1859" y="406"/>
                  </a:cubicBezTo>
                  <a:cubicBezTo>
                    <a:pt x="2113" y="330"/>
                    <a:pt x="2363" y="295"/>
                    <a:pt x="2593" y="295"/>
                  </a:cubicBezTo>
                  <a:close/>
                  <a:moveTo>
                    <a:pt x="2562" y="0"/>
                  </a:moveTo>
                  <a:cubicBezTo>
                    <a:pt x="2329" y="0"/>
                    <a:pt x="2080" y="28"/>
                    <a:pt x="1825" y="88"/>
                  </a:cubicBezTo>
                  <a:cubicBezTo>
                    <a:pt x="771" y="339"/>
                    <a:pt x="1" y="1025"/>
                    <a:pt x="101" y="1611"/>
                  </a:cubicBezTo>
                  <a:lnTo>
                    <a:pt x="168" y="1812"/>
                  </a:lnTo>
                  <a:cubicBezTo>
                    <a:pt x="168" y="1828"/>
                    <a:pt x="168" y="1845"/>
                    <a:pt x="185" y="1895"/>
                  </a:cubicBezTo>
                  <a:cubicBezTo>
                    <a:pt x="303" y="2309"/>
                    <a:pt x="829" y="2539"/>
                    <a:pt x="1498" y="2539"/>
                  </a:cubicBezTo>
                  <a:cubicBezTo>
                    <a:pt x="1778" y="2539"/>
                    <a:pt x="2083" y="2498"/>
                    <a:pt x="2394" y="2414"/>
                  </a:cubicBezTo>
                  <a:cubicBezTo>
                    <a:pt x="3449" y="2113"/>
                    <a:pt x="4152" y="1393"/>
                    <a:pt x="3985" y="807"/>
                  </a:cubicBezTo>
                  <a:cubicBezTo>
                    <a:pt x="3951" y="757"/>
                    <a:pt x="3934" y="690"/>
                    <a:pt x="3918" y="657"/>
                  </a:cubicBezTo>
                  <a:cubicBezTo>
                    <a:pt x="3793" y="244"/>
                    <a:pt x="3248" y="0"/>
                    <a:pt x="25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9" name="Google Shape;9969;p23"/>
            <p:cNvSpPr/>
            <p:nvPr/>
          </p:nvSpPr>
          <p:spPr>
            <a:xfrm>
              <a:off x="1924600" y="1545300"/>
              <a:ext cx="102550" cy="59725"/>
            </a:xfrm>
            <a:custGeom>
              <a:avLst/>
              <a:gdLst/>
              <a:ahLst/>
              <a:cxnLst/>
              <a:rect l="l" t="t" r="r" b="b"/>
              <a:pathLst>
                <a:path w="4102" h="2389" extrusionOk="0">
                  <a:moveTo>
                    <a:pt x="2537" y="144"/>
                  </a:moveTo>
                  <a:cubicBezTo>
                    <a:pt x="3086" y="144"/>
                    <a:pt x="3511" y="339"/>
                    <a:pt x="3616" y="691"/>
                  </a:cubicBezTo>
                  <a:cubicBezTo>
                    <a:pt x="3767" y="1193"/>
                    <a:pt x="3181" y="1795"/>
                    <a:pt x="2294" y="2046"/>
                  </a:cubicBezTo>
                  <a:cubicBezTo>
                    <a:pt x="2032" y="2122"/>
                    <a:pt x="1775" y="2158"/>
                    <a:pt x="1539" y="2158"/>
                  </a:cubicBezTo>
                  <a:cubicBezTo>
                    <a:pt x="991" y="2158"/>
                    <a:pt x="558" y="1962"/>
                    <a:pt x="452" y="1611"/>
                  </a:cubicBezTo>
                  <a:cubicBezTo>
                    <a:pt x="318" y="1109"/>
                    <a:pt x="904" y="506"/>
                    <a:pt x="1775" y="255"/>
                  </a:cubicBezTo>
                  <a:cubicBezTo>
                    <a:pt x="2041" y="180"/>
                    <a:pt x="2301" y="144"/>
                    <a:pt x="2537" y="144"/>
                  </a:cubicBezTo>
                  <a:close/>
                  <a:moveTo>
                    <a:pt x="2592" y="1"/>
                  </a:moveTo>
                  <a:cubicBezTo>
                    <a:pt x="2324" y="1"/>
                    <a:pt x="2035" y="40"/>
                    <a:pt x="1741" y="121"/>
                  </a:cubicBezTo>
                  <a:cubicBezTo>
                    <a:pt x="687" y="423"/>
                    <a:pt x="0" y="1159"/>
                    <a:pt x="168" y="1745"/>
                  </a:cubicBezTo>
                  <a:cubicBezTo>
                    <a:pt x="286" y="2158"/>
                    <a:pt x="812" y="2388"/>
                    <a:pt x="1475" y="2388"/>
                  </a:cubicBezTo>
                  <a:cubicBezTo>
                    <a:pt x="1753" y="2388"/>
                    <a:pt x="2054" y="2348"/>
                    <a:pt x="2361" y="2264"/>
                  </a:cubicBezTo>
                  <a:cubicBezTo>
                    <a:pt x="3415" y="1963"/>
                    <a:pt x="4101" y="1243"/>
                    <a:pt x="3934" y="657"/>
                  </a:cubicBezTo>
                  <a:cubicBezTo>
                    <a:pt x="3791" y="240"/>
                    <a:pt x="3257" y="1"/>
                    <a:pt x="25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0" name="Google Shape;9970;p23"/>
            <p:cNvSpPr/>
            <p:nvPr/>
          </p:nvSpPr>
          <p:spPr>
            <a:xfrm>
              <a:off x="1923350" y="1541550"/>
              <a:ext cx="101275" cy="58825"/>
            </a:xfrm>
            <a:custGeom>
              <a:avLst/>
              <a:gdLst/>
              <a:ahLst/>
              <a:cxnLst/>
              <a:rect l="l" t="t" r="r" b="b"/>
              <a:pathLst>
                <a:path w="4051" h="2353" extrusionOk="0">
                  <a:moveTo>
                    <a:pt x="2496" y="142"/>
                  </a:moveTo>
                  <a:cubicBezTo>
                    <a:pt x="3097" y="142"/>
                    <a:pt x="3569" y="378"/>
                    <a:pt x="3632" y="757"/>
                  </a:cubicBezTo>
                  <a:cubicBezTo>
                    <a:pt x="3733" y="1276"/>
                    <a:pt x="3080" y="1862"/>
                    <a:pt x="2210" y="2062"/>
                  </a:cubicBezTo>
                  <a:cubicBezTo>
                    <a:pt x="2002" y="2110"/>
                    <a:pt x="1799" y="2132"/>
                    <a:pt x="1610" y="2132"/>
                  </a:cubicBezTo>
                  <a:cubicBezTo>
                    <a:pt x="991" y="2132"/>
                    <a:pt x="512" y="1895"/>
                    <a:pt x="435" y="1510"/>
                  </a:cubicBezTo>
                  <a:cubicBezTo>
                    <a:pt x="352" y="1008"/>
                    <a:pt x="988" y="422"/>
                    <a:pt x="1875" y="221"/>
                  </a:cubicBezTo>
                  <a:cubicBezTo>
                    <a:pt x="2089" y="168"/>
                    <a:pt x="2299" y="142"/>
                    <a:pt x="2496" y="142"/>
                  </a:cubicBezTo>
                  <a:close/>
                  <a:moveTo>
                    <a:pt x="2542" y="1"/>
                  </a:moveTo>
                  <a:cubicBezTo>
                    <a:pt x="2315" y="1"/>
                    <a:pt x="2073" y="28"/>
                    <a:pt x="1825" y="87"/>
                  </a:cubicBezTo>
                  <a:cubicBezTo>
                    <a:pt x="787" y="338"/>
                    <a:pt x="0" y="1025"/>
                    <a:pt x="117" y="1611"/>
                  </a:cubicBezTo>
                  <a:cubicBezTo>
                    <a:pt x="194" y="2068"/>
                    <a:pt x="753" y="2352"/>
                    <a:pt x="1487" y="2352"/>
                  </a:cubicBezTo>
                  <a:cubicBezTo>
                    <a:pt x="1719" y="2352"/>
                    <a:pt x="1969" y="2324"/>
                    <a:pt x="2226" y="2263"/>
                  </a:cubicBezTo>
                  <a:cubicBezTo>
                    <a:pt x="3264" y="2012"/>
                    <a:pt x="4051" y="1326"/>
                    <a:pt x="3934" y="740"/>
                  </a:cubicBezTo>
                  <a:cubicBezTo>
                    <a:pt x="3857" y="292"/>
                    <a:pt x="3281" y="1"/>
                    <a:pt x="2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1" name="Google Shape;9971;p23"/>
            <p:cNvSpPr/>
            <p:nvPr/>
          </p:nvSpPr>
          <p:spPr>
            <a:xfrm>
              <a:off x="2166975" y="1523200"/>
              <a:ext cx="86975" cy="61200"/>
            </a:xfrm>
            <a:custGeom>
              <a:avLst/>
              <a:gdLst/>
              <a:ahLst/>
              <a:cxnLst/>
              <a:rect l="l" t="t" r="r" b="b"/>
              <a:pathLst>
                <a:path w="3479" h="2448" extrusionOk="0">
                  <a:moveTo>
                    <a:pt x="1939" y="152"/>
                  </a:moveTo>
                  <a:cubicBezTo>
                    <a:pt x="2123" y="152"/>
                    <a:pt x="2340" y="168"/>
                    <a:pt x="2508" y="219"/>
                  </a:cubicBezTo>
                  <a:cubicBezTo>
                    <a:pt x="2388" y="191"/>
                    <a:pt x="2273" y="179"/>
                    <a:pt x="2153" y="179"/>
                  </a:cubicBezTo>
                  <a:cubicBezTo>
                    <a:pt x="2054" y="179"/>
                    <a:pt x="1951" y="187"/>
                    <a:pt x="1838" y="202"/>
                  </a:cubicBezTo>
                  <a:cubicBezTo>
                    <a:pt x="1453" y="235"/>
                    <a:pt x="1102" y="336"/>
                    <a:pt x="801" y="503"/>
                  </a:cubicBezTo>
                  <a:cubicBezTo>
                    <a:pt x="1102" y="302"/>
                    <a:pt x="1504" y="168"/>
                    <a:pt x="1939" y="152"/>
                  </a:cubicBezTo>
                  <a:close/>
                  <a:moveTo>
                    <a:pt x="2075" y="322"/>
                  </a:moveTo>
                  <a:cubicBezTo>
                    <a:pt x="2680" y="322"/>
                    <a:pt x="3137" y="604"/>
                    <a:pt x="3211" y="1005"/>
                  </a:cubicBezTo>
                  <a:lnTo>
                    <a:pt x="3211" y="1056"/>
                  </a:lnTo>
                  <a:cubicBezTo>
                    <a:pt x="3127" y="1575"/>
                    <a:pt x="2424" y="2010"/>
                    <a:pt x="1637" y="2060"/>
                  </a:cubicBezTo>
                  <a:cubicBezTo>
                    <a:pt x="1618" y="2060"/>
                    <a:pt x="1599" y="2061"/>
                    <a:pt x="1580" y="2061"/>
                  </a:cubicBezTo>
                  <a:cubicBezTo>
                    <a:pt x="923" y="2061"/>
                    <a:pt x="430" y="1780"/>
                    <a:pt x="365" y="1340"/>
                  </a:cubicBezTo>
                  <a:cubicBezTo>
                    <a:pt x="449" y="872"/>
                    <a:pt x="1102" y="420"/>
                    <a:pt x="1838" y="336"/>
                  </a:cubicBezTo>
                  <a:cubicBezTo>
                    <a:pt x="1919" y="326"/>
                    <a:pt x="1998" y="322"/>
                    <a:pt x="2075" y="322"/>
                  </a:cubicBezTo>
                  <a:close/>
                  <a:moveTo>
                    <a:pt x="1989" y="1"/>
                  </a:moveTo>
                  <a:cubicBezTo>
                    <a:pt x="1972" y="1"/>
                    <a:pt x="1956" y="1"/>
                    <a:pt x="1939" y="1"/>
                  </a:cubicBezTo>
                  <a:cubicBezTo>
                    <a:pt x="985" y="51"/>
                    <a:pt x="148" y="570"/>
                    <a:pt x="47" y="1206"/>
                  </a:cubicBezTo>
                  <a:cubicBezTo>
                    <a:pt x="31" y="1257"/>
                    <a:pt x="31" y="1340"/>
                    <a:pt x="47" y="1407"/>
                  </a:cubicBezTo>
                  <a:cubicBezTo>
                    <a:pt x="47" y="1424"/>
                    <a:pt x="47" y="1474"/>
                    <a:pt x="31" y="1491"/>
                  </a:cubicBezTo>
                  <a:cubicBezTo>
                    <a:pt x="1" y="2055"/>
                    <a:pt x="564" y="2448"/>
                    <a:pt x="1368" y="2448"/>
                  </a:cubicBezTo>
                  <a:cubicBezTo>
                    <a:pt x="1471" y="2448"/>
                    <a:pt x="1578" y="2441"/>
                    <a:pt x="1688" y="2428"/>
                  </a:cubicBezTo>
                  <a:cubicBezTo>
                    <a:pt x="2625" y="2328"/>
                    <a:pt x="3445" y="1759"/>
                    <a:pt x="3479" y="1139"/>
                  </a:cubicBezTo>
                  <a:cubicBezTo>
                    <a:pt x="3479" y="1089"/>
                    <a:pt x="3479" y="1039"/>
                    <a:pt x="3462" y="989"/>
                  </a:cubicBezTo>
                  <a:cubicBezTo>
                    <a:pt x="3478" y="414"/>
                    <a:pt x="2835" y="1"/>
                    <a:pt x="19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2" name="Google Shape;9972;p23"/>
            <p:cNvSpPr/>
            <p:nvPr/>
          </p:nvSpPr>
          <p:spPr>
            <a:xfrm>
              <a:off x="2168275" y="1524100"/>
              <a:ext cx="87725" cy="56850"/>
            </a:xfrm>
            <a:custGeom>
              <a:avLst/>
              <a:gdLst/>
              <a:ahLst/>
              <a:cxnLst/>
              <a:rect l="l" t="t" r="r" b="b"/>
              <a:pathLst>
                <a:path w="3509" h="2274" extrusionOk="0">
                  <a:moveTo>
                    <a:pt x="2070" y="154"/>
                  </a:moveTo>
                  <a:cubicBezTo>
                    <a:pt x="2756" y="154"/>
                    <a:pt x="3256" y="485"/>
                    <a:pt x="3226" y="953"/>
                  </a:cubicBezTo>
                  <a:cubicBezTo>
                    <a:pt x="3176" y="1472"/>
                    <a:pt x="2506" y="1957"/>
                    <a:pt x="1719" y="2041"/>
                  </a:cubicBezTo>
                  <a:cubicBezTo>
                    <a:pt x="1640" y="2049"/>
                    <a:pt x="1562" y="2053"/>
                    <a:pt x="1486" y="2053"/>
                  </a:cubicBezTo>
                  <a:cubicBezTo>
                    <a:pt x="799" y="2053"/>
                    <a:pt x="300" y="1721"/>
                    <a:pt x="330" y="1254"/>
                  </a:cubicBezTo>
                  <a:cubicBezTo>
                    <a:pt x="380" y="718"/>
                    <a:pt x="1050" y="233"/>
                    <a:pt x="1837" y="166"/>
                  </a:cubicBezTo>
                  <a:cubicBezTo>
                    <a:pt x="1916" y="158"/>
                    <a:pt x="1994" y="154"/>
                    <a:pt x="2070" y="154"/>
                  </a:cubicBezTo>
                  <a:close/>
                  <a:moveTo>
                    <a:pt x="2115" y="0"/>
                  </a:moveTo>
                  <a:cubicBezTo>
                    <a:pt x="2025" y="0"/>
                    <a:pt x="1932" y="5"/>
                    <a:pt x="1837" y="15"/>
                  </a:cubicBezTo>
                  <a:cubicBezTo>
                    <a:pt x="899" y="116"/>
                    <a:pt x="79" y="685"/>
                    <a:pt x="45" y="1304"/>
                  </a:cubicBezTo>
                  <a:cubicBezTo>
                    <a:pt x="0" y="1877"/>
                    <a:pt x="593" y="2273"/>
                    <a:pt x="1420" y="2273"/>
                  </a:cubicBezTo>
                  <a:cubicBezTo>
                    <a:pt x="1511" y="2273"/>
                    <a:pt x="1606" y="2268"/>
                    <a:pt x="1703" y="2258"/>
                  </a:cubicBezTo>
                  <a:cubicBezTo>
                    <a:pt x="2640" y="2141"/>
                    <a:pt x="3460" y="1589"/>
                    <a:pt x="3494" y="953"/>
                  </a:cubicBezTo>
                  <a:cubicBezTo>
                    <a:pt x="3509" y="395"/>
                    <a:pt x="2927" y="0"/>
                    <a:pt x="2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3" name="Google Shape;9973;p23"/>
            <p:cNvSpPr/>
            <p:nvPr/>
          </p:nvSpPr>
          <p:spPr>
            <a:xfrm>
              <a:off x="2166975" y="1519775"/>
              <a:ext cx="90200" cy="56650"/>
            </a:xfrm>
            <a:custGeom>
              <a:avLst/>
              <a:gdLst/>
              <a:ahLst/>
              <a:cxnLst/>
              <a:rect l="l" t="t" r="r" b="b"/>
              <a:pathLst>
                <a:path w="3608" h="2266" extrusionOk="0">
                  <a:moveTo>
                    <a:pt x="2022" y="121"/>
                  </a:moveTo>
                  <a:cubicBezTo>
                    <a:pt x="2799" y="121"/>
                    <a:pt x="3343" y="501"/>
                    <a:pt x="3261" y="1025"/>
                  </a:cubicBezTo>
                  <a:cubicBezTo>
                    <a:pt x="3177" y="1544"/>
                    <a:pt x="2474" y="2013"/>
                    <a:pt x="1688" y="2030"/>
                  </a:cubicBezTo>
                  <a:cubicBezTo>
                    <a:pt x="1671" y="2030"/>
                    <a:pt x="1655" y="2030"/>
                    <a:pt x="1639" y="2030"/>
                  </a:cubicBezTo>
                  <a:cubicBezTo>
                    <a:pt x="862" y="2030"/>
                    <a:pt x="334" y="1634"/>
                    <a:pt x="416" y="1126"/>
                  </a:cubicBezTo>
                  <a:cubicBezTo>
                    <a:pt x="499" y="607"/>
                    <a:pt x="1202" y="172"/>
                    <a:pt x="1972" y="121"/>
                  </a:cubicBezTo>
                  <a:cubicBezTo>
                    <a:pt x="1989" y="121"/>
                    <a:pt x="2006" y="121"/>
                    <a:pt x="2022" y="121"/>
                  </a:cubicBezTo>
                  <a:close/>
                  <a:moveTo>
                    <a:pt x="2107" y="1"/>
                  </a:moveTo>
                  <a:cubicBezTo>
                    <a:pt x="2063" y="1"/>
                    <a:pt x="2018" y="2"/>
                    <a:pt x="1972" y="4"/>
                  </a:cubicBezTo>
                  <a:cubicBezTo>
                    <a:pt x="1035" y="38"/>
                    <a:pt x="198" y="557"/>
                    <a:pt x="97" y="1193"/>
                  </a:cubicBezTo>
                  <a:cubicBezTo>
                    <a:pt x="0" y="1792"/>
                    <a:pt x="639" y="2266"/>
                    <a:pt x="1530" y="2266"/>
                  </a:cubicBezTo>
                  <a:cubicBezTo>
                    <a:pt x="1560" y="2266"/>
                    <a:pt x="1590" y="2265"/>
                    <a:pt x="1621" y="2264"/>
                  </a:cubicBezTo>
                  <a:cubicBezTo>
                    <a:pt x="2558" y="2214"/>
                    <a:pt x="3395" y="1695"/>
                    <a:pt x="3512" y="1059"/>
                  </a:cubicBezTo>
                  <a:cubicBezTo>
                    <a:pt x="3608" y="469"/>
                    <a:pt x="2990" y="1"/>
                    <a:pt x="2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4" name="Google Shape;9974;p23"/>
            <p:cNvSpPr/>
            <p:nvPr/>
          </p:nvSpPr>
          <p:spPr>
            <a:xfrm>
              <a:off x="1565550" y="1534925"/>
              <a:ext cx="41050" cy="15625"/>
            </a:xfrm>
            <a:custGeom>
              <a:avLst/>
              <a:gdLst/>
              <a:ahLst/>
              <a:cxnLst/>
              <a:rect l="l" t="t" r="r" b="b"/>
              <a:pathLst>
                <a:path w="1642" h="625" extrusionOk="0">
                  <a:moveTo>
                    <a:pt x="821" y="1"/>
                  </a:moveTo>
                  <a:cubicBezTo>
                    <a:pt x="386" y="1"/>
                    <a:pt x="1" y="151"/>
                    <a:pt x="1" y="319"/>
                  </a:cubicBezTo>
                  <a:cubicBezTo>
                    <a:pt x="1" y="503"/>
                    <a:pt x="352" y="620"/>
                    <a:pt x="821" y="620"/>
                  </a:cubicBezTo>
                  <a:cubicBezTo>
                    <a:pt x="865" y="623"/>
                    <a:pt x="909" y="625"/>
                    <a:pt x="951" y="625"/>
                  </a:cubicBezTo>
                  <a:cubicBezTo>
                    <a:pt x="1353" y="625"/>
                    <a:pt x="1641" y="486"/>
                    <a:pt x="1641" y="319"/>
                  </a:cubicBezTo>
                  <a:cubicBezTo>
                    <a:pt x="1641" y="118"/>
                    <a:pt x="1290" y="1"/>
                    <a:pt x="8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5" name="Google Shape;9975;p23"/>
            <p:cNvSpPr/>
            <p:nvPr/>
          </p:nvSpPr>
          <p:spPr>
            <a:xfrm>
              <a:off x="1574200" y="1376675"/>
              <a:ext cx="120550" cy="78925"/>
            </a:xfrm>
            <a:custGeom>
              <a:avLst/>
              <a:gdLst/>
              <a:ahLst/>
              <a:cxnLst/>
              <a:rect l="l" t="t" r="r" b="b"/>
              <a:pathLst>
                <a:path w="4822" h="3157" extrusionOk="0">
                  <a:moveTo>
                    <a:pt x="4687" y="0"/>
                  </a:moveTo>
                  <a:cubicBezTo>
                    <a:pt x="4252" y="0"/>
                    <a:pt x="2747" y="543"/>
                    <a:pt x="1128" y="1761"/>
                  </a:cubicBezTo>
                  <a:cubicBezTo>
                    <a:pt x="0" y="2611"/>
                    <a:pt x="323" y="3156"/>
                    <a:pt x="1001" y="3156"/>
                  </a:cubicBezTo>
                  <a:cubicBezTo>
                    <a:pt x="1511" y="3156"/>
                    <a:pt x="2222" y="2848"/>
                    <a:pt x="2668" y="2129"/>
                  </a:cubicBezTo>
                  <a:cubicBezTo>
                    <a:pt x="3588" y="673"/>
                    <a:pt x="4793" y="322"/>
                    <a:pt x="4810" y="71"/>
                  </a:cubicBezTo>
                  <a:cubicBezTo>
                    <a:pt x="4822" y="24"/>
                    <a:pt x="4778" y="0"/>
                    <a:pt x="46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6" name="Google Shape;9976;p23"/>
            <p:cNvSpPr/>
            <p:nvPr/>
          </p:nvSpPr>
          <p:spPr>
            <a:xfrm>
              <a:off x="1708675" y="1364525"/>
              <a:ext cx="34750" cy="8575"/>
            </a:xfrm>
            <a:custGeom>
              <a:avLst/>
              <a:gdLst/>
              <a:ahLst/>
              <a:cxnLst/>
              <a:rect l="l" t="t" r="r" b="b"/>
              <a:pathLst>
                <a:path w="1390" h="343" extrusionOk="0">
                  <a:moveTo>
                    <a:pt x="977" y="1"/>
                  </a:moveTo>
                  <a:cubicBezTo>
                    <a:pt x="887" y="1"/>
                    <a:pt x="788" y="7"/>
                    <a:pt x="687" y="21"/>
                  </a:cubicBezTo>
                  <a:cubicBezTo>
                    <a:pt x="302" y="54"/>
                    <a:pt x="0" y="155"/>
                    <a:pt x="17" y="239"/>
                  </a:cubicBezTo>
                  <a:cubicBezTo>
                    <a:pt x="17" y="299"/>
                    <a:pt x="193" y="342"/>
                    <a:pt x="430" y="342"/>
                  </a:cubicBezTo>
                  <a:cubicBezTo>
                    <a:pt x="520" y="342"/>
                    <a:pt x="619" y="336"/>
                    <a:pt x="720" y="322"/>
                  </a:cubicBezTo>
                  <a:cubicBezTo>
                    <a:pt x="1105" y="289"/>
                    <a:pt x="1390" y="188"/>
                    <a:pt x="1390" y="105"/>
                  </a:cubicBezTo>
                  <a:cubicBezTo>
                    <a:pt x="1390" y="44"/>
                    <a:pt x="1214" y="1"/>
                    <a:pt x="9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7" name="Google Shape;9977;p23"/>
            <p:cNvSpPr/>
            <p:nvPr/>
          </p:nvSpPr>
          <p:spPr>
            <a:xfrm>
              <a:off x="1914375" y="1683475"/>
              <a:ext cx="214875" cy="41050"/>
            </a:xfrm>
            <a:custGeom>
              <a:avLst/>
              <a:gdLst/>
              <a:ahLst/>
              <a:cxnLst/>
              <a:rect l="l" t="t" r="r" b="b"/>
              <a:pathLst>
                <a:path w="8595" h="1642" extrusionOk="0">
                  <a:moveTo>
                    <a:pt x="3437" y="1"/>
                  </a:moveTo>
                  <a:cubicBezTo>
                    <a:pt x="2593" y="1"/>
                    <a:pt x="2013" y="271"/>
                    <a:pt x="1045" y="838"/>
                  </a:cubicBezTo>
                  <a:cubicBezTo>
                    <a:pt x="0" y="1467"/>
                    <a:pt x="280" y="1641"/>
                    <a:pt x="1566" y="1641"/>
                  </a:cubicBezTo>
                  <a:cubicBezTo>
                    <a:pt x="2297" y="1641"/>
                    <a:pt x="3354" y="1585"/>
                    <a:pt x="4678" y="1524"/>
                  </a:cubicBezTo>
                  <a:cubicBezTo>
                    <a:pt x="5866" y="1474"/>
                    <a:pt x="8595" y="1039"/>
                    <a:pt x="5883" y="403"/>
                  </a:cubicBezTo>
                  <a:cubicBezTo>
                    <a:pt x="4776" y="138"/>
                    <a:pt x="4039" y="1"/>
                    <a:pt x="34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8" name="Google Shape;9978;p23"/>
            <p:cNvSpPr/>
            <p:nvPr/>
          </p:nvSpPr>
          <p:spPr>
            <a:xfrm>
              <a:off x="2110825" y="1696050"/>
              <a:ext cx="36425" cy="11325"/>
            </a:xfrm>
            <a:custGeom>
              <a:avLst/>
              <a:gdLst/>
              <a:ahLst/>
              <a:cxnLst/>
              <a:rect l="l" t="t" r="r" b="b"/>
              <a:pathLst>
                <a:path w="1457" h="453" extrusionOk="0">
                  <a:moveTo>
                    <a:pt x="737" y="0"/>
                  </a:moveTo>
                  <a:cubicBezTo>
                    <a:pt x="335" y="0"/>
                    <a:pt x="0" y="101"/>
                    <a:pt x="0" y="234"/>
                  </a:cubicBezTo>
                  <a:cubicBezTo>
                    <a:pt x="0" y="352"/>
                    <a:pt x="335" y="452"/>
                    <a:pt x="737" y="452"/>
                  </a:cubicBezTo>
                  <a:cubicBezTo>
                    <a:pt x="1122" y="452"/>
                    <a:pt x="1456" y="352"/>
                    <a:pt x="1456" y="234"/>
                  </a:cubicBezTo>
                  <a:cubicBezTo>
                    <a:pt x="1456" y="101"/>
                    <a:pt x="1122" y="0"/>
                    <a:pt x="7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9" name="Google Shape;9979;p23"/>
            <p:cNvSpPr/>
            <p:nvPr/>
          </p:nvSpPr>
          <p:spPr>
            <a:xfrm>
              <a:off x="2319625" y="1385100"/>
              <a:ext cx="100450" cy="49700"/>
            </a:xfrm>
            <a:custGeom>
              <a:avLst/>
              <a:gdLst/>
              <a:ahLst/>
              <a:cxnLst/>
              <a:rect l="l" t="t" r="r" b="b"/>
              <a:pathLst>
                <a:path w="4018" h="1988" extrusionOk="0">
                  <a:moveTo>
                    <a:pt x="922" y="0"/>
                  </a:moveTo>
                  <a:cubicBezTo>
                    <a:pt x="612" y="0"/>
                    <a:pt x="373" y="47"/>
                    <a:pt x="268" y="119"/>
                  </a:cubicBezTo>
                  <a:cubicBezTo>
                    <a:pt x="1" y="252"/>
                    <a:pt x="704" y="487"/>
                    <a:pt x="1641" y="989"/>
                  </a:cubicBezTo>
                  <a:cubicBezTo>
                    <a:pt x="2519" y="1435"/>
                    <a:pt x="3277" y="1987"/>
                    <a:pt x="3623" y="1987"/>
                  </a:cubicBezTo>
                  <a:cubicBezTo>
                    <a:pt x="3667" y="1987"/>
                    <a:pt x="3703" y="1978"/>
                    <a:pt x="3733" y="1960"/>
                  </a:cubicBezTo>
                  <a:cubicBezTo>
                    <a:pt x="4018" y="1809"/>
                    <a:pt x="3616" y="922"/>
                    <a:pt x="2645" y="420"/>
                  </a:cubicBezTo>
                  <a:cubicBezTo>
                    <a:pt x="2063" y="114"/>
                    <a:pt x="1407" y="0"/>
                    <a:pt x="9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0" name="Google Shape;9980;p23"/>
            <p:cNvSpPr/>
            <p:nvPr/>
          </p:nvSpPr>
          <p:spPr>
            <a:xfrm>
              <a:off x="2416400" y="1433175"/>
              <a:ext cx="20900" cy="25050"/>
            </a:xfrm>
            <a:custGeom>
              <a:avLst/>
              <a:gdLst/>
              <a:ahLst/>
              <a:cxnLst/>
              <a:rect l="l" t="t" r="r" b="b"/>
              <a:pathLst>
                <a:path w="836" h="1002" extrusionOk="0">
                  <a:moveTo>
                    <a:pt x="238" y="1"/>
                  </a:moveTo>
                  <a:cubicBezTo>
                    <a:pt x="72" y="1"/>
                    <a:pt x="0" y="299"/>
                    <a:pt x="80" y="505"/>
                  </a:cubicBezTo>
                  <a:cubicBezTo>
                    <a:pt x="164" y="723"/>
                    <a:pt x="398" y="957"/>
                    <a:pt x="565" y="991"/>
                  </a:cubicBezTo>
                  <a:cubicBezTo>
                    <a:pt x="594" y="998"/>
                    <a:pt x="620" y="1001"/>
                    <a:pt x="644" y="1001"/>
                  </a:cubicBezTo>
                  <a:cubicBezTo>
                    <a:pt x="786" y="1001"/>
                    <a:pt x="836" y="879"/>
                    <a:pt x="749" y="706"/>
                  </a:cubicBezTo>
                  <a:cubicBezTo>
                    <a:pt x="666" y="489"/>
                    <a:pt x="448" y="70"/>
                    <a:pt x="264" y="3"/>
                  </a:cubicBezTo>
                  <a:cubicBezTo>
                    <a:pt x="255" y="2"/>
                    <a:pt x="246" y="1"/>
                    <a:pt x="2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81" name="Google Shape;9981;p23"/>
          <p:cNvGrpSpPr/>
          <p:nvPr/>
        </p:nvGrpSpPr>
        <p:grpSpPr>
          <a:xfrm>
            <a:off x="7524733" y="539490"/>
            <a:ext cx="2095529" cy="1058761"/>
            <a:chOff x="1423500" y="1965000"/>
            <a:chExt cx="1202875" cy="607750"/>
          </a:xfrm>
        </p:grpSpPr>
        <p:sp>
          <p:nvSpPr>
            <p:cNvPr id="9982" name="Google Shape;9982;p23"/>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3" name="Google Shape;9983;p23"/>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4" name="Google Shape;9984;p23"/>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5" name="Google Shape;9985;p23"/>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6" name="Google Shape;9986;p23"/>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7" name="Google Shape;9987;p23"/>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8" name="Google Shape;9988;p23"/>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9" name="Google Shape;9989;p23"/>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0" name="Google Shape;9990;p23"/>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1" name="Google Shape;9991;p23"/>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2" name="Google Shape;9992;p23"/>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3" name="Google Shape;9993;p23"/>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4" name="Google Shape;9994;p23"/>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5" name="Google Shape;9995;p23"/>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6" name="Google Shape;9996;p23"/>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7" name="Google Shape;9997;p23"/>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8" name="Google Shape;9998;p23"/>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9" name="Google Shape;9999;p23"/>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0" name="Google Shape;10000;p23"/>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1" name="Google Shape;10001;p23"/>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2" name="Google Shape;10002;p23"/>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3" name="Google Shape;10003;p23"/>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4" name="Google Shape;10004;p23"/>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5" name="Google Shape;10005;p23"/>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6" name="Google Shape;10006;p23"/>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7" name="Google Shape;10007;p23"/>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8" name="Google Shape;10008;p23"/>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9" name="Google Shape;10009;p23"/>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0" name="Google Shape;10010;p23"/>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1" name="Google Shape;10011;p23"/>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2" name="Google Shape;10012;p23"/>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3" name="Google Shape;10013;p23"/>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4" name="Google Shape;10014;p23"/>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5" name="Google Shape;10015;p23"/>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6" name="Google Shape;10016;p23"/>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7" name="Google Shape;10017;p23"/>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8" name="Google Shape;10018;p23"/>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9" name="Google Shape;10019;p23"/>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0" name="Google Shape;10020;p23"/>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1" name="Google Shape;10021;p23"/>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2" name="Google Shape;10022;p23"/>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3" name="Google Shape;10023;p23"/>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4" name="Google Shape;10024;p23"/>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5" name="Google Shape;10025;p23"/>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6" name="Google Shape;10026;p23"/>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7" name="Google Shape;10027;p23"/>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8" name="Google Shape;10028;p23"/>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9" name="Google Shape;10029;p23"/>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0" name="Google Shape;10030;p23"/>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1" name="Google Shape;10031;p23"/>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2" name="Google Shape;10032;p23"/>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3" name="Google Shape;10033;p23"/>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4" name="Google Shape;10034;p23"/>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5" name="Google Shape;10035;p23"/>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6" name="Google Shape;10036;p23"/>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7" name="Google Shape;10037;p23"/>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8" name="Google Shape;10038;p23"/>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9" name="Google Shape;10039;p23"/>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0" name="Google Shape;10040;p23"/>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1" name="Google Shape;10041;p23"/>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2" name="Google Shape;10042;p23"/>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3" name="Google Shape;10043;p23"/>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4" name="Google Shape;10044;p23"/>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5" name="Google Shape;10045;p23"/>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6" name="Google Shape;10046;p23"/>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7" name="Google Shape;10047;p23"/>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8" name="Google Shape;10048;p23"/>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9" name="Google Shape;10049;p23"/>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0" name="Google Shape;10050;p23"/>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1" name="Google Shape;10051;p23"/>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2" name="Google Shape;10052;p23"/>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3" name="Google Shape;10053;p23"/>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4" name="Google Shape;10054;p23"/>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5" name="Google Shape;10055;p23"/>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6" name="Google Shape;10056;p23"/>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7" name="Google Shape;10057;p23"/>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8" name="Google Shape;10058;p23"/>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9" name="Google Shape;10059;p23"/>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0" name="Google Shape;10060;p23"/>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1" name="Google Shape;10061;p23"/>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2" name="Google Shape;10062;p23"/>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3" name="Google Shape;10063;p23"/>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4" name="Google Shape;10064;p23"/>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5" name="Google Shape;10065;p23"/>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6" name="Google Shape;10066;p23"/>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7" name="Google Shape;10067;p23"/>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8" name="Google Shape;10068;p23"/>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9" name="Google Shape;10069;p23"/>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0" name="Google Shape;10070;p23"/>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1" name="Google Shape;10071;p23"/>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2" name="Google Shape;10072;p23"/>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3" name="Google Shape;10073;p23"/>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4" name="Google Shape;10074;p23"/>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5" name="Google Shape;10075;p23"/>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6" name="Google Shape;10076;p23"/>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7" name="Google Shape;10077;p23"/>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8" name="Google Shape;10078;p23"/>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9" name="Google Shape;10079;p23"/>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0" name="Google Shape;10080;p23"/>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1" name="Google Shape;10081;p23"/>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2" name="Google Shape;10082;p23"/>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3" name="Google Shape;10083;p23"/>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4" name="Google Shape;10084;p23"/>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5" name="Google Shape;10085;p23"/>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6" name="Google Shape;10086;p23"/>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7" name="Google Shape;10087;p23"/>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8" name="Google Shape;10088;p23"/>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9" name="Google Shape;10089;p23"/>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0" name="Google Shape;10090;p23"/>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1" name="Google Shape;10091;p23"/>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2" name="Google Shape;10092;p23"/>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3" name="Google Shape;10093;p23"/>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4" name="Google Shape;10094;p23"/>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5" name="Google Shape;10095;p23"/>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6" name="Google Shape;10096;p23"/>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7" name="Google Shape;10097;p23"/>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8" name="Google Shape;10098;p23"/>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9" name="Google Shape;10099;p23"/>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0" name="Google Shape;10100;p23"/>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1" name="Google Shape;10101;p23"/>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2" name="Google Shape;10102;p23"/>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3" name="Google Shape;10103;p23"/>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4" name="Google Shape;10104;p23"/>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5" name="Google Shape;10105;p23"/>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6" name="Google Shape;10106;p23"/>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7" name="Google Shape;10107;p23"/>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8" name="Google Shape;10108;p23"/>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9" name="Google Shape;10109;p23"/>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0" name="Google Shape;10110;p23"/>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1" name="Google Shape;10111;p23"/>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2" name="Google Shape;10112;p23"/>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3" name="Google Shape;10113;p23"/>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14" name="Google Shape;10114;p23"/>
          <p:cNvGrpSpPr/>
          <p:nvPr/>
        </p:nvGrpSpPr>
        <p:grpSpPr>
          <a:xfrm rot="1865203">
            <a:off x="-704803" y="4069992"/>
            <a:ext cx="2095512" cy="1058753"/>
            <a:chOff x="1423500" y="1965000"/>
            <a:chExt cx="1202875" cy="607750"/>
          </a:xfrm>
        </p:grpSpPr>
        <p:sp>
          <p:nvSpPr>
            <p:cNvPr id="10115" name="Google Shape;10115;p23"/>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6" name="Google Shape;10116;p23"/>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7" name="Google Shape;10117;p23"/>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8" name="Google Shape;10118;p23"/>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9" name="Google Shape;10119;p23"/>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0" name="Google Shape;10120;p23"/>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1" name="Google Shape;10121;p23"/>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2" name="Google Shape;10122;p23"/>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3" name="Google Shape;10123;p23"/>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4" name="Google Shape;10124;p23"/>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5" name="Google Shape;10125;p23"/>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6" name="Google Shape;10126;p23"/>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7" name="Google Shape;10127;p23"/>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8" name="Google Shape;10128;p23"/>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9" name="Google Shape;10129;p23"/>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0" name="Google Shape;10130;p23"/>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1" name="Google Shape;10131;p23"/>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2" name="Google Shape;10132;p23"/>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3" name="Google Shape;10133;p23"/>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4" name="Google Shape;10134;p23"/>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5" name="Google Shape;10135;p23"/>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6" name="Google Shape;10136;p23"/>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7" name="Google Shape;10137;p23"/>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8" name="Google Shape;10138;p23"/>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9" name="Google Shape;10139;p23"/>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0" name="Google Shape;10140;p23"/>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1" name="Google Shape;10141;p23"/>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2" name="Google Shape;10142;p23"/>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3" name="Google Shape;10143;p23"/>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4" name="Google Shape;10144;p23"/>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5" name="Google Shape;10145;p23"/>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6" name="Google Shape;10146;p23"/>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7" name="Google Shape;10147;p23"/>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8" name="Google Shape;10148;p23"/>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9" name="Google Shape;10149;p23"/>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0" name="Google Shape;10150;p23"/>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1" name="Google Shape;10151;p23"/>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2" name="Google Shape;10152;p23"/>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3" name="Google Shape;10153;p23"/>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4" name="Google Shape;10154;p23"/>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5" name="Google Shape;10155;p23"/>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6" name="Google Shape;10156;p23"/>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7" name="Google Shape;10157;p23"/>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8" name="Google Shape;10158;p23"/>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9" name="Google Shape;10159;p23"/>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0" name="Google Shape;10160;p23"/>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1" name="Google Shape;10161;p23"/>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2" name="Google Shape;10162;p23"/>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3" name="Google Shape;10163;p23"/>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4" name="Google Shape;10164;p23"/>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5" name="Google Shape;10165;p23"/>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6" name="Google Shape;10166;p23"/>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7" name="Google Shape;10167;p23"/>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8" name="Google Shape;10168;p23"/>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9" name="Google Shape;10169;p23"/>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0" name="Google Shape;10170;p23"/>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1" name="Google Shape;10171;p23"/>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2" name="Google Shape;10172;p23"/>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3" name="Google Shape;10173;p23"/>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4" name="Google Shape;10174;p23"/>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5" name="Google Shape;10175;p23"/>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6" name="Google Shape;10176;p23"/>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7" name="Google Shape;10177;p23"/>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8" name="Google Shape;10178;p23"/>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9" name="Google Shape;10179;p23"/>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0" name="Google Shape;10180;p23"/>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1" name="Google Shape;10181;p23"/>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2" name="Google Shape;10182;p23"/>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3" name="Google Shape;10183;p23"/>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4" name="Google Shape;10184;p23"/>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5" name="Google Shape;10185;p23"/>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6" name="Google Shape;10186;p23"/>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7" name="Google Shape;10187;p23"/>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8" name="Google Shape;10188;p23"/>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9" name="Google Shape;10189;p23"/>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0" name="Google Shape;10190;p23"/>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1" name="Google Shape;10191;p23"/>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2" name="Google Shape;10192;p23"/>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3" name="Google Shape;10193;p23"/>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4" name="Google Shape;10194;p23"/>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5" name="Google Shape;10195;p23"/>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6" name="Google Shape;10196;p23"/>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7" name="Google Shape;10197;p23"/>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8" name="Google Shape;10198;p23"/>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9" name="Google Shape;10199;p23"/>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0" name="Google Shape;10200;p23"/>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1" name="Google Shape;10201;p23"/>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2" name="Google Shape;10202;p23"/>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3" name="Google Shape;10203;p23"/>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4" name="Google Shape;10204;p23"/>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5" name="Google Shape;10205;p23"/>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6" name="Google Shape;10206;p23"/>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7" name="Google Shape;10207;p23"/>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8" name="Google Shape;10208;p23"/>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9" name="Google Shape;10209;p23"/>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0" name="Google Shape;10210;p23"/>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1" name="Google Shape;10211;p23"/>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2" name="Google Shape;10212;p23"/>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3" name="Google Shape;10213;p23"/>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4" name="Google Shape;10214;p23"/>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5" name="Google Shape;10215;p23"/>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6" name="Google Shape;10216;p23"/>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7" name="Google Shape;10217;p23"/>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8" name="Google Shape;10218;p23"/>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9" name="Google Shape;10219;p23"/>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0" name="Google Shape;10220;p23"/>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1" name="Google Shape;10221;p23"/>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2" name="Google Shape;10222;p23"/>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3" name="Google Shape;10223;p23"/>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4" name="Google Shape;10224;p23"/>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5" name="Google Shape;10225;p23"/>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6" name="Google Shape;10226;p23"/>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7" name="Google Shape;10227;p23"/>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8" name="Google Shape;10228;p23"/>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9" name="Google Shape;10229;p23"/>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0" name="Google Shape;10230;p23"/>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1" name="Google Shape;10231;p23"/>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2" name="Google Shape;10232;p23"/>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3" name="Google Shape;10233;p23"/>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4" name="Google Shape;10234;p23"/>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5" name="Google Shape;10235;p23"/>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6" name="Google Shape;10236;p23"/>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7" name="Google Shape;10237;p23"/>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8" name="Google Shape;10238;p23"/>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9" name="Google Shape;10239;p23"/>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0" name="Google Shape;10240;p23"/>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1" name="Google Shape;10241;p23"/>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2" name="Google Shape;10242;p23"/>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3" name="Google Shape;10243;p23"/>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4" name="Google Shape;10244;p23"/>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5" name="Google Shape;10245;p23"/>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6" name="Google Shape;10246;p23"/>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47" name="Google Shape;10247;p23"/>
          <p:cNvGrpSpPr/>
          <p:nvPr/>
        </p:nvGrpSpPr>
        <p:grpSpPr>
          <a:xfrm rot="-2700000">
            <a:off x="5563618" y="139103"/>
            <a:ext cx="608448" cy="494433"/>
            <a:chOff x="3883850" y="1662875"/>
            <a:chExt cx="361150" cy="293475"/>
          </a:xfrm>
        </p:grpSpPr>
        <p:sp>
          <p:nvSpPr>
            <p:cNvPr id="10248" name="Google Shape;10248;p23"/>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9" name="Google Shape;10249;p23"/>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0" name="Google Shape;10250;p23"/>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1" name="Google Shape;10251;p23"/>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2" name="Google Shape;10252;p23"/>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3" name="Google Shape;10253;p23"/>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4" name="Google Shape;10254;p23"/>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5" name="Google Shape;10255;p23"/>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6" name="Google Shape;10256;p23"/>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7" name="Google Shape;10257;p23"/>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8" name="Google Shape;10258;p23"/>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9" name="Google Shape;10259;p23"/>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0" name="Google Shape;10260;p23"/>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1" name="Google Shape;10261;p23"/>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2" name="Google Shape;10262;p23"/>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3" name="Google Shape;10263;p23"/>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4" name="Google Shape;10264;p23"/>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5" name="Google Shape;10265;p23"/>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6" name="Google Shape;10266;p23"/>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7" name="Google Shape;10267;p23"/>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8" name="Google Shape;10268;p23"/>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9" name="Google Shape;10269;p23"/>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0" name="Google Shape;10270;p23"/>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1" name="Google Shape;10271;p23"/>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2" name="Google Shape;10272;p23"/>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3" name="Google Shape;10273;p23"/>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74" name="Google Shape;10274;p23"/>
          <p:cNvGrpSpPr/>
          <p:nvPr/>
        </p:nvGrpSpPr>
        <p:grpSpPr>
          <a:xfrm rot="1811724">
            <a:off x="6273202" y="302655"/>
            <a:ext cx="260751" cy="160466"/>
            <a:chOff x="5492850" y="1205450"/>
            <a:chExt cx="260725" cy="160450"/>
          </a:xfrm>
        </p:grpSpPr>
        <p:sp>
          <p:nvSpPr>
            <p:cNvPr id="10275" name="Google Shape;10275;p23"/>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6" name="Google Shape;10276;p23"/>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7" name="Google Shape;10277;p23"/>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8" name="Google Shape;10278;p23"/>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9" name="Google Shape;10279;p23"/>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0" name="Google Shape;10280;p23"/>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81" name="Google Shape;10281;p23"/>
          <p:cNvGrpSpPr/>
          <p:nvPr/>
        </p:nvGrpSpPr>
        <p:grpSpPr>
          <a:xfrm rot="-1811716" flipH="1">
            <a:off x="6122689" y="496568"/>
            <a:ext cx="193361" cy="118994"/>
            <a:chOff x="5492850" y="1205450"/>
            <a:chExt cx="260725" cy="160450"/>
          </a:xfrm>
        </p:grpSpPr>
        <p:sp>
          <p:nvSpPr>
            <p:cNvPr id="10282" name="Google Shape;10282;p23"/>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3" name="Google Shape;10283;p23"/>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4" name="Google Shape;10284;p23"/>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5" name="Google Shape;10285;p23"/>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6" name="Google Shape;10286;p23"/>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7" name="Google Shape;10287;p23"/>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88" name="Google Shape;10288;p23"/>
          <p:cNvGrpSpPr/>
          <p:nvPr/>
        </p:nvGrpSpPr>
        <p:grpSpPr>
          <a:xfrm rot="1926705">
            <a:off x="8038467" y="4445312"/>
            <a:ext cx="784617" cy="494768"/>
            <a:chOff x="4015675" y="2112550"/>
            <a:chExt cx="545275" cy="343875"/>
          </a:xfrm>
        </p:grpSpPr>
        <p:sp>
          <p:nvSpPr>
            <p:cNvPr id="10289" name="Google Shape;10289;p23"/>
            <p:cNvSpPr/>
            <p:nvPr/>
          </p:nvSpPr>
          <p:spPr>
            <a:xfrm>
              <a:off x="4015675" y="2112550"/>
              <a:ext cx="378725" cy="343875"/>
            </a:xfrm>
            <a:custGeom>
              <a:avLst/>
              <a:gdLst/>
              <a:ahLst/>
              <a:cxnLst/>
              <a:rect l="l" t="t" r="r" b="b"/>
              <a:pathLst>
                <a:path w="15149" h="13755" extrusionOk="0">
                  <a:moveTo>
                    <a:pt x="8012" y="1286"/>
                  </a:moveTo>
                  <a:cubicBezTo>
                    <a:pt x="8877" y="1286"/>
                    <a:pt x="9725" y="1673"/>
                    <a:pt x="10344" y="2372"/>
                  </a:cubicBezTo>
                  <a:cubicBezTo>
                    <a:pt x="11734" y="3962"/>
                    <a:pt x="12705" y="5519"/>
                    <a:pt x="12872" y="6205"/>
                  </a:cubicBezTo>
                  <a:cubicBezTo>
                    <a:pt x="13374" y="8381"/>
                    <a:pt x="11215" y="8967"/>
                    <a:pt x="11031" y="9687"/>
                  </a:cubicBezTo>
                  <a:cubicBezTo>
                    <a:pt x="10813" y="10390"/>
                    <a:pt x="11399" y="12917"/>
                    <a:pt x="9524" y="12967"/>
                  </a:cubicBezTo>
                  <a:lnTo>
                    <a:pt x="4536" y="13051"/>
                  </a:lnTo>
                  <a:cubicBezTo>
                    <a:pt x="4525" y="13051"/>
                    <a:pt x="4515" y="13051"/>
                    <a:pt x="4504" y="13051"/>
                  </a:cubicBezTo>
                  <a:cubicBezTo>
                    <a:pt x="3379" y="13051"/>
                    <a:pt x="2374" y="12186"/>
                    <a:pt x="2109" y="10942"/>
                  </a:cubicBezTo>
                  <a:cubicBezTo>
                    <a:pt x="1925" y="10055"/>
                    <a:pt x="1925" y="9084"/>
                    <a:pt x="2109" y="8130"/>
                  </a:cubicBezTo>
                  <a:cubicBezTo>
                    <a:pt x="2578" y="5853"/>
                    <a:pt x="4335" y="6473"/>
                    <a:pt x="4586" y="5117"/>
                  </a:cubicBezTo>
                  <a:cubicBezTo>
                    <a:pt x="4770" y="4129"/>
                    <a:pt x="5089" y="2338"/>
                    <a:pt x="6762" y="1568"/>
                  </a:cubicBezTo>
                  <a:cubicBezTo>
                    <a:pt x="7167" y="1377"/>
                    <a:pt x="7592" y="1286"/>
                    <a:pt x="8012" y="1286"/>
                  </a:cubicBezTo>
                  <a:close/>
                  <a:moveTo>
                    <a:pt x="7572" y="0"/>
                  </a:moveTo>
                  <a:cubicBezTo>
                    <a:pt x="7036" y="0"/>
                    <a:pt x="6500" y="102"/>
                    <a:pt x="5992" y="313"/>
                  </a:cubicBezTo>
                  <a:cubicBezTo>
                    <a:pt x="3833" y="1183"/>
                    <a:pt x="3515" y="3276"/>
                    <a:pt x="3314" y="4447"/>
                  </a:cubicBezTo>
                  <a:cubicBezTo>
                    <a:pt x="3046" y="6054"/>
                    <a:pt x="703" y="5284"/>
                    <a:pt x="218" y="7946"/>
                  </a:cubicBezTo>
                  <a:cubicBezTo>
                    <a:pt x="0" y="9067"/>
                    <a:pt x="67" y="10206"/>
                    <a:pt x="385" y="11243"/>
                  </a:cubicBezTo>
                  <a:cubicBezTo>
                    <a:pt x="820" y="12716"/>
                    <a:pt x="2209" y="13754"/>
                    <a:pt x="3733" y="13754"/>
                  </a:cubicBezTo>
                  <a:lnTo>
                    <a:pt x="10328" y="13754"/>
                  </a:lnTo>
                  <a:cubicBezTo>
                    <a:pt x="12805" y="13754"/>
                    <a:pt x="11750" y="10741"/>
                    <a:pt x="11968" y="9904"/>
                  </a:cubicBezTo>
                  <a:cubicBezTo>
                    <a:pt x="12202" y="9051"/>
                    <a:pt x="15148" y="8431"/>
                    <a:pt x="14362" y="5853"/>
                  </a:cubicBezTo>
                  <a:cubicBezTo>
                    <a:pt x="14111" y="5050"/>
                    <a:pt x="12721" y="3209"/>
                    <a:pt x="10780" y="1334"/>
                  </a:cubicBezTo>
                  <a:cubicBezTo>
                    <a:pt x="9898" y="475"/>
                    <a:pt x="8734" y="0"/>
                    <a:pt x="7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0" name="Google Shape;10290;p23"/>
            <p:cNvSpPr/>
            <p:nvPr/>
          </p:nvSpPr>
          <p:spPr>
            <a:xfrm>
              <a:off x="4083450" y="2190250"/>
              <a:ext cx="60700" cy="59850"/>
            </a:xfrm>
            <a:custGeom>
              <a:avLst/>
              <a:gdLst/>
              <a:ahLst/>
              <a:cxnLst/>
              <a:rect l="l" t="t" r="r" b="b"/>
              <a:pathLst>
                <a:path w="2428" h="2394" extrusionOk="0">
                  <a:moveTo>
                    <a:pt x="1507" y="0"/>
                  </a:moveTo>
                  <a:cubicBezTo>
                    <a:pt x="1290" y="0"/>
                    <a:pt x="1055" y="0"/>
                    <a:pt x="871" y="17"/>
                  </a:cubicBezTo>
                  <a:cubicBezTo>
                    <a:pt x="754" y="503"/>
                    <a:pt x="670" y="938"/>
                    <a:pt x="603" y="1306"/>
                  </a:cubicBezTo>
                  <a:cubicBezTo>
                    <a:pt x="536" y="1741"/>
                    <a:pt x="285" y="2009"/>
                    <a:pt x="1" y="2193"/>
                  </a:cubicBezTo>
                  <a:cubicBezTo>
                    <a:pt x="436" y="2327"/>
                    <a:pt x="955" y="2394"/>
                    <a:pt x="1507" y="2394"/>
                  </a:cubicBezTo>
                  <a:lnTo>
                    <a:pt x="1708" y="2394"/>
                  </a:lnTo>
                  <a:cubicBezTo>
                    <a:pt x="1775" y="2277"/>
                    <a:pt x="1842" y="2143"/>
                    <a:pt x="1859" y="1992"/>
                  </a:cubicBezTo>
                  <a:cubicBezTo>
                    <a:pt x="1959" y="1490"/>
                    <a:pt x="2093" y="754"/>
                    <a:pt x="2428" y="67"/>
                  </a:cubicBezTo>
                  <a:cubicBezTo>
                    <a:pt x="2126" y="17"/>
                    <a:pt x="1808" y="0"/>
                    <a:pt x="1507"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1" name="Google Shape;10291;p23"/>
            <p:cNvSpPr/>
            <p:nvPr/>
          </p:nvSpPr>
          <p:spPr>
            <a:xfrm>
              <a:off x="4044950" y="2112550"/>
              <a:ext cx="363675" cy="343875"/>
            </a:xfrm>
            <a:custGeom>
              <a:avLst/>
              <a:gdLst/>
              <a:ahLst/>
              <a:cxnLst/>
              <a:rect l="l" t="t" r="r" b="b"/>
              <a:pathLst>
                <a:path w="14547" h="13755" extrusionOk="0">
                  <a:moveTo>
                    <a:pt x="7946" y="1273"/>
                  </a:moveTo>
                  <a:cubicBezTo>
                    <a:pt x="8817" y="1273"/>
                    <a:pt x="9671" y="1669"/>
                    <a:pt x="10295" y="2372"/>
                  </a:cubicBezTo>
                  <a:cubicBezTo>
                    <a:pt x="11701" y="3962"/>
                    <a:pt x="12655" y="5519"/>
                    <a:pt x="12839" y="6205"/>
                  </a:cubicBezTo>
                  <a:cubicBezTo>
                    <a:pt x="13358" y="8381"/>
                    <a:pt x="10831" y="8900"/>
                    <a:pt x="10630" y="9636"/>
                  </a:cubicBezTo>
                  <a:cubicBezTo>
                    <a:pt x="10429" y="10339"/>
                    <a:pt x="11366" y="12951"/>
                    <a:pt x="9491" y="12967"/>
                  </a:cubicBezTo>
                  <a:lnTo>
                    <a:pt x="4503" y="13051"/>
                  </a:lnTo>
                  <a:cubicBezTo>
                    <a:pt x="4493" y="13051"/>
                    <a:pt x="4482" y="13051"/>
                    <a:pt x="4471" y="13051"/>
                  </a:cubicBezTo>
                  <a:cubicBezTo>
                    <a:pt x="3330" y="13051"/>
                    <a:pt x="2325" y="12169"/>
                    <a:pt x="2076" y="10925"/>
                  </a:cubicBezTo>
                  <a:cubicBezTo>
                    <a:pt x="1892" y="10055"/>
                    <a:pt x="1892" y="9084"/>
                    <a:pt x="2076" y="8130"/>
                  </a:cubicBezTo>
                  <a:cubicBezTo>
                    <a:pt x="2545" y="5853"/>
                    <a:pt x="4303" y="6473"/>
                    <a:pt x="4554" y="5117"/>
                  </a:cubicBezTo>
                  <a:cubicBezTo>
                    <a:pt x="4738" y="4129"/>
                    <a:pt x="5039" y="2338"/>
                    <a:pt x="6713" y="1552"/>
                  </a:cubicBezTo>
                  <a:cubicBezTo>
                    <a:pt x="7112" y="1363"/>
                    <a:pt x="7531" y="1273"/>
                    <a:pt x="7946" y="1273"/>
                  </a:cubicBezTo>
                  <a:close/>
                  <a:moveTo>
                    <a:pt x="7259" y="0"/>
                  </a:moveTo>
                  <a:cubicBezTo>
                    <a:pt x="6743" y="0"/>
                    <a:pt x="6228" y="102"/>
                    <a:pt x="5742" y="313"/>
                  </a:cubicBezTo>
                  <a:cubicBezTo>
                    <a:pt x="3666" y="1183"/>
                    <a:pt x="3348" y="3276"/>
                    <a:pt x="3164" y="4447"/>
                  </a:cubicBezTo>
                  <a:cubicBezTo>
                    <a:pt x="2913" y="6054"/>
                    <a:pt x="637" y="5284"/>
                    <a:pt x="202" y="7946"/>
                  </a:cubicBezTo>
                  <a:cubicBezTo>
                    <a:pt x="1" y="9067"/>
                    <a:pt x="68" y="10206"/>
                    <a:pt x="335" y="11243"/>
                  </a:cubicBezTo>
                  <a:cubicBezTo>
                    <a:pt x="754" y="12716"/>
                    <a:pt x="2076" y="13754"/>
                    <a:pt x="3566" y="13754"/>
                  </a:cubicBezTo>
                  <a:lnTo>
                    <a:pt x="9910" y="13754"/>
                  </a:lnTo>
                  <a:cubicBezTo>
                    <a:pt x="12287" y="13754"/>
                    <a:pt x="10948" y="10724"/>
                    <a:pt x="11182" y="9871"/>
                  </a:cubicBezTo>
                  <a:cubicBezTo>
                    <a:pt x="11366" y="9017"/>
                    <a:pt x="14547" y="8431"/>
                    <a:pt x="13777" y="5853"/>
                  </a:cubicBezTo>
                  <a:cubicBezTo>
                    <a:pt x="13542" y="5050"/>
                    <a:pt x="12203" y="3209"/>
                    <a:pt x="10345" y="1334"/>
                  </a:cubicBezTo>
                  <a:cubicBezTo>
                    <a:pt x="9498" y="475"/>
                    <a:pt x="8376" y="0"/>
                    <a:pt x="7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2" name="Google Shape;10292;p23"/>
            <p:cNvSpPr/>
            <p:nvPr/>
          </p:nvSpPr>
          <p:spPr>
            <a:xfrm>
              <a:off x="4169650" y="2136025"/>
              <a:ext cx="385025" cy="320400"/>
            </a:xfrm>
            <a:custGeom>
              <a:avLst/>
              <a:gdLst/>
              <a:ahLst/>
              <a:cxnLst/>
              <a:rect l="l" t="t" r="r" b="b"/>
              <a:pathLst>
                <a:path w="15401" h="12816" extrusionOk="0">
                  <a:moveTo>
                    <a:pt x="11120" y="1162"/>
                  </a:moveTo>
                  <a:cubicBezTo>
                    <a:pt x="11994" y="1162"/>
                    <a:pt x="12716" y="1528"/>
                    <a:pt x="13090" y="2186"/>
                  </a:cubicBezTo>
                  <a:cubicBezTo>
                    <a:pt x="13944" y="3676"/>
                    <a:pt x="14396" y="5115"/>
                    <a:pt x="14312" y="5751"/>
                  </a:cubicBezTo>
                  <a:cubicBezTo>
                    <a:pt x="14061" y="7794"/>
                    <a:pt x="11617" y="8296"/>
                    <a:pt x="11149" y="8965"/>
                  </a:cubicBezTo>
                  <a:cubicBezTo>
                    <a:pt x="10713" y="9635"/>
                    <a:pt x="10513" y="12045"/>
                    <a:pt x="8638" y="12062"/>
                  </a:cubicBezTo>
                  <a:lnTo>
                    <a:pt x="3633" y="12129"/>
                  </a:lnTo>
                  <a:cubicBezTo>
                    <a:pt x="3621" y="12129"/>
                    <a:pt x="3609" y="12129"/>
                    <a:pt x="3597" y="12129"/>
                  </a:cubicBezTo>
                  <a:cubicBezTo>
                    <a:pt x="2447" y="12129"/>
                    <a:pt x="1760" y="11330"/>
                    <a:pt x="1926" y="10170"/>
                  </a:cubicBezTo>
                  <a:cubicBezTo>
                    <a:pt x="2026" y="9350"/>
                    <a:pt x="2361" y="8446"/>
                    <a:pt x="2880" y="7542"/>
                  </a:cubicBezTo>
                  <a:cubicBezTo>
                    <a:pt x="4118" y="5433"/>
                    <a:pt x="5658" y="6003"/>
                    <a:pt x="6395" y="4747"/>
                  </a:cubicBezTo>
                  <a:cubicBezTo>
                    <a:pt x="6914" y="3826"/>
                    <a:pt x="7868" y="2153"/>
                    <a:pt x="9793" y="1416"/>
                  </a:cubicBezTo>
                  <a:cubicBezTo>
                    <a:pt x="10256" y="1244"/>
                    <a:pt x="10705" y="1162"/>
                    <a:pt x="11120" y="1162"/>
                  </a:cubicBezTo>
                  <a:close/>
                  <a:moveTo>
                    <a:pt x="10818" y="0"/>
                  </a:moveTo>
                  <a:cubicBezTo>
                    <a:pt x="10310" y="0"/>
                    <a:pt x="9771" y="90"/>
                    <a:pt x="9224" y="278"/>
                  </a:cubicBezTo>
                  <a:cubicBezTo>
                    <a:pt x="6847" y="1098"/>
                    <a:pt x="5809" y="3073"/>
                    <a:pt x="5257" y="4128"/>
                  </a:cubicBezTo>
                  <a:cubicBezTo>
                    <a:pt x="4453" y="5618"/>
                    <a:pt x="2445" y="4914"/>
                    <a:pt x="1072" y="7392"/>
                  </a:cubicBezTo>
                  <a:cubicBezTo>
                    <a:pt x="486" y="8463"/>
                    <a:pt x="151" y="9518"/>
                    <a:pt x="84" y="10472"/>
                  </a:cubicBezTo>
                  <a:cubicBezTo>
                    <a:pt x="1" y="11861"/>
                    <a:pt x="955" y="12815"/>
                    <a:pt x="2445" y="12815"/>
                  </a:cubicBezTo>
                  <a:lnTo>
                    <a:pt x="8789" y="12815"/>
                  </a:lnTo>
                  <a:cubicBezTo>
                    <a:pt x="11165" y="12815"/>
                    <a:pt x="11098" y="9986"/>
                    <a:pt x="11601" y="9200"/>
                  </a:cubicBezTo>
                  <a:cubicBezTo>
                    <a:pt x="12120" y="8413"/>
                    <a:pt x="15250" y="7860"/>
                    <a:pt x="15350" y="5450"/>
                  </a:cubicBezTo>
                  <a:cubicBezTo>
                    <a:pt x="15400" y="4730"/>
                    <a:pt x="14681" y="2990"/>
                    <a:pt x="13475" y="1249"/>
                  </a:cubicBezTo>
                  <a:cubicBezTo>
                    <a:pt x="12910" y="442"/>
                    <a:pt x="11941" y="0"/>
                    <a:pt x="108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3" name="Google Shape;10293;p23"/>
            <p:cNvSpPr/>
            <p:nvPr/>
          </p:nvSpPr>
          <p:spPr>
            <a:xfrm>
              <a:off x="4264650" y="2188575"/>
              <a:ext cx="74925" cy="89150"/>
            </a:xfrm>
            <a:custGeom>
              <a:avLst/>
              <a:gdLst/>
              <a:ahLst/>
              <a:cxnLst/>
              <a:rect l="l" t="t" r="r" b="b"/>
              <a:pathLst>
                <a:path w="2997" h="3566" extrusionOk="0">
                  <a:moveTo>
                    <a:pt x="2746" y="0"/>
                  </a:moveTo>
                  <a:cubicBezTo>
                    <a:pt x="2110" y="737"/>
                    <a:pt x="1725" y="1490"/>
                    <a:pt x="1423" y="2043"/>
                  </a:cubicBezTo>
                  <a:cubicBezTo>
                    <a:pt x="1122" y="2628"/>
                    <a:pt x="586" y="2879"/>
                    <a:pt x="0" y="3097"/>
                  </a:cubicBezTo>
                  <a:cubicBezTo>
                    <a:pt x="452" y="3264"/>
                    <a:pt x="921" y="3432"/>
                    <a:pt x="1423" y="3566"/>
                  </a:cubicBezTo>
                  <a:cubicBezTo>
                    <a:pt x="1892" y="3348"/>
                    <a:pt x="2310" y="3147"/>
                    <a:pt x="2578" y="2645"/>
                  </a:cubicBezTo>
                  <a:cubicBezTo>
                    <a:pt x="2712" y="2428"/>
                    <a:pt x="2829" y="2210"/>
                    <a:pt x="2997" y="1925"/>
                  </a:cubicBezTo>
                  <a:cubicBezTo>
                    <a:pt x="2879" y="1473"/>
                    <a:pt x="2762" y="787"/>
                    <a:pt x="2746"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4" name="Google Shape;10294;p23"/>
            <p:cNvSpPr/>
            <p:nvPr/>
          </p:nvSpPr>
          <p:spPr>
            <a:xfrm>
              <a:off x="4369275" y="2135800"/>
              <a:ext cx="79100" cy="64100"/>
            </a:xfrm>
            <a:custGeom>
              <a:avLst/>
              <a:gdLst/>
              <a:ahLst/>
              <a:cxnLst/>
              <a:rect l="l" t="t" r="r" b="b"/>
              <a:pathLst>
                <a:path w="3164" h="2564" extrusionOk="0">
                  <a:moveTo>
                    <a:pt x="2829" y="1"/>
                  </a:moveTo>
                  <a:cubicBezTo>
                    <a:pt x="2326" y="1"/>
                    <a:pt x="1782" y="99"/>
                    <a:pt x="1239" y="270"/>
                  </a:cubicBezTo>
                  <a:cubicBezTo>
                    <a:pt x="770" y="438"/>
                    <a:pt x="352" y="638"/>
                    <a:pt x="0" y="856"/>
                  </a:cubicBezTo>
                  <a:cubicBezTo>
                    <a:pt x="50" y="1174"/>
                    <a:pt x="50" y="1526"/>
                    <a:pt x="50" y="1894"/>
                  </a:cubicBezTo>
                  <a:cubicBezTo>
                    <a:pt x="50" y="2111"/>
                    <a:pt x="50" y="2329"/>
                    <a:pt x="17" y="2563"/>
                  </a:cubicBezTo>
                  <a:cubicBezTo>
                    <a:pt x="502" y="2111"/>
                    <a:pt x="1088" y="1693"/>
                    <a:pt x="1808" y="1425"/>
                  </a:cubicBezTo>
                  <a:cubicBezTo>
                    <a:pt x="2277" y="1241"/>
                    <a:pt x="2745" y="1174"/>
                    <a:pt x="3164" y="1174"/>
                  </a:cubicBezTo>
                  <a:cubicBezTo>
                    <a:pt x="3063" y="772"/>
                    <a:pt x="2980" y="387"/>
                    <a:pt x="2946" y="2"/>
                  </a:cubicBezTo>
                  <a:cubicBezTo>
                    <a:pt x="2907" y="1"/>
                    <a:pt x="2868" y="1"/>
                    <a:pt x="282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5" name="Google Shape;10295;p23"/>
            <p:cNvSpPr/>
            <p:nvPr/>
          </p:nvSpPr>
          <p:spPr>
            <a:xfrm>
              <a:off x="4199375" y="2154175"/>
              <a:ext cx="361575" cy="302250"/>
            </a:xfrm>
            <a:custGeom>
              <a:avLst/>
              <a:gdLst/>
              <a:ahLst/>
              <a:cxnLst/>
              <a:rect l="l" t="t" r="r" b="b"/>
              <a:pathLst>
                <a:path w="14463" h="12090" extrusionOk="0">
                  <a:moveTo>
                    <a:pt x="10496" y="955"/>
                  </a:moveTo>
                  <a:cubicBezTo>
                    <a:pt x="11383" y="955"/>
                    <a:pt x="12149" y="1322"/>
                    <a:pt x="12521" y="1996"/>
                  </a:cubicBezTo>
                  <a:cubicBezTo>
                    <a:pt x="13291" y="3419"/>
                    <a:pt x="13542" y="4808"/>
                    <a:pt x="13458" y="5427"/>
                  </a:cubicBezTo>
                  <a:cubicBezTo>
                    <a:pt x="13224" y="7369"/>
                    <a:pt x="10713" y="7804"/>
                    <a:pt x="10294" y="8440"/>
                  </a:cubicBezTo>
                  <a:cubicBezTo>
                    <a:pt x="9876" y="9059"/>
                    <a:pt x="9926" y="11369"/>
                    <a:pt x="8135" y="11386"/>
                  </a:cubicBezTo>
                  <a:lnTo>
                    <a:pt x="3348" y="11453"/>
                  </a:lnTo>
                  <a:cubicBezTo>
                    <a:pt x="3336" y="11453"/>
                    <a:pt x="3325" y="11453"/>
                    <a:pt x="3314" y="11453"/>
                  </a:cubicBezTo>
                  <a:cubicBezTo>
                    <a:pt x="2212" y="11453"/>
                    <a:pt x="1508" y="10655"/>
                    <a:pt x="1674" y="9528"/>
                  </a:cubicBezTo>
                  <a:cubicBezTo>
                    <a:pt x="1775" y="8725"/>
                    <a:pt x="2109" y="7854"/>
                    <a:pt x="2611" y="6967"/>
                  </a:cubicBezTo>
                  <a:cubicBezTo>
                    <a:pt x="3833" y="4925"/>
                    <a:pt x="5323" y="5528"/>
                    <a:pt x="6026" y="4289"/>
                  </a:cubicBezTo>
                  <a:cubicBezTo>
                    <a:pt x="6528" y="3419"/>
                    <a:pt x="7432" y="1828"/>
                    <a:pt x="9273" y="1176"/>
                  </a:cubicBezTo>
                  <a:cubicBezTo>
                    <a:pt x="9689" y="1027"/>
                    <a:pt x="10104" y="955"/>
                    <a:pt x="10496" y="955"/>
                  </a:cubicBezTo>
                  <a:close/>
                  <a:moveTo>
                    <a:pt x="10398" y="1"/>
                  </a:moveTo>
                  <a:cubicBezTo>
                    <a:pt x="9919" y="1"/>
                    <a:pt x="9399" y="86"/>
                    <a:pt x="8855" y="255"/>
                  </a:cubicBezTo>
                  <a:cubicBezTo>
                    <a:pt x="6595" y="958"/>
                    <a:pt x="5708" y="2866"/>
                    <a:pt x="5139" y="3921"/>
                  </a:cubicBezTo>
                  <a:cubicBezTo>
                    <a:pt x="4369" y="5360"/>
                    <a:pt x="2411" y="4607"/>
                    <a:pt x="1038" y="7017"/>
                  </a:cubicBezTo>
                  <a:cubicBezTo>
                    <a:pt x="469" y="8038"/>
                    <a:pt x="151" y="9059"/>
                    <a:pt x="84" y="10030"/>
                  </a:cubicBezTo>
                  <a:cubicBezTo>
                    <a:pt x="0" y="11369"/>
                    <a:pt x="737" y="12089"/>
                    <a:pt x="2176" y="12089"/>
                  </a:cubicBezTo>
                  <a:lnTo>
                    <a:pt x="8269" y="12089"/>
                  </a:lnTo>
                  <a:cubicBezTo>
                    <a:pt x="10512" y="12089"/>
                    <a:pt x="10244" y="9394"/>
                    <a:pt x="10713" y="8658"/>
                  </a:cubicBezTo>
                  <a:cubicBezTo>
                    <a:pt x="11198" y="7904"/>
                    <a:pt x="14295" y="7436"/>
                    <a:pt x="14412" y="5176"/>
                  </a:cubicBezTo>
                  <a:cubicBezTo>
                    <a:pt x="14462" y="4473"/>
                    <a:pt x="13826" y="2833"/>
                    <a:pt x="12722" y="1125"/>
                  </a:cubicBezTo>
                  <a:cubicBezTo>
                    <a:pt x="12213" y="369"/>
                    <a:pt x="11393" y="1"/>
                    <a:pt x="103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96" name="Google Shape;10296;p23"/>
          <p:cNvGrpSpPr/>
          <p:nvPr/>
        </p:nvGrpSpPr>
        <p:grpSpPr>
          <a:xfrm rot="2952480">
            <a:off x="318087" y="622301"/>
            <a:ext cx="348372" cy="283092"/>
            <a:chOff x="3883850" y="1662875"/>
            <a:chExt cx="361150" cy="293475"/>
          </a:xfrm>
        </p:grpSpPr>
        <p:sp>
          <p:nvSpPr>
            <p:cNvPr id="10297" name="Google Shape;10297;p23"/>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8" name="Google Shape;10298;p23"/>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9" name="Google Shape;10299;p23"/>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0" name="Google Shape;10300;p23"/>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1" name="Google Shape;10301;p23"/>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2" name="Google Shape;10302;p23"/>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3" name="Google Shape;10303;p23"/>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4" name="Google Shape;10304;p23"/>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5" name="Google Shape;10305;p23"/>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6" name="Google Shape;10306;p23"/>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7" name="Google Shape;10307;p23"/>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8" name="Google Shape;10308;p23"/>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9" name="Google Shape;10309;p23"/>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0" name="Google Shape;10310;p23"/>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1" name="Google Shape;10311;p23"/>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2" name="Google Shape;10312;p23"/>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3" name="Google Shape;10313;p23"/>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4" name="Google Shape;10314;p23"/>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5" name="Google Shape;10315;p23"/>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6" name="Google Shape;10316;p23"/>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7" name="Google Shape;10317;p23"/>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8" name="Google Shape;10318;p23"/>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9" name="Google Shape;10319;p23"/>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0" name="Google Shape;10320;p23"/>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1" name="Google Shape;10321;p23"/>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2" name="Google Shape;10322;p23"/>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23" name="Google Shape;10323;p23"/>
          <p:cNvGrpSpPr/>
          <p:nvPr/>
        </p:nvGrpSpPr>
        <p:grpSpPr>
          <a:xfrm rot="-1811716" flipH="1">
            <a:off x="8610927" y="4421831"/>
            <a:ext cx="193361" cy="118994"/>
            <a:chOff x="5492850" y="1205450"/>
            <a:chExt cx="260725" cy="160450"/>
          </a:xfrm>
        </p:grpSpPr>
        <p:sp>
          <p:nvSpPr>
            <p:cNvPr id="10324" name="Google Shape;10324;p23"/>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rgbClr val="8E8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5" name="Google Shape;10325;p23"/>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B5A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6" name="Google Shape;10326;p23"/>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7" name="Google Shape;10327;p23"/>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8" name="Google Shape;10328;p23"/>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rgbClr val="5952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9" name="Google Shape;10329;p23"/>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rgbClr val="443E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14">
    <p:spTree>
      <p:nvGrpSpPr>
        <p:cNvPr id="1" name="Shape 10330"/>
        <p:cNvGrpSpPr/>
        <p:nvPr/>
      </p:nvGrpSpPr>
      <p:grpSpPr>
        <a:xfrm>
          <a:off x="0" y="0"/>
          <a:ext cx="0" cy="0"/>
          <a:chOff x="0" y="0"/>
          <a:chExt cx="0" cy="0"/>
        </a:xfrm>
      </p:grpSpPr>
      <p:grpSp>
        <p:nvGrpSpPr>
          <p:cNvPr id="10331" name="Google Shape;10331;p24"/>
          <p:cNvGrpSpPr/>
          <p:nvPr/>
        </p:nvGrpSpPr>
        <p:grpSpPr>
          <a:xfrm rot="-531176">
            <a:off x="3739999" y="-498576"/>
            <a:ext cx="2261708" cy="949898"/>
            <a:chOff x="1411350" y="554900"/>
            <a:chExt cx="1298300" cy="545275"/>
          </a:xfrm>
        </p:grpSpPr>
        <p:sp>
          <p:nvSpPr>
            <p:cNvPr id="10332" name="Google Shape;10332;p24"/>
            <p:cNvSpPr/>
            <p:nvPr/>
          </p:nvSpPr>
          <p:spPr>
            <a:xfrm>
              <a:off x="1411350" y="555300"/>
              <a:ext cx="1298300" cy="544875"/>
            </a:xfrm>
            <a:custGeom>
              <a:avLst/>
              <a:gdLst/>
              <a:ahLst/>
              <a:cxnLst/>
              <a:rect l="l" t="t" r="r" b="b"/>
              <a:pathLst>
                <a:path w="51932" h="21795" extrusionOk="0">
                  <a:moveTo>
                    <a:pt x="21160" y="685"/>
                  </a:moveTo>
                  <a:cubicBezTo>
                    <a:pt x="11439" y="685"/>
                    <a:pt x="0" y="6642"/>
                    <a:pt x="695" y="11818"/>
                  </a:cubicBezTo>
                  <a:cubicBezTo>
                    <a:pt x="1515" y="17928"/>
                    <a:pt x="11441" y="21794"/>
                    <a:pt x="26305" y="21794"/>
                  </a:cubicBezTo>
                  <a:cubicBezTo>
                    <a:pt x="39612" y="21794"/>
                    <a:pt x="51932" y="12588"/>
                    <a:pt x="47664" y="6295"/>
                  </a:cubicBezTo>
                  <a:cubicBezTo>
                    <a:pt x="43395" y="1"/>
                    <a:pt x="37219" y="4353"/>
                    <a:pt x="26171" y="1306"/>
                  </a:cubicBezTo>
                  <a:cubicBezTo>
                    <a:pt x="24611" y="879"/>
                    <a:pt x="22914" y="685"/>
                    <a:pt x="21160" y="68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3" name="Google Shape;10333;p24"/>
            <p:cNvSpPr/>
            <p:nvPr/>
          </p:nvSpPr>
          <p:spPr>
            <a:xfrm>
              <a:off x="1451675" y="627700"/>
              <a:ext cx="1206100" cy="430725"/>
            </a:xfrm>
            <a:custGeom>
              <a:avLst/>
              <a:gdLst/>
              <a:ahLst/>
              <a:cxnLst/>
              <a:rect l="l" t="t" r="r" b="b"/>
              <a:pathLst>
                <a:path w="48244" h="17229" extrusionOk="0">
                  <a:moveTo>
                    <a:pt x="20236" y="218"/>
                  </a:moveTo>
                  <a:cubicBezTo>
                    <a:pt x="10022" y="218"/>
                    <a:pt x="0" y="3725"/>
                    <a:pt x="773" y="8604"/>
                  </a:cubicBezTo>
                  <a:cubicBezTo>
                    <a:pt x="1610" y="13906"/>
                    <a:pt x="10561" y="17228"/>
                    <a:pt x="23915" y="17228"/>
                  </a:cubicBezTo>
                  <a:cubicBezTo>
                    <a:pt x="24178" y="17228"/>
                    <a:pt x="24443" y="17227"/>
                    <a:pt x="24709" y="17225"/>
                  </a:cubicBezTo>
                  <a:cubicBezTo>
                    <a:pt x="37062" y="17124"/>
                    <a:pt x="48243" y="8939"/>
                    <a:pt x="44293" y="3332"/>
                  </a:cubicBezTo>
                  <a:cubicBezTo>
                    <a:pt x="41950" y="1"/>
                    <a:pt x="34032" y="1122"/>
                    <a:pt x="23437" y="335"/>
                  </a:cubicBezTo>
                  <a:cubicBezTo>
                    <a:pt x="22376" y="256"/>
                    <a:pt x="21305" y="218"/>
                    <a:pt x="20236" y="21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4" name="Google Shape;10334;p24"/>
            <p:cNvSpPr/>
            <p:nvPr/>
          </p:nvSpPr>
          <p:spPr>
            <a:xfrm>
              <a:off x="1421225" y="554900"/>
              <a:ext cx="1204325" cy="288750"/>
            </a:xfrm>
            <a:custGeom>
              <a:avLst/>
              <a:gdLst/>
              <a:ahLst/>
              <a:cxnLst/>
              <a:rect l="l" t="t" r="r" b="b"/>
              <a:pathLst>
                <a:path w="48173" h="11550" extrusionOk="0">
                  <a:moveTo>
                    <a:pt x="20753" y="698"/>
                  </a:moveTo>
                  <a:cubicBezTo>
                    <a:pt x="11203" y="698"/>
                    <a:pt x="1" y="6446"/>
                    <a:pt x="284" y="11550"/>
                  </a:cubicBezTo>
                  <a:cubicBezTo>
                    <a:pt x="523" y="6533"/>
                    <a:pt x="11450" y="1054"/>
                    <a:pt x="20773" y="1054"/>
                  </a:cubicBezTo>
                  <a:cubicBezTo>
                    <a:pt x="22525" y="1054"/>
                    <a:pt x="24220" y="1248"/>
                    <a:pt x="25776" y="1674"/>
                  </a:cubicBezTo>
                  <a:cubicBezTo>
                    <a:pt x="36824" y="4720"/>
                    <a:pt x="43000" y="368"/>
                    <a:pt x="47269" y="6662"/>
                  </a:cubicBezTo>
                  <a:cubicBezTo>
                    <a:pt x="47821" y="7482"/>
                    <a:pt x="48089" y="8336"/>
                    <a:pt x="48122" y="9223"/>
                  </a:cubicBezTo>
                  <a:cubicBezTo>
                    <a:pt x="48173" y="8219"/>
                    <a:pt x="47905" y="7231"/>
                    <a:pt x="47269" y="6311"/>
                  </a:cubicBezTo>
                  <a:cubicBezTo>
                    <a:pt x="43000" y="0"/>
                    <a:pt x="36857" y="4352"/>
                    <a:pt x="25776" y="1322"/>
                  </a:cubicBezTo>
                  <a:cubicBezTo>
                    <a:pt x="24213" y="893"/>
                    <a:pt x="22511" y="698"/>
                    <a:pt x="20753" y="69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5" name="Google Shape;10335;p24"/>
            <p:cNvSpPr/>
            <p:nvPr/>
          </p:nvSpPr>
          <p:spPr>
            <a:xfrm>
              <a:off x="1429550" y="748225"/>
              <a:ext cx="1234450" cy="351525"/>
            </a:xfrm>
            <a:custGeom>
              <a:avLst/>
              <a:gdLst/>
              <a:ahLst/>
              <a:cxnLst/>
              <a:rect l="l" t="t" r="r" b="b"/>
              <a:pathLst>
                <a:path w="49378" h="14061" extrusionOk="0">
                  <a:moveTo>
                    <a:pt x="47605" y="0"/>
                  </a:moveTo>
                  <a:lnTo>
                    <a:pt x="47605" y="0"/>
                  </a:lnTo>
                  <a:cubicBezTo>
                    <a:pt x="48576" y="6093"/>
                    <a:pt x="37411" y="13508"/>
                    <a:pt x="25460" y="13508"/>
                  </a:cubicBezTo>
                  <a:cubicBezTo>
                    <a:pt x="11266" y="13508"/>
                    <a:pt x="1557" y="9960"/>
                    <a:pt x="1" y="4302"/>
                  </a:cubicBezTo>
                  <a:lnTo>
                    <a:pt x="1" y="4302"/>
                  </a:lnTo>
                  <a:cubicBezTo>
                    <a:pt x="1055" y="10278"/>
                    <a:pt x="10898" y="14061"/>
                    <a:pt x="25577" y="14061"/>
                  </a:cubicBezTo>
                  <a:cubicBezTo>
                    <a:pt x="25590" y="14061"/>
                    <a:pt x="25603" y="14061"/>
                    <a:pt x="25616" y="14061"/>
                  </a:cubicBezTo>
                  <a:cubicBezTo>
                    <a:pt x="37921" y="14061"/>
                    <a:pt x="49378" y="6170"/>
                    <a:pt x="476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6" name="Google Shape;10336;p24"/>
            <p:cNvSpPr/>
            <p:nvPr/>
          </p:nvSpPr>
          <p:spPr>
            <a:xfrm>
              <a:off x="1450650" y="624525"/>
              <a:ext cx="1121325" cy="423400"/>
            </a:xfrm>
            <a:custGeom>
              <a:avLst/>
              <a:gdLst/>
              <a:ahLst/>
              <a:cxnLst/>
              <a:rect l="l" t="t" r="r" b="b"/>
              <a:pathLst>
                <a:path w="44853" h="16936" extrusionOk="0">
                  <a:moveTo>
                    <a:pt x="17938" y="1"/>
                  </a:moveTo>
                  <a:cubicBezTo>
                    <a:pt x="10036" y="1"/>
                    <a:pt x="5951" y="1695"/>
                    <a:pt x="2990" y="6472"/>
                  </a:cubicBezTo>
                  <a:cubicBezTo>
                    <a:pt x="1" y="11312"/>
                    <a:pt x="11439" y="16936"/>
                    <a:pt x="22282" y="16936"/>
                  </a:cubicBezTo>
                  <a:cubicBezTo>
                    <a:pt x="23401" y="16936"/>
                    <a:pt x="24514" y="16876"/>
                    <a:pt x="25604" y="16749"/>
                  </a:cubicBezTo>
                  <a:cubicBezTo>
                    <a:pt x="38643" y="15243"/>
                    <a:pt x="44234" y="10840"/>
                    <a:pt x="44552" y="5986"/>
                  </a:cubicBezTo>
                  <a:cubicBezTo>
                    <a:pt x="44853" y="1132"/>
                    <a:pt x="30458" y="462"/>
                    <a:pt x="21084" y="77"/>
                  </a:cubicBezTo>
                  <a:cubicBezTo>
                    <a:pt x="19973" y="27"/>
                    <a:pt x="18926" y="1"/>
                    <a:pt x="179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7" name="Google Shape;10337;p24"/>
            <p:cNvSpPr/>
            <p:nvPr/>
          </p:nvSpPr>
          <p:spPr>
            <a:xfrm>
              <a:off x="1462975" y="628300"/>
              <a:ext cx="1104000" cy="405800"/>
            </a:xfrm>
            <a:custGeom>
              <a:avLst/>
              <a:gdLst/>
              <a:ahLst/>
              <a:cxnLst/>
              <a:rect l="l" t="t" r="r" b="b"/>
              <a:pathLst>
                <a:path w="44160" h="16232" extrusionOk="0">
                  <a:moveTo>
                    <a:pt x="17957" y="1"/>
                  </a:moveTo>
                  <a:cubicBezTo>
                    <a:pt x="10003" y="1"/>
                    <a:pt x="5931" y="1618"/>
                    <a:pt x="2982" y="6237"/>
                  </a:cubicBezTo>
                  <a:cubicBezTo>
                    <a:pt x="0" y="10899"/>
                    <a:pt x="11200" y="16232"/>
                    <a:pt x="21849" y="16232"/>
                  </a:cubicBezTo>
                  <a:cubicBezTo>
                    <a:pt x="22976" y="16232"/>
                    <a:pt x="24097" y="16172"/>
                    <a:pt x="25194" y="16046"/>
                  </a:cubicBezTo>
                  <a:cubicBezTo>
                    <a:pt x="38033" y="14573"/>
                    <a:pt x="43523" y="10355"/>
                    <a:pt x="43841" y="5701"/>
                  </a:cubicBezTo>
                  <a:cubicBezTo>
                    <a:pt x="44159" y="1048"/>
                    <a:pt x="29998" y="445"/>
                    <a:pt x="20792" y="60"/>
                  </a:cubicBezTo>
                  <a:cubicBezTo>
                    <a:pt x="19795" y="21"/>
                    <a:pt x="18852" y="1"/>
                    <a:pt x="179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8" name="Google Shape;10338;p24"/>
            <p:cNvSpPr/>
            <p:nvPr/>
          </p:nvSpPr>
          <p:spPr>
            <a:xfrm>
              <a:off x="1473400" y="636425"/>
              <a:ext cx="1075575" cy="406650"/>
            </a:xfrm>
            <a:custGeom>
              <a:avLst/>
              <a:gdLst/>
              <a:ahLst/>
              <a:cxnLst/>
              <a:rect l="l" t="t" r="r" b="b"/>
              <a:pathLst>
                <a:path w="43023" h="16266" extrusionOk="0">
                  <a:moveTo>
                    <a:pt x="17301" y="1"/>
                  </a:moveTo>
                  <a:cubicBezTo>
                    <a:pt x="9665" y="1"/>
                    <a:pt x="5750" y="1617"/>
                    <a:pt x="2900" y="6213"/>
                  </a:cubicBezTo>
                  <a:cubicBezTo>
                    <a:pt x="0" y="10874"/>
                    <a:pt x="10982" y="16265"/>
                    <a:pt x="21405" y="16265"/>
                  </a:cubicBezTo>
                  <a:cubicBezTo>
                    <a:pt x="22473" y="16265"/>
                    <a:pt x="23536" y="16209"/>
                    <a:pt x="24576" y="16089"/>
                  </a:cubicBezTo>
                  <a:cubicBezTo>
                    <a:pt x="37063" y="14633"/>
                    <a:pt x="42420" y="10431"/>
                    <a:pt x="42738" y="5761"/>
                  </a:cubicBezTo>
                  <a:cubicBezTo>
                    <a:pt x="43022" y="1125"/>
                    <a:pt x="29247" y="472"/>
                    <a:pt x="20258" y="70"/>
                  </a:cubicBezTo>
                  <a:cubicBezTo>
                    <a:pt x="19214" y="25"/>
                    <a:pt x="18230" y="1"/>
                    <a:pt x="173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9" name="Google Shape;10339;p24"/>
            <p:cNvSpPr/>
            <p:nvPr/>
          </p:nvSpPr>
          <p:spPr>
            <a:xfrm>
              <a:off x="1904500" y="714125"/>
              <a:ext cx="508725" cy="158650"/>
            </a:xfrm>
            <a:custGeom>
              <a:avLst/>
              <a:gdLst/>
              <a:ahLst/>
              <a:cxnLst/>
              <a:rect l="l" t="t" r="r" b="b"/>
              <a:pathLst>
                <a:path w="20349" h="6346" extrusionOk="0">
                  <a:moveTo>
                    <a:pt x="2195" y="1"/>
                  </a:moveTo>
                  <a:cubicBezTo>
                    <a:pt x="1938" y="1"/>
                    <a:pt x="1660" y="100"/>
                    <a:pt x="1323" y="360"/>
                  </a:cubicBezTo>
                  <a:cubicBezTo>
                    <a:pt x="1" y="1381"/>
                    <a:pt x="2060" y="1348"/>
                    <a:pt x="4939" y="1465"/>
                  </a:cubicBezTo>
                  <a:cubicBezTo>
                    <a:pt x="9408" y="1649"/>
                    <a:pt x="6696" y="5900"/>
                    <a:pt x="11300" y="6302"/>
                  </a:cubicBezTo>
                  <a:cubicBezTo>
                    <a:pt x="11621" y="6331"/>
                    <a:pt x="11942" y="6345"/>
                    <a:pt x="12261" y="6345"/>
                  </a:cubicBezTo>
                  <a:cubicBezTo>
                    <a:pt x="16517" y="6345"/>
                    <a:pt x="20349" y="3876"/>
                    <a:pt x="17141" y="2318"/>
                  </a:cubicBezTo>
                  <a:cubicBezTo>
                    <a:pt x="13693" y="645"/>
                    <a:pt x="6596" y="1214"/>
                    <a:pt x="4822" y="1013"/>
                  </a:cubicBezTo>
                  <a:cubicBezTo>
                    <a:pt x="3512" y="851"/>
                    <a:pt x="2946" y="1"/>
                    <a:pt x="21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0" name="Google Shape;10340;p24"/>
            <p:cNvSpPr/>
            <p:nvPr/>
          </p:nvSpPr>
          <p:spPr>
            <a:xfrm>
              <a:off x="1582800" y="653175"/>
              <a:ext cx="473325" cy="208975"/>
            </a:xfrm>
            <a:custGeom>
              <a:avLst/>
              <a:gdLst/>
              <a:ahLst/>
              <a:cxnLst/>
              <a:rect l="l" t="t" r="r" b="b"/>
              <a:pathLst>
                <a:path w="18933" h="8359" extrusionOk="0">
                  <a:moveTo>
                    <a:pt x="10267" y="0"/>
                  </a:moveTo>
                  <a:cubicBezTo>
                    <a:pt x="4054" y="0"/>
                    <a:pt x="1" y="4130"/>
                    <a:pt x="566" y="6765"/>
                  </a:cubicBezTo>
                  <a:cubicBezTo>
                    <a:pt x="812" y="7927"/>
                    <a:pt x="1246" y="8358"/>
                    <a:pt x="1632" y="8358"/>
                  </a:cubicBezTo>
                  <a:cubicBezTo>
                    <a:pt x="2192" y="8358"/>
                    <a:pt x="2653" y="7455"/>
                    <a:pt x="2307" y="6564"/>
                  </a:cubicBezTo>
                  <a:cubicBezTo>
                    <a:pt x="1201" y="3860"/>
                    <a:pt x="3990" y="1996"/>
                    <a:pt x="7269" y="1996"/>
                  </a:cubicBezTo>
                  <a:cubicBezTo>
                    <a:pt x="7663" y="1996"/>
                    <a:pt x="8064" y="2023"/>
                    <a:pt x="8467" y="2078"/>
                  </a:cubicBezTo>
                  <a:cubicBezTo>
                    <a:pt x="9081" y="2171"/>
                    <a:pt x="9834" y="2213"/>
                    <a:pt x="10620" y="2213"/>
                  </a:cubicBezTo>
                  <a:cubicBezTo>
                    <a:pt x="14392" y="2213"/>
                    <a:pt x="18933" y="1242"/>
                    <a:pt x="12685" y="204"/>
                  </a:cubicBezTo>
                  <a:cubicBezTo>
                    <a:pt x="11849" y="64"/>
                    <a:pt x="11041" y="0"/>
                    <a:pt x="1026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1" name="Google Shape;10341;p24"/>
            <p:cNvSpPr/>
            <p:nvPr/>
          </p:nvSpPr>
          <p:spPr>
            <a:xfrm>
              <a:off x="1634175" y="667600"/>
              <a:ext cx="907275" cy="341575"/>
            </a:xfrm>
            <a:custGeom>
              <a:avLst/>
              <a:gdLst/>
              <a:ahLst/>
              <a:cxnLst/>
              <a:rect l="l" t="t" r="r" b="b"/>
              <a:pathLst>
                <a:path w="36291" h="13663" extrusionOk="0">
                  <a:moveTo>
                    <a:pt x="19173" y="0"/>
                  </a:moveTo>
                  <a:cubicBezTo>
                    <a:pt x="17448" y="0"/>
                    <a:pt x="16147" y="196"/>
                    <a:pt x="15651" y="698"/>
                  </a:cubicBezTo>
                  <a:cubicBezTo>
                    <a:pt x="15024" y="1325"/>
                    <a:pt x="16741" y="1386"/>
                    <a:pt x="19202" y="1386"/>
                  </a:cubicBezTo>
                  <a:cubicBezTo>
                    <a:pt x="19801" y="1386"/>
                    <a:pt x="20443" y="1383"/>
                    <a:pt x="21107" y="1383"/>
                  </a:cubicBezTo>
                  <a:cubicBezTo>
                    <a:pt x="23905" y="1383"/>
                    <a:pt x="27076" y="1447"/>
                    <a:pt x="28892" y="2121"/>
                  </a:cubicBezTo>
                  <a:cubicBezTo>
                    <a:pt x="32892" y="3594"/>
                    <a:pt x="32641" y="11544"/>
                    <a:pt x="23100" y="12331"/>
                  </a:cubicBezTo>
                  <a:cubicBezTo>
                    <a:pt x="22050" y="12416"/>
                    <a:pt x="21014" y="12455"/>
                    <a:pt x="20003" y="12455"/>
                  </a:cubicBezTo>
                  <a:cubicBezTo>
                    <a:pt x="11829" y="12455"/>
                    <a:pt x="5342" y="9895"/>
                    <a:pt x="7115" y="8197"/>
                  </a:cubicBezTo>
                  <a:cubicBezTo>
                    <a:pt x="7806" y="7534"/>
                    <a:pt x="8580" y="7336"/>
                    <a:pt x="9426" y="7336"/>
                  </a:cubicBezTo>
                  <a:cubicBezTo>
                    <a:pt x="10691" y="7336"/>
                    <a:pt x="12117" y="7781"/>
                    <a:pt x="13666" y="7781"/>
                  </a:cubicBezTo>
                  <a:cubicBezTo>
                    <a:pt x="14063" y="7781"/>
                    <a:pt x="14468" y="7751"/>
                    <a:pt x="14881" y="7678"/>
                  </a:cubicBezTo>
                  <a:cubicBezTo>
                    <a:pt x="17439" y="7230"/>
                    <a:pt x="13747" y="4324"/>
                    <a:pt x="9007" y="4324"/>
                  </a:cubicBezTo>
                  <a:cubicBezTo>
                    <a:pt x="8256" y="4324"/>
                    <a:pt x="7479" y="4397"/>
                    <a:pt x="6696" y="4564"/>
                  </a:cubicBezTo>
                  <a:cubicBezTo>
                    <a:pt x="1" y="6004"/>
                    <a:pt x="3282" y="10105"/>
                    <a:pt x="6428" y="11578"/>
                  </a:cubicBezTo>
                  <a:cubicBezTo>
                    <a:pt x="9625" y="13081"/>
                    <a:pt x="13323" y="13662"/>
                    <a:pt x="16915" y="13662"/>
                  </a:cubicBezTo>
                  <a:cubicBezTo>
                    <a:pt x="23799" y="13662"/>
                    <a:pt x="30290" y="11529"/>
                    <a:pt x="32105" y="9670"/>
                  </a:cubicBezTo>
                  <a:cubicBezTo>
                    <a:pt x="34851" y="6841"/>
                    <a:pt x="36290" y="2288"/>
                    <a:pt x="30616" y="1300"/>
                  </a:cubicBezTo>
                  <a:cubicBezTo>
                    <a:pt x="26942" y="661"/>
                    <a:pt x="22341" y="0"/>
                    <a:pt x="1917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2" name="Google Shape;10342;p24"/>
            <p:cNvSpPr/>
            <p:nvPr/>
          </p:nvSpPr>
          <p:spPr>
            <a:xfrm>
              <a:off x="2119175" y="674975"/>
              <a:ext cx="163225" cy="58225"/>
            </a:xfrm>
            <a:custGeom>
              <a:avLst/>
              <a:gdLst/>
              <a:ahLst/>
              <a:cxnLst/>
              <a:rect l="l" t="t" r="r" b="b"/>
              <a:pathLst>
                <a:path w="6529" h="2329" extrusionOk="0">
                  <a:moveTo>
                    <a:pt x="3352" y="1"/>
                  </a:moveTo>
                  <a:cubicBezTo>
                    <a:pt x="3323" y="1"/>
                    <a:pt x="3294" y="1"/>
                    <a:pt x="3265" y="1"/>
                  </a:cubicBezTo>
                  <a:cubicBezTo>
                    <a:pt x="1457" y="18"/>
                    <a:pt x="1" y="570"/>
                    <a:pt x="1" y="1189"/>
                  </a:cubicBezTo>
                  <a:cubicBezTo>
                    <a:pt x="1" y="1832"/>
                    <a:pt x="1410" y="2328"/>
                    <a:pt x="3177" y="2328"/>
                  </a:cubicBezTo>
                  <a:cubicBezTo>
                    <a:pt x="3206" y="2328"/>
                    <a:pt x="3236" y="2328"/>
                    <a:pt x="3265" y="2328"/>
                  </a:cubicBezTo>
                  <a:cubicBezTo>
                    <a:pt x="5056" y="2328"/>
                    <a:pt x="6529" y="1775"/>
                    <a:pt x="6529" y="1123"/>
                  </a:cubicBezTo>
                  <a:cubicBezTo>
                    <a:pt x="6529" y="497"/>
                    <a:pt x="5103" y="1"/>
                    <a:pt x="335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3" name="Google Shape;10343;p24"/>
            <p:cNvSpPr/>
            <p:nvPr/>
          </p:nvSpPr>
          <p:spPr>
            <a:xfrm>
              <a:off x="2124200" y="685925"/>
              <a:ext cx="161150" cy="42225"/>
            </a:xfrm>
            <a:custGeom>
              <a:avLst/>
              <a:gdLst/>
              <a:ahLst/>
              <a:cxnLst/>
              <a:rect l="l" t="t" r="r" b="b"/>
              <a:pathLst>
                <a:path w="6446" h="1689" extrusionOk="0">
                  <a:moveTo>
                    <a:pt x="1428" y="0"/>
                  </a:moveTo>
                  <a:cubicBezTo>
                    <a:pt x="630" y="0"/>
                    <a:pt x="1" y="342"/>
                    <a:pt x="1" y="685"/>
                  </a:cubicBezTo>
                  <a:cubicBezTo>
                    <a:pt x="1" y="1254"/>
                    <a:pt x="1306" y="1689"/>
                    <a:pt x="2913" y="1689"/>
                  </a:cubicBezTo>
                  <a:cubicBezTo>
                    <a:pt x="4520" y="1655"/>
                    <a:pt x="6445" y="1070"/>
                    <a:pt x="5893" y="1003"/>
                  </a:cubicBezTo>
                  <a:cubicBezTo>
                    <a:pt x="5769" y="991"/>
                    <a:pt x="5635" y="988"/>
                    <a:pt x="5491" y="988"/>
                  </a:cubicBezTo>
                  <a:cubicBezTo>
                    <a:pt x="5372" y="988"/>
                    <a:pt x="5246" y="990"/>
                    <a:pt x="5115" y="990"/>
                  </a:cubicBezTo>
                  <a:cubicBezTo>
                    <a:pt x="4486" y="990"/>
                    <a:pt x="3737" y="949"/>
                    <a:pt x="2980" y="467"/>
                  </a:cubicBezTo>
                  <a:cubicBezTo>
                    <a:pt x="2471" y="129"/>
                    <a:pt x="1917" y="0"/>
                    <a:pt x="1428"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4" name="Google Shape;10344;p24"/>
            <p:cNvSpPr/>
            <p:nvPr/>
          </p:nvSpPr>
          <p:spPr>
            <a:xfrm>
              <a:off x="2210825" y="681675"/>
              <a:ext cx="31400" cy="11750"/>
            </a:xfrm>
            <a:custGeom>
              <a:avLst/>
              <a:gdLst/>
              <a:ahLst/>
              <a:cxnLst/>
              <a:rect l="l" t="t" r="r" b="b"/>
              <a:pathLst>
                <a:path w="1256" h="470" extrusionOk="0">
                  <a:moveTo>
                    <a:pt x="620" y="1"/>
                  </a:moveTo>
                  <a:cubicBezTo>
                    <a:pt x="268" y="1"/>
                    <a:pt x="1" y="101"/>
                    <a:pt x="1" y="235"/>
                  </a:cubicBezTo>
                  <a:cubicBezTo>
                    <a:pt x="1" y="352"/>
                    <a:pt x="268" y="470"/>
                    <a:pt x="620" y="470"/>
                  </a:cubicBezTo>
                  <a:cubicBezTo>
                    <a:pt x="955" y="470"/>
                    <a:pt x="1256" y="352"/>
                    <a:pt x="1256" y="235"/>
                  </a:cubicBezTo>
                  <a:cubicBezTo>
                    <a:pt x="1256" y="101"/>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5" name="Google Shape;10345;p24"/>
            <p:cNvSpPr/>
            <p:nvPr/>
          </p:nvSpPr>
          <p:spPr>
            <a:xfrm>
              <a:off x="2195350" y="706800"/>
              <a:ext cx="31400" cy="11725"/>
            </a:xfrm>
            <a:custGeom>
              <a:avLst/>
              <a:gdLst/>
              <a:ahLst/>
              <a:cxnLst/>
              <a:rect l="l" t="t" r="r" b="b"/>
              <a:pathLst>
                <a:path w="1256" h="469" extrusionOk="0">
                  <a:moveTo>
                    <a:pt x="636" y="0"/>
                  </a:moveTo>
                  <a:cubicBezTo>
                    <a:pt x="285" y="0"/>
                    <a:pt x="0" y="101"/>
                    <a:pt x="0" y="235"/>
                  </a:cubicBezTo>
                  <a:cubicBezTo>
                    <a:pt x="0" y="352"/>
                    <a:pt x="285" y="469"/>
                    <a:pt x="636" y="469"/>
                  </a:cubicBezTo>
                  <a:cubicBezTo>
                    <a:pt x="988" y="469"/>
                    <a:pt x="1256" y="352"/>
                    <a:pt x="1256" y="235"/>
                  </a:cubicBezTo>
                  <a:cubicBezTo>
                    <a:pt x="1256" y="101"/>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6" name="Google Shape;10346;p24"/>
            <p:cNvSpPr/>
            <p:nvPr/>
          </p:nvSpPr>
          <p:spPr>
            <a:xfrm>
              <a:off x="1992400" y="935275"/>
              <a:ext cx="185400" cy="58600"/>
            </a:xfrm>
            <a:custGeom>
              <a:avLst/>
              <a:gdLst/>
              <a:ahLst/>
              <a:cxnLst/>
              <a:rect l="l" t="t" r="r" b="b"/>
              <a:pathLst>
                <a:path w="7416" h="2344" extrusionOk="0">
                  <a:moveTo>
                    <a:pt x="3716" y="0"/>
                  </a:moveTo>
                  <a:cubicBezTo>
                    <a:pt x="1657" y="0"/>
                    <a:pt x="0" y="536"/>
                    <a:pt x="0" y="1172"/>
                  </a:cubicBezTo>
                  <a:cubicBezTo>
                    <a:pt x="0" y="1825"/>
                    <a:pt x="1657" y="2344"/>
                    <a:pt x="3716" y="2344"/>
                  </a:cubicBezTo>
                  <a:cubicBezTo>
                    <a:pt x="5758" y="2344"/>
                    <a:pt x="7415" y="1825"/>
                    <a:pt x="7415" y="1172"/>
                  </a:cubicBezTo>
                  <a:cubicBezTo>
                    <a:pt x="7415" y="536"/>
                    <a:pt x="5758" y="0"/>
                    <a:pt x="37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7" name="Google Shape;10347;p24"/>
            <p:cNvSpPr/>
            <p:nvPr/>
          </p:nvSpPr>
          <p:spPr>
            <a:xfrm>
              <a:off x="1946350" y="800100"/>
              <a:ext cx="185425" cy="58200"/>
            </a:xfrm>
            <a:custGeom>
              <a:avLst/>
              <a:gdLst/>
              <a:ahLst/>
              <a:cxnLst/>
              <a:rect l="l" t="t" r="r" b="b"/>
              <a:pathLst>
                <a:path w="7417" h="2328" extrusionOk="0">
                  <a:moveTo>
                    <a:pt x="3700" y="1"/>
                  </a:moveTo>
                  <a:cubicBezTo>
                    <a:pt x="1658" y="1"/>
                    <a:pt x="1" y="520"/>
                    <a:pt x="1" y="1173"/>
                  </a:cubicBezTo>
                  <a:cubicBezTo>
                    <a:pt x="1" y="1809"/>
                    <a:pt x="1658" y="2328"/>
                    <a:pt x="3700" y="2328"/>
                  </a:cubicBezTo>
                  <a:cubicBezTo>
                    <a:pt x="5759" y="2328"/>
                    <a:pt x="7416" y="1809"/>
                    <a:pt x="7416" y="1173"/>
                  </a:cubicBezTo>
                  <a:cubicBezTo>
                    <a:pt x="7416" y="520"/>
                    <a:pt x="5759" y="1"/>
                    <a:pt x="3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8" name="Google Shape;10348;p24"/>
            <p:cNvSpPr/>
            <p:nvPr/>
          </p:nvSpPr>
          <p:spPr>
            <a:xfrm>
              <a:off x="2266075" y="794650"/>
              <a:ext cx="166575" cy="64625"/>
            </a:xfrm>
            <a:custGeom>
              <a:avLst/>
              <a:gdLst/>
              <a:ahLst/>
              <a:cxnLst/>
              <a:rect l="l" t="t" r="r" b="b"/>
              <a:pathLst>
                <a:path w="6663" h="2585" extrusionOk="0">
                  <a:moveTo>
                    <a:pt x="3499" y="1"/>
                  </a:moveTo>
                  <a:cubicBezTo>
                    <a:pt x="1875" y="1"/>
                    <a:pt x="432" y="481"/>
                    <a:pt x="234" y="1140"/>
                  </a:cubicBezTo>
                  <a:cubicBezTo>
                    <a:pt x="0" y="1843"/>
                    <a:pt x="1255" y="2512"/>
                    <a:pt x="3113" y="2579"/>
                  </a:cubicBezTo>
                  <a:cubicBezTo>
                    <a:pt x="3212" y="2583"/>
                    <a:pt x="3311" y="2584"/>
                    <a:pt x="3408" y="2584"/>
                  </a:cubicBezTo>
                  <a:cubicBezTo>
                    <a:pt x="5169" y="2584"/>
                    <a:pt x="6613" y="2021"/>
                    <a:pt x="6629" y="1307"/>
                  </a:cubicBezTo>
                  <a:cubicBezTo>
                    <a:pt x="6662" y="587"/>
                    <a:pt x="5273" y="18"/>
                    <a:pt x="3582" y="1"/>
                  </a:cubicBezTo>
                  <a:cubicBezTo>
                    <a:pt x="3554" y="1"/>
                    <a:pt x="3527" y="1"/>
                    <a:pt x="34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9" name="Google Shape;10349;p24"/>
            <p:cNvSpPr/>
            <p:nvPr/>
          </p:nvSpPr>
          <p:spPr>
            <a:xfrm>
              <a:off x="2280700" y="737125"/>
              <a:ext cx="104650" cy="41075"/>
            </a:xfrm>
            <a:custGeom>
              <a:avLst/>
              <a:gdLst/>
              <a:ahLst/>
              <a:cxnLst/>
              <a:rect l="l" t="t" r="r" b="b"/>
              <a:pathLst>
                <a:path w="4186" h="1643" extrusionOk="0">
                  <a:moveTo>
                    <a:pt x="1900" y="0"/>
                  </a:moveTo>
                  <a:cubicBezTo>
                    <a:pt x="925" y="0"/>
                    <a:pt x="129" y="299"/>
                    <a:pt x="68" y="695"/>
                  </a:cubicBezTo>
                  <a:cubicBezTo>
                    <a:pt x="1" y="1147"/>
                    <a:pt x="855" y="1566"/>
                    <a:pt x="1993" y="1633"/>
                  </a:cubicBezTo>
                  <a:cubicBezTo>
                    <a:pt x="2098" y="1639"/>
                    <a:pt x="2201" y="1642"/>
                    <a:pt x="2303" y="1642"/>
                  </a:cubicBezTo>
                  <a:cubicBezTo>
                    <a:pt x="3288" y="1642"/>
                    <a:pt x="4088" y="1356"/>
                    <a:pt x="4119" y="946"/>
                  </a:cubicBezTo>
                  <a:cubicBezTo>
                    <a:pt x="4186" y="478"/>
                    <a:pt x="3332" y="59"/>
                    <a:pt x="2194" y="9"/>
                  </a:cubicBezTo>
                  <a:cubicBezTo>
                    <a:pt x="2095" y="3"/>
                    <a:pt x="1997" y="0"/>
                    <a:pt x="19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0" name="Google Shape;10350;p24"/>
            <p:cNvSpPr/>
            <p:nvPr/>
          </p:nvSpPr>
          <p:spPr>
            <a:xfrm>
              <a:off x="2193325" y="934275"/>
              <a:ext cx="68925" cy="31225"/>
            </a:xfrm>
            <a:custGeom>
              <a:avLst/>
              <a:gdLst/>
              <a:ahLst/>
              <a:cxnLst/>
              <a:rect l="l" t="t" r="r" b="b"/>
              <a:pathLst>
                <a:path w="2757" h="1249" extrusionOk="0">
                  <a:moveTo>
                    <a:pt x="1636" y="1"/>
                  </a:moveTo>
                  <a:cubicBezTo>
                    <a:pt x="1577" y="1"/>
                    <a:pt x="1516" y="3"/>
                    <a:pt x="1454" y="7"/>
                  </a:cubicBezTo>
                  <a:cubicBezTo>
                    <a:pt x="701" y="40"/>
                    <a:pt x="65" y="358"/>
                    <a:pt x="48" y="693"/>
                  </a:cubicBezTo>
                  <a:cubicBezTo>
                    <a:pt x="1" y="1008"/>
                    <a:pt x="515" y="1249"/>
                    <a:pt x="1189" y="1249"/>
                  </a:cubicBezTo>
                  <a:cubicBezTo>
                    <a:pt x="1232" y="1249"/>
                    <a:pt x="1276" y="1248"/>
                    <a:pt x="1320" y="1246"/>
                  </a:cubicBezTo>
                  <a:cubicBezTo>
                    <a:pt x="2056" y="1195"/>
                    <a:pt x="2676" y="911"/>
                    <a:pt x="2726" y="543"/>
                  </a:cubicBezTo>
                  <a:cubicBezTo>
                    <a:pt x="2757" y="237"/>
                    <a:pt x="2270" y="1"/>
                    <a:pt x="1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1" name="Google Shape;10351;p24"/>
            <p:cNvSpPr/>
            <p:nvPr/>
          </p:nvSpPr>
          <p:spPr>
            <a:xfrm>
              <a:off x="2257325" y="908050"/>
              <a:ext cx="37625" cy="16925"/>
            </a:xfrm>
            <a:custGeom>
              <a:avLst/>
              <a:gdLst/>
              <a:ahLst/>
              <a:cxnLst/>
              <a:rect l="l" t="t" r="r" b="b"/>
              <a:pathLst>
                <a:path w="1505" h="677" extrusionOk="0">
                  <a:moveTo>
                    <a:pt x="853" y="0"/>
                  </a:moveTo>
                  <a:cubicBezTo>
                    <a:pt x="831" y="0"/>
                    <a:pt x="808" y="0"/>
                    <a:pt x="785" y="1"/>
                  </a:cubicBezTo>
                  <a:cubicBezTo>
                    <a:pt x="400" y="18"/>
                    <a:pt x="32" y="202"/>
                    <a:pt x="15" y="386"/>
                  </a:cubicBezTo>
                  <a:cubicBezTo>
                    <a:pt x="0" y="551"/>
                    <a:pt x="254" y="676"/>
                    <a:pt x="584" y="676"/>
                  </a:cubicBezTo>
                  <a:cubicBezTo>
                    <a:pt x="622" y="676"/>
                    <a:pt x="662" y="674"/>
                    <a:pt x="702" y="671"/>
                  </a:cubicBezTo>
                  <a:cubicBezTo>
                    <a:pt x="1120" y="654"/>
                    <a:pt x="1488" y="487"/>
                    <a:pt x="1488" y="303"/>
                  </a:cubicBezTo>
                  <a:cubicBezTo>
                    <a:pt x="1504" y="129"/>
                    <a:pt x="1222" y="0"/>
                    <a:pt x="8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2" name="Google Shape;10352;p24"/>
            <p:cNvSpPr/>
            <p:nvPr/>
          </p:nvSpPr>
          <p:spPr>
            <a:xfrm>
              <a:off x="2088675" y="875300"/>
              <a:ext cx="37600" cy="16925"/>
            </a:xfrm>
            <a:custGeom>
              <a:avLst/>
              <a:gdLst/>
              <a:ahLst/>
              <a:cxnLst/>
              <a:rect l="l" t="t" r="r" b="b"/>
              <a:pathLst>
                <a:path w="1504" h="677" extrusionOk="0">
                  <a:moveTo>
                    <a:pt x="924" y="1"/>
                  </a:moveTo>
                  <a:cubicBezTo>
                    <a:pt x="885" y="1"/>
                    <a:pt x="844" y="2"/>
                    <a:pt x="802" y="6"/>
                  </a:cubicBezTo>
                  <a:cubicBezTo>
                    <a:pt x="401" y="23"/>
                    <a:pt x="49" y="190"/>
                    <a:pt x="32" y="374"/>
                  </a:cubicBezTo>
                  <a:cubicBezTo>
                    <a:pt x="1" y="548"/>
                    <a:pt x="282" y="677"/>
                    <a:pt x="651" y="677"/>
                  </a:cubicBezTo>
                  <a:cubicBezTo>
                    <a:pt x="673" y="677"/>
                    <a:pt x="696" y="676"/>
                    <a:pt x="719" y="675"/>
                  </a:cubicBezTo>
                  <a:cubicBezTo>
                    <a:pt x="1137" y="642"/>
                    <a:pt x="1472" y="475"/>
                    <a:pt x="1489" y="290"/>
                  </a:cubicBezTo>
                  <a:cubicBezTo>
                    <a:pt x="1504" y="125"/>
                    <a:pt x="1263" y="1"/>
                    <a:pt x="9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3" name="Google Shape;10353;p24"/>
            <p:cNvSpPr/>
            <p:nvPr/>
          </p:nvSpPr>
          <p:spPr>
            <a:xfrm>
              <a:off x="2028375" y="714525"/>
              <a:ext cx="54000" cy="21300"/>
            </a:xfrm>
            <a:custGeom>
              <a:avLst/>
              <a:gdLst/>
              <a:ahLst/>
              <a:cxnLst/>
              <a:rect l="l" t="t" r="r" b="b"/>
              <a:pathLst>
                <a:path w="2160" h="852" extrusionOk="0">
                  <a:moveTo>
                    <a:pt x="932" y="0"/>
                  </a:moveTo>
                  <a:cubicBezTo>
                    <a:pt x="439" y="0"/>
                    <a:pt x="49" y="155"/>
                    <a:pt x="34" y="361"/>
                  </a:cubicBezTo>
                  <a:cubicBezTo>
                    <a:pt x="1" y="595"/>
                    <a:pt x="453" y="829"/>
                    <a:pt x="1038" y="846"/>
                  </a:cubicBezTo>
                  <a:cubicBezTo>
                    <a:pt x="1098" y="850"/>
                    <a:pt x="1156" y="851"/>
                    <a:pt x="1213" y="851"/>
                  </a:cubicBezTo>
                  <a:cubicBezTo>
                    <a:pt x="1718" y="851"/>
                    <a:pt x="2113" y="720"/>
                    <a:pt x="2143" y="495"/>
                  </a:cubicBezTo>
                  <a:cubicBezTo>
                    <a:pt x="2160" y="260"/>
                    <a:pt x="1725" y="26"/>
                    <a:pt x="1139" y="9"/>
                  </a:cubicBezTo>
                  <a:cubicBezTo>
                    <a:pt x="1068" y="3"/>
                    <a:pt x="999" y="0"/>
                    <a:pt x="9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4" name="Google Shape;10354;p24"/>
            <p:cNvSpPr/>
            <p:nvPr/>
          </p:nvSpPr>
          <p:spPr>
            <a:xfrm>
              <a:off x="1656775" y="734625"/>
              <a:ext cx="42725" cy="28200"/>
            </a:xfrm>
            <a:custGeom>
              <a:avLst/>
              <a:gdLst/>
              <a:ahLst/>
              <a:cxnLst/>
              <a:rect l="l" t="t" r="r" b="b"/>
              <a:pathLst>
                <a:path w="1709" h="1128" extrusionOk="0">
                  <a:moveTo>
                    <a:pt x="1155" y="0"/>
                  </a:moveTo>
                  <a:cubicBezTo>
                    <a:pt x="988" y="0"/>
                    <a:pt x="796" y="46"/>
                    <a:pt x="603" y="143"/>
                  </a:cubicBezTo>
                  <a:cubicBezTo>
                    <a:pt x="185" y="377"/>
                    <a:pt x="1" y="779"/>
                    <a:pt x="235" y="996"/>
                  </a:cubicBezTo>
                  <a:cubicBezTo>
                    <a:pt x="339" y="1086"/>
                    <a:pt x="479" y="1127"/>
                    <a:pt x="632" y="1127"/>
                  </a:cubicBezTo>
                  <a:cubicBezTo>
                    <a:pt x="850" y="1127"/>
                    <a:pt x="1093" y="1043"/>
                    <a:pt x="1290" y="896"/>
                  </a:cubicBezTo>
                  <a:cubicBezTo>
                    <a:pt x="1608" y="661"/>
                    <a:pt x="1708" y="360"/>
                    <a:pt x="1574" y="159"/>
                  </a:cubicBezTo>
                  <a:cubicBezTo>
                    <a:pt x="1487" y="55"/>
                    <a:pt x="1336" y="0"/>
                    <a:pt x="1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5" name="Google Shape;10355;p24"/>
            <p:cNvSpPr/>
            <p:nvPr/>
          </p:nvSpPr>
          <p:spPr>
            <a:xfrm>
              <a:off x="1874375" y="871275"/>
              <a:ext cx="34350" cy="16750"/>
            </a:xfrm>
            <a:custGeom>
              <a:avLst/>
              <a:gdLst/>
              <a:ahLst/>
              <a:cxnLst/>
              <a:rect l="l" t="t" r="r" b="b"/>
              <a:pathLst>
                <a:path w="1374" h="670" extrusionOk="0">
                  <a:moveTo>
                    <a:pt x="715" y="1"/>
                  </a:moveTo>
                  <a:cubicBezTo>
                    <a:pt x="575" y="1"/>
                    <a:pt x="433" y="30"/>
                    <a:pt x="319" y="83"/>
                  </a:cubicBezTo>
                  <a:cubicBezTo>
                    <a:pt x="84" y="184"/>
                    <a:pt x="1" y="351"/>
                    <a:pt x="118" y="502"/>
                  </a:cubicBezTo>
                  <a:cubicBezTo>
                    <a:pt x="215" y="598"/>
                    <a:pt x="417" y="669"/>
                    <a:pt x="629" y="669"/>
                  </a:cubicBezTo>
                  <a:cubicBezTo>
                    <a:pt x="710" y="669"/>
                    <a:pt x="792" y="659"/>
                    <a:pt x="871" y="636"/>
                  </a:cubicBezTo>
                  <a:cubicBezTo>
                    <a:pt x="1239" y="552"/>
                    <a:pt x="1373" y="301"/>
                    <a:pt x="1156" y="133"/>
                  </a:cubicBezTo>
                  <a:cubicBezTo>
                    <a:pt x="1046" y="42"/>
                    <a:pt x="882" y="1"/>
                    <a:pt x="715" y="1"/>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6" name="Google Shape;10356;p24"/>
            <p:cNvSpPr/>
            <p:nvPr/>
          </p:nvSpPr>
          <p:spPr>
            <a:xfrm>
              <a:off x="1896975" y="793875"/>
              <a:ext cx="34350" cy="16725"/>
            </a:xfrm>
            <a:custGeom>
              <a:avLst/>
              <a:gdLst/>
              <a:ahLst/>
              <a:cxnLst/>
              <a:rect l="l" t="t" r="r" b="b"/>
              <a:pathLst>
                <a:path w="1374" h="669" extrusionOk="0">
                  <a:moveTo>
                    <a:pt x="704" y="0"/>
                  </a:moveTo>
                  <a:cubicBezTo>
                    <a:pt x="562" y="0"/>
                    <a:pt x="416" y="29"/>
                    <a:pt x="302" y="82"/>
                  </a:cubicBezTo>
                  <a:cubicBezTo>
                    <a:pt x="84" y="183"/>
                    <a:pt x="1" y="350"/>
                    <a:pt x="118" y="501"/>
                  </a:cubicBezTo>
                  <a:cubicBezTo>
                    <a:pt x="203" y="598"/>
                    <a:pt x="392" y="668"/>
                    <a:pt x="611" y="668"/>
                  </a:cubicBezTo>
                  <a:cubicBezTo>
                    <a:pt x="695" y="668"/>
                    <a:pt x="783" y="658"/>
                    <a:pt x="871" y="635"/>
                  </a:cubicBezTo>
                  <a:cubicBezTo>
                    <a:pt x="1223" y="551"/>
                    <a:pt x="1373" y="300"/>
                    <a:pt x="1139" y="133"/>
                  </a:cubicBezTo>
                  <a:cubicBezTo>
                    <a:pt x="1039" y="42"/>
                    <a:pt x="874" y="0"/>
                    <a:pt x="70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7" name="Google Shape;10357;p24"/>
            <p:cNvSpPr/>
            <p:nvPr/>
          </p:nvSpPr>
          <p:spPr>
            <a:xfrm>
              <a:off x="2138850" y="700100"/>
              <a:ext cx="23050" cy="8400"/>
            </a:xfrm>
            <a:custGeom>
              <a:avLst/>
              <a:gdLst/>
              <a:ahLst/>
              <a:cxnLst/>
              <a:rect l="l" t="t" r="r" b="b"/>
              <a:pathLst>
                <a:path w="922" h="336" extrusionOk="0">
                  <a:moveTo>
                    <a:pt x="469" y="0"/>
                  </a:moveTo>
                  <a:cubicBezTo>
                    <a:pt x="218" y="0"/>
                    <a:pt x="1" y="84"/>
                    <a:pt x="1" y="168"/>
                  </a:cubicBezTo>
                  <a:cubicBezTo>
                    <a:pt x="1" y="251"/>
                    <a:pt x="218" y="335"/>
                    <a:pt x="469" y="335"/>
                  </a:cubicBezTo>
                  <a:cubicBezTo>
                    <a:pt x="720" y="335"/>
                    <a:pt x="921" y="251"/>
                    <a:pt x="921" y="168"/>
                  </a:cubicBezTo>
                  <a:cubicBezTo>
                    <a:pt x="921" y="84"/>
                    <a:pt x="720" y="0"/>
                    <a:pt x="4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8" name="Google Shape;10358;p24"/>
            <p:cNvSpPr/>
            <p:nvPr/>
          </p:nvSpPr>
          <p:spPr>
            <a:xfrm>
              <a:off x="1962850" y="803450"/>
              <a:ext cx="158875" cy="39750"/>
            </a:xfrm>
            <a:custGeom>
              <a:avLst/>
              <a:gdLst/>
              <a:ahLst/>
              <a:cxnLst/>
              <a:rect l="l" t="t" r="r" b="b"/>
              <a:pathLst>
                <a:path w="6355" h="1590" extrusionOk="0">
                  <a:moveTo>
                    <a:pt x="2889" y="1"/>
                  </a:moveTo>
                  <a:cubicBezTo>
                    <a:pt x="1316" y="1"/>
                    <a:pt x="10" y="419"/>
                    <a:pt x="10" y="955"/>
                  </a:cubicBezTo>
                  <a:cubicBezTo>
                    <a:pt x="0" y="1275"/>
                    <a:pt x="603" y="1590"/>
                    <a:pt x="1381" y="1590"/>
                  </a:cubicBezTo>
                  <a:cubicBezTo>
                    <a:pt x="1862" y="1590"/>
                    <a:pt x="2411" y="1469"/>
                    <a:pt x="2923" y="1156"/>
                  </a:cubicBezTo>
                  <a:cubicBezTo>
                    <a:pt x="3712" y="678"/>
                    <a:pt x="4475" y="652"/>
                    <a:pt x="5104" y="652"/>
                  </a:cubicBezTo>
                  <a:cubicBezTo>
                    <a:pt x="5179" y="652"/>
                    <a:pt x="5252" y="652"/>
                    <a:pt x="5324" y="652"/>
                  </a:cubicBezTo>
                  <a:cubicBezTo>
                    <a:pt x="5490" y="652"/>
                    <a:pt x="5645" y="650"/>
                    <a:pt x="5785" y="637"/>
                  </a:cubicBezTo>
                  <a:cubicBezTo>
                    <a:pt x="6354" y="587"/>
                    <a:pt x="4446" y="34"/>
                    <a:pt x="288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9" name="Google Shape;10359;p24"/>
            <p:cNvSpPr/>
            <p:nvPr/>
          </p:nvSpPr>
          <p:spPr>
            <a:xfrm>
              <a:off x="2025450" y="837775"/>
              <a:ext cx="31400" cy="10475"/>
            </a:xfrm>
            <a:custGeom>
              <a:avLst/>
              <a:gdLst/>
              <a:ahLst/>
              <a:cxnLst/>
              <a:rect l="l" t="t" r="r" b="b"/>
              <a:pathLst>
                <a:path w="1256" h="419" extrusionOk="0">
                  <a:moveTo>
                    <a:pt x="636" y="0"/>
                  </a:moveTo>
                  <a:cubicBezTo>
                    <a:pt x="268" y="0"/>
                    <a:pt x="0" y="84"/>
                    <a:pt x="0" y="201"/>
                  </a:cubicBezTo>
                  <a:cubicBezTo>
                    <a:pt x="0" y="318"/>
                    <a:pt x="268" y="419"/>
                    <a:pt x="636" y="419"/>
                  </a:cubicBezTo>
                  <a:cubicBezTo>
                    <a:pt x="988" y="419"/>
                    <a:pt x="1256" y="335"/>
                    <a:pt x="1256" y="201"/>
                  </a:cubicBezTo>
                  <a:cubicBezTo>
                    <a:pt x="1256" y="84"/>
                    <a:pt x="988" y="0"/>
                    <a:pt x="6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0" name="Google Shape;10360;p24"/>
            <p:cNvSpPr/>
            <p:nvPr/>
          </p:nvSpPr>
          <p:spPr>
            <a:xfrm>
              <a:off x="2012475" y="813075"/>
              <a:ext cx="31400" cy="10500"/>
            </a:xfrm>
            <a:custGeom>
              <a:avLst/>
              <a:gdLst/>
              <a:ahLst/>
              <a:cxnLst/>
              <a:rect l="l" t="t" r="r" b="b"/>
              <a:pathLst>
                <a:path w="1256" h="420" extrusionOk="0">
                  <a:moveTo>
                    <a:pt x="620" y="1"/>
                  </a:moveTo>
                  <a:cubicBezTo>
                    <a:pt x="285" y="1"/>
                    <a:pt x="1" y="84"/>
                    <a:pt x="1" y="202"/>
                  </a:cubicBezTo>
                  <a:cubicBezTo>
                    <a:pt x="1" y="336"/>
                    <a:pt x="268" y="419"/>
                    <a:pt x="620" y="419"/>
                  </a:cubicBezTo>
                  <a:cubicBezTo>
                    <a:pt x="955" y="419"/>
                    <a:pt x="1256" y="319"/>
                    <a:pt x="1256" y="202"/>
                  </a:cubicBezTo>
                  <a:cubicBezTo>
                    <a:pt x="1256" y="84"/>
                    <a:pt x="971" y="1"/>
                    <a:pt x="6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1" name="Google Shape;10361;p24"/>
            <p:cNvSpPr/>
            <p:nvPr/>
          </p:nvSpPr>
          <p:spPr>
            <a:xfrm>
              <a:off x="1975650" y="827725"/>
              <a:ext cx="22200" cy="7150"/>
            </a:xfrm>
            <a:custGeom>
              <a:avLst/>
              <a:gdLst/>
              <a:ahLst/>
              <a:cxnLst/>
              <a:rect l="l" t="t" r="r" b="b"/>
              <a:pathLst>
                <a:path w="888" h="286" extrusionOk="0">
                  <a:moveTo>
                    <a:pt x="452" y="1"/>
                  </a:moveTo>
                  <a:cubicBezTo>
                    <a:pt x="201" y="1"/>
                    <a:pt x="1" y="68"/>
                    <a:pt x="1" y="151"/>
                  </a:cubicBezTo>
                  <a:cubicBezTo>
                    <a:pt x="1" y="235"/>
                    <a:pt x="201" y="285"/>
                    <a:pt x="452" y="285"/>
                  </a:cubicBezTo>
                  <a:cubicBezTo>
                    <a:pt x="704" y="285"/>
                    <a:pt x="888" y="235"/>
                    <a:pt x="888" y="151"/>
                  </a:cubicBezTo>
                  <a:cubicBezTo>
                    <a:pt x="888" y="68"/>
                    <a:pt x="704" y="1"/>
                    <a:pt x="4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2" name="Google Shape;10362;p24"/>
            <p:cNvSpPr/>
            <p:nvPr/>
          </p:nvSpPr>
          <p:spPr>
            <a:xfrm>
              <a:off x="2075250" y="818100"/>
              <a:ext cx="21775" cy="7550"/>
            </a:xfrm>
            <a:custGeom>
              <a:avLst/>
              <a:gdLst/>
              <a:ahLst/>
              <a:cxnLst/>
              <a:rect l="l" t="t" r="r" b="b"/>
              <a:pathLst>
                <a:path w="871" h="302" extrusionOk="0">
                  <a:moveTo>
                    <a:pt x="436" y="1"/>
                  </a:moveTo>
                  <a:cubicBezTo>
                    <a:pt x="184" y="1"/>
                    <a:pt x="0" y="68"/>
                    <a:pt x="0" y="151"/>
                  </a:cubicBezTo>
                  <a:cubicBezTo>
                    <a:pt x="0" y="235"/>
                    <a:pt x="184" y="302"/>
                    <a:pt x="436" y="302"/>
                  </a:cubicBezTo>
                  <a:cubicBezTo>
                    <a:pt x="687" y="302"/>
                    <a:pt x="871" y="235"/>
                    <a:pt x="871" y="151"/>
                  </a:cubicBezTo>
                  <a:cubicBezTo>
                    <a:pt x="871" y="68"/>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3" name="Google Shape;10363;p24"/>
            <p:cNvSpPr/>
            <p:nvPr/>
          </p:nvSpPr>
          <p:spPr>
            <a:xfrm>
              <a:off x="2295350" y="809325"/>
              <a:ext cx="22200" cy="7550"/>
            </a:xfrm>
            <a:custGeom>
              <a:avLst/>
              <a:gdLst/>
              <a:ahLst/>
              <a:cxnLst/>
              <a:rect l="l" t="t" r="r" b="b"/>
              <a:pathLst>
                <a:path w="888" h="302" extrusionOk="0">
                  <a:moveTo>
                    <a:pt x="436" y="0"/>
                  </a:moveTo>
                  <a:cubicBezTo>
                    <a:pt x="185" y="0"/>
                    <a:pt x="1" y="67"/>
                    <a:pt x="1" y="151"/>
                  </a:cubicBezTo>
                  <a:cubicBezTo>
                    <a:pt x="1" y="234"/>
                    <a:pt x="185" y="301"/>
                    <a:pt x="436" y="301"/>
                  </a:cubicBezTo>
                  <a:cubicBezTo>
                    <a:pt x="687" y="301"/>
                    <a:pt x="888" y="234"/>
                    <a:pt x="888" y="151"/>
                  </a:cubicBezTo>
                  <a:cubicBezTo>
                    <a:pt x="888" y="67"/>
                    <a:pt x="687"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4" name="Google Shape;10364;p24"/>
            <p:cNvSpPr/>
            <p:nvPr/>
          </p:nvSpPr>
          <p:spPr>
            <a:xfrm>
              <a:off x="1863925" y="897375"/>
              <a:ext cx="193725" cy="30425"/>
            </a:xfrm>
            <a:custGeom>
              <a:avLst/>
              <a:gdLst/>
              <a:ahLst/>
              <a:cxnLst/>
              <a:rect l="l" t="t" r="r" b="b"/>
              <a:pathLst>
                <a:path w="7749" h="1217" extrusionOk="0">
                  <a:moveTo>
                    <a:pt x="3619" y="0"/>
                  </a:moveTo>
                  <a:cubicBezTo>
                    <a:pt x="3223" y="0"/>
                    <a:pt x="2825" y="43"/>
                    <a:pt x="2444" y="144"/>
                  </a:cubicBezTo>
                  <a:cubicBezTo>
                    <a:pt x="0" y="763"/>
                    <a:pt x="3281" y="1098"/>
                    <a:pt x="6210" y="1215"/>
                  </a:cubicBezTo>
                  <a:cubicBezTo>
                    <a:pt x="6246" y="1216"/>
                    <a:pt x="6279" y="1217"/>
                    <a:pt x="6311" y="1217"/>
                  </a:cubicBezTo>
                  <a:cubicBezTo>
                    <a:pt x="7748" y="1217"/>
                    <a:pt x="5733" y="0"/>
                    <a:pt x="36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5" name="Google Shape;10365;p24"/>
            <p:cNvSpPr/>
            <p:nvPr/>
          </p:nvSpPr>
          <p:spPr>
            <a:xfrm>
              <a:off x="1662750" y="693975"/>
              <a:ext cx="142875" cy="53300"/>
            </a:xfrm>
            <a:custGeom>
              <a:avLst/>
              <a:gdLst/>
              <a:ahLst/>
              <a:cxnLst/>
              <a:rect l="l" t="t" r="r" b="b"/>
              <a:pathLst>
                <a:path w="5715" h="2132" extrusionOk="0">
                  <a:moveTo>
                    <a:pt x="3380" y="0"/>
                  </a:moveTo>
                  <a:cubicBezTo>
                    <a:pt x="3249" y="0"/>
                    <a:pt x="3114" y="4"/>
                    <a:pt x="2976" y="11"/>
                  </a:cubicBezTo>
                  <a:cubicBezTo>
                    <a:pt x="1436" y="95"/>
                    <a:pt x="113" y="647"/>
                    <a:pt x="46" y="1233"/>
                  </a:cubicBezTo>
                  <a:cubicBezTo>
                    <a:pt x="1" y="1765"/>
                    <a:pt x="977" y="2131"/>
                    <a:pt x="2310" y="2131"/>
                  </a:cubicBezTo>
                  <a:cubicBezTo>
                    <a:pt x="2445" y="2131"/>
                    <a:pt x="2583" y="2128"/>
                    <a:pt x="2724" y="2120"/>
                  </a:cubicBezTo>
                  <a:cubicBezTo>
                    <a:pt x="4281" y="2036"/>
                    <a:pt x="5570" y="1501"/>
                    <a:pt x="5654" y="915"/>
                  </a:cubicBezTo>
                  <a:cubicBezTo>
                    <a:pt x="5715" y="381"/>
                    <a:pt x="4733" y="0"/>
                    <a:pt x="33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6" name="Google Shape;10366;p24"/>
            <p:cNvSpPr/>
            <p:nvPr/>
          </p:nvSpPr>
          <p:spPr>
            <a:xfrm>
              <a:off x="1914550" y="708475"/>
              <a:ext cx="140225" cy="59450"/>
            </a:xfrm>
            <a:custGeom>
              <a:avLst/>
              <a:gdLst/>
              <a:ahLst/>
              <a:cxnLst/>
              <a:rect l="l" t="t" r="r" b="b"/>
              <a:pathLst>
                <a:path w="5609" h="2378" extrusionOk="0">
                  <a:moveTo>
                    <a:pt x="2813" y="0"/>
                  </a:moveTo>
                  <a:cubicBezTo>
                    <a:pt x="1256" y="0"/>
                    <a:pt x="1" y="536"/>
                    <a:pt x="1" y="1189"/>
                  </a:cubicBezTo>
                  <a:cubicBezTo>
                    <a:pt x="1" y="1841"/>
                    <a:pt x="1256" y="2377"/>
                    <a:pt x="2813" y="2377"/>
                  </a:cubicBezTo>
                  <a:cubicBezTo>
                    <a:pt x="4353" y="2377"/>
                    <a:pt x="5608" y="1841"/>
                    <a:pt x="5608" y="1189"/>
                  </a:cubicBezTo>
                  <a:cubicBezTo>
                    <a:pt x="5608" y="536"/>
                    <a:pt x="4353" y="0"/>
                    <a:pt x="281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7" name="Google Shape;10367;p24"/>
            <p:cNvSpPr/>
            <p:nvPr/>
          </p:nvSpPr>
          <p:spPr>
            <a:xfrm>
              <a:off x="1914550" y="590050"/>
              <a:ext cx="97525" cy="18850"/>
            </a:xfrm>
            <a:custGeom>
              <a:avLst/>
              <a:gdLst/>
              <a:ahLst/>
              <a:cxnLst/>
              <a:rect l="l" t="t" r="r" b="b"/>
              <a:pathLst>
                <a:path w="3901" h="754" extrusionOk="0">
                  <a:moveTo>
                    <a:pt x="1942" y="0"/>
                  </a:moveTo>
                  <a:cubicBezTo>
                    <a:pt x="871" y="0"/>
                    <a:pt x="1" y="168"/>
                    <a:pt x="1" y="385"/>
                  </a:cubicBezTo>
                  <a:cubicBezTo>
                    <a:pt x="1" y="586"/>
                    <a:pt x="871" y="753"/>
                    <a:pt x="1942" y="753"/>
                  </a:cubicBezTo>
                  <a:cubicBezTo>
                    <a:pt x="3014" y="753"/>
                    <a:pt x="3901" y="586"/>
                    <a:pt x="3901" y="385"/>
                  </a:cubicBezTo>
                  <a:cubicBezTo>
                    <a:pt x="3901" y="168"/>
                    <a:pt x="3014" y="0"/>
                    <a:pt x="19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8" name="Google Shape;10368;p24"/>
            <p:cNvSpPr/>
            <p:nvPr/>
          </p:nvSpPr>
          <p:spPr>
            <a:xfrm>
              <a:off x="2029625" y="601500"/>
              <a:ext cx="33500" cy="12600"/>
            </a:xfrm>
            <a:custGeom>
              <a:avLst/>
              <a:gdLst/>
              <a:ahLst/>
              <a:cxnLst/>
              <a:rect l="l" t="t" r="r" b="b"/>
              <a:pathLst>
                <a:path w="1340" h="504" extrusionOk="0">
                  <a:moveTo>
                    <a:pt x="426" y="1"/>
                  </a:moveTo>
                  <a:cubicBezTo>
                    <a:pt x="205" y="1"/>
                    <a:pt x="42" y="56"/>
                    <a:pt x="18" y="128"/>
                  </a:cubicBezTo>
                  <a:cubicBezTo>
                    <a:pt x="1" y="262"/>
                    <a:pt x="269" y="413"/>
                    <a:pt x="620" y="463"/>
                  </a:cubicBezTo>
                  <a:cubicBezTo>
                    <a:pt x="743" y="491"/>
                    <a:pt x="860" y="504"/>
                    <a:pt x="962" y="504"/>
                  </a:cubicBezTo>
                  <a:cubicBezTo>
                    <a:pt x="1167" y="504"/>
                    <a:pt x="1312" y="452"/>
                    <a:pt x="1323" y="362"/>
                  </a:cubicBezTo>
                  <a:cubicBezTo>
                    <a:pt x="1340" y="245"/>
                    <a:pt x="1072" y="95"/>
                    <a:pt x="704" y="28"/>
                  </a:cubicBezTo>
                  <a:cubicBezTo>
                    <a:pt x="606" y="9"/>
                    <a:pt x="511" y="1"/>
                    <a:pt x="4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9" name="Google Shape;10369;p24"/>
            <p:cNvSpPr/>
            <p:nvPr/>
          </p:nvSpPr>
          <p:spPr>
            <a:xfrm>
              <a:off x="2009125" y="947725"/>
              <a:ext cx="158200" cy="41975"/>
            </a:xfrm>
            <a:custGeom>
              <a:avLst/>
              <a:gdLst/>
              <a:ahLst/>
              <a:cxnLst/>
              <a:rect l="l" t="t" r="r" b="b"/>
              <a:pathLst>
                <a:path w="6328" h="1679" extrusionOk="0">
                  <a:moveTo>
                    <a:pt x="5183" y="0"/>
                  </a:moveTo>
                  <a:cubicBezTo>
                    <a:pt x="4964" y="0"/>
                    <a:pt x="4746" y="46"/>
                    <a:pt x="4554" y="139"/>
                  </a:cubicBezTo>
                  <a:cubicBezTo>
                    <a:pt x="3984" y="390"/>
                    <a:pt x="3014" y="574"/>
                    <a:pt x="1959" y="574"/>
                  </a:cubicBezTo>
                  <a:cubicBezTo>
                    <a:pt x="1289" y="574"/>
                    <a:pt x="653" y="507"/>
                    <a:pt x="135" y="390"/>
                  </a:cubicBezTo>
                  <a:cubicBezTo>
                    <a:pt x="51" y="473"/>
                    <a:pt x="1" y="574"/>
                    <a:pt x="1" y="674"/>
                  </a:cubicBezTo>
                  <a:cubicBezTo>
                    <a:pt x="1" y="1227"/>
                    <a:pt x="1423" y="1678"/>
                    <a:pt x="3164" y="1678"/>
                  </a:cubicBezTo>
                  <a:cubicBezTo>
                    <a:pt x="4905" y="1678"/>
                    <a:pt x="6328" y="1243"/>
                    <a:pt x="6328" y="674"/>
                  </a:cubicBezTo>
                  <a:cubicBezTo>
                    <a:pt x="6328" y="473"/>
                    <a:pt x="6144" y="289"/>
                    <a:pt x="5826" y="139"/>
                  </a:cubicBezTo>
                  <a:cubicBezTo>
                    <a:pt x="5625" y="46"/>
                    <a:pt x="5403" y="0"/>
                    <a:pt x="5183"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0" name="Google Shape;10370;p24"/>
            <p:cNvSpPr/>
            <p:nvPr/>
          </p:nvSpPr>
          <p:spPr>
            <a:xfrm>
              <a:off x="2291300" y="805325"/>
              <a:ext cx="132975" cy="50600"/>
            </a:xfrm>
            <a:custGeom>
              <a:avLst/>
              <a:gdLst/>
              <a:ahLst/>
              <a:cxnLst/>
              <a:rect l="l" t="t" r="r" b="b"/>
              <a:pathLst>
                <a:path w="5319" h="2024" extrusionOk="0">
                  <a:moveTo>
                    <a:pt x="4000" y="1"/>
                  </a:moveTo>
                  <a:cubicBezTo>
                    <a:pt x="3689" y="1"/>
                    <a:pt x="3375" y="89"/>
                    <a:pt x="3092" y="261"/>
                  </a:cubicBezTo>
                  <a:cubicBezTo>
                    <a:pt x="2539" y="608"/>
                    <a:pt x="1671" y="1001"/>
                    <a:pt x="716" y="1001"/>
                  </a:cubicBezTo>
                  <a:cubicBezTo>
                    <a:pt x="660" y="1001"/>
                    <a:pt x="604" y="1000"/>
                    <a:pt x="548" y="997"/>
                  </a:cubicBezTo>
                  <a:lnTo>
                    <a:pt x="514" y="997"/>
                  </a:lnTo>
                  <a:cubicBezTo>
                    <a:pt x="508" y="997"/>
                    <a:pt x="503" y="997"/>
                    <a:pt x="497" y="997"/>
                  </a:cubicBezTo>
                  <a:cubicBezTo>
                    <a:pt x="93" y="997"/>
                    <a:pt x="1" y="1568"/>
                    <a:pt x="380" y="1717"/>
                  </a:cubicBezTo>
                  <a:cubicBezTo>
                    <a:pt x="816" y="1884"/>
                    <a:pt x="1418" y="2001"/>
                    <a:pt x="2104" y="2018"/>
                  </a:cubicBezTo>
                  <a:cubicBezTo>
                    <a:pt x="2202" y="2022"/>
                    <a:pt x="2299" y="2024"/>
                    <a:pt x="2395" y="2024"/>
                  </a:cubicBezTo>
                  <a:cubicBezTo>
                    <a:pt x="3986" y="2024"/>
                    <a:pt x="5252" y="1511"/>
                    <a:pt x="5268" y="880"/>
                  </a:cubicBezTo>
                  <a:cubicBezTo>
                    <a:pt x="5318" y="646"/>
                    <a:pt x="5151" y="428"/>
                    <a:pt x="4850" y="244"/>
                  </a:cubicBezTo>
                  <a:cubicBezTo>
                    <a:pt x="4588" y="81"/>
                    <a:pt x="4296" y="1"/>
                    <a:pt x="400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1" name="Google Shape;10371;p24"/>
            <p:cNvSpPr/>
            <p:nvPr/>
          </p:nvSpPr>
          <p:spPr>
            <a:xfrm>
              <a:off x="2330925" y="832325"/>
              <a:ext cx="31400" cy="8825"/>
            </a:xfrm>
            <a:custGeom>
              <a:avLst/>
              <a:gdLst/>
              <a:ahLst/>
              <a:cxnLst/>
              <a:rect l="l" t="t" r="r" b="b"/>
              <a:pathLst>
                <a:path w="1256" h="353" extrusionOk="0">
                  <a:moveTo>
                    <a:pt x="637" y="1"/>
                  </a:moveTo>
                  <a:cubicBezTo>
                    <a:pt x="302" y="1"/>
                    <a:pt x="1" y="84"/>
                    <a:pt x="1" y="168"/>
                  </a:cubicBezTo>
                  <a:cubicBezTo>
                    <a:pt x="1" y="269"/>
                    <a:pt x="268" y="352"/>
                    <a:pt x="637" y="352"/>
                  </a:cubicBezTo>
                  <a:cubicBezTo>
                    <a:pt x="988" y="352"/>
                    <a:pt x="1256" y="302"/>
                    <a:pt x="1256" y="185"/>
                  </a:cubicBezTo>
                  <a:cubicBezTo>
                    <a:pt x="1256" y="84"/>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2" name="Google Shape;10372;p24"/>
            <p:cNvSpPr/>
            <p:nvPr/>
          </p:nvSpPr>
          <p:spPr>
            <a:xfrm>
              <a:off x="2369850" y="804725"/>
              <a:ext cx="21775" cy="7125"/>
            </a:xfrm>
            <a:custGeom>
              <a:avLst/>
              <a:gdLst/>
              <a:ahLst/>
              <a:cxnLst/>
              <a:rect l="l" t="t" r="r" b="b"/>
              <a:pathLst>
                <a:path w="871" h="285" extrusionOk="0">
                  <a:moveTo>
                    <a:pt x="435" y="0"/>
                  </a:moveTo>
                  <a:cubicBezTo>
                    <a:pt x="184" y="0"/>
                    <a:pt x="0" y="67"/>
                    <a:pt x="0" y="151"/>
                  </a:cubicBezTo>
                  <a:cubicBezTo>
                    <a:pt x="0" y="234"/>
                    <a:pt x="184" y="285"/>
                    <a:pt x="435" y="285"/>
                  </a:cubicBezTo>
                  <a:cubicBezTo>
                    <a:pt x="670" y="285"/>
                    <a:pt x="871" y="234"/>
                    <a:pt x="871" y="151"/>
                  </a:cubicBezTo>
                  <a:cubicBezTo>
                    <a:pt x="871" y="67"/>
                    <a:pt x="687"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3" name="Google Shape;10373;p24"/>
            <p:cNvSpPr/>
            <p:nvPr/>
          </p:nvSpPr>
          <p:spPr>
            <a:xfrm>
              <a:off x="2020425" y="951175"/>
              <a:ext cx="21775" cy="7150"/>
            </a:xfrm>
            <a:custGeom>
              <a:avLst/>
              <a:gdLst/>
              <a:ahLst/>
              <a:cxnLst/>
              <a:rect l="l" t="t" r="r" b="b"/>
              <a:pathLst>
                <a:path w="871" h="286" extrusionOk="0">
                  <a:moveTo>
                    <a:pt x="436" y="1"/>
                  </a:moveTo>
                  <a:cubicBezTo>
                    <a:pt x="185" y="1"/>
                    <a:pt x="1" y="67"/>
                    <a:pt x="1" y="151"/>
                  </a:cubicBezTo>
                  <a:cubicBezTo>
                    <a:pt x="1" y="235"/>
                    <a:pt x="185" y="285"/>
                    <a:pt x="436" y="285"/>
                  </a:cubicBezTo>
                  <a:cubicBezTo>
                    <a:pt x="670" y="285"/>
                    <a:pt x="871" y="235"/>
                    <a:pt x="871" y="151"/>
                  </a:cubicBezTo>
                  <a:cubicBezTo>
                    <a:pt x="871" y="67"/>
                    <a:pt x="687" y="1"/>
                    <a:pt x="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4" name="Google Shape;10374;p24"/>
            <p:cNvSpPr/>
            <p:nvPr/>
          </p:nvSpPr>
          <p:spPr>
            <a:xfrm>
              <a:off x="2058925" y="969175"/>
              <a:ext cx="31400" cy="9275"/>
            </a:xfrm>
            <a:custGeom>
              <a:avLst/>
              <a:gdLst/>
              <a:ahLst/>
              <a:cxnLst/>
              <a:rect l="l" t="t" r="r" b="b"/>
              <a:pathLst>
                <a:path w="1256" h="371" extrusionOk="0">
                  <a:moveTo>
                    <a:pt x="637" y="0"/>
                  </a:moveTo>
                  <a:cubicBezTo>
                    <a:pt x="302" y="0"/>
                    <a:pt x="1" y="84"/>
                    <a:pt x="1" y="184"/>
                  </a:cubicBezTo>
                  <a:cubicBezTo>
                    <a:pt x="1" y="285"/>
                    <a:pt x="268" y="369"/>
                    <a:pt x="637" y="369"/>
                  </a:cubicBezTo>
                  <a:cubicBezTo>
                    <a:pt x="667" y="370"/>
                    <a:pt x="697" y="371"/>
                    <a:pt x="726" y="371"/>
                  </a:cubicBezTo>
                  <a:cubicBezTo>
                    <a:pt x="1032" y="371"/>
                    <a:pt x="1256" y="293"/>
                    <a:pt x="1256" y="201"/>
                  </a:cubicBezTo>
                  <a:cubicBezTo>
                    <a:pt x="1256" y="84"/>
                    <a:pt x="988" y="0"/>
                    <a:pt x="6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5" name="Google Shape;10375;p24"/>
            <p:cNvSpPr/>
            <p:nvPr/>
          </p:nvSpPr>
          <p:spPr>
            <a:xfrm>
              <a:off x="2117100" y="961225"/>
              <a:ext cx="21775" cy="7125"/>
            </a:xfrm>
            <a:custGeom>
              <a:avLst/>
              <a:gdLst/>
              <a:ahLst/>
              <a:cxnLst/>
              <a:rect l="l" t="t" r="r" b="b"/>
              <a:pathLst>
                <a:path w="871" h="285" extrusionOk="0">
                  <a:moveTo>
                    <a:pt x="435" y="0"/>
                  </a:moveTo>
                  <a:cubicBezTo>
                    <a:pt x="184" y="0"/>
                    <a:pt x="0" y="50"/>
                    <a:pt x="0" y="134"/>
                  </a:cubicBezTo>
                  <a:cubicBezTo>
                    <a:pt x="0" y="218"/>
                    <a:pt x="184" y="285"/>
                    <a:pt x="435" y="285"/>
                  </a:cubicBezTo>
                  <a:cubicBezTo>
                    <a:pt x="686" y="285"/>
                    <a:pt x="871" y="218"/>
                    <a:pt x="871" y="134"/>
                  </a:cubicBezTo>
                  <a:cubicBezTo>
                    <a:pt x="871" y="50"/>
                    <a:pt x="686"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6" name="Google Shape;10376;p24"/>
            <p:cNvSpPr/>
            <p:nvPr/>
          </p:nvSpPr>
          <p:spPr>
            <a:xfrm>
              <a:off x="2082350" y="944475"/>
              <a:ext cx="22225" cy="7150"/>
            </a:xfrm>
            <a:custGeom>
              <a:avLst/>
              <a:gdLst/>
              <a:ahLst/>
              <a:cxnLst/>
              <a:rect l="l" t="t" r="r" b="b"/>
              <a:pathLst>
                <a:path w="889" h="286" extrusionOk="0">
                  <a:moveTo>
                    <a:pt x="453" y="1"/>
                  </a:moveTo>
                  <a:cubicBezTo>
                    <a:pt x="202" y="1"/>
                    <a:pt x="1" y="51"/>
                    <a:pt x="1" y="135"/>
                  </a:cubicBezTo>
                  <a:cubicBezTo>
                    <a:pt x="1" y="218"/>
                    <a:pt x="202" y="285"/>
                    <a:pt x="453" y="285"/>
                  </a:cubicBezTo>
                  <a:cubicBezTo>
                    <a:pt x="704" y="285"/>
                    <a:pt x="888" y="218"/>
                    <a:pt x="888" y="135"/>
                  </a:cubicBezTo>
                  <a:cubicBezTo>
                    <a:pt x="888" y="51"/>
                    <a:pt x="704" y="1"/>
                    <a:pt x="4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7" name="Google Shape;10377;p24"/>
            <p:cNvSpPr/>
            <p:nvPr/>
          </p:nvSpPr>
          <p:spPr>
            <a:xfrm>
              <a:off x="1922925" y="715475"/>
              <a:ext cx="110925" cy="48250"/>
            </a:xfrm>
            <a:custGeom>
              <a:avLst/>
              <a:gdLst/>
              <a:ahLst/>
              <a:cxnLst/>
              <a:rect l="l" t="t" r="r" b="b"/>
              <a:pathLst>
                <a:path w="4437" h="1930" extrusionOk="0">
                  <a:moveTo>
                    <a:pt x="1190" y="1"/>
                  </a:moveTo>
                  <a:cubicBezTo>
                    <a:pt x="1173" y="1"/>
                    <a:pt x="1156" y="2"/>
                    <a:pt x="1139" y="5"/>
                  </a:cubicBezTo>
                  <a:cubicBezTo>
                    <a:pt x="436" y="206"/>
                    <a:pt x="0" y="507"/>
                    <a:pt x="0" y="892"/>
                  </a:cubicBezTo>
                  <a:cubicBezTo>
                    <a:pt x="0" y="1461"/>
                    <a:pt x="1088" y="1930"/>
                    <a:pt x="2428" y="1930"/>
                  </a:cubicBezTo>
                  <a:cubicBezTo>
                    <a:pt x="3264" y="1930"/>
                    <a:pt x="4001" y="1746"/>
                    <a:pt x="4436" y="1478"/>
                  </a:cubicBezTo>
                  <a:lnTo>
                    <a:pt x="4436" y="1478"/>
                  </a:lnTo>
                  <a:cubicBezTo>
                    <a:pt x="4269" y="1494"/>
                    <a:pt x="4101" y="1511"/>
                    <a:pt x="3934" y="1511"/>
                  </a:cubicBezTo>
                  <a:cubicBezTo>
                    <a:pt x="2595" y="1511"/>
                    <a:pt x="1507" y="1059"/>
                    <a:pt x="1507" y="473"/>
                  </a:cubicBezTo>
                  <a:lnTo>
                    <a:pt x="1507" y="390"/>
                  </a:lnTo>
                  <a:cubicBezTo>
                    <a:pt x="1553" y="174"/>
                    <a:pt x="1387" y="1"/>
                    <a:pt x="119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8" name="Google Shape;10378;p24"/>
            <p:cNvSpPr/>
            <p:nvPr/>
          </p:nvSpPr>
          <p:spPr>
            <a:xfrm>
              <a:off x="1934225" y="723525"/>
              <a:ext cx="31400" cy="10500"/>
            </a:xfrm>
            <a:custGeom>
              <a:avLst/>
              <a:gdLst/>
              <a:ahLst/>
              <a:cxnLst/>
              <a:rect l="l" t="t" r="r" b="b"/>
              <a:pathLst>
                <a:path w="1256" h="420" extrusionOk="0">
                  <a:moveTo>
                    <a:pt x="636" y="1"/>
                  </a:moveTo>
                  <a:cubicBezTo>
                    <a:pt x="302" y="1"/>
                    <a:pt x="0" y="84"/>
                    <a:pt x="0" y="218"/>
                  </a:cubicBezTo>
                  <a:cubicBezTo>
                    <a:pt x="0" y="335"/>
                    <a:pt x="285" y="419"/>
                    <a:pt x="636" y="419"/>
                  </a:cubicBezTo>
                  <a:cubicBezTo>
                    <a:pt x="988" y="419"/>
                    <a:pt x="1256" y="335"/>
                    <a:pt x="1256" y="218"/>
                  </a:cubicBezTo>
                  <a:cubicBezTo>
                    <a:pt x="1256" y="84"/>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9" name="Google Shape;10379;p24"/>
            <p:cNvSpPr/>
            <p:nvPr/>
          </p:nvSpPr>
          <p:spPr>
            <a:xfrm>
              <a:off x="1971875" y="747800"/>
              <a:ext cx="25150" cy="7150"/>
            </a:xfrm>
            <a:custGeom>
              <a:avLst/>
              <a:gdLst/>
              <a:ahLst/>
              <a:cxnLst/>
              <a:rect l="l" t="t" r="r" b="b"/>
              <a:pathLst>
                <a:path w="1006" h="286" extrusionOk="0">
                  <a:moveTo>
                    <a:pt x="503" y="1"/>
                  </a:moveTo>
                  <a:cubicBezTo>
                    <a:pt x="235" y="1"/>
                    <a:pt x="1" y="51"/>
                    <a:pt x="1" y="134"/>
                  </a:cubicBezTo>
                  <a:cubicBezTo>
                    <a:pt x="1" y="218"/>
                    <a:pt x="235" y="285"/>
                    <a:pt x="503" y="285"/>
                  </a:cubicBezTo>
                  <a:cubicBezTo>
                    <a:pt x="788" y="285"/>
                    <a:pt x="1005" y="218"/>
                    <a:pt x="1005" y="134"/>
                  </a:cubicBezTo>
                  <a:cubicBezTo>
                    <a:pt x="1005" y="51"/>
                    <a:pt x="788"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0" name="Google Shape;10380;p24"/>
            <p:cNvSpPr/>
            <p:nvPr/>
          </p:nvSpPr>
          <p:spPr>
            <a:xfrm>
              <a:off x="2022100" y="728125"/>
              <a:ext cx="19275" cy="7575"/>
            </a:xfrm>
            <a:custGeom>
              <a:avLst/>
              <a:gdLst/>
              <a:ahLst/>
              <a:cxnLst/>
              <a:rect l="l" t="t" r="r" b="b"/>
              <a:pathLst>
                <a:path w="771" h="303" extrusionOk="0">
                  <a:moveTo>
                    <a:pt x="386" y="1"/>
                  </a:moveTo>
                  <a:cubicBezTo>
                    <a:pt x="168" y="1"/>
                    <a:pt x="1" y="68"/>
                    <a:pt x="1" y="151"/>
                  </a:cubicBezTo>
                  <a:cubicBezTo>
                    <a:pt x="1" y="235"/>
                    <a:pt x="168" y="302"/>
                    <a:pt x="386" y="302"/>
                  </a:cubicBezTo>
                  <a:cubicBezTo>
                    <a:pt x="603" y="285"/>
                    <a:pt x="770" y="218"/>
                    <a:pt x="770" y="151"/>
                  </a:cubicBezTo>
                  <a:cubicBezTo>
                    <a:pt x="770" y="68"/>
                    <a:pt x="586" y="1"/>
                    <a:pt x="3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1" name="Google Shape;10381;p24"/>
            <p:cNvSpPr/>
            <p:nvPr/>
          </p:nvSpPr>
          <p:spPr>
            <a:xfrm>
              <a:off x="1990725" y="717675"/>
              <a:ext cx="19275" cy="7550"/>
            </a:xfrm>
            <a:custGeom>
              <a:avLst/>
              <a:gdLst/>
              <a:ahLst/>
              <a:cxnLst/>
              <a:rect l="l" t="t" r="r" b="b"/>
              <a:pathLst>
                <a:path w="771" h="302" extrusionOk="0">
                  <a:moveTo>
                    <a:pt x="385" y="0"/>
                  </a:moveTo>
                  <a:cubicBezTo>
                    <a:pt x="168" y="0"/>
                    <a:pt x="0" y="67"/>
                    <a:pt x="0" y="151"/>
                  </a:cubicBezTo>
                  <a:cubicBezTo>
                    <a:pt x="0" y="235"/>
                    <a:pt x="168" y="302"/>
                    <a:pt x="385" y="302"/>
                  </a:cubicBezTo>
                  <a:cubicBezTo>
                    <a:pt x="603" y="285"/>
                    <a:pt x="770" y="218"/>
                    <a:pt x="770" y="151"/>
                  </a:cubicBezTo>
                  <a:cubicBezTo>
                    <a:pt x="770" y="67"/>
                    <a:pt x="586" y="0"/>
                    <a:pt x="3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2" name="Google Shape;10382;p24"/>
            <p:cNvSpPr/>
            <p:nvPr/>
          </p:nvSpPr>
          <p:spPr>
            <a:xfrm>
              <a:off x="1674350" y="851500"/>
              <a:ext cx="161975" cy="66300"/>
            </a:xfrm>
            <a:custGeom>
              <a:avLst/>
              <a:gdLst/>
              <a:ahLst/>
              <a:cxnLst/>
              <a:rect l="l" t="t" r="r" b="b"/>
              <a:pathLst>
                <a:path w="6479" h="2652" extrusionOk="0">
                  <a:moveTo>
                    <a:pt x="3306" y="0"/>
                  </a:moveTo>
                  <a:cubicBezTo>
                    <a:pt x="3232" y="0"/>
                    <a:pt x="3156" y="2"/>
                    <a:pt x="3081" y="4"/>
                  </a:cubicBezTo>
                  <a:cubicBezTo>
                    <a:pt x="1340" y="71"/>
                    <a:pt x="1" y="723"/>
                    <a:pt x="84" y="1427"/>
                  </a:cubicBezTo>
                  <a:cubicBezTo>
                    <a:pt x="165" y="2131"/>
                    <a:pt x="1531" y="2652"/>
                    <a:pt x="3173" y="2652"/>
                  </a:cubicBezTo>
                  <a:cubicBezTo>
                    <a:pt x="3248" y="2652"/>
                    <a:pt x="3323" y="2651"/>
                    <a:pt x="3399" y="2648"/>
                  </a:cubicBezTo>
                  <a:cubicBezTo>
                    <a:pt x="5140" y="2581"/>
                    <a:pt x="6479" y="1962"/>
                    <a:pt x="6395" y="1226"/>
                  </a:cubicBezTo>
                  <a:cubicBezTo>
                    <a:pt x="6315" y="521"/>
                    <a:pt x="4948" y="0"/>
                    <a:pt x="330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3" name="Google Shape;10383;p24"/>
            <p:cNvSpPr/>
            <p:nvPr/>
          </p:nvSpPr>
          <p:spPr>
            <a:xfrm>
              <a:off x="1710775" y="855675"/>
              <a:ext cx="112150" cy="32850"/>
            </a:xfrm>
            <a:custGeom>
              <a:avLst/>
              <a:gdLst/>
              <a:ahLst/>
              <a:cxnLst/>
              <a:rect l="l" t="t" r="r" b="b"/>
              <a:pathLst>
                <a:path w="4486" h="1314" extrusionOk="0">
                  <a:moveTo>
                    <a:pt x="1661" y="1"/>
                  </a:moveTo>
                  <a:cubicBezTo>
                    <a:pt x="1588" y="1"/>
                    <a:pt x="1514" y="2"/>
                    <a:pt x="1440" y="4"/>
                  </a:cubicBezTo>
                  <a:cubicBezTo>
                    <a:pt x="1055" y="21"/>
                    <a:pt x="686" y="71"/>
                    <a:pt x="352" y="138"/>
                  </a:cubicBezTo>
                  <a:cubicBezTo>
                    <a:pt x="50" y="188"/>
                    <a:pt x="0" y="573"/>
                    <a:pt x="218" y="741"/>
                  </a:cubicBezTo>
                  <a:cubicBezTo>
                    <a:pt x="764" y="1100"/>
                    <a:pt x="1732" y="1313"/>
                    <a:pt x="2811" y="1313"/>
                  </a:cubicBezTo>
                  <a:cubicBezTo>
                    <a:pt x="2889" y="1313"/>
                    <a:pt x="2967" y="1312"/>
                    <a:pt x="3046" y="1310"/>
                  </a:cubicBezTo>
                  <a:cubicBezTo>
                    <a:pt x="3431" y="1293"/>
                    <a:pt x="3800" y="1243"/>
                    <a:pt x="4134" y="1176"/>
                  </a:cubicBezTo>
                  <a:cubicBezTo>
                    <a:pt x="4436" y="1126"/>
                    <a:pt x="4486" y="741"/>
                    <a:pt x="4268" y="573"/>
                  </a:cubicBezTo>
                  <a:cubicBezTo>
                    <a:pt x="3720" y="228"/>
                    <a:pt x="2745" y="1"/>
                    <a:pt x="1661"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4" name="Google Shape;10384;p24"/>
            <p:cNvSpPr/>
            <p:nvPr/>
          </p:nvSpPr>
          <p:spPr>
            <a:xfrm>
              <a:off x="1696950" y="868325"/>
              <a:ext cx="26400" cy="8400"/>
            </a:xfrm>
            <a:custGeom>
              <a:avLst/>
              <a:gdLst/>
              <a:ahLst/>
              <a:cxnLst/>
              <a:rect l="l" t="t" r="r" b="b"/>
              <a:pathLst>
                <a:path w="1056" h="336" extrusionOk="0">
                  <a:moveTo>
                    <a:pt x="520" y="0"/>
                  </a:moveTo>
                  <a:cubicBezTo>
                    <a:pt x="235" y="0"/>
                    <a:pt x="1" y="67"/>
                    <a:pt x="1" y="168"/>
                  </a:cubicBezTo>
                  <a:cubicBezTo>
                    <a:pt x="1" y="251"/>
                    <a:pt x="235" y="335"/>
                    <a:pt x="520" y="335"/>
                  </a:cubicBezTo>
                  <a:cubicBezTo>
                    <a:pt x="821" y="335"/>
                    <a:pt x="1055" y="285"/>
                    <a:pt x="1055" y="168"/>
                  </a:cubicBezTo>
                  <a:cubicBezTo>
                    <a:pt x="1055" y="84"/>
                    <a:pt x="821" y="0"/>
                    <a:pt x="5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5" name="Google Shape;10385;p24"/>
            <p:cNvSpPr/>
            <p:nvPr/>
          </p:nvSpPr>
          <p:spPr>
            <a:xfrm>
              <a:off x="1770600" y="864125"/>
              <a:ext cx="31425" cy="10500"/>
            </a:xfrm>
            <a:custGeom>
              <a:avLst/>
              <a:gdLst/>
              <a:ahLst/>
              <a:cxnLst/>
              <a:rect l="l" t="t" r="r" b="b"/>
              <a:pathLst>
                <a:path w="1257" h="420" extrusionOk="0">
                  <a:moveTo>
                    <a:pt x="637" y="1"/>
                  </a:moveTo>
                  <a:cubicBezTo>
                    <a:pt x="285" y="1"/>
                    <a:pt x="1" y="85"/>
                    <a:pt x="1" y="218"/>
                  </a:cubicBezTo>
                  <a:cubicBezTo>
                    <a:pt x="1" y="336"/>
                    <a:pt x="285" y="419"/>
                    <a:pt x="637" y="419"/>
                  </a:cubicBezTo>
                  <a:cubicBezTo>
                    <a:pt x="988" y="419"/>
                    <a:pt x="1256" y="319"/>
                    <a:pt x="1256" y="218"/>
                  </a:cubicBezTo>
                  <a:cubicBezTo>
                    <a:pt x="1256" y="85"/>
                    <a:pt x="988" y="1"/>
                    <a:pt x="6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6" name="Google Shape;10386;p24"/>
            <p:cNvSpPr/>
            <p:nvPr/>
          </p:nvSpPr>
          <p:spPr>
            <a:xfrm>
              <a:off x="1738375" y="900950"/>
              <a:ext cx="25150" cy="6300"/>
            </a:xfrm>
            <a:custGeom>
              <a:avLst/>
              <a:gdLst/>
              <a:ahLst/>
              <a:cxnLst/>
              <a:rect l="l" t="t" r="r" b="b"/>
              <a:pathLst>
                <a:path w="1006" h="252" extrusionOk="0">
                  <a:moveTo>
                    <a:pt x="503" y="1"/>
                  </a:moveTo>
                  <a:cubicBezTo>
                    <a:pt x="235" y="1"/>
                    <a:pt x="1" y="68"/>
                    <a:pt x="1" y="118"/>
                  </a:cubicBezTo>
                  <a:cubicBezTo>
                    <a:pt x="1" y="185"/>
                    <a:pt x="218" y="252"/>
                    <a:pt x="503" y="252"/>
                  </a:cubicBezTo>
                  <a:cubicBezTo>
                    <a:pt x="771" y="252"/>
                    <a:pt x="1005" y="202"/>
                    <a:pt x="1005" y="118"/>
                  </a:cubicBezTo>
                  <a:cubicBezTo>
                    <a:pt x="1005" y="68"/>
                    <a:pt x="771" y="1"/>
                    <a:pt x="5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7" name="Google Shape;10387;p24"/>
            <p:cNvSpPr/>
            <p:nvPr/>
          </p:nvSpPr>
          <p:spPr>
            <a:xfrm>
              <a:off x="1671575" y="705125"/>
              <a:ext cx="121650" cy="39150"/>
            </a:xfrm>
            <a:custGeom>
              <a:avLst/>
              <a:gdLst/>
              <a:ahLst/>
              <a:cxnLst/>
              <a:rect l="l" t="t" r="r" b="b"/>
              <a:pathLst>
                <a:path w="4866" h="1566" extrusionOk="0">
                  <a:moveTo>
                    <a:pt x="1099" y="0"/>
                  </a:moveTo>
                  <a:lnTo>
                    <a:pt x="1099" y="0"/>
                  </a:lnTo>
                  <a:cubicBezTo>
                    <a:pt x="497" y="201"/>
                    <a:pt x="78" y="486"/>
                    <a:pt x="62" y="787"/>
                  </a:cubicBezTo>
                  <a:cubicBezTo>
                    <a:pt x="0" y="1246"/>
                    <a:pt x="863" y="1565"/>
                    <a:pt x="2035" y="1565"/>
                  </a:cubicBezTo>
                  <a:cubicBezTo>
                    <a:pt x="2145" y="1565"/>
                    <a:pt x="2257" y="1563"/>
                    <a:pt x="2371" y="1557"/>
                  </a:cubicBezTo>
                  <a:cubicBezTo>
                    <a:pt x="3610" y="1490"/>
                    <a:pt x="4681" y="1071"/>
                    <a:pt x="4866" y="620"/>
                  </a:cubicBezTo>
                  <a:lnTo>
                    <a:pt x="4866" y="620"/>
                  </a:lnTo>
                  <a:cubicBezTo>
                    <a:pt x="4447" y="753"/>
                    <a:pt x="3945" y="837"/>
                    <a:pt x="3409" y="887"/>
                  </a:cubicBezTo>
                  <a:cubicBezTo>
                    <a:pt x="3276" y="896"/>
                    <a:pt x="3146" y="900"/>
                    <a:pt x="3020" y="900"/>
                  </a:cubicBezTo>
                  <a:cubicBezTo>
                    <a:pt x="1875" y="900"/>
                    <a:pt x="1037" y="570"/>
                    <a:pt x="1083" y="117"/>
                  </a:cubicBezTo>
                  <a:cubicBezTo>
                    <a:pt x="1083" y="67"/>
                    <a:pt x="1099" y="50"/>
                    <a:pt x="109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8" name="Google Shape;10388;p24"/>
            <p:cNvSpPr/>
            <p:nvPr/>
          </p:nvSpPr>
          <p:spPr>
            <a:xfrm>
              <a:off x="1692775" y="708875"/>
              <a:ext cx="31400" cy="10500"/>
            </a:xfrm>
            <a:custGeom>
              <a:avLst/>
              <a:gdLst/>
              <a:ahLst/>
              <a:cxnLst/>
              <a:rect l="l" t="t" r="r" b="b"/>
              <a:pathLst>
                <a:path w="1256" h="420" extrusionOk="0">
                  <a:moveTo>
                    <a:pt x="636" y="1"/>
                  </a:moveTo>
                  <a:cubicBezTo>
                    <a:pt x="302" y="1"/>
                    <a:pt x="0" y="85"/>
                    <a:pt x="0" y="218"/>
                  </a:cubicBezTo>
                  <a:cubicBezTo>
                    <a:pt x="0" y="336"/>
                    <a:pt x="268" y="419"/>
                    <a:pt x="636" y="419"/>
                  </a:cubicBezTo>
                  <a:cubicBezTo>
                    <a:pt x="988" y="419"/>
                    <a:pt x="1256" y="336"/>
                    <a:pt x="1256" y="218"/>
                  </a:cubicBezTo>
                  <a:cubicBezTo>
                    <a:pt x="1256" y="85"/>
                    <a:pt x="988" y="1"/>
                    <a:pt x="6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9" name="Google Shape;10389;p24"/>
            <p:cNvSpPr/>
            <p:nvPr/>
          </p:nvSpPr>
          <p:spPr>
            <a:xfrm>
              <a:off x="1722475" y="729400"/>
              <a:ext cx="22200" cy="7975"/>
            </a:xfrm>
            <a:custGeom>
              <a:avLst/>
              <a:gdLst/>
              <a:ahLst/>
              <a:cxnLst/>
              <a:rect l="l" t="t" r="r" b="b"/>
              <a:pathLst>
                <a:path w="888" h="319" extrusionOk="0">
                  <a:moveTo>
                    <a:pt x="453" y="0"/>
                  </a:moveTo>
                  <a:cubicBezTo>
                    <a:pt x="202" y="0"/>
                    <a:pt x="1" y="84"/>
                    <a:pt x="1" y="167"/>
                  </a:cubicBezTo>
                  <a:cubicBezTo>
                    <a:pt x="1" y="251"/>
                    <a:pt x="218" y="318"/>
                    <a:pt x="453" y="318"/>
                  </a:cubicBezTo>
                  <a:cubicBezTo>
                    <a:pt x="670" y="318"/>
                    <a:pt x="888" y="234"/>
                    <a:pt x="888" y="151"/>
                  </a:cubicBezTo>
                  <a:cubicBezTo>
                    <a:pt x="888" y="50"/>
                    <a:pt x="670" y="0"/>
                    <a:pt x="4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0" name="Google Shape;10390;p24"/>
            <p:cNvSpPr/>
            <p:nvPr/>
          </p:nvSpPr>
          <p:spPr>
            <a:xfrm>
              <a:off x="1757625" y="708050"/>
              <a:ext cx="22200" cy="7550"/>
            </a:xfrm>
            <a:custGeom>
              <a:avLst/>
              <a:gdLst/>
              <a:ahLst/>
              <a:cxnLst/>
              <a:rect l="l" t="t" r="r" b="b"/>
              <a:pathLst>
                <a:path w="888" h="302" extrusionOk="0">
                  <a:moveTo>
                    <a:pt x="436" y="0"/>
                  </a:moveTo>
                  <a:cubicBezTo>
                    <a:pt x="218" y="0"/>
                    <a:pt x="1" y="84"/>
                    <a:pt x="1" y="168"/>
                  </a:cubicBezTo>
                  <a:cubicBezTo>
                    <a:pt x="1" y="251"/>
                    <a:pt x="218" y="302"/>
                    <a:pt x="436" y="302"/>
                  </a:cubicBezTo>
                  <a:cubicBezTo>
                    <a:pt x="670" y="302"/>
                    <a:pt x="888" y="218"/>
                    <a:pt x="888" y="134"/>
                  </a:cubicBezTo>
                  <a:cubicBezTo>
                    <a:pt x="888" y="51"/>
                    <a:pt x="670" y="0"/>
                    <a:pt x="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1" name="Google Shape;10391;p24"/>
            <p:cNvSpPr/>
            <p:nvPr/>
          </p:nvSpPr>
          <p:spPr>
            <a:xfrm>
              <a:off x="1702800" y="949750"/>
              <a:ext cx="261600" cy="72175"/>
            </a:xfrm>
            <a:custGeom>
              <a:avLst/>
              <a:gdLst/>
              <a:ahLst/>
              <a:cxnLst/>
              <a:rect l="l" t="t" r="r" b="b"/>
              <a:pathLst>
                <a:path w="10464" h="2887" extrusionOk="0">
                  <a:moveTo>
                    <a:pt x="2079" y="1"/>
                  </a:moveTo>
                  <a:cubicBezTo>
                    <a:pt x="1950" y="1"/>
                    <a:pt x="1826" y="13"/>
                    <a:pt x="1708" y="41"/>
                  </a:cubicBezTo>
                  <a:cubicBezTo>
                    <a:pt x="1" y="426"/>
                    <a:pt x="3131" y="2836"/>
                    <a:pt x="7617" y="2886"/>
                  </a:cubicBezTo>
                  <a:cubicBezTo>
                    <a:pt x="7658" y="2887"/>
                    <a:pt x="7699" y="2887"/>
                    <a:pt x="7740" y="2887"/>
                  </a:cubicBezTo>
                  <a:cubicBezTo>
                    <a:pt x="10155" y="2887"/>
                    <a:pt x="10463" y="2401"/>
                    <a:pt x="8487" y="2401"/>
                  </a:cubicBezTo>
                  <a:cubicBezTo>
                    <a:pt x="6647" y="2385"/>
                    <a:pt x="3847" y="1"/>
                    <a:pt x="20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2" name="Google Shape;10392;p24"/>
            <p:cNvSpPr/>
            <p:nvPr/>
          </p:nvSpPr>
          <p:spPr>
            <a:xfrm>
              <a:off x="1680625" y="953275"/>
              <a:ext cx="47750" cy="26000"/>
            </a:xfrm>
            <a:custGeom>
              <a:avLst/>
              <a:gdLst/>
              <a:ahLst/>
              <a:cxnLst/>
              <a:rect l="l" t="t" r="r" b="b"/>
              <a:pathLst>
                <a:path w="1910" h="1040" extrusionOk="0">
                  <a:moveTo>
                    <a:pt x="562" y="0"/>
                  </a:moveTo>
                  <a:cubicBezTo>
                    <a:pt x="473" y="0"/>
                    <a:pt x="390" y="11"/>
                    <a:pt x="319" y="34"/>
                  </a:cubicBezTo>
                  <a:cubicBezTo>
                    <a:pt x="1" y="151"/>
                    <a:pt x="34" y="435"/>
                    <a:pt x="386" y="703"/>
                  </a:cubicBezTo>
                  <a:cubicBezTo>
                    <a:pt x="654" y="920"/>
                    <a:pt x="1039" y="1040"/>
                    <a:pt x="1340" y="1040"/>
                  </a:cubicBezTo>
                  <a:cubicBezTo>
                    <a:pt x="1434" y="1040"/>
                    <a:pt x="1520" y="1028"/>
                    <a:pt x="1591" y="1005"/>
                  </a:cubicBezTo>
                  <a:cubicBezTo>
                    <a:pt x="1909" y="904"/>
                    <a:pt x="1892" y="603"/>
                    <a:pt x="1541" y="335"/>
                  </a:cubicBezTo>
                  <a:cubicBezTo>
                    <a:pt x="1255" y="127"/>
                    <a:pt x="870" y="0"/>
                    <a:pt x="5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3" name="Google Shape;10393;p24"/>
            <p:cNvSpPr/>
            <p:nvPr/>
          </p:nvSpPr>
          <p:spPr>
            <a:xfrm>
              <a:off x="1791925" y="646025"/>
              <a:ext cx="319275" cy="16000"/>
            </a:xfrm>
            <a:custGeom>
              <a:avLst/>
              <a:gdLst/>
              <a:ahLst/>
              <a:cxnLst/>
              <a:rect l="l" t="t" r="r" b="b"/>
              <a:pathLst>
                <a:path w="12771" h="640" extrusionOk="0">
                  <a:moveTo>
                    <a:pt x="5084" y="0"/>
                  </a:moveTo>
                  <a:cubicBezTo>
                    <a:pt x="3940" y="0"/>
                    <a:pt x="2868" y="39"/>
                    <a:pt x="2127" y="138"/>
                  </a:cubicBezTo>
                  <a:cubicBezTo>
                    <a:pt x="1" y="410"/>
                    <a:pt x="1935" y="640"/>
                    <a:pt x="5329" y="640"/>
                  </a:cubicBezTo>
                  <a:cubicBezTo>
                    <a:pt x="6743" y="640"/>
                    <a:pt x="8412" y="600"/>
                    <a:pt x="10145" y="506"/>
                  </a:cubicBezTo>
                  <a:cubicBezTo>
                    <a:pt x="12770" y="367"/>
                    <a:pt x="8590" y="0"/>
                    <a:pt x="50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4" name="Google Shape;10394;p24"/>
            <p:cNvSpPr/>
            <p:nvPr/>
          </p:nvSpPr>
          <p:spPr>
            <a:xfrm>
              <a:off x="1853875" y="842375"/>
              <a:ext cx="22200" cy="7350"/>
            </a:xfrm>
            <a:custGeom>
              <a:avLst/>
              <a:gdLst/>
              <a:ahLst/>
              <a:cxnLst/>
              <a:rect l="l" t="t" r="r" b="b"/>
              <a:pathLst>
                <a:path w="888" h="294" extrusionOk="0">
                  <a:moveTo>
                    <a:pt x="436" y="0"/>
                  </a:moveTo>
                  <a:cubicBezTo>
                    <a:pt x="218" y="0"/>
                    <a:pt x="1" y="67"/>
                    <a:pt x="1" y="151"/>
                  </a:cubicBezTo>
                  <a:cubicBezTo>
                    <a:pt x="1" y="235"/>
                    <a:pt x="185" y="285"/>
                    <a:pt x="436" y="285"/>
                  </a:cubicBezTo>
                  <a:cubicBezTo>
                    <a:pt x="480" y="291"/>
                    <a:pt x="523" y="294"/>
                    <a:pt x="564" y="294"/>
                  </a:cubicBezTo>
                  <a:cubicBezTo>
                    <a:pt x="752" y="294"/>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5" name="Google Shape;10395;p24"/>
            <p:cNvSpPr/>
            <p:nvPr/>
          </p:nvSpPr>
          <p:spPr>
            <a:xfrm>
              <a:off x="2227975" y="757000"/>
              <a:ext cx="21800" cy="7575"/>
            </a:xfrm>
            <a:custGeom>
              <a:avLst/>
              <a:gdLst/>
              <a:ahLst/>
              <a:cxnLst/>
              <a:rect l="l" t="t" r="r" b="b"/>
              <a:pathLst>
                <a:path w="872" h="303" extrusionOk="0">
                  <a:moveTo>
                    <a:pt x="436" y="1"/>
                  </a:moveTo>
                  <a:cubicBezTo>
                    <a:pt x="202" y="1"/>
                    <a:pt x="1" y="68"/>
                    <a:pt x="1" y="151"/>
                  </a:cubicBezTo>
                  <a:cubicBezTo>
                    <a:pt x="1" y="235"/>
                    <a:pt x="185" y="302"/>
                    <a:pt x="436" y="302"/>
                  </a:cubicBezTo>
                  <a:cubicBezTo>
                    <a:pt x="687" y="302"/>
                    <a:pt x="871" y="235"/>
                    <a:pt x="871" y="151"/>
                  </a:cubicBezTo>
                  <a:cubicBezTo>
                    <a:pt x="871"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6" name="Google Shape;10396;p24"/>
            <p:cNvSpPr/>
            <p:nvPr/>
          </p:nvSpPr>
          <p:spPr>
            <a:xfrm>
              <a:off x="2092400" y="675000"/>
              <a:ext cx="22200" cy="7125"/>
            </a:xfrm>
            <a:custGeom>
              <a:avLst/>
              <a:gdLst/>
              <a:ahLst/>
              <a:cxnLst/>
              <a:rect l="l" t="t" r="r" b="b"/>
              <a:pathLst>
                <a:path w="888" h="285" extrusionOk="0">
                  <a:moveTo>
                    <a:pt x="436" y="0"/>
                  </a:moveTo>
                  <a:cubicBezTo>
                    <a:pt x="218" y="0"/>
                    <a:pt x="1" y="67"/>
                    <a:pt x="1" y="151"/>
                  </a:cubicBezTo>
                  <a:cubicBezTo>
                    <a:pt x="1" y="234"/>
                    <a:pt x="185" y="285"/>
                    <a:pt x="436" y="285"/>
                  </a:cubicBezTo>
                  <a:cubicBezTo>
                    <a:pt x="687" y="285"/>
                    <a:pt x="888" y="234"/>
                    <a:pt x="888" y="151"/>
                  </a:cubicBezTo>
                  <a:cubicBezTo>
                    <a:pt x="888" y="67"/>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7" name="Google Shape;10397;p24"/>
            <p:cNvSpPr/>
            <p:nvPr/>
          </p:nvSpPr>
          <p:spPr>
            <a:xfrm>
              <a:off x="1625400" y="879625"/>
              <a:ext cx="21775" cy="7125"/>
            </a:xfrm>
            <a:custGeom>
              <a:avLst/>
              <a:gdLst/>
              <a:ahLst/>
              <a:cxnLst/>
              <a:rect l="l" t="t" r="r" b="b"/>
              <a:pathLst>
                <a:path w="871" h="285" extrusionOk="0">
                  <a:moveTo>
                    <a:pt x="436" y="0"/>
                  </a:moveTo>
                  <a:cubicBezTo>
                    <a:pt x="201" y="0"/>
                    <a:pt x="0" y="50"/>
                    <a:pt x="0" y="134"/>
                  </a:cubicBezTo>
                  <a:cubicBezTo>
                    <a:pt x="0" y="218"/>
                    <a:pt x="184" y="285"/>
                    <a:pt x="436" y="285"/>
                  </a:cubicBezTo>
                  <a:cubicBezTo>
                    <a:pt x="687" y="285"/>
                    <a:pt x="871" y="218"/>
                    <a:pt x="871" y="134"/>
                  </a:cubicBezTo>
                  <a:cubicBezTo>
                    <a:pt x="871" y="50"/>
                    <a:pt x="687" y="0"/>
                    <a:pt x="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8" name="Google Shape;10398;p24"/>
            <p:cNvSpPr/>
            <p:nvPr/>
          </p:nvSpPr>
          <p:spPr>
            <a:xfrm>
              <a:off x="1838825" y="754075"/>
              <a:ext cx="21775" cy="7150"/>
            </a:xfrm>
            <a:custGeom>
              <a:avLst/>
              <a:gdLst/>
              <a:ahLst/>
              <a:cxnLst/>
              <a:rect l="l" t="t" r="r" b="b"/>
              <a:pathLst>
                <a:path w="871" h="286" extrusionOk="0">
                  <a:moveTo>
                    <a:pt x="435" y="1"/>
                  </a:moveTo>
                  <a:cubicBezTo>
                    <a:pt x="201" y="1"/>
                    <a:pt x="0" y="51"/>
                    <a:pt x="0" y="135"/>
                  </a:cubicBezTo>
                  <a:cubicBezTo>
                    <a:pt x="0" y="218"/>
                    <a:pt x="184" y="285"/>
                    <a:pt x="435" y="285"/>
                  </a:cubicBezTo>
                  <a:cubicBezTo>
                    <a:pt x="686" y="285"/>
                    <a:pt x="870" y="218"/>
                    <a:pt x="870" y="135"/>
                  </a:cubicBezTo>
                  <a:cubicBezTo>
                    <a:pt x="870" y="51"/>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9" name="Google Shape;10399;p24"/>
            <p:cNvSpPr/>
            <p:nvPr/>
          </p:nvSpPr>
          <p:spPr>
            <a:xfrm>
              <a:off x="2201625" y="872500"/>
              <a:ext cx="22200" cy="7550"/>
            </a:xfrm>
            <a:custGeom>
              <a:avLst/>
              <a:gdLst/>
              <a:ahLst/>
              <a:cxnLst/>
              <a:rect l="l" t="t" r="r" b="b"/>
              <a:pathLst>
                <a:path w="888" h="302" extrusionOk="0">
                  <a:moveTo>
                    <a:pt x="452" y="1"/>
                  </a:moveTo>
                  <a:cubicBezTo>
                    <a:pt x="218" y="1"/>
                    <a:pt x="0" y="68"/>
                    <a:pt x="0" y="151"/>
                  </a:cubicBezTo>
                  <a:cubicBezTo>
                    <a:pt x="0" y="235"/>
                    <a:pt x="201" y="302"/>
                    <a:pt x="452" y="302"/>
                  </a:cubicBezTo>
                  <a:cubicBezTo>
                    <a:pt x="703" y="302"/>
                    <a:pt x="888" y="235"/>
                    <a:pt x="888" y="151"/>
                  </a:cubicBezTo>
                  <a:cubicBezTo>
                    <a:pt x="888" y="68"/>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0" name="Google Shape;10400;p24"/>
            <p:cNvSpPr/>
            <p:nvPr/>
          </p:nvSpPr>
          <p:spPr>
            <a:xfrm>
              <a:off x="2398300" y="887975"/>
              <a:ext cx="22200" cy="7200"/>
            </a:xfrm>
            <a:custGeom>
              <a:avLst/>
              <a:gdLst/>
              <a:ahLst/>
              <a:cxnLst/>
              <a:rect l="l" t="t" r="r" b="b"/>
              <a:pathLst>
                <a:path w="888" h="288" extrusionOk="0">
                  <a:moveTo>
                    <a:pt x="452" y="1"/>
                  </a:moveTo>
                  <a:cubicBezTo>
                    <a:pt x="218" y="1"/>
                    <a:pt x="0" y="51"/>
                    <a:pt x="0" y="135"/>
                  </a:cubicBezTo>
                  <a:cubicBezTo>
                    <a:pt x="0" y="219"/>
                    <a:pt x="201" y="286"/>
                    <a:pt x="452" y="286"/>
                  </a:cubicBezTo>
                  <a:cubicBezTo>
                    <a:pt x="471" y="287"/>
                    <a:pt x="490" y="288"/>
                    <a:pt x="509" y="288"/>
                  </a:cubicBezTo>
                  <a:cubicBezTo>
                    <a:pt x="706" y="288"/>
                    <a:pt x="888" y="211"/>
                    <a:pt x="888" y="135"/>
                  </a:cubicBezTo>
                  <a:cubicBezTo>
                    <a:pt x="888" y="51"/>
                    <a:pt x="703" y="1"/>
                    <a:pt x="4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1" name="Google Shape;10401;p24"/>
            <p:cNvSpPr/>
            <p:nvPr/>
          </p:nvSpPr>
          <p:spPr>
            <a:xfrm>
              <a:off x="1667650" y="779600"/>
              <a:ext cx="22225" cy="7150"/>
            </a:xfrm>
            <a:custGeom>
              <a:avLst/>
              <a:gdLst/>
              <a:ahLst/>
              <a:cxnLst/>
              <a:rect l="l" t="t" r="r" b="b"/>
              <a:pathLst>
                <a:path w="889" h="286" extrusionOk="0">
                  <a:moveTo>
                    <a:pt x="436" y="1"/>
                  </a:moveTo>
                  <a:cubicBezTo>
                    <a:pt x="219" y="1"/>
                    <a:pt x="1" y="68"/>
                    <a:pt x="1" y="151"/>
                  </a:cubicBezTo>
                  <a:cubicBezTo>
                    <a:pt x="1" y="235"/>
                    <a:pt x="185" y="285"/>
                    <a:pt x="436" y="285"/>
                  </a:cubicBezTo>
                  <a:cubicBezTo>
                    <a:pt x="687" y="285"/>
                    <a:pt x="888" y="235"/>
                    <a:pt x="888" y="151"/>
                  </a:cubicBezTo>
                  <a:cubicBezTo>
                    <a:pt x="888" y="68"/>
                    <a:pt x="687" y="1"/>
                    <a:pt x="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2" name="Google Shape;10402;p24"/>
            <p:cNvSpPr/>
            <p:nvPr/>
          </p:nvSpPr>
          <p:spPr>
            <a:xfrm>
              <a:off x="1912475" y="949500"/>
              <a:ext cx="21775" cy="7200"/>
            </a:xfrm>
            <a:custGeom>
              <a:avLst/>
              <a:gdLst/>
              <a:ahLst/>
              <a:cxnLst/>
              <a:rect l="l" t="t" r="r" b="b"/>
              <a:pathLst>
                <a:path w="871" h="288" extrusionOk="0">
                  <a:moveTo>
                    <a:pt x="435" y="1"/>
                  </a:moveTo>
                  <a:cubicBezTo>
                    <a:pt x="218" y="1"/>
                    <a:pt x="0" y="68"/>
                    <a:pt x="0" y="151"/>
                  </a:cubicBezTo>
                  <a:cubicBezTo>
                    <a:pt x="0" y="235"/>
                    <a:pt x="184" y="285"/>
                    <a:pt x="435" y="285"/>
                  </a:cubicBezTo>
                  <a:cubicBezTo>
                    <a:pt x="460" y="287"/>
                    <a:pt x="484" y="288"/>
                    <a:pt x="507" y="288"/>
                  </a:cubicBezTo>
                  <a:cubicBezTo>
                    <a:pt x="709" y="288"/>
                    <a:pt x="870" y="226"/>
                    <a:pt x="870" y="151"/>
                  </a:cubicBezTo>
                  <a:cubicBezTo>
                    <a:pt x="870" y="68"/>
                    <a:pt x="686" y="1"/>
                    <a:pt x="4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03" name="Google Shape;10403;p24"/>
          <p:cNvGrpSpPr/>
          <p:nvPr/>
        </p:nvGrpSpPr>
        <p:grpSpPr>
          <a:xfrm rot="-2378607">
            <a:off x="8096210" y="2678522"/>
            <a:ext cx="2095578" cy="1058786"/>
            <a:chOff x="1423500" y="1965000"/>
            <a:chExt cx="1202875" cy="607750"/>
          </a:xfrm>
        </p:grpSpPr>
        <p:sp>
          <p:nvSpPr>
            <p:cNvPr id="10404" name="Google Shape;10404;p24"/>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5" name="Google Shape;10405;p24"/>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6" name="Google Shape;10406;p24"/>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7" name="Google Shape;10407;p24"/>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8" name="Google Shape;10408;p24"/>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9" name="Google Shape;10409;p24"/>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0" name="Google Shape;10410;p24"/>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1" name="Google Shape;10411;p24"/>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2" name="Google Shape;10412;p24"/>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3" name="Google Shape;10413;p24"/>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4" name="Google Shape;10414;p24"/>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5" name="Google Shape;10415;p24"/>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6" name="Google Shape;10416;p24"/>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7" name="Google Shape;10417;p24"/>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8" name="Google Shape;10418;p24"/>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9" name="Google Shape;10419;p24"/>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0" name="Google Shape;10420;p24"/>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1" name="Google Shape;10421;p24"/>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2" name="Google Shape;10422;p24"/>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3" name="Google Shape;10423;p24"/>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4" name="Google Shape;10424;p24"/>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5" name="Google Shape;10425;p24"/>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6" name="Google Shape;10426;p24"/>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7" name="Google Shape;10427;p24"/>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8" name="Google Shape;10428;p24"/>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9" name="Google Shape;10429;p24"/>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0" name="Google Shape;10430;p24"/>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1" name="Google Shape;10431;p24"/>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2" name="Google Shape;10432;p24"/>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3" name="Google Shape;10433;p24"/>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4" name="Google Shape;10434;p24"/>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5" name="Google Shape;10435;p24"/>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6" name="Google Shape;10436;p24"/>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7" name="Google Shape;10437;p24"/>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8" name="Google Shape;10438;p24"/>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9" name="Google Shape;10439;p24"/>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0" name="Google Shape;10440;p24"/>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1" name="Google Shape;10441;p24"/>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2" name="Google Shape;10442;p24"/>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3" name="Google Shape;10443;p24"/>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4" name="Google Shape;10444;p24"/>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5" name="Google Shape;10445;p24"/>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6" name="Google Shape;10446;p24"/>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7" name="Google Shape;10447;p24"/>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8" name="Google Shape;10448;p24"/>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9" name="Google Shape;10449;p24"/>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0" name="Google Shape;10450;p24"/>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1" name="Google Shape;10451;p24"/>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2" name="Google Shape;10452;p24"/>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3" name="Google Shape;10453;p24"/>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4" name="Google Shape;10454;p24"/>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5" name="Google Shape;10455;p24"/>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6" name="Google Shape;10456;p24"/>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7" name="Google Shape;10457;p24"/>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8" name="Google Shape;10458;p24"/>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9" name="Google Shape;10459;p24"/>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0" name="Google Shape;10460;p24"/>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1" name="Google Shape;10461;p24"/>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2" name="Google Shape;10462;p24"/>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3" name="Google Shape;10463;p24"/>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4" name="Google Shape;10464;p24"/>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5" name="Google Shape;10465;p24"/>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6" name="Google Shape;10466;p24"/>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7" name="Google Shape;10467;p24"/>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8" name="Google Shape;10468;p24"/>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9" name="Google Shape;10469;p24"/>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0" name="Google Shape;10470;p24"/>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1" name="Google Shape;10471;p24"/>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2" name="Google Shape;10472;p24"/>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3" name="Google Shape;10473;p24"/>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4" name="Google Shape;10474;p24"/>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5" name="Google Shape;10475;p24"/>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6" name="Google Shape;10476;p24"/>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7" name="Google Shape;10477;p24"/>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8" name="Google Shape;10478;p24"/>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9" name="Google Shape;10479;p24"/>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0" name="Google Shape;10480;p24"/>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1" name="Google Shape;10481;p24"/>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2" name="Google Shape;10482;p24"/>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3" name="Google Shape;10483;p24"/>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4" name="Google Shape;10484;p24"/>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 name="Google Shape;10485;p24"/>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6" name="Google Shape;10486;p24"/>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7" name="Google Shape;10487;p24"/>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8" name="Google Shape;10488;p24"/>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9" name="Google Shape;10489;p24"/>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0" name="Google Shape;10490;p24"/>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1" name="Google Shape;10491;p24"/>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2" name="Google Shape;10492;p24"/>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3" name="Google Shape;10493;p24"/>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4" name="Google Shape;10494;p24"/>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5" name="Google Shape;10495;p24"/>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6" name="Google Shape;10496;p24"/>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7" name="Google Shape;10497;p24"/>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8" name="Google Shape;10498;p24"/>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9" name="Google Shape;10499;p24"/>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0" name="Google Shape;10500;p24"/>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1" name="Google Shape;10501;p24"/>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2" name="Google Shape;10502;p24"/>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3" name="Google Shape;10503;p24"/>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4" name="Google Shape;10504;p24"/>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5" name="Google Shape;10505;p24"/>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6" name="Google Shape;10506;p24"/>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7" name="Google Shape;10507;p24"/>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8" name="Google Shape;10508;p24"/>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9" name="Google Shape;10509;p24"/>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0" name="Google Shape;10510;p24"/>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1" name="Google Shape;10511;p24"/>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2" name="Google Shape;10512;p24"/>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3" name="Google Shape;10513;p24"/>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4" name="Google Shape;10514;p24"/>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5" name="Google Shape;10515;p24"/>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6" name="Google Shape;10516;p24"/>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7" name="Google Shape;10517;p24"/>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8" name="Google Shape;10518;p24"/>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9" name="Google Shape;10519;p24"/>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0" name="Google Shape;10520;p24"/>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1" name="Google Shape;10521;p24"/>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2" name="Google Shape;10522;p24"/>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3" name="Google Shape;10523;p24"/>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4" name="Google Shape;10524;p24"/>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5" name="Google Shape;10525;p24"/>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6" name="Google Shape;10526;p24"/>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7" name="Google Shape;10527;p24"/>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8" name="Google Shape;10528;p24"/>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9" name="Google Shape;10529;p24"/>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0" name="Google Shape;10530;p24"/>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1" name="Google Shape;10531;p24"/>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2" name="Google Shape;10532;p24"/>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3" name="Google Shape;10533;p24"/>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4" name="Google Shape;10534;p24"/>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5" name="Google Shape;10535;p24"/>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36" name="Google Shape;10536;p24"/>
          <p:cNvGrpSpPr/>
          <p:nvPr/>
        </p:nvGrpSpPr>
        <p:grpSpPr>
          <a:xfrm rot="-2700000">
            <a:off x="7849618" y="431915"/>
            <a:ext cx="608448" cy="494433"/>
            <a:chOff x="3883850" y="1662875"/>
            <a:chExt cx="361150" cy="293475"/>
          </a:xfrm>
        </p:grpSpPr>
        <p:sp>
          <p:nvSpPr>
            <p:cNvPr id="10537" name="Google Shape;10537;p24"/>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8" name="Google Shape;10538;p24"/>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9" name="Google Shape;10539;p24"/>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0" name="Google Shape;10540;p24"/>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1" name="Google Shape;10541;p24"/>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2" name="Google Shape;10542;p24"/>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3" name="Google Shape;10543;p24"/>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4" name="Google Shape;10544;p24"/>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5" name="Google Shape;10545;p24"/>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6" name="Google Shape;10546;p24"/>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7" name="Google Shape;10547;p24"/>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8" name="Google Shape;10548;p24"/>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9" name="Google Shape;10549;p24"/>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0" name="Google Shape;10550;p24"/>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1" name="Google Shape;10551;p24"/>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2" name="Google Shape;10552;p24"/>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3" name="Google Shape;10553;p24"/>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4" name="Google Shape;10554;p24"/>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5" name="Google Shape;10555;p24"/>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6" name="Google Shape;10556;p24"/>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7" name="Google Shape;10557;p24"/>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8" name="Google Shape;10558;p24"/>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9" name="Google Shape;10559;p24"/>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0" name="Google Shape;10560;p24"/>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1" name="Google Shape;10561;p24"/>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2" name="Google Shape;10562;p24"/>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63" name="Google Shape;10563;p24"/>
          <p:cNvGrpSpPr/>
          <p:nvPr/>
        </p:nvGrpSpPr>
        <p:grpSpPr>
          <a:xfrm rot="1811724">
            <a:off x="8559202" y="595468"/>
            <a:ext cx="260751" cy="160466"/>
            <a:chOff x="5492850" y="1205450"/>
            <a:chExt cx="260725" cy="160450"/>
          </a:xfrm>
        </p:grpSpPr>
        <p:sp>
          <p:nvSpPr>
            <p:cNvPr id="10564" name="Google Shape;10564;p24"/>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5" name="Google Shape;10565;p24"/>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6" name="Google Shape;10566;p24"/>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7" name="Google Shape;10567;p24"/>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8" name="Google Shape;10568;p24"/>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9" name="Google Shape;10569;p24"/>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70" name="Google Shape;10570;p24"/>
          <p:cNvGrpSpPr/>
          <p:nvPr/>
        </p:nvGrpSpPr>
        <p:grpSpPr>
          <a:xfrm rot="-1811716" flipH="1">
            <a:off x="8408689" y="789381"/>
            <a:ext cx="193361" cy="118994"/>
            <a:chOff x="5492850" y="1205450"/>
            <a:chExt cx="260725" cy="160450"/>
          </a:xfrm>
        </p:grpSpPr>
        <p:sp>
          <p:nvSpPr>
            <p:cNvPr id="10571" name="Google Shape;10571;p24"/>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2" name="Google Shape;10572;p24"/>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3" name="Google Shape;10573;p24"/>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4" name="Google Shape;10574;p24"/>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5" name="Google Shape;10575;p24"/>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6" name="Google Shape;10576;p24"/>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77" name="Google Shape;10577;p24"/>
          <p:cNvGrpSpPr/>
          <p:nvPr/>
        </p:nvGrpSpPr>
        <p:grpSpPr>
          <a:xfrm rot="1926705">
            <a:off x="862417" y="-250863"/>
            <a:ext cx="784617" cy="494768"/>
            <a:chOff x="4015675" y="2112550"/>
            <a:chExt cx="545275" cy="343875"/>
          </a:xfrm>
        </p:grpSpPr>
        <p:sp>
          <p:nvSpPr>
            <p:cNvPr id="10578" name="Google Shape;10578;p24"/>
            <p:cNvSpPr/>
            <p:nvPr/>
          </p:nvSpPr>
          <p:spPr>
            <a:xfrm>
              <a:off x="4015675" y="2112550"/>
              <a:ext cx="378725" cy="343875"/>
            </a:xfrm>
            <a:custGeom>
              <a:avLst/>
              <a:gdLst/>
              <a:ahLst/>
              <a:cxnLst/>
              <a:rect l="l" t="t" r="r" b="b"/>
              <a:pathLst>
                <a:path w="15149" h="13755" extrusionOk="0">
                  <a:moveTo>
                    <a:pt x="8012" y="1286"/>
                  </a:moveTo>
                  <a:cubicBezTo>
                    <a:pt x="8877" y="1286"/>
                    <a:pt x="9725" y="1673"/>
                    <a:pt x="10344" y="2372"/>
                  </a:cubicBezTo>
                  <a:cubicBezTo>
                    <a:pt x="11734" y="3962"/>
                    <a:pt x="12705" y="5519"/>
                    <a:pt x="12872" y="6205"/>
                  </a:cubicBezTo>
                  <a:cubicBezTo>
                    <a:pt x="13374" y="8381"/>
                    <a:pt x="11215" y="8967"/>
                    <a:pt x="11031" y="9687"/>
                  </a:cubicBezTo>
                  <a:cubicBezTo>
                    <a:pt x="10813" y="10390"/>
                    <a:pt x="11399" y="12917"/>
                    <a:pt x="9524" y="12967"/>
                  </a:cubicBezTo>
                  <a:lnTo>
                    <a:pt x="4536" y="13051"/>
                  </a:lnTo>
                  <a:cubicBezTo>
                    <a:pt x="4525" y="13051"/>
                    <a:pt x="4515" y="13051"/>
                    <a:pt x="4504" y="13051"/>
                  </a:cubicBezTo>
                  <a:cubicBezTo>
                    <a:pt x="3379" y="13051"/>
                    <a:pt x="2374" y="12186"/>
                    <a:pt x="2109" y="10942"/>
                  </a:cubicBezTo>
                  <a:cubicBezTo>
                    <a:pt x="1925" y="10055"/>
                    <a:pt x="1925" y="9084"/>
                    <a:pt x="2109" y="8130"/>
                  </a:cubicBezTo>
                  <a:cubicBezTo>
                    <a:pt x="2578" y="5853"/>
                    <a:pt x="4335" y="6473"/>
                    <a:pt x="4586" y="5117"/>
                  </a:cubicBezTo>
                  <a:cubicBezTo>
                    <a:pt x="4770" y="4129"/>
                    <a:pt x="5089" y="2338"/>
                    <a:pt x="6762" y="1568"/>
                  </a:cubicBezTo>
                  <a:cubicBezTo>
                    <a:pt x="7167" y="1377"/>
                    <a:pt x="7592" y="1286"/>
                    <a:pt x="8012" y="1286"/>
                  </a:cubicBezTo>
                  <a:close/>
                  <a:moveTo>
                    <a:pt x="7572" y="0"/>
                  </a:moveTo>
                  <a:cubicBezTo>
                    <a:pt x="7036" y="0"/>
                    <a:pt x="6500" y="102"/>
                    <a:pt x="5992" y="313"/>
                  </a:cubicBezTo>
                  <a:cubicBezTo>
                    <a:pt x="3833" y="1183"/>
                    <a:pt x="3515" y="3276"/>
                    <a:pt x="3314" y="4447"/>
                  </a:cubicBezTo>
                  <a:cubicBezTo>
                    <a:pt x="3046" y="6054"/>
                    <a:pt x="703" y="5284"/>
                    <a:pt x="218" y="7946"/>
                  </a:cubicBezTo>
                  <a:cubicBezTo>
                    <a:pt x="0" y="9067"/>
                    <a:pt x="67" y="10206"/>
                    <a:pt x="385" y="11243"/>
                  </a:cubicBezTo>
                  <a:cubicBezTo>
                    <a:pt x="820" y="12716"/>
                    <a:pt x="2209" y="13754"/>
                    <a:pt x="3733" y="13754"/>
                  </a:cubicBezTo>
                  <a:lnTo>
                    <a:pt x="10328" y="13754"/>
                  </a:lnTo>
                  <a:cubicBezTo>
                    <a:pt x="12805" y="13754"/>
                    <a:pt x="11750" y="10741"/>
                    <a:pt x="11968" y="9904"/>
                  </a:cubicBezTo>
                  <a:cubicBezTo>
                    <a:pt x="12202" y="9051"/>
                    <a:pt x="15148" y="8431"/>
                    <a:pt x="14362" y="5853"/>
                  </a:cubicBezTo>
                  <a:cubicBezTo>
                    <a:pt x="14111" y="5050"/>
                    <a:pt x="12721" y="3209"/>
                    <a:pt x="10780" y="1334"/>
                  </a:cubicBezTo>
                  <a:cubicBezTo>
                    <a:pt x="9898" y="475"/>
                    <a:pt x="8734" y="0"/>
                    <a:pt x="7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9" name="Google Shape;10579;p24"/>
            <p:cNvSpPr/>
            <p:nvPr/>
          </p:nvSpPr>
          <p:spPr>
            <a:xfrm>
              <a:off x="4083450" y="2190250"/>
              <a:ext cx="60700" cy="59850"/>
            </a:xfrm>
            <a:custGeom>
              <a:avLst/>
              <a:gdLst/>
              <a:ahLst/>
              <a:cxnLst/>
              <a:rect l="l" t="t" r="r" b="b"/>
              <a:pathLst>
                <a:path w="2428" h="2394" extrusionOk="0">
                  <a:moveTo>
                    <a:pt x="1507" y="0"/>
                  </a:moveTo>
                  <a:cubicBezTo>
                    <a:pt x="1290" y="0"/>
                    <a:pt x="1055" y="0"/>
                    <a:pt x="871" y="17"/>
                  </a:cubicBezTo>
                  <a:cubicBezTo>
                    <a:pt x="754" y="503"/>
                    <a:pt x="670" y="938"/>
                    <a:pt x="603" y="1306"/>
                  </a:cubicBezTo>
                  <a:cubicBezTo>
                    <a:pt x="536" y="1741"/>
                    <a:pt x="285" y="2009"/>
                    <a:pt x="1" y="2193"/>
                  </a:cubicBezTo>
                  <a:cubicBezTo>
                    <a:pt x="436" y="2327"/>
                    <a:pt x="955" y="2394"/>
                    <a:pt x="1507" y="2394"/>
                  </a:cubicBezTo>
                  <a:lnTo>
                    <a:pt x="1708" y="2394"/>
                  </a:lnTo>
                  <a:cubicBezTo>
                    <a:pt x="1775" y="2277"/>
                    <a:pt x="1842" y="2143"/>
                    <a:pt x="1859" y="1992"/>
                  </a:cubicBezTo>
                  <a:cubicBezTo>
                    <a:pt x="1959" y="1490"/>
                    <a:pt x="2093" y="754"/>
                    <a:pt x="2428" y="67"/>
                  </a:cubicBezTo>
                  <a:cubicBezTo>
                    <a:pt x="2126" y="17"/>
                    <a:pt x="1808" y="0"/>
                    <a:pt x="1507"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0" name="Google Shape;10580;p24"/>
            <p:cNvSpPr/>
            <p:nvPr/>
          </p:nvSpPr>
          <p:spPr>
            <a:xfrm>
              <a:off x="4044950" y="2112550"/>
              <a:ext cx="363675" cy="343875"/>
            </a:xfrm>
            <a:custGeom>
              <a:avLst/>
              <a:gdLst/>
              <a:ahLst/>
              <a:cxnLst/>
              <a:rect l="l" t="t" r="r" b="b"/>
              <a:pathLst>
                <a:path w="14547" h="13755" extrusionOk="0">
                  <a:moveTo>
                    <a:pt x="7946" y="1273"/>
                  </a:moveTo>
                  <a:cubicBezTo>
                    <a:pt x="8817" y="1273"/>
                    <a:pt x="9671" y="1669"/>
                    <a:pt x="10295" y="2372"/>
                  </a:cubicBezTo>
                  <a:cubicBezTo>
                    <a:pt x="11701" y="3962"/>
                    <a:pt x="12655" y="5519"/>
                    <a:pt x="12839" y="6205"/>
                  </a:cubicBezTo>
                  <a:cubicBezTo>
                    <a:pt x="13358" y="8381"/>
                    <a:pt x="10831" y="8900"/>
                    <a:pt x="10630" y="9636"/>
                  </a:cubicBezTo>
                  <a:cubicBezTo>
                    <a:pt x="10429" y="10339"/>
                    <a:pt x="11366" y="12951"/>
                    <a:pt x="9491" y="12967"/>
                  </a:cubicBezTo>
                  <a:lnTo>
                    <a:pt x="4503" y="13051"/>
                  </a:lnTo>
                  <a:cubicBezTo>
                    <a:pt x="4493" y="13051"/>
                    <a:pt x="4482" y="13051"/>
                    <a:pt x="4471" y="13051"/>
                  </a:cubicBezTo>
                  <a:cubicBezTo>
                    <a:pt x="3330" y="13051"/>
                    <a:pt x="2325" y="12169"/>
                    <a:pt x="2076" y="10925"/>
                  </a:cubicBezTo>
                  <a:cubicBezTo>
                    <a:pt x="1892" y="10055"/>
                    <a:pt x="1892" y="9084"/>
                    <a:pt x="2076" y="8130"/>
                  </a:cubicBezTo>
                  <a:cubicBezTo>
                    <a:pt x="2545" y="5853"/>
                    <a:pt x="4303" y="6473"/>
                    <a:pt x="4554" y="5117"/>
                  </a:cubicBezTo>
                  <a:cubicBezTo>
                    <a:pt x="4738" y="4129"/>
                    <a:pt x="5039" y="2338"/>
                    <a:pt x="6713" y="1552"/>
                  </a:cubicBezTo>
                  <a:cubicBezTo>
                    <a:pt x="7112" y="1363"/>
                    <a:pt x="7531" y="1273"/>
                    <a:pt x="7946" y="1273"/>
                  </a:cubicBezTo>
                  <a:close/>
                  <a:moveTo>
                    <a:pt x="7259" y="0"/>
                  </a:moveTo>
                  <a:cubicBezTo>
                    <a:pt x="6743" y="0"/>
                    <a:pt x="6228" y="102"/>
                    <a:pt x="5742" y="313"/>
                  </a:cubicBezTo>
                  <a:cubicBezTo>
                    <a:pt x="3666" y="1183"/>
                    <a:pt x="3348" y="3276"/>
                    <a:pt x="3164" y="4447"/>
                  </a:cubicBezTo>
                  <a:cubicBezTo>
                    <a:pt x="2913" y="6054"/>
                    <a:pt x="637" y="5284"/>
                    <a:pt x="202" y="7946"/>
                  </a:cubicBezTo>
                  <a:cubicBezTo>
                    <a:pt x="1" y="9067"/>
                    <a:pt x="68" y="10206"/>
                    <a:pt x="335" y="11243"/>
                  </a:cubicBezTo>
                  <a:cubicBezTo>
                    <a:pt x="754" y="12716"/>
                    <a:pt x="2076" y="13754"/>
                    <a:pt x="3566" y="13754"/>
                  </a:cubicBezTo>
                  <a:lnTo>
                    <a:pt x="9910" y="13754"/>
                  </a:lnTo>
                  <a:cubicBezTo>
                    <a:pt x="12287" y="13754"/>
                    <a:pt x="10948" y="10724"/>
                    <a:pt x="11182" y="9871"/>
                  </a:cubicBezTo>
                  <a:cubicBezTo>
                    <a:pt x="11366" y="9017"/>
                    <a:pt x="14547" y="8431"/>
                    <a:pt x="13777" y="5853"/>
                  </a:cubicBezTo>
                  <a:cubicBezTo>
                    <a:pt x="13542" y="5050"/>
                    <a:pt x="12203" y="3209"/>
                    <a:pt x="10345" y="1334"/>
                  </a:cubicBezTo>
                  <a:cubicBezTo>
                    <a:pt x="9498" y="475"/>
                    <a:pt x="8376" y="0"/>
                    <a:pt x="7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1" name="Google Shape;10581;p24"/>
            <p:cNvSpPr/>
            <p:nvPr/>
          </p:nvSpPr>
          <p:spPr>
            <a:xfrm>
              <a:off x="4169650" y="2136025"/>
              <a:ext cx="385025" cy="320400"/>
            </a:xfrm>
            <a:custGeom>
              <a:avLst/>
              <a:gdLst/>
              <a:ahLst/>
              <a:cxnLst/>
              <a:rect l="l" t="t" r="r" b="b"/>
              <a:pathLst>
                <a:path w="15401" h="12816" extrusionOk="0">
                  <a:moveTo>
                    <a:pt x="11120" y="1162"/>
                  </a:moveTo>
                  <a:cubicBezTo>
                    <a:pt x="11994" y="1162"/>
                    <a:pt x="12716" y="1528"/>
                    <a:pt x="13090" y="2186"/>
                  </a:cubicBezTo>
                  <a:cubicBezTo>
                    <a:pt x="13944" y="3676"/>
                    <a:pt x="14396" y="5115"/>
                    <a:pt x="14312" y="5751"/>
                  </a:cubicBezTo>
                  <a:cubicBezTo>
                    <a:pt x="14061" y="7794"/>
                    <a:pt x="11617" y="8296"/>
                    <a:pt x="11149" y="8965"/>
                  </a:cubicBezTo>
                  <a:cubicBezTo>
                    <a:pt x="10713" y="9635"/>
                    <a:pt x="10513" y="12045"/>
                    <a:pt x="8638" y="12062"/>
                  </a:cubicBezTo>
                  <a:lnTo>
                    <a:pt x="3633" y="12129"/>
                  </a:lnTo>
                  <a:cubicBezTo>
                    <a:pt x="3621" y="12129"/>
                    <a:pt x="3609" y="12129"/>
                    <a:pt x="3597" y="12129"/>
                  </a:cubicBezTo>
                  <a:cubicBezTo>
                    <a:pt x="2447" y="12129"/>
                    <a:pt x="1760" y="11330"/>
                    <a:pt x="1926" y="10170"/>
                  </a:cubicBezTo>
                  <a:cubicBezTo>
                    <a:pt x="2026" y="9350"/>
                    <a:pt x="2361" y="8446"/>
                    <a:pt x="2880" y="7542"/>
                  </a:cubicBezTo>
                  <a:cubicBezTo>
                    <a:pt x="4118" y="5433"/>
                    <a:pt x="5658" y="6003"/>
                    <a:pt x="6395" y="4747"/>
                  </a:cubicBezTo>
                  <a:cubicBezTo>
                    <a:pt x="6914" y="3826"/>
                    <a:pt x="7868" y="2153"/>
                    <a:pt x="9793" y="1416"/>
                  </a:cubicBezTo>
                  <a:cubicBezTo>
                    <a:pt x="10256" y="1244"/>
                    <a:pt x="10705" y="1162"/>
                    <a:pt x="11120" y="1162"/>
                  </a:cubicBezTo>
                  <a:close/>
                  <a:moveTo>
                    <a:pt x="10818" y="0"/>
                  </a:moveTo>
                  <a:cubicBezTo>
                    <a:pt x="10310" y="0"/>
                    <a:pt x="9771" y="90"/>
                    <a:pt x="9224" y="278"/>
                  </a:cubicBezTo>
                  <a:cubicBezTo>
                    <a:pt x="6847" y="1098"/>
                    <a:pt x="5809" y="3073"/>
                    <a:pt x="5257" y="4128"/>
                  </a:cubicBezTo>
                  <a:cubicBezTo>
                    <a:pt x="4453" y="5618"/>
                    <a:pt x="2445" y="4914"/>
                    <a:pt x="1072" y="7392"/>
                  </a:cubicBezTo>
                  <a:cubicBezTo>
                    <a:pt x="486" y="8463"/>
                    <a:pt x="151" y="9518"/>
                    <a:pt x="84" y="10472"/>
                  </a:cubicBezTo>
                  <a:cubicBezTo>
                    <a:pt x="1" y="11861"/>
                    <a:pt x="955" y="12815"/>
                    <a:pt x="2445" y="12815"/>
                  </a:cubicBezTo>
                  <a:lnTo>
                    <a:pt x="8789" y="12815"/>
                  </a:lnTo>
                  <a:cubicBezTo>
                    <a:pt x="11165" y="12815"/>
                    <a:pt x="11098" y="9986"/>
                    <a:pt x="11601" y="9200"/>
                  </a:cubicBezTo>
                  <a:cubicBezTo>
                    <a:pt x="12120" y="8413"/>
                    <a:pt x="15250" y="7860"/>
                    <a:pt x="15350" y="5450"/>
                  </a:cubicBezTo>
                  <a:cubicBezTo>
                    <a:pt x="15400" y="4730"/>
                    <a:pt x="14681" y="2990"/>
                    <a:pt x="13475" y="1249"/>
                  </a:cubicBezTo>
                  <a:cubicBezTo>
                    <a:pt x="12910" y="442"/>
                    <a:pt x="11941" y="0"/>
                    <a:pt x="108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2" name="Google Shape;10582;p24"/>
            <p:cNvSpPr/>
            <p:nvPr/>
          </p:nvSpPr>
          <p:spPr>
            <a:xfrm>
              <a:off x="4264650" y="2188575"/>
              <a:ext cx="74925" cy="89150"/>
            </a:xfrm>
            <a:custGeom>
              <a:avLst/>
              <a:gdLst/>
              <a:ahLst/>
              <a:cxnLst/>
              <a:rect l="l" t="t" r="r" b="b"/>
              <a:pathLst>
                <a:path w="2997" h="3566" extrusionOk="0">
                  <a:moveTo>
                    <a:pt x="2746" y="0"/>
                  </a:moveTo>
                  <a:cubicBezTo>
                    <a:pt x="2110" y="737"/>
                    <a:pt x="1725" y="1490"/>
                    <a:pt x="1423" y="2043"/>
                  </a:cubicBezTo>
                  <a:cubicBezTo>
                    <a:pt x="1122" y="2628"/>
                    <a:pt x="586" y="2879"/>
                    <a:pt x="0" y="3097"/>
                  </a:cubicBezTo>
                  <a:cubicBezTo>
                    <a:pt x="452" y="3264"/>
                    <a:pt x="921" y="3432"/>
                    <a:pt x="1423" y="3566"/>
                  </a:cubicBezTo>
                  <a:cubicBezTo>
                    <a:pt x="1892" y="3348"/>
                    <a:pt x="2310" y="3147"/>
                    <a:pt x="2578" y="2645"/>
                  </a:cubicBezTo>
                  <a:cubicBezTo>
                    <a:pt x="2712" y="2428"/>
                    <a:pt x="2829" y="2210"/>
                    <a:pt x="2997" y="1925"/>
                  </a:cubicBezTo>
                  <a:cubicBezTo>
                    <a:pt x="2879" y="1473"/>
                    <a:pt x="2762" y="787"/>
                    <a:pt x="2746"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3" name="Google Shape;10583;p24"/>
            <p:cNvSpPr/>
            <p:nvPr/>
          </p:nvSpPr>
          <p:spPr>
            <a:xfrm>
              <a:off x="4369275" y="2135800"/>
              <a:ext cx="79100" cy="64100"/>
            </a:xfrm>
            <a:custGeom>
              <a:avLst/>
              <a:gdLst/>
              <a:ahLst/>
              <a:cxnLst/>
              <a:rect l="l" t="t" r="r" b="b"/>
              <a:pathLst>
                <a:path w="3164" h="2564" extrusionOk="0">
                  <a:moveTo>
                    <a:pt x="2829" y="1"/>
                  </a:moveTo>
                  <a:cubicBezTo>
                    <a:pt x="2326" y="1"/>
                    <a:pt x="1782" y="99"/>
                    <a:pt x="1239" y="270"/>
                  </a:cubicBezTo>
                  <a:cubicBezTo>
                    <a:pt x="770" y="438"/>
                    <a:pt x="352" y="638"/>
                    <a:pt x="0" y="856"/>
                  </a:cubicBezTo>
                  <a:cubicBezTo>
                    <a:pt x="50" y="1174"/>
                    <a:pt x="50" y="1526"/>
                    <a:pt x="50" y="1894"/>
                  </a:cubicBezTo>
                  <a:cubicBezTo>
                    <a:pt x="50" y="2111"/>
                    <a:pt x="50" y="2329"/>
                    <a:pt x="17" y="2563"/>
                  </a:cubicBezTo>
                  <a:cubicBezTo>
                    <a:pt x="502" y="2111"/>
                    <a:pt x="1088" y="1693"/>
                    <a:pt x="1808" y="1425"/>
                  </a:cubicBezTo>
                  <a:cubicBezTo>
                    <a:pt x="2277" y="1241"/>
                    <a:pt x="2745" y="1174"/>
                    <a:pt x="3164" y="1174"/>
                  </a:cubicBezTo>
                  <a:cubicBezTo>
                    <a:pt x="3063" y="772"/>
                    <a:pt x="2980" y="387"/>
                    <a:pt x="2946" y="2"/>
                  </a:cubicBezTo>
                  <a:cubicBezTo>
                    <a:pt x="2907" y="1"/>
                    <a:pt x="2868" y="1"/>
                    <a:pt x="282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4" name="Google Shape;10584;p24"/>
            <p:cNvSpPr/>
            <p:nvPr/>
          </p:nvSpPr>
          <p:spPr>
            <a:xfrm>
              <a:off x="4199375" y="2154175"/>
              <a:ext cx="361575" cy="302250"/>
            </a:xfrm>
            <a:custGeom>
              <a:avLst/>
              <a:gdLst/>
              <a:ahLst/>
              <a:cxnLst/>
              <a:rect l="l" t="t" r="r" b="b"/>
              <a:pathLst>
                <a:path w="14463" h="12090" extrusionOk="0">
                  <a:moveTo>
                    <a:pt x="10496" y="955"/>
                  </a:moveTo>
                  <a:cubicBezTo>
                    <a:pt x="11383" y="955"/>
                    <a:pt x="12149" y="1322"/>
                    <a:pt x="12521" y="1996"/>
                  </a:cubicBezTo>
                  <a:cubicBezTo>
                    <a:pt x="13291" y="3419"/>
                    <a:pt x="13542" y="4808"/>
                    <a:pt x="13458" y="5427"/>
                  </a:cubicBezTo>
                  <a:cubicBezTo>
                    <a:pt x="13224" y="7369"/>
                    <a:pt x="10713" y="7804"/>
                    <a:pt x="10294" y="8440"/>
                  </a:cubicBezTo>
                  <a:cubicBezTo>
                    <a:pt x="9876" y="9059"/>
                    <a:pt x="9926" y="11369"/>
                    <a:pt x="8135" y="11386"/>
                  </a:cubicBezTo>
                  <a:lnTo>
                    <a:pt x="3348" y="11453"/>
                  </a:lnTo>
                  <a:cubicBezTo>
                    <a:pt x="3336" y="11453"/>
                    <a:pt x="3325" y="11453"/>
                    <a:pt x="3314" y="11453"/>
                  </a:cubicBezTo>
                  <a:cubicBezTo>
                    <a:pt x="2212" y="11453"/>
                    <a:pt x="1508" y="10655"/>
                    <a:pt x="1674" y="9528"/>
                  </a:cubicBezTo>
                  <a:cubicBezTo>
                    <a:pt x="1775" y="8725"/>
                    <a:pt x="2109" y="7854"/>
                    <a:pt x="2611" y="6967"/>
                  </a:cubicBezTo>
                  <a:cubicBezTo>
                    <a:pt x="3833" y="4925"/>
                    <a:pt x="5323" y="5528"/>
                    <a:pt x="6026" y="4289"/>
                  </a:cubicBezTo>
                  <a:cubicBezTo>
                    <a:pt x="6528" y="3419"/>
                    <a:pt x="7432" y="1828"/>
                    <a:pt x="9273" y="1176"/>
                  </a:cubicBezTo>
                  <a:cubicBezTo>
                    <a:pt x="9689" y="1027"/>
                    <a:pt x="10104" y="955"/>
                    <a:pt x="10496" y="955"/>
                  </a:cubicBezTo>
                  <a:close/>
                  <a:moveTo>
                    <a:pt x="10398" y="1"/>
                  </a:moveTo>
                  <a:cubicBezTo>
                    <a:pt x="9919" y="1"/>
                    <a:pt x="9399" y="86"/>
                    <a:pt x="8855" y="255"/>
                  </a:cubicBezTo>
                  <a:cubicBezTo>
                    <a:pt x="6595" y="958"/>
                    <a:pt x="5708" y="2866"/>
                    <a:pt x="5139" y="3921"/>
                  </a:cubicBezTo>
                  <a:cubicBezTo>
                    <a:pt x="4369" y="5360"/>
                    <a:pt x="2411" y="4607"/>
                    <a:pt x="1038" y="7017"/>
                  </a:cubicBezTo>
                  <a:cubicBezTo>
                    <a:pt x="469" y="8038"/>
                    <a:pt x="151" y="9059"/>
                    <a:pt x="84" y="10030"/>
                  </a:cubicBezTo>
                  <a:cubicBezTo>
                    <a:pt x="0" y="11369"/>
                    <a:pt x="737" y="12089"/>
                    <a:pt x="2176" y="12089"/>
                  </a:cubicBezTo>
                  <a:lnTo>
                    <a:pt x="8269" y="12089"/>
                  </a:lnTo>
                  <a:cubicBezTo>
                    <a:pt x="10512" y="12089"/>
                    <a:pt x="10244" y="9394"/>
                    <a:pt x="10713" y="8658"/>
                  </a:cubicBezTo>
                  <a:cubicBezTo>
                    <a:pt x="11198" y="7904"/>
                    <a:pt x="14295" y="7436"/>
                    <a:pt x="14412" y="5176"/>
                  </a:cubicBezTo>
                  <a:cubicBezTo>
                    <a:pt x="14462" y="4473"/>
                    <a:pt x="13826" y="2833"/>
                    <a:pt x="12722" y="1125"/>
                  </a:cubicBezTo>
                  <a:cubicBezTo>
                    <a:pt x="12213" y="369"/>
                    <a:pt x="11393" y="1"/>
                    <a:pt x="103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5" name="Google Shape;10585;p24"/>
          <p:cNvGrpSpPr/>
          <p:nvPr/>
        </p:nvGrpSpPr>
        <p:grpSpPr>
          <a:xfrm rot="2952480">
            <a:off x="318087" y="4571076"/>
            <a:ext cx="348372" cy="283092"/>
            <a:chOff x="3883850" y="1662875"/>
            <a:chExt cx="361150" cy="293475"/>
          </a:xfrm>
        </p:grpSpPr>
        <p:sp>
          <p:nvSpPr>
            <p:cNvPr id="10586" name="Google Shape;10586;p24"/>
            <p:cNvSpPr/>
            <p:nvPr/>
          </p:nvSpPr>
          <p:spPr>
            <a:xfrm>
              <a:off x="3883850" y="1663200"/>
              <a:ext cx="361150" cy="293150"/>
            </a:xfrm>
            <a:custGeom>
              <a:avLst/>
              <a:gdLst/>
              <a:ahLst/>
              <a:cxnLst/>
              <a:rect l="l" t="t" r="r" b="b"/>
              <a:pathLst>
                <a:path w="14446" h="11726" extrusionOk="0">
                  <a:moveTo>
                    <a:pt x="8459" y="0"/>
                  </a:moveTo>
                  <a:cubicBezTo>
                    <a:pt x="5957" y="0"/>
                    <a:pt x="2557" y="1112"/>
                    <a:pt x="1507" y="3574"/>
                  </a:cubicBezTo>
                  <a:cubicBezTo>
                    <a:pt x="0" y="7106"/>
                    <a:pt x="3097" y="11726"/>
                    <a:pt x="5691" y="11726"/>
                  </a:cubicBezTo>
                  <a:cubicBezTo>
                    <a:pt x="8905" y="11726"/>
                    <a:pt x="11115" y="10638"/>
                    <a:pt x="12772" y="8612"/>
                  </a:cubicBezTo>
                  <a:cubicBezTo>
                    <a:pt x="14446" y="6587"/>
                    <a:pt x="12538" y="1984"/>
                    <a:pt x="10947" y="611"/>
                  </a:cubicBezTo>
                  <a:cubicBezTo>
                    <a:pt x="10466" y="210"/>
                    <a:pt x="9547" y="0"/>
                    <a:pt x="84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7" name="Google Shape;10587;p24"/>
            <p:cNvSpPr/>
            <p:nvPr/>
          </p:nvSpPr>
          <p:spPr>
            <a:xfrm>
              <a:off x="3903925" y="1662875"/>
              <a:ext cx="275800" cy="229900"/>
            </a:xfrm>
            <a:custGeom>
              <a:avLst/>
              <a:gdLst/>
              <a:ahLst/>
              <a:cxnLst/>
              <a:rect l="l" t="t" r="r" b="b"/>
              <a:pathLst>
                <a:path w="11032" h="9196" extrusionOk="0">
                  <a:moveTo>
                    <a:pt x="7633" y="1"/>
                  </a:moveTo>
                  <a:cubicBezTo>
                    <a:pt x="5145" y="1"/>
                    <a:pt x="1785" y="1123"/>
                    <a:pt x="737" y="3587"/>
                  </a:cubicBezTo>
                  <a:cubicBezTo>
                    <a:pt x="1" y="5277"/>
                    <a:pt x="336" y="7219"/>
                    <a:pt x="1173" y="8776"/>
                  </a:cubicBezTo>
                  <a:cubicBezTo>
                    <a:pt x="1755" y="9056"/>
                    <a:pt x="2426" y="9196"/>
                    <a:pt x="3138" y="9196"/>
                  </a:cubicBezTo>
                  <a:cubicBezTo>
                    <a:pt x="4596" y="9196"/>
                    <a:pt x="6228" y="8612"/>
                    <a:pt x="7634" y="7453"/>
                  </a:cubicBezTo>
                  <a:cubicBezTo>
                    <a:pt x="10111" y="5445"/>
                    <a:pt x="11032" y="2415"/>
                    <a:pt x="9826" y="423"/>
                  </a:cubicBezTo>
                  <a:cubicBezTo>
                    <a:pt x="9305" y="145"/>
                    <a:pt x="8525" y="1"/>
                    <a:pt x="76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8" name="Google Shape;10588;p24"/>
            <p:cNvSpPr/>
            <p:nvPr/>
          </p:nvSpPr>
          <p:spPr>
            <a:xfrm>
              <a:off x="3967575" y="1729675"/>
              <a:ext cx="231400" cy="195050"/>
            </a:xfrm>
            <a:custGeom>
              <a:avLst/>
              <a:gdLst/>
              <a:ahLst/>
              <a:cxnLst/>
              <a:rect l="l" t="t" r="r" b="b"/>
              <a:pathLst>
                <a:path w="9256" h="7802" extrusionOk="0">
                  <a:moveTo>
                    <a:pt x="6151" y="1"/>
                  </a:moveTo>
                  <a:cubicBezTo>
                    <a:pt x="4148" y="1"/>
                    <a:pt x="204" y="2403"/>
                    <a:pt x="83" y="4363"/>
                  </a:cubicBezTo>
                  <a:cubicBezTo>
                    <a:pt x="0" y="6133"/>
                    <a:pt x="2719" y="7802"/>
                    <a:pt x="4947" y="7802"/>
                  </a:cubicBezTo>
                  <a:cubicBezTo>
                    <a:pt x="5436" y="7802"/>
                    <a:pt x="5902" y="7721"/>
                    <a:pt x="6310" y="7543"/>
                  </a:cubicBezTo>
                  <a:cubicBezTo>
                    <a:pt x="9255" y="6271"/>
                    <a:pt x="8402" y="647"/>
                    <a:pt x="6694" y="78"/>
                  </a:cubicBezTo>
                  <a:cubicBezTo>
                    <a:pt x="6537" y="25"/>
                    <a:pt x="6354" y="1"/>
                    <a:pt x="61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9" name="Google Shape;10589;p24"/>
            <p:cNvSpPr/>
            <p:nvPr/>
          </p:nvSpPr>
          <p:spPr>
            <a:xfrm>
              <a:off x="3982625" y="1742625"/>
              <a:ext cx="197100" cy="166025"/>
            </a:xfrm>
            <a:custGeom>
              <a:avLst/>
              <a:gdLst/>
              <a:ahLst/>
              <a:cxnLst/>
              <a:rect l="l" t="t" r="r" b="b"/>
              <a:pathLst>
                <a:path w="7884" h="6641" extrusionOk="0">
                  <a:moveTo>
                    <a:pt x="5249" y="1"/>
                  </a:moveTo>
                  <a:cubicBezTo>
                    <a:pt x="3561" y="1"/>
                    <a:pt x="190" y="2066"/>
                    <a:pt x="83" y="3728"/>
                  </a:cubicBezTo>
                  <a:cubicBezTo>
                    <a:pt x="1" y="5212"/>
                    <a:pt x="2311" y="6640"/>
                    <a:pt x="4215" y="6640"/>
                  </a:cubicBezTo>
                  <a:cubicBezTo>
                    <a:pt x="4630" y="6640"/>
                    <a:pt x="5025" y="6572"/>
                    <a:pt x="5373" y="6423"/>
                  </a:cubicBezTo>
                  <a:cubicBezTo>
                    <a:pt x="7884" y="5335"/>
                    <a:pt x="7164" y="547"/>
                    <a:pt x="5691" y="62"/>
                  </a:cubicBezTo>
                  <a:cubicBezTo>
                    <a:pt x="5563" y="20"/>
                    <a:pt x="5414" y="1"/>
                    <a:pt x="5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0" name="Google Shape;10590;p24"/>
            <p:cNvSpPr/>
            <p:nvPr/>
          </p:nvSpPr>
          <p:spPr>
            <a:xfrm>
              <a:off x="4014400" y="1848975"/>
              <a:ext cx="55275" cy="40350"/>
            </a:xfrm>
            <a:custGeom>
              <a:avLst/>
              <a:gdLst/>
              <a:ahLst/>
              <a:cxnLst/>
              <a:rect l="l" t="t" r="r" b="b"/>
              <a:pathLst>
                <a:path w="2211" h="1614" extrusionOk="0">
                  <a:moveTo>
                    <a:pt x="2062" y="0"/>
                  </a:moveTo>
                  <a:cubicBezTo>
                    <a:pt x="1878" y="0"/>
                    <a:pt x="1404" y="285"/>
                    <a:pt x="888" y="679"/>
                  </a:cubicBezTo>
                  <a:cubicBezTo>
                    <a:pt x="352" y="1114"/>
                    <a:pt x="1" y="1533"/>
                    <a:pt x="101" y="1600"/>
                  </a:cubicBezTo>
                  <a:cubicBezTo>
                    <a:pt x="114" y="1609"/>
                    <a:pt x="132" y="1613"/>
                    <a:pt x="154" y="1613"/>
                  </a:cubicBezTo>
                  <a:cubicBezTo>
                    <a:pt x="338" y="1613"/>
                    <a:pt x="829" y="1318"/>
                    <a:pt x="1306" y="930"/>
                  </a:cubicBezTo>
                  <a:cubicBezTo>
                    <a:pt x="1859" y="495"/>
                    <a:pt x="2210" y="76"/>
                    <a:pt x="2110" y="9"/>
                  </a:cubicBezTo>
                  <a:cubicBezTo>
                    <a:pt x="2097" y="3"/>
                    <a:pt x="2081" y="0"/>
                    <a:pt x="2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1" name="Google Shape;10591;p24"/>
            <p:cNvSpPr/>
            <p:nvPr/>
          </p:nvSpPr>
          <p:spPr>
            <a:xfrm>
              <a:off x="4036575" y="1855850"/>
              <a:ext cx="42300" cy="53650"/>
            </a:xfrm>
            <a:custGeom>
              <a:avLst/>
              <a:gdLst/>
              <a:ahLst/>
              <a:cxnLst/>
              <a:rect l="l" t="t" r="r" b="b"/>
              <a:pathLst>
                <a:path w="1692" h="2146" extrusionOk="0">
                  <a:moveTo>
                    <a:pt x="1559" y="1"/>
                  </a:moveTo>
                  <a:cubicBezTo>
                    <a:pt x="1410" y="1"/>
                    <a:pt x="991" y="441"/>
                    <a:pt x="604" y="1007"/>
                  </a:cubicBezTo>
                  <a:cubicBezTo>
                    <a:pt x="219" y="1592"/>
                    <a:pt x="1" y="2095"/>
                    <a:pt x="135" y="2145"/>
                  </a:cubicBezTo>
                  <a:cubicBezTo>
                    <a:pt x="137" y="2145"/>
                    <a:pt x="139" y="2145"/>
                    <a:pt x="142" y="2145"/>
                  </a:cubicBezTo>
                  <a:cubicBezTo>
                    <a:pt x="269" y="2145"/>
                    <a:pt x="711" y="1715"/>
                    <a:pt x="1089" y="1140"/>
                  </a:cubicBezTo>
                  <a:cubicBezTo>
                    <a:pt x="1491" y="555"/>
                    <a:pt x="1692" y="52"/>
                    <a:pt x="1574" y="2"/>
                  </a:cubicBezTo>
                  <a:cubicBezTo>
                    <a:pt x="1570" y="1"/>
                    <a:pt x="1565" y="1"/>
                    <a:pt x="1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2" name="Google Shape;10592;p24"/>
            <p:cNvSpPr/>
            <p:nvPr/>
          </p:nvSpPr>
          <p:spPr>
            <a:xfrm>
              <a:off x="4065050" y="1853375"/>
              <a:ext cx="26800" cy="60725"/>
            </a:xfrm>
            <a:custGeom>
              <a:avLst/>
              <a:gdLst/>
              <a:ahLst/>
              <a:cxnLst/>
              <a:rect l="l" t="t" r="r" b="b"/>
              <a:pathLst>
                <a:path w="1072" h="2429" extrusionOk="0">
                  <a:moveTo>
                    <a:pt x="938" y="1"/>
                  </a:moveTo>
                  <a:cubicBezTo>
                    <a:pt x="787" y="1"/>
                    <a:pt x="502" y="553"/>
                    <a:pt x="285" y="1223"/>
                  </a:cubicBezTo>
                  <a:cubicBezTo>
                    <a:pt x="50" y="1892"/>
                    <a:pt x="0" y="2428"/>
                    <a:pt x="117" y="2428"/>
                  </a:cubicBezTo>
                  <a:cubicBezTo>
                    <a:pt x="120" y="2428"/>
                    <a:pt x="122" y="2428"/>
                    <a:pt x="124" y="2428"/>
                  </a:cubicBezTo>
                  <a:cubicBezTo>
                    <a:pt x="277" y="2428"/>
                    <a:pt x="572" y="1882"/>
                    <a:pt x="770" y="1223"/>
                  </a:cubicBezTo>
                  <a:cubicBezTo>
                    <a:pt x="1004" y="553"/>
                    <a:pt x="1071" y="1"/>
                    <a:pt x="9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3" name="Google Shape;10593;p24"/>
            <p:cNvSpPr/>
            <p:nvPr/>
          </p:nvSpPr>
          <p:spPr>
            <a:xfrm>
              <a:off x="4087275" y="1851250"/>
              <a:ext cx="14175" cy="63750"/>
            </a:xfrm>
            <a:custGeom>
              <a:avLst/>
              <a:gdLst/>
              <a:ahLst/>
              <a:cxnLst/>
              <a:rect l="l" t="t" r="r" b="b"/>
              <a:pathLst>
                <a:path w="567" h="2550" extrusionOk="0">
                  <a:moveTo>
                    <a:pt x="377" y="1"/>
                  </a:moveTo>
                  <a:cubicBezTo>
                    <a:pt x="373" y="1"/>
                    <a:pt x="370" y="1"/>
                    <a:pt x="367" y="2"/>
                  </a:cubicBezTo>
                  <a:cubicBezTo>
                    <a:pt x="233" y="36"/>
                    <a:pt x="99" y="655"/>
                    <a:pt x="49" y="1341"/>
                  </a:cubicBezTo>
                  <a:cubicBezTo>
                    <a:pt x="0" y="2014"/>
                    <a:pt x="90" y="2550"/>
                    <a:pt x="201" y="2550"/>
                  </a:cubicBezTo>
                  <a:cubicBezTo>
                    <a:pt x="206" y="2550"/>
                    <a:pt x="211" y="2549"/>
                    <a:pt x="216" y="2546"/>
                  </a:cubicBezTo>
                  <a:cubicBezTo>
                    <a:pt x="333" y="2513"/>
                    <a:pt x="484" y="1927"/>
                    <a:pt x="534" y="1224"/>
                  </a:cubicBezTo>
                  <a:cubicBezTo>
                    <a:pt x="566" y="526"/>
                    <a:pt x="489" y="1"/>
                    <a:pt x="3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4" name="Google Shape;10594;p24"/>
            <p:cNvSpPr/>
            <p:nvPr/>
          </p:nvSpPr>
          <p:spPr>
            <a:xfrm>
              <a:off x="3994750" y="1842875"/>
              <a:ext cx="66550" cy="31550"/>
            </a:xfrm>
            <a:custGeom>
              <a:avLst/>
              <a:gdLst/>
              <a:ahLst/>
              <a:cxnLst/>
              <a:rect l="l" t="t" r="r" b="b"/>
              <a:pathLst>
                <a:path w="2662" h="1262" extrusionOk="0">
                  <a:moveTo>
                    <a:pt x="2503" y="0"/>
                  </a:moveTo>
                  <a:cubicBezTo>
                    <a:pt x="2302" y="0"/>
                    <a:pt x="1767" y="188"/>
                    <a:pt x="1172" y="471"/>
                  </a:cubicBezTo>
                  <a:cubicBezTo>
                    <a:pt x="485" y="806"/>
                    <a:pt x="0" y="1141"/>
                    <a:pt x="84" y="1241"/>
                  </a:cubicBezTo>
                  <a:cubicBezTo>
                    <a:pt x="97" y="1255"/>
                    <a:pt x="125" y="1261"/>
                    <a:pt x="166" y="1261"/>
                  </a:cubicBezTo>
                  <a:cubicBezTo>
                    <a:pt x="375" y="1261"/>
                    <a:pt x="915" y="1086"/>
                    <a:pt x="1490" y="806"/>
                  </a:cubicBezTo>
                  <a:cubicBezTo>
                    <a:pt x="2176" y="471"/>
                    <a:pt x="2662" y="136"/>
                    <a:pt x="2578" y="19"/>
                  </a:cubicBezTo>
                  <a:cubicBezTo>
                    <a:pt x="2565" y="6"/>
                    <a:pt x="2540" y="0"/>
                    <a:pt x="2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5" name="Google Shape;10595;p24"/>
            <p:cNvSpPr/>
            <p:nvPr/>
          </p:nvSpPr>
          <p:spPr>
            <a:xfrm>
              <a:off x="3985525" y="1834000"/>
              <a:ext cx="72000" cy="22475"/>
            </a:xfrm>
            <a:custGeom>
              <a:avLst/>
              <a:gdLst/>
              <a:ahLst/>
              <a:cxnLst/>
              <a:rect l="l" t="t" r="r" b="b"/>
              <a:pathLst>
                <a:path w="2880" h="899" extrusionOk="0">
                  <a:moveTo>
                    <a:pt x="2663" y="1"/>
                  </a:moveTo>
                  <a:cubicBezTo>
                    <a:pt x="2407" y="1"/>
                    <a:pt x="1896" y="101"/>
                    <a:pt x="1340" y="274"/>
                  </a:cubicBezTo>
                  <a:cubicBezTo>
                    <a:pt x="570" y="508"/>
                    <a:pt x="1" y="776"/>
                    <a:pt x="68" y="860"/>
                  </a:cubicBezTo>
                  <a:cubicBezTo>
                    <a:pt x="77" y="886"/>
                    <a:pt x="129" y="898"/>
                    <a:pt x="215" y="898"/>
                  </a:cubicBezTo>
                  <a:cubicBezTo>
                    <a:pt x="458" y="898"/>
                    <a:pt x="972" y="798"/>
                    <a:pt x="1541" y="625"/>
                  </a:cubicBezTo>
                  <a:cubicBezTo>
                    <a:pt x="2327" y="408"/>
                    <a:pt x="2880" y="123"/>
                    <a:pt x="2830" y="39"/>
                  </a:cubicBezTo>
                  <a:cubicBezTo>
                    <a:pt x="2812" y="13"/>
                    <a:pt x="2753" y="1"/>
                    <a:pt x="26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6" name="Google Shape;10596;p24"/>
            <p:cNvSpPr/>
            <p:nvPr/>
          </p:nvSpPr>
          <p:spPr>
            <a:xfrm>
              <a:off x="3974650" y="1824800"/>
              <a:ext cx="79950" cy="15075"/>
            </a:xfrm>
            <a:custGeom>
              <a:avLst/>
              <a:gdLst/>
              <a:ahLst/>
              <a:cxnLst/>
              <a:rect l="l" t="t" r="r" b="b"/>
              <a:pathLst>
                <a:path w="3198" h="603" extrusionOk="0">
                  <a:moveTo>
                    <a:pt x="2705" y="1"/>
                  </a:moveTo>
                  <a:cubicBezTo>
                    <a:pt x="2405" y="1"/>
                    <a:pt x="1981" y="34"/>
                    <a:pt x="1524" y="106"/>
                  </a:cubicBezTo>
                  <a:cubicBezTo>
                    <a:pt x="670" y="223"/>
                    <a:pt x="1" y="407"/>
                    <a:pt x="34" y="525"/>
                  </a:cubicBezTo>
                  <a:cubicBezTo>
                    <a:pt x="57" y="577"/>
                    <a:pt x="215" y="603"/>
                    <a:pt x="462" y="603"/>
                  </a:cubicBezTo>
                  <a:cubicBezTo>
                    <a:pt x="763" y="603"/>
                    <a:pt x="1196" y="565"/>
                    <a:pt x="1674" y="491"/>
                  </a:cubicBezTo>
                  <a:cubicBezTo>
                    <a:pt x="2528" y="374"/>
                    <a:pt x="3198" y="190"/>
                    <a:pt x="3147" y="73"/>
                  </a:cubicBezTo>
                  <a:cubicBezTo>
                    <a:pt x="3132" y="26"/>
                    <a:pt x="2965" y="1"/>
                    <a:pt x="27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7" name="Google Shape;10597;p24"/>
            <p:cNvSpPr/>
            <p:nvPr/>
          </p:nvSpPr>
          <p:spPr>
            <a:xfrm>
              <a:off x="3985525" y="1809275"/>
              <a:ext cx="72425" cy="14125"/>
            </a:xfrm>
            <a:custGeom>
              <a:avLst/>
              <a:gdLst/>
              <a:ahLst/>
              <a:cxnLst/>
              <a:rect l="l" t="t" r="r" b="b"/>
              <a:pathLst>
                <a:path w="2897" h="565" extrusionOk="0">
                  <a:moveTo>
                    <a:pt x="456" y="1"/>
                  </a:moveTo>
                  <a:cubicBezTo>
                    <a:pt x="177" y="1"/>
                    <a:pt x="1" y="30"/>
                    <a:pt x="1" y="91"/>
                  </a:cubicBezTo>
                  <a:cubicBezTo>
                    <a:pt x="18" y="191"/>
                    <a:pt x="670" y="359"/>
                    <a:pt x="1457" y="493"/>
                  </a:cubicBezTo>
                  <a:cubicBezTo>
                    <a:pt x="1830" y="539"/>
                    <a:pt x="2167" y="564"/>
                    <a:pt x="2421" y="564"/>
                  </a:cubicBezTo>
                  <a:cubicBezTo>
                    <a:pt x="2714" y="564"/>
                    <a:pt x="2897" y="531"/>
                    <a:pt x="2897" y="459"/>
                  </a:cubicBezTo>
                  <a:cubicBezTo>
                    <a:pt x="2897" y="342"/>
                    <a:pt x="2227" y="175"/>
                    <a:pt x="1440" y="74"/>
                  </a:cubicBezTo>
                  <a:cubicBezTo>
                    <a:pt x="1062" y="26"/>
                    <a:pt x="715" y="1"/>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8" name="Google Shape;10598;p24"/>
            <p:cNvSpPr/>
            <p:nvPr/>
          </p:nvSpPr>
          <p:spPr>
            <a:xfrm>
              <a:off x="4001850" y="1788050"/>
              <a:ext cx="61550" cy="26500"/>
            </a:xfrm>
            <a:custGeom>
              <a:avLst/>
              <a:gdLst/>
              <a:ahLst/>
              <a:cxnLst/>
              <a:rect l="l" t="t" r="r" b="b"/>
              <a:pathLst>
                <a:path w="2462" h="1060" extrusionOk="0">
                  <a:moveTo>
                    <a:pt x="117" y="1"/>
                  </a:moveTo>
                  <a:cubicBezTo>
                    <a:pt x="56" y="1"/>
                    <a:pt x="21" y="12"/>
                    <a:pt x="17" y="36"/>
                  </a:cubicBezTo>
                  <a:cubicBezTo>
                    <a:pt x="1" y="153"/>
                    <a:pt x="520" y="455"/>
                    <a:pt x="1189" y="739"/>
                  </a:cubicBezTo>
                  <a:cubicBezTo>
                    <a:pt x="1698" y="943"/>
                    <a:pt x="2149" y="1059"/>
                    <a:pt x="2344" y="1059"/>
                  </a:cubicBezTo>
                  <a:cubicBezTo>
                    <a:pt x="2405" y="1059"/>
                    <a:pt x="2440" y="1048"/>
                    <a:pt x="2444" y="1024"/>
                  </a:cubicBezTo>
                  <a:cubicBezTo>
                    <a:pt x="2461" y="923"/>
                    <a:pt x="1942" y="605"/>
                    <a:pt x="1273" y="337"/>
                  </a:cubicBezTo>
                  <a:cubicBezTo>
                    <a:pt x="762" y="120"/>
                    <a:pt x="310"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9" name="Google Shape;10599;p24"/>
            <p:cNvSpPr/>
            <p:nvPr/>
          </p:nvSpPr>
          <p:spPr>
            <a:xfrm>
              <a:off x="4029050" y="1765475"/>
              <a:ext cx="42300" cy="46125"/>
            </a:xfrm>
            <a:custGeom>
              <a:avLst/>
              <a:gdLst/>
              <a:ahLst/>
              <a:cxnLst/>
              <a:rect l="l" t="t" r="r" b="b"/>
              <a:pathLst>
                <a:path w="1692" h="1845" extrusionOk="0">
                  <a:moveTo>
                    <a:pt x="117" y="1"/>
                  </a:moveTo>
                  <a:cubicBezTo>
                    <a:pt x="101" y="1"/>
                    <a:pt x="90" y="6"/>
                    <a:pt x="84" y="18"/>
                  </a:cubicBezTo>
                  <a:cubicBezTo>
                    <a:pt x="1" y="136"/>
                    <a:pt x="285" y="604"/>
                    <a:pt x="720" y="1090"/>
                  </a:cubicBezTo>
                  <a:cubicBezTo>
                    <a:pt x="1118" y="1532"/>
                    <a:pt x="1464" y="1844"/>
                    <a:pt x="1587" y="1844"/>
                  </a:cubicBezTo>
                  <a:cubicBezTo>
                    <a:pt x="1604" y="1844"/>
                    <a:pt x="1616" y="1838"/>
                    <a:pt x="1624" y="1826"/>
                  </a:cubicBezTo>
                  <a:cubicBezTo>
                    <a:pt x="1691" y="1743"/>
                    <a:pt x="1390" y="1257"/>
                    <a:pt x="971" y="755"/>
                  </a:cubicBezTo>
                  <a:cubicBezTo>
                    <a:pt x="588" y="313"/>
                    <a:pt x="231" y="1"/>
                    <a:pt x="1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0" name="Google Shape;10600;p24"/>
            <p:cNvSpPr/>
            <p:nvPr/>
          </p:nvSpPr>
          <p:spPr>
            <a:xfrm>
              <a:off x="4051225" y="1752375"/>
              <a:ext cx="28075" cy="54275"/>
            </a:xfrm>
            <a:custGeom>
              <a:avLst/>
              <a:gdLst/>
              <a:ahLst/>
              <a:cxnLst/>
              <a:rect l="l" t="t" r="r" b="b"/>
              <a:pathLst>
                <a:path w="1123" h="2171" extrusionOk="0">
                  <a:moveTo>
                    <a:pt x="141" y="0"/>
                  </a:moveTo>
                  <a:cubicBezTo>
                    <a:pt x="132" y="0"/>
                    <a:pt x="125" y="2"/>
                    <a:pt x="118" y="7"/>
                  </a:cubicBezTo>
                  <a:cubicBezTo>
                    <a:pt x="1" y="74"/>
                    <a:pt x="135" y="609"/>
                    <a:pt x="386" y="1195"/>
                  </a:cubicBezTo>
                  <a:cubicBezTo>
                    <a:pt x="624" y="1750"/>
                    <a:pt x="876" y="2170"/>
                    <a:pt x="988" y="2170"/>
                  </a:cubicBezTo>
                  <a:cubicBezTo>
                    <a:pt x="994" y="2170"/>
                    <a:pt x="1000" y="2169"/>
                    <a:pt x="1005" y="2166"/>
                  </a:cubicBezTo>
                  <a:cubicBezTo>
                    <a:pt x="1122" y="2099"/>
                    <a:pt x="988" y="1580"/>
                    <a:pt x="737" y="961"/>
                  </a:cubicBezTo>
                  <a:cubicBezTo>
                    <a:pt x="503" y="415"/>
                    <a:pt x="255"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1" name="Google Shape;10601;p24"/>
            <p:cNvSpPr/>
            <p:nvPr/>
          </p:nvSpPr>
          <p:spPr>
            <a:xfrm>
              <a:off x="4074250" y="1746175"/>
              <a:ext cx="14675" cy="57525"/>
            </a:xfrm>
            <a:custGeom>
              <a:avLst/>
              <a:gdLst/>
              <a:ahLst/>
              <a:cxnLst/>
              <a:rect l="l" t="t" r="r" b="b"/>
              <a:pathLst>
                <a:path w="587" h="2301" extrusionOk="0">
                  <a:moveTo>
                    <a:pt x="149" y="0"/>
                  </a:moveTo>
                  <a:cubicBezTo>
                    <a:pt x="144" y="0"/>
                    <a:pt x="139" y="1"/>
                    <a:pt x="134" y="4"/>
                  </a:cubicBezTo>
                  <a:cubicBezTo>
                    <a:pt x="34" y="21"/>
                    <a:pt x="0" y="573"/>
                    <a:pt x="101" y="1209"/>
                  </a:cubicBezTo>
                  <a:cubicBezTo>
                    <a:pt x="213" y="1816"/>
                    <a:pt x="355" y="2300"/>
                    <a:pt x="455" y="2300"/>
                  </a:cubicBezTo>
                  <a:cubicBezTo>
                    <a:pt x="460" y="2300"/>
                    <a:pt x="464" y="2299"/>
                    <a:pt x="469" y="2297"/>
                  </a:cubicBezTo>
                  <a:cubicBezTo>
                    <a:pt x="570" y="2263"/>
                    <a:pt x="586" y="1711"/>
                    <a:pt x="486" y="1092"/>
                  </a:cubicBezTo>
                  <a:cubicBezTo>
                    <a:pt x="390" y="485"/>
                    <a:pt x="249" y="0"/>
                    <a:pt x="1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2" name="Google Shape;10602;p24"/>
            <p:cNvSpPr/>
            <p:nvPr/>
          </p:nvSpPr>
          <p:spPr>
            <a:xfrm>
              <a:off x="4092700" y="1739975"/>
              <a:ext cx="13775" cy="63675"/>
            </a:xfrm>
            <a:custGeom>
              <a:avLst/>
              <a:gdLst/>
              <a:ahLst/>
              <a:cxnLst/>
              <a:rect l="l" t="t" r="r" b="b"/>
              <a:pathLst>
                <a:path w="551" h="2547" extrusionOk="0">
                  <a:moveTo>
                    <a:pt x="389" y="0"/>
                  </a:moveTo>
                  <a:cubicBezTo>
                    <a:pt x="387" y="0"/>
                    <a:pt x="386" y="0"/>
                    <a:pt x="384" y="1"/>
                  </a:cubicBezTo>
                  <a:cubicBezTo>
                    <a:pt x="250" y="1"/>
                    <a:pt x="133" y="587"/>
                    <a:pt x="66" y="1290"/>
                  </a:cubicBezTo>
                  <a:cubicBezTo>
                    <a:pt x="1" y="1989"/>
                    <a:pt x="46" y="2546"/>
                    <a:pt x="157" y="2546"/>
                  </a:cubicBezTo>
                  <a:cubicBezTo>
                    <a:pt x="160" y="2546"/>
                    <a:pt x="163" y="2546"/>
                    <a:pt x="166" y="2545"/>
                  </a:cubicBezTo>
                  <a:cubicBezTo>
                    <a:pt x="267" y="2528"/>
                    <a:pt x="417" y="1942"/>
                    <a:pt x="484" y="1256"/>
                  </a:cubicBezTo>
                  <a:cubicBezTo>
                    <a:pt x="550" y="547"/>
                    <a:pt x="503" y="0"/>
                    <a:pt x="3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3" name="Google Shape;10603;p24"/>
            <p:cNvSpPr/>
            <p:nvPr/>
          </p:nvSpPr>
          <p:spPr>
            <a:xfrm>
              <a:off x="4104375" y="1738300"/>
              <a:ext cx="23050" cy="68675"/>
            </a:xfrm>
            <a:custGeom>
              <a:avLst/>
              <a:gdLst/>
              <a:ahLst/>
              <a:cxnLst/>
              <a:rect l="l" t="t" r="r" b="b"/>
              <a:pathLst>
                <a:path w="922" h="2747" extrusionOk="0">
                  <a:moveTo>
                    <a:pt x="787" y="1"/>
                  </a:moveTo>
                  <a:cubicBezTo>
                    <a:pt x="687" y="1"/>
                    <a:pt x="453" y="603"/>
                    <a:pt x="252" y="1357"/>
                  </a:cubicBezTo>
                  <a:cubicBezTo>
                    <a:pt x="51" y="2110"/>
                    <a:pt x="1" y="2729"/>
                    <a:pt x="118" y="2746"/>
                  </a:cubicBezTo>
                  <a:cubicBezTo>
                    <a:pt x="120" y="2746"/>
                    <a:pt x="121" y="2746"/>
                    <a:pt x="123" y="2746"/>
                  </a:cubicBezTo>
                  <a:cubicBezTo>
                    <a:pt x="257" y="2746"/>
                    <a:pt x="472" y="2133"/>
                    <a:pt x="670" y="1390"/>
                  </a:cubicBezTo>
                  <a:cubicBezTo>
                    <a:pt x="854" y="637"/>
                    <a:pt x="921" y="17"/>
                    <a:pt x="7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4" name="Google Shape;10604;p24"/>
            <p:cNvSpPr/>
            <p:nvPr/>
          </p:nvSpPr>
          <p:spPr>
            <a:xfrm>
              <a:off x="4111075" y="1754900"/>
              <a:ext cx="42700" cy="59250"/>
            </a:xfrm>
            <a:custGeom>
              <a:avLst/>
              <a:gdLst/>
              <a:ahLst/>
              <a:cxnLst/>
              <a:rect l="l" t="t" r="r" b="b"/>
              <a:pathLst>
                <a:path w="1708" h="2370" extrusionOk="0">
                  <a:moveTo>
                    <a:pt x="1586" y="0"/>
                  </a:moveTo>
                  <a:cubicBezTo>
                    <a:pt x="1457" y="0"/>
                    <a:pt x="1063" y="482"/>
                    <a:pt x="670" y="1111"/>
                  </a:cubicBezTo>
                  <a:cubicBezTo>
                    <a:pt x="251" y="1764"/>
                    <a:pt x="0" y="2350"/>
                    <a:pt x="101" y="2366"/>
                  </a:cubicBezTo>
                  <a:cubicBezTo>
                    <a:pt x="105" y="2369"/>
                    <a:pt x="111" y="2370"/>
                    <a:pt x="117" y="2370"/>
                  </a:cubicBezTo>
                  <a:cubicBezTo>
                    <a:pt x="240" y="2370"/>
                    <a:pt x="639" y="1884"/>
                    <a:pt x="1038" y="1262"/>
                  </a:cubicBezTo>
                  <a:cubicBezTo>
                    <a:pt x="1457" y="609"/>
                    <a:pt x="1708" y="23"/>
                    <a:pt x="1607" y="6"/>
                  </a:cubicBezTo>
                  <a:cubicBezTo>
                    <a:pt x="1601" y="2"/>
                    <a:pt x="1594" y="0"/>
                    <a:pt x="15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5" name="Google Shape;10605;p24"/>
            <p:cNvSpPr/>
            <p:nvPr/>
          </p:nvSpPr>
          <p:spPr>
            <a:xfrm>
              <a:off x="4113575" y="1785325"/>
              <a:ext cx="50250" cy="38200"/>
            </a:xfrm>
            <a:custGeom>
              <a:avLst/>
              <a:gdLst/>
              <a:ahLst/>
              <a:cxnLst/>
              <a:rect l="l" t="t" r="r" b="b"/>
              <a:pathLst>
                <a:path w="2010" h="1528" extrusionOk="0">
                  <a:moveTo>
                    <a:pt x="1888" y="1"/>
                  </a:moveTo>
                  <a:cubicBezTo>
                    <a:pt x="1742" y="1"/>
                    <a:pt x="1303" y="255"/>
                    <a:pt x="838" y="631"/>
                  </a:cubicBezTo>
                  <a:cubicBezTo>
                    <a:pt x="336" y="1049"/>
                    <a:pt x="1" y="1434"/>
                    <a:pt x="85" y="1518"/>
                  </a:cubicBezTo>
                  <a:cubicBezTo>
                    <a:pt x="93" y="1524"/>
                    <a:pt x="105" y="1527"/>
                    <a:pt x="121" y="1527"/>
                  </a:cubicBezTo>
                  <a:cubicBezTo>
                    <a:pt x="267" y="1527"/>
                    <a:pt x="720" y="1259"/>
                    <a:pt x="1173" y="882"/>
                  </a:cubicBezTo>
                  <a:cubicBezTo>
                    <a:pt x="1675" y="463"/>
                    <a:pt x="2009" y="95"/>
                    <a:pt x="1926" y="11"/>
                  </a:cubicBezTo>
                  <a:cubicBezTo>
                    <a:pt x="1917" y="4"/>
                    <a:pt x="1904" y="1"/>
                    <a:pt x="18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6" name="Google Shape;10606;p24"/>
            <p:cNvSpPr/>
            <p:nvPr/>
          </p:nvSpPr>
          <p:spPr>
            <a:xfrm>
              <a:off x="4111500" y="1811975"/>
              <a:ext cx="58600" cy="20175"/>
            </a:xfrm>
            <a:custGeom>
              <a:avLst/>
              <a:gdLst/>
              <a:ahLst/>
              <a:cxnLst/>
              <a:rect l="l" t="t" r="r" b="b"/>
              <a:pathLst>
                <a:path w="2344" h="807" extrusionOk="0">
                  <a:moveTo>
                    <a:pt x="2161" y="1"/>
                  </a:moveTo>
                  <a:cubicBezTo>
                    <a:pt x="1940" y="1"/>
                    <a:pt x="1515" y="82"/>
                    <a:pt x="1071" y="217"/>
                  </a:cubicBezTo>
                  <a:cubicBezTo>
                    <a:pt x="435" y="401"/>
                    <a:pt x="0" y="653"/>
                    <a:pt x="50" y="753"/>
                  </a:cubicBezTo>
                  <a:cubicBezTo>
                    <a:pt x="66" y="789"/>
                    <a:pt x="129" y="806"/>
                    <a:pt x="226" y="806"/>
                  </a:cubicBezTo>
                  <a:cubicBezTo>
                    <a:pt x="447" y="806"/>
                    <a:pt x="843" y="720"/>
                    <a:pt x="1272" y="569"/>
                  </a:cubicBezTo>
                  <a:cubicBezTo>
                    <a:pt x="1908" y="385"/>
                    <a:pt x="2344" y="134"/>
                    <a:pt x="2310" y="33"/>
                  </a:cubicBezTo>
                  <a:cubicBezTo>
                    <a:pt x="2292" y="11"/>
                    <a:pt x="2240" y="1"/>
                    <a:pt x="2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7" name="Google Shape;10607;p24"/>
            <p:cNvSpPr/>
            <p:nvPr/>
          </p:nvSpPr>
          <p:spPr>
            <a:xfrm>
              <a:off x="4030925" y="1800775"/>
              <a:ext cx="173500" cy="112475"/>
            </a:xfrm>
            <a:custGeom>
              <a:avLst/>
              <a:gdLst/>
              <a:ahLst/>
              <a:cxnLst/>
              <a:rect l="l" t="t" r="r" b="b"/>
              <a:pathLst>
                <a:path w="6940" h="4499" extrusionOk="0">
                  <a:moveTo>
                    <a:pt x="2455" y="1"/>
                  </a:moveTo>
                  <a:cubicBezTo>
                    <a:pt x="1356" y="1"/>
                    <a:pt x="0" y="1225"/>
                    <a:pt x="1030" y="1954"/>
                  </a:cubicBezTo>
                  <a:cubicBezTo>
                    <a:pt x="2570" y="3076"/>
                    <a:pt x="3324" y="4498"/>
                    <a:pt x="3324" y="4498"/>
                  </a:cubicBezTo>
                  <a:lnTo>
                    <a:pt x="6939" y="2038"/>
                  </a:lnTo>
                  <a:cubicBezTo>
                    <a:pt x="6939" y="2038"/>
                    <a:pt x="3960" y="180"/>
                    <a:pt x="2637" y="13"/>
                  </a:cubicBezTo>
                  <a:cubicBezTo>
                    <a:pt x="2578" y="5"/>
                    <a:pt x="2517" y="1"/>
                    <a:pt x="24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8" name="Google Shape;10608;p24"/>
            <p:cNvSpPr/>
            <p:nvPr/>
          </p:nvSpPr>
          <p:spPr>
            <a:xfrm>
              <a:off x="4088050" y="1827450"/>
              <a:ext cx="50675" cy="36425"/>
            </a:xfrm>
            <a:custGeom>
              <a:avLst/>
              <a:gdLst/>
              <a:ahLst/>
              <a:cxnLst/>
              <a:rect l="l" t="t" r="r" b="b"/>
              <a:pathLst>
                <a:path w="2027" h="1457" extrusionOk="0">
                  <a:moveTo>
                    <a:pt x="1" y="0"/>
                  </a:moveTo>
                  <a:lnTo>
                    <a:pt x="1775" y="1456"/>
                  </a:lnTo>
                  <a:lnTo>
                    <a:pt x="2026" y="1306"/>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9" name="Google Shape;10609;p24"/>
            <p:cNvSpPr/>
            <p:nvPr/>
          </p:nvSpPr>
          <p:spPr>
            <a:xfrm>
              <a:off x="4097275" y="1811125"/>
              <a:ext cx="77425" cy="39775"/>
            </a:xfrm>
            <a:custGeom>
              <a:avLst/>
              <a:gdLst/>
              <a:ahLst/>
              <a:cxnLst/>
              <a:rect l="l" t="t" r="r" b="b"/>
              <a:pathLst>
                <a:path w="3097" h="1591" extrusionOk="0">
                  <a:moveTo>
                    <a:pt x="0" y="0"/>
                  </a:moveTo>
                  <a:lnTo>
                    <a:pt x="2946" y="1590"/>
                  </a:lnTo>
                  <a:lnTo>
                    <a:pt x="3097" y="1440"/>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0" name="Google Shape;10610;p24"/>
            <p:cNvSpPr/>
            <p:nvPr/>
          </p:nvSpPr>
          <p:spPr>
            <a:xfrm>
              <a:off x="4061700" y="1837075"/>
              <a:ext cx="64875" cy="62375"/>
            </a:xfrm>
            <a:custGeom>
              <a:avLst/>
              <a:gdLst/>
              <a:ahLst/>
              <a:cxnLst/>
              <a:rect l="l" t="t" r="r" b="b"/>
              <a:pathLst>
                <a:path w="2595" h="2495" extrusionOk="0">
                  <a:moveTo>
                    <a:pt x="0" y="0"/>
                  </a:moveTo>
                  <a:lnTo>
                    <a:pt x="2427" y="2494"/>
                  </a:lnTo>
                  <a:lnTo>
                    <a:pt x="2595" y="2394"/>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1" name="Google Shape;10611;p24"/>
            <p:cNvSpPr/>
            <p:nvPr/>
          </p:nvSpPr>
          <p:spPr>
            <a:xfrm>
              <a:off x="4105225" y="1838525"/>
              <a:ext cx="116775" cy="101375"/>
            </a:xfrm>
            <a:custGeom>
              <a:avLst/>
              <a:gdLst/>
              <a:ahLst/>
              <a:cxnLst/>
              <a:rect l="l" t="t" r="r" b="b"/>
              <a:pathLst>
                <a:path w="4671" h="4055" extrusionOk="0">
                  <a:moveTo>
                    <a:pt x="2655" y="1"/>
                  </a:moveTo>
                  <a:cubicBezTo>
                    <a:pt x="1598" y="1"/>
                    <a:pt x="570" y="775"/>
                    <a:pt x="301" y="1833"/>
                  </a:cubicBezTo>
                  <a:cubicBezTo>
                    <a:pt x="0" y="2938"/>
                    <a:pt x="686" y="3943"/>
                    <a:pt x="1825" y="4043"/>
                  </a:cubicBezTo>
                  <a:cubicBezTo>
                    <a:pt x="1896" y="4050"/>
                    <a:pt x="1968" y="4054"/>
                    <a:pt x="2040" y="4054"/>
                  </a:cubicBezTo>
                  <a:cubicBezTo>
                    <a:pt x="3090" y="4054"/>
                    <a:pt x="4118" y="3269"/>
                    <a:pt x="4369" y="2235"/>
                  </a:cubicBezTo>
                  <a:cubicBezTo>
                    <a:pt x="4670" y="1114"/>
                    <a:pt x="3984" y="109"/>
                    <a:pt x="2846" y="9"/>
                  </a:cubicBezTo>
                  <a:cubicBezTo>
                    <a:pt x="2782" y="3"/>
                    <a:pt x="2719" y="1"/>
                    <a:pt x="2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12" name="Google Shape;10612;p24"/>
          <p:cNvGrpSpPr/>
          <p:nvPr/>
        </p:nvGrpSpPr>
        <p:grpSpPr>
          <a:xfrm rot="-1811716" flipH="1">
            <a:off x="267564" y="4125706"/>
            <a:ext cx="193361" cy="118994"/>
            <a:chOff x="5492850" y="1205450"/>
            <a:chExt cx="260725" cy="160450"/>
          </a:xfrm>
        </p:grpSpPr>
        <p:sp>
          <p:nvSpPr>
            <p:cNvPr id="10613" name="Google Shape;10613;p24"/>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rgbClr val="8E8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4" name="Google Shape;10614;p24"/>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B5A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5" name="Google Shape;10615;p24"/>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6" name="Google Shape;10616;p24"/>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7" name="Google Shape;10617;p24"/>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rgbClr val="5952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8" name="Google Shape;10618;p24"/>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rgbClr val="443E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19" name="Google Shape;10619;p24"/>
          <p:cNvGrpSpPr/>
          <p:nvPr/>
        </p:nvGrpSpPr>
        <p:grpSpPr>
          <a:xfrm rot="509016">
            <a:off x="5317166" y="4575523"/>
            <a:ext cx="2098792" cy="984613"/>
            <a:chOff x="1406550" y="1260600"/>
            <a:chExt cx="1204775" cy="565200"/>
          </a:xfrm>
        </p:grpSpPr>
        <p:sp>
          <p:nvSpPr>
            <p:cNvPr id="10620" name="Google Shape;10620;p24"/>
            <p:cNvSpPr/>
            <p:nvPr/>
          </p:nvSpPr>
          <p:spPr>
            <a:xfrm>
              <a:off x="1406550" y="1264650"/>
              <a:ext cx="1204775" cy="555275"/>
            </a:xfrm>
            <a:custGeom>
              <a:avLst/>
              <a:gdLst/>
              <a:ahLst/>
              <a:cxnLst/>
              <a:rect l="l" t="t" r="r" b="b"/>
              <a:pathLst>
                <a:path w="48191" h="22211" extrusionOk="0">
                  <a:moveTo>
                    <a:pt x="25953" y="0"/>
                  </a:moveTo>
                  <a:cubicBezTo>
                    <a:pt x="24999" y="0"/>
                    <a:pt x="24004" y="17"/>
                    <a:pt x="22965" y="49"/>
                  </a:cubicBezTo>
                  <a:cubicBezTo>
                    <a:pt x="9089" y="467"/>
                    <a:pt x="0" y="3263"/>
                    <a:pt x="921" y="12586"/>
                  </a:cubicBezTo>
                  <a:cubicBezTo>
                    <a:pt x="1557" y="19097"/>
                    <a:pt x="14897" y="22211"/>
                    <a:pt x="24991" y="22211"/>
                  </a:cubicBezTo>
                  <a:cubicBezTo>
                    <a:pt x="36390" y="22211"/>
                    <a:pt x="48190" y="14461"/>
                    <a:pt x="44759" y="7263"/>
                  </a:cubicBezTo>
                  <a:cubicBezTo>
                    <a:pt x="42311" y="2152"/>
                    <a:pt x="36876" y="0"/>
                    <a:pt x="25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1" name="Google Shape;10621;p24"/>
            <p:cNvSpPr/>
            <p:nvPr/>
          </p:nvSpPr>
          <p:spPr>
            <a:xfrm>
              <a:off x="1450475" y="1293850"/>
              <a:ext cx="1112300" cy="487575"/>
            </a:xfrm>
            <a:custGeom>
              <a:avLst/>
              <a:gdLst/>
              <a:ahLst/>
              <a:cxnLst/>
              <a:rect l="l" t="t" r="r" b="b"/>
              <a:pathLst>
                <a:path w="44492" h="19503" extrusionOk="0">
                  <a:moveTo>
                    <a:pt x="24368" y="1"/>
                  </a:moveTo>
                  <a:cubicBezTo>
                    <a:pt x="23367" y="1"/>
                    <a:pt x="22314" y="18"/>
                    <a:pt x="21208" y="53"/>
                  </a:cubicBezTo>
                  <a:cubicBezTo>
                    <a:pt x="8370" y="454"/>
                    <a:pt x="1" y="2697"/>
                    <a:pt x="871" y="11301"/>
                  </a:cubicBezTo>
                  <a:cubicBezTo>
                    <a:pt x="1474" y="17293"/>
                    <a:pt x="13475" y="19503"/>
                    <a:pt x="22799" y="19503"/>
                  </a:cubicBezTo>
                  <a:cubicBezTo>
                    <a:pt x="33344" y="19503"/>
                    <a:pt x="44492" y="13025"/>
                    <a:pt x="41328" y="6380"/>
                  </a:cubicBezTo>
                  <a:cubicBezTo>
                    <a:pt x="39111" y="1702"/>
                    <a:pt x="34179" y="1"/>
                    <a:pt x="243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2" name="Google Shape;10622;p24"/>
            <p:cNvSpPr/>
            <p:nvPr/>
          </p:nvSpPr>
          <p:spPr>
            <a:xfrm>
              <a:off x="1427050" y="1514850"/>
              <a:ext cx="1112725" cy="310950"/>
            </a:xfrm>
            <a:custGeom>
              <a:avLst/>
              <a:gdLst/>
              <a:ahLst/>
              <a:cxnLst/>
              <a:rect l="l" t="t" r="r" b="b"/>
              <a:pathLst>
                <a:path w="44509" h="12438" extrusionOk="0">
                  <a:moveTo>
                    <a:pt x="101" y="0"/>
                  </a:moveTo>
                  <a:lnTo>
                    <a:pt x="101" y="0"/>
                  </a:lnTo>
                  <a:cubicBezTo>
                    <a:pt x="0" y="804"/>
                    <a:pt x="0" y="1657"/>
                    <a:pt x="84" y="2578"/>
                  </a:cubicBezTo>
                  <a:cubicBezTo>
                    <a:pt x="737" y="9089"/>
                    <a:pt x="14077" y="12437"/>
                    <a:pt x="24154" y="12437"/>
                  </a:cubicBezTo>
                  <a:cubicBezTo>
                    <a:pt x="34030" y="12437"/>
                    <a:pt x="44157" y="6428"/>
                    <a:pt x="44508" y="218"/>
                  </a:cubicBezTo>
                  <a:lnTo>
                    <a:pt x="44508" y="218"/>
                  </a:lnTo>
                  <a:cubicBezTo>
                    <a:pt x="43654" y="6194"/>
                    <a:pt x="33812" y="11684"/>
                    <a:pt x="24204" y="11684"/>
                  </a:cubicBezTo>
                  <a:cubicBezTo>
                    <a:pt x="14128" y="11684"/>
                    <a:pt x="770" y="8570"/>
                    <a:pt x="151" y="2059"/>
                  </a:cubicBezTo>
                  <a:cubicBezTo>
                    <a:pt x="84" y="1323"/>
                    <a:pt x="67" y="653"/>
                    <a:pt x="1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3" name="Google Shape;10623;p24"/>
            <p:cNvSpPr/>
            <p:nvPr/>
          </p:nvSpPr>
          <p:spPr>
            <a:xfrm>
              <a:off x="1423275" y="1260600"/>
              <a:ext cx="1118575" cy="293600"/>
            </a:xfrm>
            <a:custGeom>
              <a:avLst/>
              <a:gdLst/>
              <a:ahLst/>
              <a:cxnLst/>
              <a:rect l="l" t="t" r="r" b="b"/>
              <a:pathLst>
                <a:path w="44743" h="11744" extrusionOk="0">
                  <a:moveTo>
                    <a:pt x="25024" y="1"/>
                  </a:moveTo>
                  <a:cubicBezTo>
                    <a:pt x="24140" y="1"/>
                    <a:pt x="23220" y="15"/>
                    <a:pt x="22263" y="44"/>
                  </a:cubicBezTo>
                  <a:cubicBezTo>
                    <a:pt x="8889" y="462"/>
                    <a:pt x="1" y="3207"/>
                    <a:pt x="185" y="11744"/>
                  </a:cubicBezTo>
                  <a:cubicBezTo>
                    <a:pt x="369" y="3626"/>
                    <a:pt x="9190" y="964"/>
                    <a:pt x="22296" y="579"/>
                  </a:cubicBezTo>
                  <a:cubicBezTo>
                    <a:pt x="23287" y="548"/>
                    <a:pt x="24238" y="533"/>
                    <a:pt x="25151" y="533"/>
                  </a:cubicBezTo>
                  <a:cubicBezTo>
                    <a:pt x="36163" y="533"/>
                    <a:pt x="41632" y="2796"/>
                    <a:pt x="44090" y="7927"/>
                  </a:cubicBezTo>
                  <a:cubicBezTo>
                    <a:pt x="44475" y="8714"/>
                    <a:pt x="44659" y="9484"/>
                    <a:pt x="44693" y="10254"/>
                  </a:cubicBezTo>
                  <a:cubicBezTo>
                    <a:pt x="44743" y="9317"/>
                    <a:pt x="44542" y="8346"/>
                    <a:pt x="44090" y="7408"/>
                  </a:cubicBezTo>
                  <a:cubicBezTo>
                    <a:pt x="41625" y="2262"/>
                    <a:pt x="36116" y="1"/>
                    <a:pt x="250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4" name="Google Shape;10624;p24"/>
            <p:cNvSpPr/>
            <p:nvPr/>
          </p:nvSpPr>
          <p:spPr>
            <a:xfrm>
              <a:off x="1447450" y="1299025"/>
              <a:ext cx="1027225" cy="464700"/>
            </a:xfrm>
            <a:custGeom>
              <a:avLst/>
              <a:gdLst/>
              <a:ahLst/>
              <a:cxnLst/>
              <a:rect l="l" t="t" r="r" b="b"/>
              <a:pathLst>
                <a:path w="41089" h="18588" extrusionOk="0">
                  <a:moveTo>
                    <a:pt x="24535" y="1"/>
                  </a:moveTo>
                  <a:cubicBezTo>
                    <a:pt x="23384" y="1"/>
                    <a:pt x="22185" y="29"/>
                    <a:pt x="20944" y="80"/>
                  </a:cubicBezTo>
                  <a:cubicBezTo>
                    <a:pt x="9646" y="565"/>
                    <a:pt x="4390" y="2624"/>
                    <a:pt x="2398" y="7411"/>
                  </a:cubicBezTo>
                  <a:cubicBezTo>
                    <a:pt x="1" y="13215"/>
                    <a:pt x="9357" y="18588"/>
                    <a:pt x="18763" y="18588"/>
                  </a:cubicBezTo>
                  <a:cubicBezTo>
                    <a:pt x="19340" y="18588"/>
                    <a:pt x="19918" y="18567"/>
                    <a:pt x="20492" y="18526"/>
                  </a:cubicBezTo>
                  <a:cubicBezTo>
                    <a:pt x="29247" y="17907"/>
                    <a:pt x="40679" y="14525"/>
                    <a:pt x="40863" y="9102"/>
                  </a:cubicBezTo>
                  <a:cubicBezTo>
                    <a:pt x="41089" y="2131"/>
                    <a:pt x="34625" y="1"/>
                    <a:pt x="245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5" name="Google Shape;10625;p24"/>
            <p:cNvSpPr/>
            <p:nvPr/>
          </p:nvSpPr>
          <p:spPr>
            <a:xfrm>
              <a:off x="1439025" y="1308900"/>
              <a:ext cx="1025525" cy="450175"/>
            </a:xfrm>
            <a:custGeom>
              <a:avLst/>
              <a:gdLst/>
              <a:ahLst/>
              <a:cxnLst/>
              <a:rect l="l" t="t" r="r" b="b"/>
              <a:pathLst>
                <a:path w="41021" h="18007" extrusionOk="0">
                  <a:moveTo>
                    <a:pt x="24879" y="0"/>
                  </a:moveTo>
                  <a:cubicBezTo>
                    <a:pt x="23603" y="0"/>
                    <a:pt x="22282" y="66"/>
                    <a:pt x="20930" y="204"/>
                  </a:cubicBezTo>
                  <a:cubicBezTo>
                    <a:pt x="11941" y="1124"/>
                    <a:pt x="6250" y="2179"/>
                    <a:pt x="3020" y="7184"/>
                  </a:cubicBezTo>
                  <a:cubicBezTo>
                    <a:pt x="1" y="11821"/>
                    <a:pt x="10031" y="18006"/>
                    <a:pt x="19970" y="18006"/>
                  </a:cubicBezTo>
                  <a:cubicBezTo>
                    <a:pt x="20722" y="18006"/>
                    <a:pt x="21473" y="17971"/>
                    <a:pt x="22219" y="17896"/>
                  </a:cubicBezTo>
                  <a:cubicBezTo>
                    <a:pt x="34070" y="16675"/>
                    <a:pt x="40079" y="12038"/>
                    <a:pt x="40564" y="7452"/>
                  </a:cubicBezTo>
                  <a:cubicBezTo>
                    <a:pt x="41020" y="3422"/>
                    <a:pt x="34112" y="0"/>
                    <a:pt x="248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6" name="Google Shape;10626;p24"/>
            <p:cNvSpPr/>
            <p:nvPr/>
          </p:nvSpPr>
          <p:spPr>
            <a:xfrm>
              <a:off x="1447350" y="1315975"/>
              <a:ext cx="1011500" cy="419150"/>
            </a:xfrm>
            <a:custGeom>
              <a:avLst/>
              <a:gdLst/>
              <a:ahLst/>
              <a:cxnLst/>
              <a:rect l="l" t="t" r="r" b="b"/>
              <a:pathLst>
                <a:path w="40460" h="16766" extrusionOk="0">
                  <a:moveTo>
                    <a:pt x="24729" y="1"/>
                  </a:moveTo>
                  <a:cubicBezTo>
                    <a:pt x="23450" y="1"/>
                    <a:pt x="22124" y="66"/>
                    <a:pt x="20764" y="205"/>
                  </a:cubicBezTo>
                  <a:cubicBezTo>
                    <a:pt x="11910" y="1093"/>
                    <a:pt x="6302" y="2130"/>
                    <a:pt x="3021" y="6951"/>
                  </a:cubicBezTo>
                  <a:cubicBezTo>
                    <a:pt x="0" y="11390"/>
                    <a:pt x="10165" y="16766"/>
                    <a:pt x="19948" y="16766"/>
                  </a:cubicBezTo>
                  <a:cubicBezTo>
                    <a:pt x="20790" y="16766"/>
                    <a:pt x="21628" y="16726"/>
                    <a:pt x="22455" y="16643"/>
                  </a:cubicBezTo>
                  <a:cubicBezTo>
                    <a:pt x="34138" y="15454"/>
                    <a:pt x="39361" y="11554"/>
                    <a:pt x="39947" y="7152"/>
                  </a:cubicBezTo>
                  <a:cubicBezTo>
                    <a:pt x="40460" y="3281"/>
                    <a:pt x="33767" y="1"/>
                    <a:pt x="247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7" name="Google Shape;10627;p24"/>
            <p:cNvSpPr/>
            <p:nvPr/>
          </p:nvSpPr>
          <p:spPr>
            <a:xfrm>
              <a:off x="2072350" y="1350525"/>
              <a:ext cx="329350" cy="96850"/>
            </a:xfrm>
            <a:custGeom>
              <a:avLst/>
              <a:gdLst/>
              <a:ahLst/>
              <a:cxnLst/>
              <a:rect l="l" t="t" r="r" b="b"/>
              <a:pathLst>
                <a:path w="13174" h="3874" extrusionOk="0">
                  <a:moveTo>
                    <a:pt x="5782" y="1"/>
                  </a:moveTo>
                  <a:cubicBezTo>
                    <a:pt x="4496" y="1"/>
                    <a:pt x="3161" y="810"/>
                    <a:pt x="1020" y="2707"/>
                  </a:cubicBezTo>
                  <a:cubicBezTo>
                    <a:pt x="31" y="3584"/>
                    <a:pt x="0" y="3873"/>
                    <a:pt x="572" y="3873"/>
                  </a:cubicBezTo>
                  <a:cubicBezTo>
                    <a:pt x="1681" y="3873"/>
                    <a:pt x="5062" y="2782"/>
                    <a:pt x="8109" y="2782"/>
                  </a:cubicBezTo>
                  <a:cubicBezTo>
                    <a:pt x="9123" y="2782"/>
                    <a:pt x="10101" y="2903"/>
                    <a:pt x="10946" y="3226"/>
                  </a:cubicBezTo>
                  <a:cubicBezTo>
                    <a:pt x="11895" y="3593"/>
                    <a:pt x="12399" y="3747"/>
                    <a:pt x="12582" y="3747"/>
                  </a:cubicBezTo>
                  <a:cubicBezTo>
                    <a:pt x="13174" y="3747"/>
                    <a:pt x="10404" y="2138"/>
                    <a:pt x="8435" y="949"/>
                  </a:cubicBezTo>
                  <a:cubicBezTo>
                    <a:pt x="7433" y="343"/>
                    <a:pt x="6618" y="1"/>
                    <a:pt x="578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8" name="Google Shape;10628;p24"/>
            <p:cNvSpPr/>
            <p:nvPr/>
          </p:nvSpPr>
          <p:spPr>
            <a:xfrm>
              <a:off x="1580725" y="1367450"/>
              <a:ext cx="772400" cy="329975"/>
            </a:xfrm>
            <a:custGeom>
              <a:avLst/>
              <a:gdLst/>
              <a:ahLst/>
              <a:cxnLst/>
              <a:rect l="l" t="t" r="r" b="b"/>
              <a:pathLst>
                <a:path w="30896" h="13199" extrusionOk="0">
                  <a:moveTo>
                    <a:pt x="10486" y="1"/>
                  </a:moveTo>
                  <a:cubicBezTo>
                    <a:pt x="5302" y="1"/>
                    <a:pt x="220" y="3089"/>
                    <a:pt x="114" y="7604"/>
                  </a:cubicBezTo>
                  <a:cubicBezTo>
                    <a:pt x="1" y="11782"/>
                    <a:pt x="6792" y="13199"/>
                    <a:pt x="14214" y="13199"/>
                  </a:cubicBezTo>
                  <a:cubicBezTo>
                    <a:pt x="15592" y="13199"/>
                    <a:pt x="16993" y="13150"/>
                    <a:pt x="18375" y="13060"/>
                  </a:cubicBezTo>
                  <a:cubicBezTo>
                    <a:pt x="26711" y="12508"/>
                    <a:pt x="30896" y="6030"/>
                    <a:pt x="21656" y="5762"/>
                  </a:cubicBezTo>
                  <a:cubicBezTo>
                    <a:pt x="21406" y="5756"/>
                    <a:pt x="21169" y="5752"/>
                    <a:pt x="20945" y="5752"/>
                  </a:cubicBezTo>
                  <a:cubicBezTo>
                    <a:pt x="12914" y="5752"/>
                    <a:pt x="20364" y="10013"/>
                    <a:pt x="10090" y="11169"/>
                  </a:cubicBezTo>
                  <a:cubicBezTo>
                    <a:pt x="9229" y="11267"/>
                    <a:pt x="8460" y="11312"/>
                    <a:pt x="7773" y="11312"/>
                  </a:cubicBezTo>
                  <a:cubicBezTo>
                    <a:pt x="27" y="11312"/>
                    <a:pt x="2814" y="5552"/>
                    <a:pt x="4951" y="4875"/>
                  </a:cubicBezTo>
                  <a:cubicBezTo>
                    <a:pt x="8583" y="3720"/>
                    <a:pt x="19430" y="1042"/>
                    <a:pt x="12115" y="105"/>
                  </a:cubicBezTo>
                  <a:cubicBezTo>
                    <a:pt x="11575" y="35"/>
                    <a:pt x="11029" y="1"/>
                    <a:pt x="10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9" name="Google Shape;10629;p24"/>
            <p:cNvSpPr/>
            <p:nvPr/>
          </p:nvSpPr>
          <p:spPr>
            <a:xfrm>
              <a:off x="2287400" y="1486800"/>
              <a:ext cx="106750" cy="111450"/>
            </a:xfrm>
            <a:custGeom>
              <a:avLst/>
              <a:gdLst/>
              <a:ahLst/>
              <a:cxnLst/>
              <a:rect l="l" t="t" r="r" b="b"/>
              <a:pathLst>
                <a:path w="4270" h="4458" extrusionOk="0">
                  <a:moveTo>
                    <a:pt x="2302" y="1"/>
                  </a:moveTo>
                  <a:cubicBezTo>
                    <a:pt x="1248" y="1"/>
                    <a:pt x="1" y="540"/>
                    <a:pt x="1" y="1106"/>
                  </a:cubicBezTo>
                  <a:cubicBezTo>
                    <a:pt x="1" y="3019"/>
                    <a:pt x="690" y="4458"/>
                    <a:pt x="1722" y="4458"/>
                  </a:cubicBezTo>
                  <a:cubicBezTo>
                    <a:pt x="2215" y="4458"/>
                    <a:pt x="2787" y="4129"/>
                    <a:pt x="3399" y="3365"/>
                  </a:cubicBezTo>
                  <a:cubicBezTo>
                    <a:pt x="4152" y="2428"/>
                    <a:pt x="4269" y="838"/>
                    <a:pt x="3298" y="235"/>
                  </a:cubicBezTo>
                  <a:cubicBezTo>
                    <a:pt x="3036" y="71"/>
                    <a:pt x="2682" y="1"/>
                    <a:pt x="230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0" name="Google Shape;10630;p24"/>
            <p:cNvSpPr/>
            <p:nvPr/>
          </p:nvSpPr>
          <p:spPr>
            <a:xfrm>
              <a:off x="2228825" y="1474250"/>
              <a:ext cx="64875" cy="29350"/>
            </a:xfrm>
            <a:custGeom>
              <a:avLst/>
              <a:gdLst/>
              <a:ahLst/>
              <a:cxnLst/>
              <a:rect l="l" t="t" r="r" b="b"/>
              <a:pathLst>
                <a:path w="2595" h="1174" extrusionOk="0">
                  <a:moveTo>
                    <a:pt x="1306" y="1"/>
                  </a:moveTo>
                  <a:cubicBezTo>
                    <a:pt x="586" y="1"/>
                    <a:pt x="0" y="269"/>
                    <a:pt x="0" y="587"/>
                  </a:cubicBezTo>
                  <a:cubicBezTo>
                    <a:pt x="0" y="921"/>
                    <a:pt x="586" y="1172"/>
                    <a:pt x="1306" y="1172"/>
                  </a:cubicBezTo>
                  <a:cubicBezTo>
                    <a:pt x="1327" y="1173"/>
                    <a:pt x="1348" y="1173"/>
                    <a:pt x="1368" y="1173"/>
                  </a:cubicBezTo>
                  <a:cubicBezTo>
                    <a:pt x="2043" y="1173"/>
                    <a:pt x="2595" y="911"/>
                    <a:pt x="2595" y="587"/>
                  </a:cubicBezTo>
                  <a:cubicBezTo>
                    <a:pt x="2595" y="252"/>
                    <a:pt x="2009" y="1"/>
                    <a:pt x="130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1" name="Google Shape;10631;p24"/>
            <p:cNvSpPr/>
            <p:nvPr/>
          </p:nvSpPr>
          <p:spPr>
            <a:xfrm>
              <a:off x="1938825" y="1549575"/>
              <a:ext cx="31400" cy="18850"/>
            </a:xfrm>
            <a:custGeom>
              <a:avLst/>
              <a:gdLst/>
              <a:ahLst/>
              <a:cxnLst/>
              <a:rect l="l" t="t" r="r" b="b"/>
              <a:pathLst>
                <a:path w="1256" h="754" extrusionOk="0">
                  <a:moveTo>
                    <a:pt x="620" y="1"/>
                  </a:moveTo>
                  <a:cubicBezTo>
                    <a:pt x="268" y="1"/>
                    <a:pt x="1" y="168"/>
                    <a:pt x="1" y="369"/>
                  </a:cubicBezTo>
                  <a:cubicBezTo>
                    <a:pt x="1" y="586"/>
                    <a:pt x="268" y="754"/>
                    <a:pt x="620" y="754"/>
                  </a:cubicBezTo>
                  <a:cubicBezTo>
                    <a:pt x="971" y="754"/>
                    <a:pt x="1256" y="586"/>
                    <a:pt x="1256" y="369"/>
                  </a:cubicBezTo>
                  <a:cubicBezTo>
                    <a:pt x="1256" y="168"/>
                    <a:pt x="971" y="1"/>
                    <a:pt x="62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2" name="Google Shape;10632;p24"/>
            <p:cNvSpPr/>
            <p:nvPr/>
          </p:nvSpPr>
          <p:spPr>
            <a:xfrm>
              <a:off x="1686500" y="1573025"/>
              <a:ext cx="37675" cy="13825"/>
            </a:xfrm>
            <a:custGeom>
              <a:avLst/>
              <a:gdLst/>
              <a:ahLst/>
              <a:cxnLst/>
              <a:rect l="l" t="t" r="r" b="b"/>
              <a:pathLst>
                <a:path w="1507" h="553" extrusionOk="0">
                  <a:moveTo>
                    <a:pt x="753" y="0"/>
                  </a:moveTo>
                  <a:cubicBezTo>
                    <a:pt x="335" y="0"/>
                    <a:pt x="0" y="134"/>
                    <a:pt x="0" y="268"/>
                  </a:cubicBezTo>
                  <a:cubicBezTo>
                    <a:pt x="0" y="418"/>
                    <a:pt x="335" y="552"/>
                    <a:pt x="753" y="552"/>
                  </a:cubicBezTo>
                  <a:cubicBezTo>
                    <a:pt x="1172" y="552"/>
                    <a:pt x="1507" y="418"/>
                    <a:pt x="1507" y="268"/>
                  </a:cubicBezTo>
                  <a:cubicBezTo>
                    <a:pt x="1507" y="134"/>
                    <a:pt x="1172" y="0"/>
                    <a:pt x="7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3" name="Google Shape;10633;p24"/>
            <p:cNvSpPr/>
            <p:nvPr/>
          </p:nvSpPr>
          <p:spPr>
            <a:xfrm>
              <a:off x="1560950" y="1463375"/>
              <a:ext cx="29325" cy="18850"/>
            </a:xfrm>
            <a:custGeom>
              <a:avLst/>
              <a:gdLst/>
              <a:ahLst/>
              <a:cxnLst/>
              <a:rect l="l" t="t" r="r" b="b"/>
              <a:pathLst>
                <a:path w="1173" h="754" extrusionOk="0">
                  <a:moveTo>
                    <a:pt x="586" y="0"/>
                  </a:moveTo>
                  <a:cubicBezTo>
                    <a:pt x="252" y="0"/>
                    <a:pt x="1" y="168"/>
                    <a:pt x="1" y="369"/>
                  </a:cubicBezTo>
                  <a:cubicBezTo>
                    <a:pt x="1" y="586"/>
                    <a:pt x="268" y="754"/>
                    <a:pt x="586" y="754"/>
                  </a:cubicBezTo>
                  <a:cubicBezTo>
                    <a:pt x="921" y="754"/>
                    <a:pt x="1172" y="586"/>
                    <a:pt x="1172" y="369"/>
                  </a:cubicBezTo>
                  <a:cubicBezTo>
                    <a:pt x="1172" y="168"/>
                    <a:pt x="905" y="0"/>
                    <a:pt x="58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4" name="Google Shape;10634;p24"/>
            <p:cNvSpPr/>
            <p:nvPr/>
          </p:nvSpPr>
          <p:spPr>
            <a:xfrm>
              <a:off x="1939675" y="1348300"/>
              <a:ext cx="110075" cy="18850"/>
            </a:xfrm>
            <a:custGeom>
              <a:avLst/>
              <a:gdLst/>
              <a:ahLst/>
              <a:cxnLst/>
              <a:rect l="l" t="t" r="r" b="b"/>
              <a:pathLst>
                <a:path w="4403" h="754" extrusionOk="0">
                  <a:moveTo>
                    <a:pt x="2193" y="0"/>
                  </a:moveTo>
                  <a:cubicBezTo>
                    <a:pt x="988" y="0"/>
                    <a:pt x="0" y="168"/>
                    <a:pt x="0" y="369"/>
                  </a:cubicBezTo>
                  <a:cubicBezTo>
                    <a:pt x="0" y="586"/>
                    <a:pt x="988" y="754"/>
                    <a:pt x="2193" y="754"/>
                  </a:cubicBezTo>
                  <a:cubicBezTo>
                    <a:pt x="3415" y="754"/>
                    <a:pt x="4402" y="586"/>
                    <a:pt x="4402" y="369"/>
                  </a:cubicBezTo>
                  <a:cubicBezTo>
                    <a:pt x="4402" y="168"/>
                    <a:pt x="3415" y="0"/>
                    <a:pt x="219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5" name="Google Shape;10635;p24"/>
            <p:cNvSpPr/>
            <p:nvPr/>
          </p:nvSpPr>
          <p:spPr>
            <a:xfrm>
              <a:off x="1886925" y="1428325"/>
              <a:ext cx="164075" cy="32050"/>
            </a:xfrm>
            <a:custGeom>
              <a:avLst/>
              <a:gdLst/>
              <a:ahLst/>
              <a:cxnLst/>
              <a:rect l="l" t="t" r="r" b="b"/>
              <a:pathLst>
                <a:path w="6563" h="1282" extrusionOk="0">
                  <a:moveTo>
                    <a:pt x="3956" y="0"/>
                  </a:moveTo>
                  <a:cubicBezTo>
                    <a:pt x="2950" y="0"/>
                    <a:pt x="1843" y="116"/>
                    <a:pt x="1106" y="331"/>
                  </a:cubicBezTo>
                  <a:cubicBezTo>
                    <a:pt x="1" y="649"/>
                    <a:pt x="85" y="1034"/>
                    <a:pt x="1290" y="1202"/>
                  </a:cubicBezTo>
                  <a:cubicBezTo>
                    <a:pt x="1678" y="1256"/>
                    <a:pt x="2134" y="1282"/>
                    <a:pt x="2611" y="1282"/>
                  </a:cubicBezTo>
                  <a:cubicBezTo>
                    <a:pt x="3614" y="1282"/>
                    <a:pt x="4709" y="1166"/>
                    <a:pt x="5458" y="951"/>
                  </a:cubicBezTo>
                  <a:cubicBezTo>
                    <a:pt x="6562" y="649"/>
                    <a:pt x="6479" y="248"/>
                    <a:pt x="5274" y="80"/>
                  </a:cubicBezTo>
                  <a:cubicBezTo>
                    <a:pt x="4891" y="26"/>
                    <a:pt x="4435" y="0"/>
                    <a:pt x="3956"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6" name="Google Shape;10636;p24"/>
            <p:cNvSpPr/>
            <p:nvPr/>
          </p:nvSpPr>
          <p:spPr>
            <a:xfrm>
              <a:off x="2125875" y="1330725"/>
              <a:ext cx="45225" cy="13825"/>
            </a:xfrm>
            <a:custGeom>
              <a:avLst/>
              <a:gdLst/>
              <a:ahLst/>
              <a:cxnLst/>
              <a:rect l="l" t="t" r="r" b="b"/>
              <a:pathLst>
                <a:path w="1809" h="553" extrusionOk="0">
                  <a:moveTo>
                    <a:pt x="905" y="0"/>
                  </a:moveTo>
                  <a:cubicBezTo>
                    <a:pt x="419" y="0"/>
                    <a:pt x="1" y="134"/>
                    <a:pt x="1" y="285"/>
                  </a:cubicBezTo>
                  <a:cubicBezTo>
                    <a:pt x="1" y="419"/>
                    <a:pt x="402" y="553"/>
                    <a:pt x="905" y="553"/>
                  </a:cubicBezTo>
                  <a:cubicBezTo>
                    <a:pt x="1407" y="553"/>
                    <a:pt x="1808" y="419"/>
                    <a:pt x="1808" y="285"/>
                  </a:cubicBezTo>
                  <a:cubicBezTo>
                    <a:pt x="1808" y="134"/>
                    <a:pt x="1407" y="0"/>
                    <a:pt x="905" y="0"/>
                  </a:cubicBezTo>
                  <a:close/>
                </a:path>
              </a:pathLst>
            </a:custGeom>
            <a:solidFill>
              <a:srgbClr val="FFF1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7" name="Google Shape;10637;p24"/>
            <p:cNvSpPr/>
            <p:nvPr/>
          </p:nvSpPr>
          <p:spPr>
            <a:xfrm>
              <a:off x="2066450" y="1471750"/>
              <a:ext cx="42725" cy="25975"/>
            </a:xfrm>
            <a:custGeom>
              <a:avLst/>
              <a:gdLst/>
              <a:ahLst/>
              <a:cxnLst/>
              <a:rect l="l" t="t" r="r" b="b"/>
              <a:pathLst>
                <a:path w="1709" h="1039" extrusionOk="0">
                  <a:moveTo>
                    <a:pt x="854" y="0"/>
                  </a:moveTo>
                  <a:cubicBezTo>
                    <a:pt x="369" y="0"/>
                    <a:pt x="1" y="218"/>
                    <a:pt x="1" y="519"/>
                  </a:cubicBezTo>
                  <a:cubicBezTo>
                    <a:pt x="1" y="804"/>
                    <a:pt x="369" y="1038"/>
                    <a:pt x="854" y="1038"/>
                  </a:cubicBezTo>
                  <a:cubicBezTo>
                    <a:pt x="1323" y="1038"/>
                    <a:pt x="1708" y="804"/>
                    <a:pt x="1708" y="519"/>
                  </a:cubicBezTo>
                  <a:cubicBezTo>
                    <a:pt x="1708" y="218"/>
                    <a:pt x="1323" y="0"/>
                    <a:pt x="8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8" name="Google Shape;10638;p24"/>
            <p:cNvSpPr/>
            <p:nvPr/>
          </p:nvSpPr>
          <p:spPr>
            <a:xfrm>
              <a:off x="1995725" y="1467550"/>
              <a:ext cx="39800" cy="19700"/>
            </a:xfrm>
            <a:custGeom>
              <a:avLst/>
              <a:gdLst/>
              <a:ahLst/>
              <a:cxnLst/>
              <a:rect l="l" t="t" r="r" b="b"/>
              <a:pathLst>
                <a:path w="1592" h="788" extrusionOk="0">
                  <a:moveTo>
                    <a:pt x="788" y="1"/>
                  </a:moveTo>
                  <a:cubicBezTo>
                    <a:pt x="352" y="1"/>
                    <a:pt x="1" y="168"/>
                    <a:pt x="1" y="386"/>
                  </a:cubicBezTo>
                  <a:cubicBezTo>
                    <a:pt x="1" y="620"/>
                    <a:pt x="352" y="788"/>
                    <a:pt x="788" y="788"/>
                  </a:cubicBezTo>
                  <a:cubicBezTo>
                    <a:pt x="1240" y="771"/>
                    <a:pt x="1591" y="603"/>
                    <a:pt x="1591" y="386"/>
                  </a:cubicBezTo>
                  <a:cubicBezTo>
                    <a:pt x="1591" y="185"/>
                    <a:pt x="1240" y="1"/>
                    <a:pt x="788"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9" name="Google Shape;10639;p24"/>
            <p:cNvSpPr/>
            <p:nvPr/>
          </p:nvSpPr>
          <p:spPr>
            <a:xfrm>
              <a:off x="1891550" y="1466725"/>
              <a:ext cx="39775" cy="20100"/>
            </a:xfrm>
            <a:custGeom>
              <a:avLst/>
              <a:gdLst/>
              <a:ahLst/>
              <a:cxnLst/>
              <a:rect l="l" t="t" r="r" b="b"/>
              <a:pathLst>
                <a:path w="1591" h="804" extrusionOk="0">
                  <a:moveTo>
                    <a:pt x="787" y="0"/>
                  </a:moveTo>
                  <a:cubicBezTo>
                    <a:pt x="352" y="0"/>
                    <a:pt x="0" y="168"/>
                    <a:pt x="0" y="402"/>
                  </a:cubicBezTo>
                  <a:cubicBezTo>
                    <a:pt x="0" y="620"/>
                    <a:pt x="352" y="804"/>
                    <a:pt x="787" y="804"/>
                  </a:cubicBezTo>
                  <a:cubicBezTo>
                    <a:pt x="1239" y="804"/>
                    <a:pt x="1590" y="620"/>
                    <a:pt x="1590" y="402"/>
                  </a:cubicBezTo>
                  <a:cubicBezTo>
                    <a:pt x="1590" y="201"/>
                    <a:pt x="1239" y="0"/>
                    <a:pt x="7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0" name="Google Shape;10640;p24"/>
            <p:cNvSpPr/>
            <p:nvPr/>
          </p:nvSpPr>
          <p:spPr>
            <a:xfrm>
              <a:off x="1886525" y="1342850"/>
              <a:ext cx="37250" cy="14675"/>
            </a:xfrm>
            <a:custGeom>
              <a:avLst/>
              <a:gdLst/>
              <a:ahLst/>
              <a:cxnLst/>
              <a:rect l="l" t="t" r="r" b="b"/>
              <a:pathLst>
                <a:path w="1490" h="587" extrusionOk="0">
                  <a:moveTo>
                    <a:pt x="753" y="1"/>
                  </a:moveTo>
                  <a:cubicBezTo>
                    <a:pt x="335" y="1"/>
                    <a:pt x="0" y="135"/>
                    <a:pt x="0" y="302"/>
                  </a:cubicBezTo>
                  <a:cubicBezTo>
                    <a:pt x="0" y="436"/>
                    <a:pt x="335" y="587"/>
                    <a:pt x="753" y="587"/>
                  </a:cubicBezTo>
                  <a:cubicBezTo>
                    <a:pt x="1172" y="570"/>
                    <a:pt x="1490" y="436"/>
                    <a:pt x="1490" y="302"/>
                  </a:cubicBezTo>
                  <a:cubicBezTo>
                    <a:pt x="1490" y="151"/>
                    <a:pt x="1172" y="1"/>
                    <a:pt x="753"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1" name="Google Shape;10641;p24"/>
            <p:cNvSpPr/>
            <p:nvPr/>
          </p:nvSpPr>
          <p:spPr>
            <a:xfrm>
              <a:off x="2189900" y="1549150"/>
              <a:ext cx="42725" cy="26000"/>
            </a:xfrm>
            <a:custGeom>
              <a:avLst/>
              <a:gdLst/>
              <a:ahLst/>
              <a:cxnLst/>
              <a:rect l="l" t="t" r="r" b="b"/>
              <a:pathLst>
                <a:path w="1709" h="1040" extrusionOk="0">
                  <a:moveTo>
                    <a:pt x="854" y="1"/>
                  </a:moveTo>
                  <a:cubicBezTo>
                    <a:pt x="369" y="1"/>
                    <a:pt x="1" y="219"/>
                    <a:pt x="1" y="520"/>
                  </a:cubicBezTo>
                  <a:cubicBezTo>
                    <a:pt x="1" y="804"/>
                    <a:pt x="369" y="1039"/>
                    <a:pt x="854" y="1039"/>
                  </a:cubicBezTo>
                  <a:cubicBezTo>
                    <a:pt x="870" y="1039"/>
                    <a:pt x="885" y="1039"/>
                    <a:pt x="900" y="1039"/>
                  </a:cubicBezTo>
                  <a:cubicBezTo>
                    <a:pt x="1363" y="1039"/>
                    <a:pt x="1708" y="795"/>
                    <a:pt x="1708" y="520"/>
                  </a:cubicBezTo>
                  <a:cubicBezTo>
                    <a:pt x="1708" y="219"/>
                    <a:pt x="1323" y="1"/>
                    <a:pt x="854"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2" name="Google Shape;10642;p24"/>
            <p:cNvSpPr/>
            <p:nvPr/>
          </p:nvSpPr>
          <p:spPr>
            <a:xfrm>
              <a:off x="1730850" y="1376325"/>
              <a:ext cx="149825" cy="70325"/>
            </a:xfrm>
            <a:custGeom>
              <a:avLst/>
              <a:gdLst/>
              <a:ahLst/>
              <a:cxnLst/>
              <a:rect l="l" t="t" r="r" b="b"/>
              <a:pathLst>
                <a:path w="5993" h="2813" extrusionOk="0">
                  <a:moveTo>
                    <a:pt x="2997" y="1"/>
                  </a:moveTo>
                  <a:cubicBezTo>
                    <a:pt x="1340" y="1"/>
                    <a:pt x="0" y="637"/>
                    <a:pt x="0" y="1407"/>
                  </a:cubicBezTo>
                  <a:cubicBezTo>
                    <a:pt x="0" y="2177"/>
                    <a:pt x="1340" y="2813"/>
                    <a:pt x="2997" y="2813"/>
                  </a:cubicBezTo>
                  <a:cubicBezTo>
                    <a:pt x="4654" y="2813"/>
                    <a:pt x="5993" y="2177"/>
                    <a:pt x="5993" y="1407"/>
                  </a:cubicBezTo>
                  <a:cubicBezTo>
                    <a:pt x="5993" y="637"/>
                    <a:pt x="4654" y="1"/>
                    <a:pt x="29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3" name="Google Shape;10643;p24"/>
            <p:cNvSpPr/>
            <p:nvPr/>
          </p:nvSpPr>
          <p:spPr>
            <a:xfrm>
              <a:off x="1738375" y="1401050"/>
              <a:ext cx="110925" cy="36875"/>
            </a:xfrm>
            <a:custGeom>
              <a:avLst/>
              <a:gdLst/>
              <a:ahLst/>
              <a:cxnLst/>
              <a:rect l="l" t="t" r="r" b="b"/>
              <a:pathLst>
                <a:path w="4437" h="1475" extrusionOk="0">
                  <a:moveTo>
                    <a:pt x="625" y="0"/>
                  </a:moveTo>
                  <a:cubicBezTo>
                    <a:pt x="498" y="0"/>
                    <a:pt x="396" y="39"/>
                    <a:pt x="319" y="133"/>
                  </a:cubicBezTo>
                  <a:cubicBezTo>
                    <a:pt x="1" y="518"/>
                    <a:pt x="603" y="1037"/>
                    <a:pt x="1658" y="1305"/>
                  </a:cubicBezTo>
                  <a:cubicBezTo>
                    <a:pt x="2074" y="1419"/>
                    <a:pt x="2501" y="1474"/>
                    <a:pt x="2884" y="1474"/>
                  </a:cubicBezTo>
                  <a:cubicBezTo>
                    <a:pt x="3455" y="1474"/>
                    <a:pt x="3928" y="1352"/>
                    <a:pt x="4118" y="1121"/>
                  </a:cubicBezTo>
                  <a:cubicBezTo>
                    <a:pt x="4436" y="753"/>
                    <a:pt x="3382" y="786"/>
                    <a:pt x="2344" y="518"/>
                  </a:cubicBezTo>
                  <a:cubicBezTo>
                    <a:pt x="1561" y="319"/>
                    <a:pt x="990" y="0"/>
                    <a:pt x="625"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4" name="Google Shape;10644;p24"/>
            <p:cNvSpPr/>
            <p:nvPr/>
          </p:nvSpPr>
          <p:spPr>
            <a:xfrm>
              <a:off x="1767675" y="1385550"/>
              <a:ext cx="106725" cy="33400"/>
            </a:xfrm>
            <a:custGeom>
              <a:avLst/>
              <a:gdLst/>
              <a:ahLst/>
              <a:cxnLst/>
              <a:rect l="l" t="t" r="r" b="b"/>
              <a:pathLst>
                <a:path w="4269" h="1336" extrusionOk="0">
                  <a:moveTo>
                    <a:pt x="1481" y="0"/>
                  </a:moveTo>
                  <a:cubicBezTo>
                    <a:pt x="1130" y="0"/>
                    <a:pt x="814" y="43"/>
                    <a:pt x="586" y="134"/>
                  </a:cubicBezTo>
                  <a:cubicBezTo>
                    <a:pt x="0" y="368"/>
                    <a:pt x="1105" y="469"/>
                    <a:pt x="1942" y="787"/>
                  </a:cubicBezTo>
                  <a:cubicBezTo>
                    <a:pt x="2622" y="1040"/>
                    <a:pt x="2941" y="1336"/>
                    <a:pt x="3339" y="1336"/>
                  </a:cubicBezTo>
                  <a:cubicBezTo>
                    <a:pt x="3440" y="1336"/>
                    <a:pt x="3547" y="1317"/>
                    <a:pt x="3666" y="1272"/>
                  </a:cubicBezTo>
                  <a:cubicBezTo>
                    <a:pt x="4269" y="1038"/>
                    <a:pt x="4051" y="603"/>
                    <a:pt x="3198" y="301"/>
                  </a:cubicBezTo>
                  <a:cubicBezTo>
                    <a:pt x="2675" y="107"/>
                    <a:pt x="2034" y="0"/>
                    <a:pt x="148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5" name="Google Shape;10645;p24"/>
            <p:cNvSpPr/>
            <p:nvPr/>
          </p:nvSpPr>
          <p:spPr>
            <a:xfrm>
              <a:off x="1807425" y="1423625"/>
              <a:ext cx="13225" cy="9250"/>
            </a:xfrm>
            <a:custGeom>
              <a:avLst/>
              <a:gdLst/>
              <a:ahLst/>
              <a:cxnLst/>
              <a:rect l="l" t="t" r="r" b="b"/>
              <a:pathLst>
                <a:path w="529" h="370" extrusionOk="0">
                  <a:moveTo>
                    <a:pt x="335" y="0"/>
                  </a:moveTo>
                  <a:cubicBezTo>
                    <a:pt x="151" y="201"/>
                    <a:pt x="1" y="352"/>
                    <a:pt x="268" y="369"/>
                  </a:cubicBezTo>
                  <a:cubicBezTo>
                    <a:pt x="274" y="369"/>
                    <a:pt x="280" y="369"/>
                    <a:pt x="286" y="369"/>
                  </a:cubicBezTo>
                  <a:cubicBezTo>
                    <a:pt x="529" y="369"/>
                    <a:pt x="369" y="17"/>
                    <a:pt x="369" y="17"/>
                  </a:cubicBezTo>
                  <a:lnTo>
                    <a:pt x="3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6" name="Google Shape;10646;p24"/>
            <p:cNvSpPr/>
            <p:nvPr/>
          </p:nvSpPr>
          <p:spPr>
            <a:xfrm>
              <a:off x="1792375" y="1421950"/>
              <a:ext cx="12200" cy="8675"/>
            </a:xfrm>
            <a:custGeom>
              <a:avLst/>
              <a:gdLst/>
              <a:ahLst/>
              <a:cxnLst/>
              <a:rect l="l" t="t" r="r" b="b"/>
              <a:pathLst>
                <a:path w="488" h="347" extrusionOk="0">
                  <a:moveTo>
                    <a:pt x="385" y="0"/>
                  </a:moveTo>
                  <a:cubicBezTo>
                    <a:pt x="167" y="151"/>
                    <a:pt x="0" y="251"/>
                    <a:pt x="251" y="335"/>
                  </a:cubicBezTo>
                  <a:cubicBezTo>
                    <a:pt x="275" y="343"/>
                    <a:pt x="296" y="347"/>
                    <a:pt x="314" y="347"/>
                  </a:cubicBezTo>
                  <a:cubicBezTo>
                    <a:pt x="487" y="347"/>
                    <a:pt x="419" y="17"/>
                    <a:pt x="419" y="17"/>
                  </a:cubicBezTo>
                  <a:lnTo>
                    <a:pt x="3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7" name="Google Shape;10647;p24"/>
            <p:cNvSpPr/>
            <p:nvPr/>
          </p:nvSpPr>
          <p:spPr>
            <a:xfrm>
              <a:off x="1772275" y="1417750"/>
              <a:ext cx="12200" cy="8700"/>
            </a:xfrm>
            <a:custGeom>
              <a:avLst/>
              <a:gdLst/>
              <a:ahLst/>
              <a:cxnLst/>
              <a:rect l="l" t="t" r="r" b="b"/>
              <a:pathLst>
                <a:path w="488" h="348" extrusionOk="0">
                  <a:moveTo>
                    <a:pt x="402" y="1"/>
                  </a:moveTo>
                  <a:cubicBezTo>
                    <a:pt x="168" y="152"/>
                    <a:pt x="1" y="252"/>
                    <a:pt x="252" y="336"/>
                  </a:cubicBezTo>
                  <a:cubicBezTo>
                    <a:pt x="275" y="344"/>
                    <a:pt x="296" y="347"/>
                    <a:pt x="314" y="347"/>
                  </a:cubicBezTo>
                  <a:cubicBezTo>
                    <a:pt x="488" y="347"/>
                    <a:pt x="419" y="18"/>
                    <a:pt x="419" y="18"/>
                  </a:cubicBezTo>
                  <a:lnTo>
                    <a:pt x="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8" name="Google Shape;10648;p24"/>
            <p:cNvSpPr/>
            <p:nvPr/>
          </p:nvSpPr>
          <p:spPr>
            <a:xfrm>
              <a:off x="1756125" y="1411475"/>
              <a:ext cx="12000" cy="6525"/>
            </a:xfrm>
            <a:custGeom>
              <a:avLst/>
              <a:gdLst/>
              <a:ahLst/>
              <a:cxnLst/>
              <a:rect l="l" t="t" r="r" b="b"/>
              <a:pathLst>
                <a:path w="480" h="261" extrusionOk="0">
                  <a:moveTo>
                    <a:pt x="352" y="1"/>
                  </a:moveTo>
                  <a:cubicBezTo>
                    <a:pt x="140" y="1"/>
                    <a:pt x="1" y="13"/>
                    <a:pt x="144" y="185"/>
                  </a:cubicBezTo>
                  <a:cubicBezTo>
                    <a:pt x="183" y="240"/>
                    <a:pt x="223" y="261"/>
                    <a:pt x="259" y="261"/>
                  </a:cubicBezTo>
                  <a:cubicBezTo>
                    <a:pt x="381" y="261"/>
                    <a:pt x="479" y="34"/>
                    <a:pt x="479" y="34"/>
                  </a:cubicBezTo>
                  <a:lnTo>
                    <a:pt x="462" y="1"/>
                  </a:lnTo>
                  <a:cubicBezTo>
                    <a:pt x="424" y="1"/>
                    <a:pt x="387" y="1"/>
                    <a:pt x="3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9" name="Google Shape;10649;p24"/>
            <p:cNvSpPr/>
            <p:nvPr/>
          </p:nvSpPr>
          <p:spPr>
            <a:xfrm>
              <a:off x="1842575" y="1405250"/>
              <a:ext cx="10900" cy="6675"/>
            </a:xfrm>
            <a:custGeom>
              <a:avLst/>
              <a:gdLst/>
              <a:ahLst/>
              <a:cxnLst/>
              <a:rect l="l" t="t" r="r" b="b"/>
              <a:pathLst>
                <a:path w="436" h="267" extrusionOk="0">
                  <a:moveTo>
                    <a:pt x="222" y="0"/>
                  </a:moveTo>
                  <a:cubicBezTo>
                    <a:pt x="137" y="0"/>
                    <a:pt x="79" y="123"/>
                    <a:pt x="1" y="267"/>
                  </a:cubicBezTo>
                  <a:lnTo>
                    <a:pt x="17" y="267"/>
                  </a:lnTo>
                  <a:cubicBezTo>
                    <a:pt x="17" y="267"/>
                    <a:pt x="436" y="116"/>
                    <a:pt x="302" y="32"/>
                  </a:cubicBezTo>
                  <a:cubicBezTo>
                    <a:pt x="272" y="10"/>
                    <a:pt x="246"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0" name="Google Shape;10650;p24"/>
            <p:cNvSpPr/>
            <p:nvPr/>
          </p:nvSpPr>
          <p:spPr>
            <a:xfrm>
              <a:off x="1832950" y="1400200"/>
              <a:ext cx="12175" cy="7125"/>
            </a:xfrm>
            <a:custGeom>
              <a:avLst/>
              <a:gdLst/>
              <a:ahLst/>
              <a:cxnLst/>
              <a:rect l="l" t="t" r="r" b="b"/>
              <a:pathLst>
                <a:path w="487" h="285" extrusionOk="0">
                  <a:moveTo>
                    <a:pt x="154" y="1"/>
                  </a:moveTo>
                  <a:cubicBezTo>
                    <a:pt x="17" y="1"/>
                    <a:pt x="15" y="131"/>
                    <a:pt x="1" y="285"/>
                  </a:cubicBezTo>
                  <a:lnTo>
                    <a:pt x="51" y="285"/>
                  </a:lnTo>
                  <a:cubicBezTo>
                    <a:pt x="51" y="285"/>
                    <a:pt x="486" y="67"/>
                    <a:pt x="252" y="17"/>
                  </a:cubicBezTo>
                  <a:cubicBezTo>
                    <a:pt x="213" y="6"/>
                    <a:pt x="181" y="1"/>
                    <a:pt x="1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1" name="Google Shape;10651;p24"/>
            <p:cNvSpPr/>
            <p:nvPr/>
          </p:nvSpPr>
          <p:spPr>
            <a:xfrm>
              <a:off x="1817900" y="1392525"/>
              <a:ext cx="12575" cy="8100"/>
            </a:xfrm>
            <a:custGeom>
              <a:avLst/>
              <a:gdLst/>
              <a:ahLst/>
              <a:cxnLst/>
              <a:rect l="l" t="t" r="r" b="b"/>
              <a:pathLst>
                <a:path w="503" h="324" extrusionOk="0">
                  <a:moveTo>
                    <a:pt x="139" y="0"/>
                  </a:moveTo>
                  <a:cubicBezTo>
                    <a:pt x="0" y="0"/>
                    <a:pt x="0" y="145"/>
                    <a:pt x="0" y="324"/>
                  </a:cubicBezTo>
                  <a:lnTo>
                    <a:pt x="34" y="324"/>
                  </a:lnTo>
                  <a:cubicBezTo>
                    <a:pt x="34" y="324"/>
                    <a:pt x="502" y="106"/>
                    <a:pt x="251" y="22"/>
                  </a:cubicBezTo>
                  <a:cubicBezTo>
                    <a:pt x="206" y="7"/>
                    <a:pt x="169" y="0"/>
                    <a:pt x="1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2" name="Google Shape;10652;p24"/>
            <p:cNvSpPr/>
            <p:nvPr/>
          </p:nvSpPr>
          <p:spPr>
            <a:xfrm>
              <a:off x="1792775" y="1389175"/>
              <a:ext cx="16375" cy="8100"/>
            </a:xfrm>
            <a:custGeom>
              <a:avLst/>
              <a:gdLst/>
              <a:ahLst/>
              <a:cxnLst/>
              <a:rect l="l" t="t" r="r" b="b"/>
              <a:pathLst>
                <a:path w="655" h="324" extrusionOk="0">
                  <a:moveTo>
                    <a:pt x="412" y="1"/>
                  </a:moveTo>
                  <a:cubicBezTo>
                    <a:pt x="394" y="1"/>
                    <a:pt x="375" y="2"/>
                    <a:pt x="352" y="6"/>
                  </a:cubicBezTo>
                  <a:cubicBezTo>
                    <a:pt x="1" y="73"/>
                    <a:pt x="185" y="173"/>
                    <a:pt x="403" y="324"/>
                  </a:cubicBezTo>
                  <a:lnTo>
                    <a:pt x="436" y="307"/>
                  </a:lnTo>
                  <a:cubicBezTo>
                    <a:pt x="436" y="307"/>
                    <a:pt x="655" y="1"/>
                    <a:pt x="4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3" name="Google Shape;10653;p24"/>
            <p:cNvSpPr/>
            <p:nvPr/>
          </p:nvSpPr>
          <p:spPr>
            <a:xfrm>
              <a:off x="2274425" y="1444925"/>
              <a:ext cx="116775" cy="67025"/>
            </a:xfrm>
            <a:custGeom>
              <a:avLst/>
              <a:gdLst/>
              <a:ahLst/>
              <a:cxnLst/>
              <a:rect l="l" t="t" r="r" b="b"/>
              <a:pathLst>
                <a:path w="4671" h="2681" extrusionOk="0">
                  <a:moveTo>
                    <a:pt x="2256" y="1"/>
                  </a:moveTo>
                  <a:cubicBezTo>
                    <a:pt x="1015" y="1"/>
                    <a:pt x="17" y="574"/>
                    <a:pt x="1" y="1291"/>
                  </a:cubicBezTo>
                  <a:cubicBezTo>
                    <a:pt x="1" y="2027"/>
                    <a:pt x="1022" y="2647"/>
                    <a:pt x="2311" y="2680"/>
                  </a:cubicBezTo>
                  <a:cubicBezTo>
                    <a:pt x="2329" y="2680"/>
                    <a:pt x="2346" y="2681"/>
                    <a:pt x="2364" y="2681"/>
                  </a:cubicBezTo>
                  <a:cubicBezTo>
                    <a:pt x="3612" y="2681"/>
                    <a:pt x="4638" y="2101"/>
                    <a:pt x="4654" y="1375"/>
                  </a:cubicBezTo>
                  <a:cubicBezTo>
                    <a:pt x="4671" y="638"/>
                    <a:pt x="3633" y="19"/>
                    <a:pt x="2361" y="2"/>
                  </a:cubicBezTo>
                  <a:cubicBezTo>
                    <a:pt x="2326" y="1"/>
                    <a:pt x="2291" y="1"/>
                    <a:pt x="2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4" name="Google Shape;10654;p24"/>
            <p:cNvSpPr/>
            <p:nvPr/>
          </p:nvSpPr>
          <p:spPr>
            <a:xfrm>
              <a:off x="2280700" y="1468525"/>
              <a:ext cx="86250" cy="35325"/>
            </a:xfrm>
            <a:custGeom>
              <a:avLst/>
              <a:gdLst/>
              <a:ahLst/>
              <a:cxnLst/>
              <a:rect l="l" t="t" r="r" b="b"/>
              <a:pathLst>
                <a:path w="3450" h="1413" extrusionOk="0">
                  <a:moveTo>
                    <a:pt x="489" y="0"/>
                  </a:moveTo>
                  <a:cubicBezTo>
                    <a:pt x="383" y="0"/>
                    <a:pt x="299" y="42"/>
                    <a:pt x="235" y="146"/>
                  </a:cubicBezTo>
                  <a:cubicBezTo>
                    <a:pt x="1" y="498"/>
                    <a:pt x="486" y="1016"/>
                    <a:pt x="1323" y="1267"/>
                  </a:cubicBezTo>
                  <a:cubicBezTo>
                    <a:pt x="1643" y="1365"/>
                    <a:pt x="1969" y="1412"/>
                    <a:pt x="2260" y="1412"/>
                  </a:cubicBezTo>
                  <a:cubicBezTo>
                    <a:pt x="2715" y="1412"/>
                    <a:pt x="3089" y="1298"/>
                    <a:pt x="3231" y="1083"/>
                  </a:cubicBezTo>
                  <a:cubicBezTo>
                    <a:pt x="3449" y="732"/>
                    <a:pt x="2646" y="749"/>
                    <a:pt x="1825" y="498"/>
                  </a:cubicBezTo>
                  <a:cubicBezTo>
                    <a:pt x="1215" y="302"/>
                    <a:pt x="774" y="0"/>
                    <a:pt x="489"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5" name="Google Shape;10655;p24"/>
            <p:cNvSpPr/>
            <p:nvPr/>
          </p:nvSpPr>
          <p:spPr>
            <a:xfrm>
              <a:off x="2302900" y="1452850"/>
              <a:ext cx="82875" cy="32225"/>
            </a:xfrm>
            <a:custGeom>
              <a:avLst/>
              <a:gdLst/>
              <a:ahLst/>
              <a:cxnLst/>
              <a:rect l="l" t="t" r="r" b="b"/>
              <a:pathLst>
                <a:path w="3315" h="1289" extrusionOk="0">
                  <a:moveTo>
                    <a:pt x="1164" y="1"/>
                  </a:moveTo>
                  <a:cubicBezTo>
                    <a:pt x="887" y="1"/>
                    <a:pt x="637" y="41"/>
                    <a:pt x="452" y="120"/>
                  </a:cubicBezTo>
                  <a:cubicBezTo>
                    <a:pt x="0" y="338"/>
                    <a:pt x="854" y="438"/>
                    <a:pt x="1523" y="756"/>
                  </a:cubicBezTo>
                  <a:cubicBezTo>
                    <a:pt x="2056" y="996"/>
                    <a:pt x="2292" y="1289"/>
                    <a:pt x="2602" y="1289"/>
                  </a:cubicBezTo>
                  <a:cubicBezTo>
                    <a:pt x="2682" y="1289"/>
                    <a:pt x="2767" y="1269"/>
                    <a:pt x="2862" y="1225"/>
                  </a:cubicBezTo>
                  <a:cubicBezTo>
                    <a:pt x="3314" y="1024"/>
                    <a:pt x="3130" y="606"/>
                    <a:pt x="2477" y="288"/>
                  </a:cubicBezTo>
                  <a:cubicBezTo>
                    <a:pt x="2072" y="95"/>
                    <a:pt x="1587" y="1"/>
                    <a:pt x="116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6" name="Google Shape;10656;p24"/>
            <p:cNvSpPr/>
            <p:nvPr/>
          </p:nvSpPr>
          <p:spPr>
            <a:xfrm>
              <a:off x="2334700" y="1489750"/>
              <a:ext cx="10300" cy="9225"/>
            </a:xfrm>
            <a:custGeom>
              <a:avLst/>
              <a:gdLst/>
              <a:ahLst/>
              <a:cxnLst/>
              <a:rect l="l" t="t" r="r" b="b"/>
              <a:pathLst>
                <a:path w="412" h="369" extrusionOk="0">
                  <a:moveTo>
                    <a:pt x="251" y="0"/>
                  </a:moveTo>
                  <a:cubicBezTo>
                    <a:pt x="117" y="201"/>
                    <a:pt x="0" y="335"/>
                    <a:pt x="201" y="368"/>
                  </a:cubicBezTo>
                  <a:cubicBezTo>
                    <a:pt x="206" y="369"/>
                    <a:pt x="211" y="369"/>
                    <a:pt x="216" y="369"/>
                  </a:cubicBezTo>
                  <a:cubicBezTo>
                    <a:pt x="412" y="369"/>
                    <a:pt x="268" y="34"/>
                    <a:pt x="268" y="34"/>
                  </a:cubicBez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7" name="Google Shape;10657;p24"/>
            <p:cNvSpPr/>
            <p:nvPr/>
          </p:nvSpPr>
          <p:spPr>
            <a:xfrm>
              <a:off x="2322150" y="1488475"/>
              <a:ext cx="10225" cy="8525"/>
            </a:xfrm>
            <a:custGeom>
              <a:avLst/>
              <a:gdLst/>
              <a:ahLst/>
              <a:cxnLst/>
              <a:rect l="l" t="t" r="r" b="b"/>
              <a:pathLst>
                <a:path w="409" h="341" extrusionOk="0">
                  <a:moveTo>
                    <a:pt x="318" y="1"/>
                  </a:moveTo>
                  <a:cubicBezTo>
                    <a:pt x="151" y="135"/>
                    <a:pt x="0" y="252"/>
                    <a:pt x="201" y="336"/>
                  </a:cubicBezTo>
                  <a:cubicBezTo>
                    <a:pt x="215" y="339"/>
                    <a:pt x="227" y="340"/>
                    <a:pt x="239" y="340"/>
                  </a:cubicBezTo>
                  <a:cubicBezTo>
                    <a:pt x="408" y="340"/>
                    <a:pt x="335" y="18"/>
                    <a:pt x="335" y="18"/>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8" name="Google Shape;10658;p24"/>
            <p:cNvSpPr/>
            <p:nvPr/>
          </p:nvSpPr>
          <p:spPr>
            <a:xfrm>
              <a:off x="2307075" y="1484300"/>
              <a:ext cx="9425" cy="8675"/>
            </a:xfrm>
            <a:custGeom>
              <a:avLst/>
              <a:gdLst/>
              <a:ahLst/>
              <a:cxnLst/>
              <a:rect l="l" t="t" r="r" b="b"/>
              <a:pathLst>
                <a:path w="377" h="347" extrusionOk="0">
                  <a:moveTo>
                    <a:pt x="302" y="0"/>
                  </a:moveTo>
                  <a:cubicBezTo>
                    <a:pt x="134" y="134"/>
                    <a:pt x="0" y="252"/>
                    <a:pt x="201" y="335"/>
                  </a:cubicBezTo>
                  <a:cubicBezTo>
                    <a:pt x="219" y="343"/>
                    <a:pt x="234" y="347"/>
                    <a:pt x="247" y="347"/>
                  </a:cubicBezTo>
                  <a:cubicBezTo>
                    <a:pt x="376" y="347"/>
                    <a:pt x="335" y="17"/>
                    <a:pt x="335" y="17"/>
                  </a:cubicBezTo>
                  <a:lnTo>
                    <a:pt x="3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9" name="Google Shape;10659;p24"/>
            <p:cNvSpPr/>
            <p:nvPr/>
          </p:nvSpPr>
          <p:spPr>
            <a:xfrm>
              <a:off x="2293800" y="1478425"/>
              <a:ext cx="9525" cy="6350"/>
            </a:xfrm>
            <a:custGeom>
              <a:avLst/>
              <a:gdLst/>
              <a:ahLst/>
              <a:cxnLst/>
              <a:rect l="l" t="t" r="r" b="b"/>
              <a:pathLst>
                <a:path w="381" h="254" extrusionOk="0">
                  <a:moveTo>
                    <a:pt x="275" y="1"/>
                  </a:moveTo>
                  <a:cubicBezTo>
                    <a:pt x="105" y="1"/>
                    <a:pt x="1" y="13"/>
                    <a:pt x="130" y="185"/>
                  </a:cubicBezTo>
                  <a:cubicBezTo>
                    <a:pt x="164" y="235"/>
                    <a:pt x="196" y="254"/>
                    <a:pt x="224" y="254"/>
                  </a:cubicBezTo>
                  <a:cubicBezTo>
                    <a:pt x="321" y="254"/>
                    <a:pt x="381" y="35"/>
                    <a:pt x="381" y="35"/>
                  </a:cubicBezTo>
                  <a:lnTo>
                    <a:pt x="364" y="1"/>
                  </a:lnTo>
                  <a:cubicBezTo>
                    <a:pt x="333" y="1"/>
                    <a:pt x="303" y="1"/>
                    <a:pt x="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0" name="Google Shape;10660;p24"/>
            <p:cNvSpPr/>
            <p:nvPr/>
          </p:nvSpPr>
          <p:spPr>
            <a:xfrm>
              <a:off x="2360650" y="1472200"/>
              <a:ext cx="9225" cy="6275"/>
            </a:xfrm>
            <a:custGeom>
              <a:avLst/>
              <a:gdLst/>
              <a:ahLst/>
              <a:cxnLst/>
              <a:rect l="l" t="t" r="r" b="b"/>
              <a:pathLst>
                <a:path w="369" h="251" extrusionOk="0">
                  <a:moveTo>
                    <a:pt x="172" y="0"/>
                  </a:moveTo>
                  <a:cubicBezTo>
                    <a:pt x="104" y="0"/>
                    <a:pt x="52" y="120"/>
                    <a:pt x="0" y="250"/>
                  </a:cubicBezTo>
                  <a:lnTo>
                    <a:pt x="33" y="250"/>
                  </a:lnTo>
                  <a:cubicBezTo>
                    <a:pt x="33" y="250"/>
                    <a:pt x="368" y="150"/>
                    <a:pt x="234" y="32"/>
                  </a:cubicBezTo>
                  <a:cubicBezTo>
                    <a:pt x="212" y="10"/>
                    <a:pt x="19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1" name="Google Shape;10661;p24"/>
            <p:cNvSpPr/>
            <p:nvPr/>
          </p:nvSpPr>
          <p:spPr>
            <a:xfrm>
              <a:off x="2353950" y="1467375"/>
              <a:ext cx="8800" cy="6900"/>
            </a:xfrm>
            <a:custGeom>
              <a:avLst/>
              <a:gdLst/>
              <a:ahLst/>
              <a:cxnLst/>
              <a:rect l="l" t="t" r="r" b="b"/>
              <a:pathLst>
                <a:path w="352" h="276" extrusionOk="0">
                  <a:moveTo>
                    <a:pt x="104" y="1"/>
                  </a:moveTo>
                  <a:cubicBezTo>
                    <a:pt x="16" y="1"/>
                    <a:pt x="14" y="127"/>
                    <a:pt x="0" y="276"/>
                  </a:cubicBezTo>
                  <a:lnTo>
                    <a:pt x="17" y="276"/>
                  </a:lnTo>
                  <a:cubicBezTo>
                    <a:pt x="17" y="276"/>
                    <a:pt x="352" y="92"/>
                    <a:pt x="184" y="25"/>
                  </a:cubicBezTo>
                  <a:cubicBezTo>
                    <a:pt x="152" y="8"/>
                    <a:pt x="125" y="1"/>
                    <a:pt x="1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2" name="Google Shape;10662;p24"/>
            <p:cNvSpPr/>
            <p:nvPr/>
          </p:nvSpPr>
          <p:spPr>
            <a:xfrm>
              <a:off x="2341100" y="1459900"/>
              <a:ext cx="9950" cy="8100"/>
            </a:xfrm>
            <a:custGeom>
              <a:avLst/>
              <a:gdLst/>
              <a:ahLst/>
              <a:cxnLst/>
              <a:rect l="l" t="t" r="r" b="b"/>
              <a:pathLst>
                <a:path w="398" h="324" extrusionOk="0">
                  <a:moveTo>
                    <a:pt x="108" y="0"/>
                  </a:moveTo>
                  <a:cubicBezTo>
                    <a:pt x="1" y="0"/>
                    <a:pt x="12" y="145"/>
                    <a:pt x="12" y="324"/>
                  </a:cubicBezTo>
                  <a:lnTo>
                    <a:pt x="62" y="324"/>
                  </a:lnTo>
                  <a:cubicBezTo>
                    <a:pt x="62" y="324"/>
                    <a:pt x="397" y="106"/>
                    <a:pt x="196" y="22"/>
                  </a:cubicBezTo>
                  <a:cubicBezTo>
                    <a:pt x="160" y="7"/>
                    <a:pt x="131" y="0"/>
                    <a:pt x="1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3" name="Google Shape;10663;p24"/>
            <p:cNvSpPr/>
            <p:nvPr/>
          </p:nvSpPr>
          <p:spPr>
            <a:xfrm>
              <a:off x="2321725" y="1457300"/>
              <a:ext cx="12275" cy="7350"/>
            </a:xfrm>
            <a:custGeom>
              <a:avLst/>
              <a:gdLst/>
              <a:ahLst/>
              <a:cxnLst/>
              <a:rect l="l" t="t" r="r" b="b"/>
              <a:pathLst>
                <a:path w="491" h="294" extrusionOk="0">
                  <a:moveTo>
                    <a:pt x="327" y="0"/>
                  </a:moveTo>
                  <a:cubicBezTo>
                    <a:pt x="310" y="0"/>
                    <a:pt x="291" y="3"/>
                    <a:pt x="268" y="9"/>
                  </a:cubicBezTo>
                  <a:cubicBezTo>
                    <a:pt x="0" y="76"/>
                    <a:pt x="134" y="177"/>
                    <a:pt x="302" y="294"/>
                  </a:cubicBezTo>
                  <a:lnTo>
                    <a:pt x="352" y="277"/>
                  </a:lnTo>
                  <a:cubicBezTo>
                    <a:pt x="352" y="277"/>
                    <a:pt x="490" y="0"/>
                    <a:pt x="3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4" name="Google Shape;10664;p24"/>
            <p:cNvSpPr/>
            <p:nvPr/>
          </p:nvSpPr>
          <p:spPr>
            <a:xfrm>
              <a:off x="1904500" y="1452925"/>
              <a:ext cx="118050" cy="66975"/>
            </a:xfrm>
            <a:custGeom>
              <a:avLst/>
              <a:gdLst/>
              <a:ahLst/>
              <a:cxnLst/>
              <a:rect l="l" t="t" r="r" b="b"/>
              <a:pathLst>
                <a:path w="4722" h="2679" extrusionOk="0">
                  <a:moveTo>
                    <a:pt x="2311" y="0"/>
                  </a:moveTo>
                  <a:cubicBezTo>
                    <a:pt x="1039" y="0"/>
                    <a:pt x="1" y="603"/>
                    <a:pt x="51" y="1339"/>
                  </a:cubicBezTo>
                  <a:cubicBezTo>
                    <a:pt x="68" y="2059"/>
                    <a:pt x="1139" y="2678"/>
                    <a:pt x="2411" y="2678"/>
                  </a:cubicBezTo>
                  <a:cubicBezTo>
                    <a:pt x="3683" y="2678"/>
                    <a:pt x="4721" y="2059"/>
                    <a:pt x="4671" y="1339"/>
                  </a:cubicBezTo>
                  <a:cubicBezTo>
                    <a:pt x="4654" y="603"/>
                    <a:pt x="3600" y="0"/>
                    <a:pt x="23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5" name="Google Shape;10665;p24"/>
            <p:cNvSpPr/>
            <p:nvPr/>
          </p:nvSpPr>
          <p:spPr>
            <a:xfrm>
              <a:off x="1905350" y="1447900"/>
              <a:ext cx="117600" cy="66975"/>
            </a:xfrm>
            <a:custGeom>
              <a:avLst/>
              <a:gdLst/>
              <a:ahLst/>
              <a:cxnLst/>
              <a:rect l="l" t="t" r="r" b="b"/>
              <a:pathLst>
                <a:path w="4704" h="2679" extrusionOk="0">
                  <a:moveTo>
                    <a:pt x="2294" y="0"/>
                  </a:moveTo>
                  <a:cubicBezTo>
                    <a:pt x="1022" y="0"/>
                    <a:pt x="0" y="619"/>
                    <a:pt x="34" y="1339"/>
                  </a:cubicBezTo>
                  <a:cubicBezTo>
                    <a:pt x="51" y="2076"/>
                    <a:pt x="1122" y="2678"/>
                    <a:pt x="2394" y="2678"/>
                  </a:cubicBezTo>
                  <a:cubicBezTo>
                    <a:pt x="3666" y="2678"/>
                    <a:pt x="4704" y="2092"/>
                    <a:pt x="4654" y="1339"/>
                  </a:cubicBezTo>
                  <a:cubicBezTo>
                    <a:pt x="4637" y="619"/>
                    <a:pt x="3566" y="0"/>
                    <a:pt x="22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6" name="Google Shape;10666;p24"/>
            <p:cNvSpPr/>
            <p:nvPr/>
          </p:nvSpPr>
          <p:spPr>
            <a:xfrm>
              <a:off x="1912050" y="1471625"/>
              <a:ext cx="86225" cy="35575"/>
            </a:xfrm>
            <a:custGeom>
              <a:avLst/>
              <a:gdLst/>
              <a:ahLst/>
              <a:cxnLst/>
              <a:rect l="l" t="t" r="r" b="b"/>
              <a:pathLst>
                <a:path w="3449" h="1423" extrusionOk="0">
                  <a:moveTo>
                    <a:pt x="477" y="1"/>
                  </a:moveTo>
                  <a:cubicBezTo>
                    <a:pt x="374" y="1"/>
                    <a:pt x="293" y="41"/>
                    <a:pt x="235" y="139"/>
                  </a:cubicBezTo>
                  <a:cubicBezTo>
                    <a:pt x="0" y="507"/>
                    <a:pt x="486" y="1026"/>
                    <a:pt x="1323" y="1277"/>
                  </a:cubicBezTo>
                  <a:cubicBezTo>
                    <a:pt x="1636" y="1375"/>
                    <a:pt x="1957" y="1422"/>
                    <a:pt x="2246" y="1422"/>
                  </a:cubicBezTo>
                  <a:cubicBezTo>
                    <a:pt x="2698" y="1422"/>
                    <a:pt x="3071" y="1308"/>
                    <a:pt x="3214" y="1093"/>
                  </a:cubicBezTo>
                  <a:cubicBezTo>
                    <a:pt x="3448" y="725"/>
                    <a:pt x="2628" y="759"/>
                    <a:pt x="1825" y="507"/>
                  </a:cubicBezTo>
                  <a:cubicBezTo>
                    <a:pt x="1212" y="299"/>
                    <a:pt x="760" y="1"/>
                    <a:pt x="47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7" name="Google Shape;10667;p24"/>
            <p:cNvSpPr/>
            <p:nvPr/>
          </p:nvSpPr>
          <p:spPr>
            <a:xfrm>
              <a:off x="1933800" y="1455925"/>
              <a:ext cx="83300" cy="32350"/>
            </a:xfrm>
            <a:custGeom>
              <a:avLst/>
              <a:gdLst/>
              <a:ahLst/>
              <a:cxnLst/>
              <a:rect l="l" t="t" r="r" b="b"/>
              <a:pathLst>
                <a:path w="3332" h="1294" extrusionOk="0">
                  <a:moveTo>
                    <a:pt x="1142" y="0"/>
                  </a:moveTo>
                  <a:cubicBezTo>
                    <a:pt x="877" y="0"/>
                    <a:pt x="641" y="38"/>
                    <a:pt x="469" y="114"/>
                  </a:cubicBezTo>
                  <a:cubicBezTo>
                    <a:pt x="1" y="332"/>
                    <a:pt x="871" y="432"/>
                    <a:pt x="1541" y="750"/>
                  </a:cubicBezTo>
                  <a:cubicBezTo>
                    <a:pt x="2078" y="1006"/>
                    <a:pt x="2313" y="1293"/>
                    <a:pt x="2627" y="1293"/>
                  </a:cubicBezTo>
                  <a:cubicBezTo>
                    <a:pt x="2705" y="1293"/>
                    <a:pt x="2787" y="1276"/>
                    <a:pt x="2880" y="1236"/>
                  </a:cubicBezTo>
                  <a:cubicBezTo>
                    <a:pt x="3332" y="1018"/>
                    <a:pt x="3148" y="600"/>
                    <a:pt x="2495" y="298"/>
                  </a:cubicBezTo>
                  <a:cubicBezTo>
                    <a:pt x="2079" y="101"/>
                    <a:pt x="1574" y="0"/>
                    <a:pt x="114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8" name="Google Shape;10668;p24"/>
            <p:cNvSpPr/>
            <p:nvPr/>
          </p:nvSpPr>
          <p:spPr>
            <a:xfrm>
              <a:off x="1966025" y="1493075"/>
              <a:ext cx="10725" cy="8850"/>
            </a:xfrm>
            <a:custGeom>
              <a:avLst/>
              <a:gdLst/>
              <a:ahLst/>
              <a:cxnLst/>
              <a:rect l="l" t="t" r="r" b="b"/>
              <a:pathLst>
                <a:path w="429" h="354" extrusionOk="0">
                  <a:moveTo>
                    <a:pt x="252" y="1"/>
                  </a:moveTo>
                  <a:cubicBezTo>
                    <a:pt x="118" y="185"/>
                    <a:pt x="1" y="336"/>
                    <a:pt x="201" y="352"/>
                  </a:cubicBezTo>
                  <a:cubicBezTo>
                    <a:pt x="207" y="353"/>
                    <a:pt x="212" y="353"/>
                    <a:pt x="217" y="353"/>
                  </a:cubicBezTo>
                  <a:cubicBezTo>
                    <a:pt x="428" y="353"/>
                    <a:pt x="268" y="18"/>
                    <a:pt x="268" y="18"/>
                  </a:cubicBezTo>
                  <a:lnTo>
                    <a:pt x="2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9" name="Google Shape;10669;p24"/>
            <p:cNvSpPr/>
            <p:nvPr/>
          </p:nvSpPr>
          <p:spPr>
            <a:xfrm>
              <a:off x="1953475" y="1491400"/>
              <a:ext cx="10150" cy="8600"/>
            </a:xfrm>
            <a:custGeom>
              <a:avLst/>
              <a:gdLst/>
              <a:ahLst/>
              <a:cxnLst/>
              <a:rect l="l" t="t" r="r" b="b"/>
              <a:pathLst>
                <a:path w="406" h="344" extrusionOk="0">
                  <a:moveTo>
                    <a:pt x="302" y="1"/>
                  </a:moveTo>
                  <a:cubicBezTo>
                    <a:pt x="134" y="152"/>
                    <a:pt x="0" y="252"/>
                    <a:pt x="201" y="336"/>
                  </a:cubicBezTo>
                  <a:cubicBezTo>
                    <a:pt x="219" y="341"/>
                    <a:pt x="234" y="344"/>
                    <a:pt x="248" y="344"/>
                  </a:cubicBezTo>
                  <a:cubicBezTo>
                    <a:pt x="406" y="344"/>
                    <a:pt x="335" y="18"/>
                    <a:pt x="335" y="18"/>
                  </a:cubicBezTo>
                  <a:lnTo>
                    <a:pt x="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0" name="Google Shape;10670;p24"/>
            <p:cNvSpPr/>
            <p:nvPr/>
          </p:nvSpPr>
          <p:spPr>
            <a:xfrm>
              <a:off x="1938000" y="1487225"/>
              <a:ext cx="9750" cy="8675"/>
            </a:xfrm>
            <a:custGeom>
              <a:avLst/>
              <a:gdLst/>
              <a:ahLst/>
              <a:cxnLst/>
              <a:rect l="l" t="t" r="r" b="b"/>
              <a:pathLst>
                <a:path w="390" h="347" extrusionOk="0">
                  <a:moveTo>
                    <a:pt x="318" y="1"/>
                  </a:moveTo>
                  <a:cubicBezTo>
                    <a:pt x="151" y="151"/>
                    <a:pt x="0" y="252"/>
                    <a:pt x="218" y="335"/>
                  </a:cubicBezTo>
                  <a:cubicBezTo>
                    <a:pt x="235" y="343"/>
                    <a:pt x="250" y="347"/>
                    <a:pt x="263" y="347"/>
                  </a:cubicBezTo>
                  <a:cubicBezTo>
                    <a:pt x="390" y="347"/>
                    <a:pt x="335" y="17"/>
                    <a:pt x="335" y="17"/>
                  </a:cubicBezTo>
                  <a:lnTo>
                    <a:pt x="3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1" name="Google Shape;10671;p24"/>
            <p:cNvSpPr/>
            <p:nvPr/>
          </p:nvSpPr>
          <p:spPr>
            <a:xfrm>
              <a:off x="1925125" y="1480950"/>
              <a:ext cx="9125" cy="6575"/>
            </a:xfrm>
            <a:custGeom>
              <a:avLst/>
              <a:gdLst/>
              <a:ahLst/>
              <a:cxnLst/>
              <a:rect l="l" t="t" r="r" b="b"/>
              <a:pathLst>
                <a:path w="365" h="263" extrusionOk="0">
                  <a:moveTo>
                    <a:pt x="264" y="0"/>
                  </a:moveTo>
                  <a:cubicBezTo>
                    <a:pt x="105" y="0"/>
                    <a:pt x="1" y="12"/>
                    <a:pt x="130" y="185"/>
                  </a:cubicBezTo>
                  <a:cubicBezTo>
                    <a:pt x="162" y="241"/>
                    <a:pt x="193" y="263"/>
                    <a:pt x="220" y="263"/>
                  </a:cubicBezTo>
                  <a:cubicBezTo>
                    <a:pt x="307" y="263"/>
                    <a:pt x="364" y="51"/>
                    <a:pt x="364" y="51"/>
                  </a:cubicBezTo>
                  <a:lnTo>
                    <a:pt x="348" y="1"/>
                  </a:lnTo>
                  <a:cubicBezTo>
                    <a:pt x="319" y="1"/>
                    <a:pt x="291" y="0"/>
                    <a:pt x="2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2" name="Google Shape;10672;p24"/>
            <p:cNvSpPr/>
            <p:nvPr/>
          </p:nvSpPr>
          <p:spPr>
            <a:xfrm>
              <a:off x="1991975" y="1475475"/>
              <a:ext cx="8800" cy="5925"/>
            </a:xfrm>
            <a:custGeom>
              <a:avLst/>
              <a:gdLst/>
              <a:ahLst/>
              <a:cxnLst/>
              <a:rect l="l" t="t" r="r" b="b"/>
              <a:pathLst>
                <a:path w="352" h="237" extrusionOk="0">
                  <a:moveTo>
                    <a:pt x="168" y="1"/>
                  </a:moveTo>
                  <a:cubicBezTo>
                    <a:pt x="102" y="1"/>
                    <a:pt x="51" y="109"/>
                    <a:pt x="0" y="236"/>
                  </a:cubicBezTo>
                  <a:lnTo>
                    <a:pt x="17" y="236"/>
                  </a:lnTo>
                  <a:cubicBezTo>
                    <a:pt x="17" y="236"/>
                    <a:pt x="352" y="119"/>
                    <a:pt x="235" y="35"/>
                  </a:cubicBezTo>
                  <a:cubicBezTo>
                    <a:pt x="211" y="11"/>
                    <a:pt x="189" y="1"/>
                    <a:pt x="1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3" name="Google Shape;10673;p24"/>
            <p:cNvSpPr/>
            <p:nvPr/>
          </p:nvSpPr>
          <p:spPr>
            <a:xfrm>
              <a:off x="1985275" y="1470325"/>
              <a:ext cx="8825" cy="6875"/>
            </a:xfrm>
            <a:custGeom>
              <a:avLst/>
              <a:gdLst/>
              <a:ahLst/>
              <a:cxnLst/>
              <a:rect l="l" t="t" r="r" b="b"/>
              <a:pathLst>
                <a:path w="353" h="275" extrusionOk="0">
                  <a:moveTo>
                    <a:pt x="105" y="0"/>
                  </a:moveTo>
                  <a:cubicBezTo>
                    <a:pt x="17" y="0"/>
                    <a:pt x="14" y="127"/>
                    <a:pt x="1" y="275"/>
                  </a:cubicBezTo>
                  <a:lnTo>
                    <a:pt x="17" y="275"/>
                  </a:lnTo>
                  <a:cubicBezTo>
                    <a:pt x="17" y="275"/>
                    <a:pt x="352" y="91"/>
                    <a:pt x="185" y="24"/>
                  </a:cubicBezTo>
                  <a:cubicBezTo>
                    <a:pt x="152" y="7"/>
                    <a:pt x="126" y="0"/>
                    <a:pt x="1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4" name="Google Shape;10674;p24"/>
            <p:cNvSpPr/>
            <p:nvPr/>
          </p:nvSpPr>
          <p:spPr>
            <a:xfrm>
              <a:off x="1972450" y="1463250"/>
              <a:ext cx="9500" cy="7675"/>
            </a:xfrm>
            <a:custGeom>
              <a:avLst/>
              <a:gdLst/>
              <a:ahLst/>
              <a:cxnLst/>
              <a:rect l="l" t="t" r="r" b="b"/>
              <a:pathLst>
                <a:path w="380" h="307" extrusionOk="0">
                  <a:moveTo>
                    <a:pt x="106" y="0"/>
                  </a:moveTo>
                  <a:cubicBezTo>
                    <a:pt x="0" y="0"/>
                    <a:pt x="11" y="142"/>
                    <a:pt x="11" y="307"/>
                  </a:cubicBezTo>
                  <a:lnTo>
                    <a:pt x="45" y="307"/>
                  </a:lnTo>
                  <a:cubicBezTo>
                    <a:pt x="45" y="307"/>
                    <a:pt x="380" y="106"/>
                    <a:pt x="195" y="22"/>
                  </a:cubicBezTo>
                  <a:cubicBezTo>
                    <a:pt x="159" y="7"/>
                    <a:pt x="130" y="0"/>
                    <a:pt x="1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5" name="Google Shape;10675;p24"/>
            <p:cNvSpPr/>
            <p:nvPr/>
          </p:nvSpPr>
          <p:spPr>
            <a:xfrm>
              <a:off x="1952625" y="1460325"/>
              <a:ext cx="13225" cy="7675"/>
            </a:xfrm>
            <a:custGeom>
              <a:avLst/>
              <a:gdLst/>
              <a:ahLst/>
              <a:cxnLst/>
              <a:rect l="l" t="t" r="r" b="b"/>
              <a:pathLst>
                <a:path w="529" h="307" extrusionOk="0">
                  <a:moveTo>
                    <a:pt x="335" y="0"/>
                  </a:moveTo>
                  <a:cubicBezTo>
                    <a:pt x="321" y="0"/>
                    <a:pt x="304" y="2"/>
                    <a:pt x="285" y="5"/>
                  </a:cubicBezTo>
                  <a:cubicBezTo>
                    <a:pt x="1" y="72"/>
                    <a:pt x="152" y="173"/>
                    <a:pt x="319" y="307"/>
                  </a:cubicBezTo>
                  <a:lnTo>
                    <a:pt x="369" y="290"/>
                  </a:lnTo>
                  <a:cubicBezTo>
                    <a:pt x="369" y="290"/>
                    <a:pt x="528"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6" name="Google Shape;10676;p24"/>
            <p:cNvSpPr/>
            <p:nvPr/>
          </p:nvSpPr>
          <p:spPr>
            <a:xfrm>
              <a:off x="2060175" y="1350225"/>
              <a:ext cx="121375" cy="61700"/>
            </a:xfrm>
            <a:custGeom>
              <a:avLst/>
              <a:gdLst/>
              <a:ahLst/>
              <a:cxnLst/>
              <a:rect l="l" t="t" r="r" b="b"/>
              <a:pathLst>
                <a:path w="4855" h="2468" extrusionOk="0">
                  <a:moveTo>
                    <a:pt x="1927" y="1"/>
                  </a:moveTo>
                  <a:cubicBezTo>
                    <a:pt x="1854" y="1"/>
                    <a:pt x="1781" y="3"/>
                    <a:pt x="1708" y="7"/>
                  </a:cubicBezTo>
                  <a:cubicBezTo>
                    <a:pt x="637" y="57"/>
                    <a:pt x="1" y="593"/>
                    <a:pt x="185" y="1212"/>
                  </a:cubicBezTo>
                  <a:cubicBezTo>
                    <a:pt x="386" y="1882"/>
                    <a:pt x="1541" y="2468"/>
                    <a:pt x="2779" y="2468"/>
                  </a:cubicBezTo>
                  <a:cubicBezTo>
                    <a:pt x="4102" y="2468"/>
                    <a:pt x="4855" y="1815"/>
                    <a:pt x="4436" y="1095"/>
                  </a:cubicBezTo>
                  <a:cubicBezTo>
                    <a:pt x="4077" y="438"/>
                    <a:pt x="2972" y="1"/>
                    <a:pt x="19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7" name="Google Shape;10677;p24"/>
            <p:cNvSpPr/>
            <p:nvPr/>
          </p:nvSpPr>
          <p:spPr>
            <a:xfrm>
              <a:off x="2061025" y="1344800"/>
              <a:ext cx="121800" cy="61700"/>
            </a:xfrm>
            <a:custGeom>
              <a:avLst/>
              <a:gdLst/>
              <a:ahLst/>
              <a:cxnLst/>
              <a:rect l="l" t="t" r="r" b="b"/>
              <a:pathLst>
                <a:path w="4872" h="2468" extrusionOk="0">
                  <a:moveTo>
                    <a:pt x="1954" y="0"/>
                  </a:moveTo>
                  <a:cubicBezTo>
                    <a:pt x="1882" y="0"/>
                    <a:pt x="1811" y="2"/>
                    <a:pt x="1741" y="6"/>
                  </a:cubicBezTo>
                  <a:cubicBezTo>
                    <a:pt x="670" y="73"/>
                    <a:pt x="0" y="592"/>
                    <a:pt x="218" y="1228"/>
                  </a:cubicBezTo>
                  <a:cubicBezTo>
                    <a:pt x="416" y="1889"/>
                    <a:pt x="1525" y="2467"/>
                    <a:pt x="2760" y="2467"/>
                  </a:cubicBezTo>
                  <a:cubicBezTo>
                    <a:pt x="2777" y="2467"/>
                    <a:pt x="2795" y="2467"/>
                    <a:pt x="2812" y="2467"/>
                  </a:cubicBezTo>
                  <a:cubicBezTo>
                    <a:pt x="4101" y="2467"/>
                    <a:pt x="4871" y="1831"/>
                    <a:pt x="4453" y="1094"/>
                  </a:cubicBezTo>
                  <a:cubicBezTo>
                    <a:pt x="4108" y="452"/>
                    <a:pt x="3000" y="0"/>
                    <a:pt x="19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8" name="Google Shape;10678;p24"/>
            <p:cNvSpPr/>
            <p:nvPr/>
          </p:nvSpPr>
          <p:spPr>
            <a:xfrm>
              <a:off x="2089900" y="1363150"/>
              <a:ext cx="78275" cy="35475"/>
            </a:xfrm>
            <a:custGeom>
              <a:avLst/>
              <a:gdLst/>
              <a:ahLst/>
              <a:cxnLst/>
              <a:rect l="l" t="t" r="r" b="b"/>
              <a:pathLst>
                <a:path w="3131" h="1419" extrusionOk="0">
                  <a:moveTo>
                    <a:pt x="2426" y="0"/>
                  </a:moveTo>
                  <a:cubicBezTo>
                    <a:pt x="2140" y="0"/>
                    <a:pt x="1867" y="308"/>
                    <a:pt x="1373" y="511"/>
                  </a:cubicBezTo>
                  <a:cubicBezTo>
                    <a:pt x="737" y="779"/>
                    <a:pt x="0" y="762"/>
                    <a:pt x="335" y="1097"/>
                  </a:cubicBezTo>
                  <a:cubicBezTo>
                    <a:pt x="543" y="1305"/>
                    <a:pt x="926" y="1419"/>
                    <a:pt x="1353" y="1419"/>
                  </a:cubicBezTo>
                  <a:cubicBezTo>
                    <a:pt x="1648" y="1419"/>
                    <a:pt x="1965" y="1364"/>
                    <a:pt x="2260" y="1248"/>
                  </a:cubicBezTo>
                  <a:cubicBezTo>
                    <a:pt x="2946" y="946"/>
                    <a:pt x="3130" y="444"/>
                    <a:pt x="2712" y="109"/>
                  </a:cubicBezTo>
                  <a:cubicBezTo>
                    <a:pt x="2610" y="32"/>
                    <a:pt x="2517" y="0"/>
                    <a:pt x="2426"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9" name="Google Shape;10679;p24"/>
            <p:cNvSpPr/>
            <p:nvPr/>
          </p:nvSpPr>
          <p:spPr>
            <a:xfrm>
              <a:off x="2070650" y="1351300"/>
              <a:ext cx="66975" cy="29650"/>
            </a:xfrm>
            <a:custGeom>
              <a:avLst/>
              <a:gdLst/>
              <a:ahLst/>
              <a:cxnLst/>
              <a:rect l="l" t="t" r="r" b="b"/>
              <a:pathLst>
                <a:path w="2679" h="1186" extrusionOk="0">
                  <a:moveTo>
                    <a:pt x="1607" y="0"/>
                  </a:moveTo>
                  <a:cubicBezTo>
                    <a:pt x="1209" y="0"/>
                    <a:pt x="766" y="108"/>
                    <a:pt x="452" y="299"/>
                  </a:cubicBezTo>
                  <a:cubicBezTo>
                    <a:pt x="0" y="583"/>
                    <a:pt x="0" y="968"/>
                    <a:pt x="452" y="1136"/>
                  </a:cubicBezTo>
                  <a:cubicBezTo>
                    <a:pt x="543" y="1170"/>
                    <a:pt x="618" y="1185"/>
                    <a:pt x="683" y="1185"/>
                  </a:cubicBezTo>
                  <a:cubicBezTo>
                    <a:pt x="966" y="1185"/>
                    <a:pt x="1062" y="899"/>
                    <a:pt x="1456" y="667"/>
                  </a:cubicBezTo>
                  <a:cubicBezTo>
                    <a:pt x="1942" y="383"/>
                    <a:pt x="2678" y="249"/>
                    <a:pt x="2143" y="81"/>
                  </a:cubicBezTo>
                  <a:cubicBezTo>
                    <a:pt x="1988" y="26"/>
                    <a:pt x="1803" y="0"/>
                    <a:pt x="160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0" name="Google Shape;10680;p24"/>
            <p:cNvSpPr/>
            <p:nvPr/>
          </p:nvSpPr>
          <p:spPr>
            <a:xfrm>
              <a:off x="2113750" y="1385125"/>
              <a:ext cx="10050" cy="8450"/>
            </a:xfrm>
            <a:custGeom>
              <a:avLst/>
              <a:gdLst/>
              <a:ahLst/>
              <a:cxnLst/>
              <a:rect l="l" t="t" r="r" b="b"/>
              <a:pathLst>
                <a:path w="402" h="338" extrusionOk="0">
                  <a:moveTo>
                    <a:pt x="0" y="0"/>
                  </a:moveTo>
                  <a:cubicBezTo>
                    <a:pt x="0" y="0"/>
                    <a:pt x="0" y="337"/>
                    <a:pt x="191" y="337"/>
                  </a:cubicBezTo>
                  <a:cubicBezTo>
                    <a:pt x="199" y="337"/>
                    <a:pt x="208" y="337"/>
                    <a:pt x="218" y="335"/>
                  </a:cubicBezTo>
                  <a:cubicBezTo>
                    <a:pt x="402" y="318"/>
                    <a:pt x="235" y="168"/>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1" name="Google Shape;10681;p24"/>
            <p:cNvSpPr/>
            <p:nvPr/>
          </p:nvSpPr>
          <p:spPr>
            <a:xfrm>
              <a:off x="2123375" y="1382600"/>
              <a:ext cx="10900" cy="8275"/>
            </a:xfrm>
            <a:custGeom>
              <a:avLst/>
              <a:gdLst/>
              <a:ahLst/>
              <a:cxnLst/>
              <a:rect l="l" t="t" r="r" b="b"/>
              <a:pathLst>
                <a:path w="436" h="331" extrusionOk="0">
                  <a:moveTo>
                    <a:pt x="17" y="1"/>
                  </a:moveTo>
                  <a:lnTo>
                    <a:pt x="0" y="18"/>
                  </a:lnTo>
                  <a:cubicBezTo>
                    <a:pt x="0" y="18"/>
                    <a:pt x="82" y="331"/>
                    <a:pt x="221" y="331"/>
                  </a:cubicBezTo>
                  <a:cubicBezTo>
                    <a:pt x="236" y="331"/>
                    <a:pt x="252" y="327"/>
                    <a:pt x="268" y="319"/>
                  </a:cubicBezTo>
                  <a:cubicBezTo>
                    <a:pt x="435" y="235"/>
                    <a:pt x="251" y="152"/>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2" name="Google Shape;10682;p24"/>
            <p:cNvSpPr/>
            <p:nvPr/>
          </p:nvSpPr>
          <p:spPr>
            <a:xfrm>
              <a:off x="2136350" y="1378425"/>
              <a:ext cx="10900" cy="8375"/>
            </a:xfrm>
            <a:custGeom>
              <a:avLst/>
              <a:gdLst/>
              <a:ahLst/>
              <a:cxnLst/>
              <a:rect l="l" t="t" r="r" b="b"/>
              <a:pathLst>
                <a:path w="436" h="335" extrusionOk="0">
                  <a:moveTo>
                    <a:pt x="17" y="1"/>
                  </a:moveTo>
                  <a:lnTo>
                    <a:pt x="0" y="17"/>
                  </a:lnTo>
                  <a:cubicBezTo>
                    <a:pt x="0" y="17"/>
                    <a:pt x="79" y="335"/>
                    <a:pt x="238" y="335"/>
                  </a:cubicBezTo>
                  <a:cubicBezTo>
                    <a:pt x="258" y="335"/>
                    <a:pt x="279" y="330"/>
                    <a:pt x="301" y="319"/>
                  </a:cubicBezTo>
                  <a:cubicBezTo>
                    <a:pt x="435" y="235"/>
                    <a:pt x="251" y="134"/>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3" name="Google Shape;10683;p24"/>
            <p:cNvSpPr/>
            <p:nvPr/>
          </p:nvSpPr>
          <p:spPr>
            <a:xfrm>
              <a:off x="2144700" y="1372325"/>
              <a:ext cx="8700" cy="6300"/>
            </a:xfrm>
            <a:custGeom>
              <a:avLst/>
              <a:gdLst/>
              <a:ahLst/>
              <a:cxnLst/>
              <a:rect l="l" t="t" r="r" b="b"/>
              <a:pathLst>
                <a:path w="348" h="252" extrusionOk="0">
                  <a:moveTo>
                    <a:pt x="161" y="1"/>
                  </a:moveTo>
                  <a:cubicBezTo>
                    <a:pt x="115" y="1"/>
                    <a:pt x="61" y="6"/>
                    <a:pt x="1" y="10"/>
                  </a:cubicBezTo>
                  <a:lnTo>
                    <a:pt x="1" y="60"/>
                  </a:lnTo>
                  <a:cubicBezTo>
                    <a:pt x="1" y="60"/>
                    <a:pt x="173" y="251"/>
                    <a:pt x="271" y="251"/>
                  </a:cubicBezTo>
                  <a:cubicBezTo>
                    <a:pt x="303" y="251"/>
                    <a:pt x="327" y="231"/>
                    <a:pt x="336" y="178"/>
                  </a:cubicBezTo>
                  <a:cubicBezTo>
                    <a:pt x="348" y="32"/>
                    <a:pt x="281" y="1"/>
                    <a:pt x="1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4" name="Google Shape;10684;p24"/>
            <p:cNvSpPr/>
            <p:nvPr/>
          </p:nvSpPr>
          <p:spPr>
            <a:xfrm>
              <a:off x="2083200" y="1369125"/>
              <a:ext cx="8400" cy="5550"/>
            </a:xfrm>
            <a:custGeom>
              <a:avLst/>
              <a:gdLst/>
              <a:ahLst/>
              <a:cxnLst/>
              <a:rect l="l" t="t" r="r" b="b"/>
              <a:pathLst>
                <a:path w="336" h="222" extrusionOk="0">
                  <a:moveTo>
                    <a:pt x="108" y="1"/>
                  </a:moveTo>
                  <a:cubicBezTo>
                    <a:pt x="87" y="1"/>
                    <a:pt x="68" y="12"/>
                    <a:pt x="51" y="38"/>
                  </a:cubicBezTo>
                  <a:cubicBezTo>
                    <a:pt x="0" y="121"/>
                    <a:pt x="335" y="222"/>
                    <a:pt x="335" y="222"/>
                  </a:cubicBezTo>
                  <a:cubicBezTo>
                    <a:pt x="248" y="97"/>
                    <a:pt x="170" y="1"/>
                    <a:pt x="1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5" name="Google Shape;10685;p24"/>
            <p:cNvSpPr/>
            <p:nvPr/>
          </p:nvSpPr>
          <p:spPr>
            <a:xfrm>
              <a:off x="2086550" y="1364750"/>
              <a:ext cx="9650" cy="5750"/>
            </a:xfrm>
            <a:custGeom>
              <a:avLst/>
              <a:gdLst/>
              <a:ahLst/>
              <a:cxnLst/>
              <a:rect l="l" t="t" r="r" b="b"/>
              <a:pathLst>
                <a:path w="386" h="230" extrusionOk="0">
                  <a:moveTo>
                    <a:pt x="205" y="1"/>
                  </a:moveTo>
                  <a:cubicBezTo>
                    <a:pt x="184" y="1"/>
                    <a:pt x="161" y="10"/>
                    <a:pt x="134" y="29"/>
                  </a:cubicBezTo>
                  <a:cubicBezTo>
                    <a:pt x="0" y="62"/>
                    <a:pt x="369" y="230"/>
                    <a:pt x="369" y="230"/>
                  </a:cubicBezTo>
                  <a:lnTo>
                    <a:pt x="385" y="230"/>
                  </a:lnTo>
                  <a:cubicBezTo>
                    <a:pt x="321" y="100"/>
                    <a:pt x="276" y="1"/>
                    <a:pt x="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6" name="Google Shape;10686;p24"/>
            <p:cNvSpPr/>
            <p:nvPr/>
          </p:nvSpPr>
          <p:spPr>
            <a:xfrm>
              <a:off x="2094075" y="1358125"/>
              <a:ext cx="10075" cy="6100"/>
            </a:xfrm>
            <a:custGeom>
              <a:avLst/>
              <a:gdLst/>
              <a:ahLst/>
              <a:cxnLst/>
              <a:rect l="l" t="t" r="r" b="b"/>
              <a:pathLst>
                <a:path w="403" h="244" extrusionOk="0">
                  <a:moveTo>
                    <a:pt x="201" y="0"/>
                  </a:moveTo>
                  <a:cubicBezTo>
                    <a:pt x="177" y="0"/>
                    <a:pt x="150" y="8"/>
                    <a:pt x="118" y="26"/>
                  </a:cubicBezTo>
                  <a:cubicBezTo>
                    <a:pt x="1" y="76"/>
                    <a:pt x="369" y="243"/>
                    <a:pt x="369" y="243"/>
                  </a:cubicBezTo>
                  <a:lnTo>
                    <a:pt x="402" y="243"/>
                  </a:lnTo>
                  <a:cubicBezTo>
                    <a:pt x="336" y="111"/>
                    <a:pt x="291"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7" name="Google Shape;10687;p24"/>
            <p:cNvSpPr/>
            <p:nvPr/>
          </p:nvSpPr>
          <p:spPr>
            <a:xfrm>
              <a:off x="2106800" y="1355175"/>
              <a:ext cx="12000" cy="6550"/>
            </a:xfrm>
            <a:custGeom>
              <a:avLst/>
              <a:gdLst/>
              <a:ahLst/>
              <a:cxnLst/>
              <a:rect l="l" t="t" r="r" b="b"/>
              <a:pathLst>
                <a:path w="480" h="262" extrusionOk="0">
                  <a:moveTo>
                    <a:pt x="135" y="0"/>
                  </a:moveTo>
                  <a:cubicBezTo>
                    <a:pt x="1" y="0"/>
                    <a:pt x="245" y="244"/>
                    <a:pt x="245" y="244"/>
                  </a:cubicBezTo>
                  <a:lnTo>
                    <a:pt x="278" y="261"/>
                  </a:lnTo>
                  <a:cubicBezTo>
                    <a:pt x="395" y="144"/>
                    <a:pt x="479" y="60"/>
                    <a:pt x="195" y="10"/>
                  </a:cubicBezTo>
                  <a:cubicBezTo>
                    <a:pt x="169" y="3"/>
                    <a:pt x="150" y="0"/>
                    <a:pt x="1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8" name="Google Shape;10688;p24"/>
            <p:cNvSpPr/>
            <p:nvPr/>
          </p:nvSpPr>
          <p:spPr>
            <a:xfrm>
              <a:off x="2035900" y="1578750"/>
              <a:ext cx="136025" cy="85500"/>
            </a:xfrm>
            <a:custGeom>
              <a:avLst/>
              <a:gdLst/>
              <a:ahLst/>
              <a:cxnLst/>
              <a:rect l="l" t="t" r="r" b="b"/>
              <a:pathLst>
                <a:path w="5441" h="3420" extrusionOk="0">
                  <a:moveTo>
                    <a:pt x="2813" y="0"/>
                  </a:moveTo>
                  <a:cubicBezTo>
                    <a:pt x="1602" y="0"/>
                    <a:pt x="507" y="569"/>
                    <a:pt x="269" y="1378"/>
                  </a:cubicBezTo>
                  <a:cubicBezTo>
                    <a:pt x="1" y="2299"/>
                    <a:pt x="855" y="3219"/>
                    <a:pt x="2328" y="3387"/>
                  </a:cubicBezTo>
                  <a:cubicBezTo>
                    <a:pt x="2496" y="3409"/>
                    <a:pt x="2663" y="3419"/>
                    <a:pt x="2827" y="3419"/>
                  </a:cubicBezTo>
                  <a:cubicBezTo>
                    <a:pt x="4159" y="3419"/>
                    <a:pt x="5283" y="2721"/>
                    <a:pt x="5357" y="1796"/>
                  </a:cubicBezTo>
                  <a:cubicBezTo>
                    <a:pt x="5441" y="842"/>
                    <a:pt x="4370" y="72"/>
                    <a:pt x="3014" y="5"/>
                  </a:cubicBezTo>
                  <a:cubicBezTo>
                    <a:pt x="2947" y="2"/>
                    <a:pt x="2880" y="0"/>
                    <a:pt x="281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9" name="Google Shape;10689;p24"/>
            <p:cNvSpPr/>
            <p:nvPr/>
          </p:nvSpPr>
          <p:spPr>
            <a:xfrm>
              <a:off x="2033825" y="1571275"/>
              <a:ext cx="136025" cy="85625"/>
            </a:xfrm>
            <a:custGeom>
              <a:avLst/>
              <a:gdLst/>
              <a:ahLst/>
              <a:cxnLst/>
              <a:rect l="l" t="t" r="r" b="b"/>
              <a:pathLst>
                <a:path w="5441" h="3425" extrusionOk="0">
                  <a:moveTo>
                    <a:pt x="2865" y="0"/>
                  </a:moveTo>
                  <a:cubicBezTo>
                    <a:pt x="1650" y="0"/>
                    <a:pt x="541" y="588"/>
                    <a:pt x="268" y="1392"/>
                  </a:cubicBezTo>
                  <a:cubicBezTo>
                    <a:pt x="0" y="2313"/>
                    <a:pt x="887" y="3234"/>
                    <a:pt x="2327" y="3401"/>
                  </a:cubicBezTo>
                  <a:cubicBezTo>
                    <a:pt x="2473" y="3417"/>
                    <a:pt x="2617" y="3425"/>
                    <a:pt x="2760" y="3425"/>
                  </a:cubicBezTo>
                  <a:cubicBezTo>
                    <a:pt x="4107" y="3425"/>
                    <a:pt x="5266" y="2734"/>
                    <a:pt x="5357" y="1811"/>
                  </a:cubicBezTo>
                  <a:cubicBezTo>
                    <a:pt x="5440" y="840"/>
                    <a:pt x="4369" y="70"/>
                    <a:pt x="3013" y="3"/>
                  </a:cubicBezTo>
                  <a:cubicBezTo>
                    <a:pt x="2964" y="1"/>
                    <a:pt x="2914" y="0"/>
                    <a:pt x="28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0" name="Google Shape;10690;p24"/>
            <p:cNvSpPr/>
            <p:nvPr/>
          </p:nvSpPr>
          <p:spPr>
            <a:xfrm>
              <a:off x="2062700" y="1602075"/>
              <a:ext cx="98350" cy="42700"/>
            </a:xfrm>
            <a:custGeom>
              <a:avLst/>
              <a:gdLst/>
              <a:ahLst/>
              <a:cxnLst/>
              <a:rect l="l" t="t" r="r" b="b"/>
              <a:pathLst>
                <a:path w="3934" h="1708" extrusionOk="0">
                  <a:moveTo>
                    <a:pt x="3414" y="1"/>
                  </a:moveTo>
                  <a:cubicBezTo>
                    <a:pt x="3088" y="1"/>
                    <a:pt x="2546" y="333"/>
                    <a:pt x="1841" y="512"/>
                  </a:cubicBezTo>
                  <a:cubicBezTo>
                    <a:pt x="854" y="780"/>
                    <a:pt x="0" y="663"/>
                    <a:pt x="151" y="1148"/>
                  </a:cubicBezTo>
                  <a:cubicBezTo>
                    <a:pt x="246" y="1503"/>
                    <a:pt x="752" y="1708"/>
                    <a:pt x="1401" y="1708"/>
                  </a:cubicBezTo>
                  <a:cubicBezTo>
                    <a:pt x="1669" y="1708"/>
                    <a:pt x="1962" y="1673"/>
                    <a:pt x="2260" y="1600"/>
                  </a:cubicBezTo>
                  <a:cubicBezTo>
                    <a:pt x="3281" y="1332"/>
                    <a:pt x="3934" y="696"/>
                    <a:pt x="3699" y="194"/>
                  </a:cubicBezTo>
                  <a:cubicBezTo>
                    <a:pt x="3642" y="54"/>
                    <a:pt x="3545" y="1"/>
                    <a:pt x="341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1" name="Google Shape;10691;p24"/>
            <p:cNvSpPr/>
            <p:nvPr/>
          </p:nvSpPr>
          <p:spPr>
            <a:xfrm>
              <a:off x="2045950" y="1580850"/>
              <a:ext cx="92100" cy="35675"/>
            </a:xfrm>
            <a:custGeom>
              <a:avLst/>
              <a:gdLst/>
              <a:ahLst/>
              <a:cxnLst/>
              <a:rect l="l" t="t" r="r" b="b"/>
              <a:pathLst>
                <a:path w="3684" h="1427" extrusionOk="0">
                  <a:moveTo>
                    <a:pt x="2330" y="0"/>
                  </a:moveTo>
                  <a:cubicBezTo>
                    <a:pt x="1926" y="0"/>
                    <a:pt x="1471" y="80"/>
                    <a:pt x="1072" y="239"/>
                  </a:cubicBezTo>
                  <a:cubicBezTo>
                    <a:pt x="285" y="541"/>
                    <a:pt x="1" y="1026"/>
                    <a:pt x="402" y="1327"/>
                  </a:cubicBezTo>
                  <a:cubicBezTo>
                    <a:pt x="499" y="1397"/>
                    <a:pt x="592" y="1427"/>
                    <a:pt x="686" y="1427"/>
                  </a:cubicBezTo>
                  <a:cubicBezTo>
                    <a:pt x="1000" y="1427"/>
                    <a:pt x="1338" y="1103"/>
                    <a:pt x="1942" y="859"/>
                  </a:cubicBezTo>
                  <a:cubicBezTo>
                    <a:pt x="2712" y="541"/>
                    <a:pt x="3683" y="490"/>
                    <a:pt x="3214" y="189"/>
                  </a:cubicBezTo>
                  <a:cubicBezTo>
                    <a:pt x="3010" y="63"/>
                    <a:pt x="2690" y="0"/>
                    <a:pt x="233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2" name="Google Shape;10692;p24"/>
            <p:cNvSpPr/>
            <p:nvPr/>
          </p:nvSpPr>
          <p:spPr>
            <a:xfrm>
              <a:off x="2082350" y="1624900"/>
              <a:ext cx="12175" cy="11750"/>
            </a:xfrm>
            <a:custGeom>
              <a:avLst/>
              <a:gdLst/>
              <a:ahLst/>
              <a:cxnLst/>
              <a:rect l="l" t="t" r="r" b="b"/>
              <a:pathLst>
                <a:path w="487" h="470" extrusionOk="0">
                  <a:moveTo>
                    <a:pt x="302" y="1"/>
                  </a:moveTo>
                  <a:lnTo>
                    <a:pt x="252" y="17"/>
                  </a:lnTo>
                  <a:cubicBezTo>
                    <a:pt x="252" y="17"/>
                    <a:pt x="1" y="469"/>
                    <a:pt x="252" y="469"/>
                  </a:cubicBezTo>
                  <a:cubicBezTo>
                    <a:pt x="486" y="469"/>
                    <a:pt x="403" y="268"/>
                    <a:pt x="3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3" name="Google Shape;10693;p24"/>
            <p:cNvSpPr/>
            <p:nvPr/>
          </p:nvSpPr>
          <p:spPr>
            <a:xfrm>
              <a:off x="2097525" y="1623650"/>
              <a:ext cx="12050" cy="11475"/>
            </a:xfrm>
            <a:custGeom>
              <a:avLst/>
              <a:gdLst/>
              <a:ahLst/>
              <a:cxnLst/>
              <a:rect l="l" t="t" r="r" b="b"/>
              <a:pathLst>
                <a:path w="482" h="459" extrusionOk="0">
                  <a:moveTo>
                    <a:pt x="197" y="0"/>
                  </a:moveTo>
                  <a:lnTo>
                    <a:pt x="147" y="34"/>
                  </a:lnTo>
                  <a:cubicBezTo>
                    <a:pt x="147" y="34"/>
                    <a:pt x="1" y="459"/>
                    <a:pt x="187" y="459"/>
                  </a:cubicBezTo>
                  <a:cubicBezTo>
                    <a:pt x="200" y="459"/>
                    <a:pt x="215" y="457"/>
                    <a:pt x="231" y="452"/>
                  </a:cubicBezTo>
                  <a:cubicBezTo>
                    <a:pt x="482" y="352"/>
                    <a:pt x="365" y="218"/>
                    <a:pt x="19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4" name="Google Shape;10694;p24"/>
            <p:cNvSpPr/>
            <p:nvPr/>
          </p:nvSpPr>
          <p:spPr>
            <a:xfrm>
              <a:off x="2116550" y="1620300"/>
              <a:ext cx="12275" cy="11225"/>
            </a:xfrm>
            <a:custGeom>
              <a:avLst/>
              <a:gdLst/>
              <a:ahLst/>
              <a:cxnLst/>
              <a:rect l="l" t="t" r="r" b="b"/>
              <a:pathLst>
                <a:path w="491" h="449" extrusionOk="0">
                  <a:moveTo>
                    <a:pt x="190" y="0"/>
                  </a:moveTo>
                  <a:lnTo>
                    <a:pt x="139" y="17"/>
                  </a:lnTo>
                  <a:cubicBezTo>
                    <a:pt x="139" y="17"/>
                    <a:pt x="0" y="449"/>
                    <a:pt x="191" y="449"/>
                  </a:cubicBezTo>
                  <a:cubicBezTo>
                    <a:pt x="210" y="449"/>
                    <a:pt x="231" y="445"/>
                    <a:pt x="257" y="436"/>
                  </a:cubicBezTo>
                  <a:cubicBezTo>
                    <a:pt x="491" y="352"/>
                    <a:pt x="357" y="201"/>
                    <a:pt x="1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5" name="Google Shape;10695;p24"/>
            <p:cNvSpPr/>
            <p:nvPr/>
          </p:nvSpPr>
          <p:spPr>
            <a:xfrm>
              <a:off x="2134250" y="1614025"/>
              <a:ext cx="11750" cy="8525"/>
            </a:xfrm>
            <a:custGeom>
              <a:avLst/>
              <a:gdLst/>
              <a:ahLst/>
              <a:cxnLst/>
              <a:rect l="l" t="t" r="r" b="b"/>
              <a:pathLst>
                <a:path w="470" h="341" extrusionOk="0">
                  <a:moveTo>
                    <a:pt x="17" y="0"/>
                  </a:moveTo>
                  <a:lnTo>
                    <a:pt x="0" y="34"/>
                  </a:lnTo>
                  <a:cubicBezTo>
                    <a:pt x="0" y="34"/>
                    <a:pt x="53" y="340"/>
                    <a:pt x="167" y="340"/>
                  </a:cubicBezTo>
                  <a:cubicBezTo>
                    <a:pt x="197" y="340"/>
                    <a:pt x="230" y="320"/>
                    <a:pt x="268" y="268"/>
                  </a:cubicBezTo>
                  <a:cubicBezTo>
                    <a:pt x="469" y="0"/>
                    <a:pt x="268" y="0"/>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6" name="Google Shape;10696;p24"/>
            <p:cNvSpPr/>
            <p:nvPr/>
          </p:nvSpPr>
          <p:spPr>
            <a:xfrm>
              <a:off x="2063100" y="1600800"/>
              <a:ext cx="7975" cy="7800"/>
            </a:xfrm>
            <a:custGeom>
              <a:avLst/>
              <a:gdLst/>
              <a:ahLst/>
              <a:cxnLst/>
              <a:rect l="l" t="t" r="r" b="b"/>
              <a:pathLst>
                <a:path w="319" h="312" extrusionOk="0">
                  <a:moveTo>
                    <a:pt x="203" y="1"/>
                  </a:moveTo>
                  <a:cubicBezTo>
                    <a:pt x="180" y="1"/>
                    <a:pt x="152" y="14"/>
                    <a:pt x="118" y="44"/>
                  </a:cubicBezTo>
                  <a:cubicBezTo>
                    <a:pt x="1" y="144"/>
                    <a:pt x="302" y="312"/>
                    <a:pt x="302" y="312"/>
                  </a:cubicBezTo>
                  <a:lnTo>
                    <a:pt x="319" y="312"/>
                  </a:lnTo>
                  <a:cubicBezTo>
                    <a:pt x="306" y="156"/>
                    <a:pt x="283" y="1"/>
                    <a:pt x="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7" name="Google Shape;10697;p24"/>
            <p:cNvSpPr/>
            <p:nvPr/>
          </p:nvSpPr>
          <p:spPr>
            <a:xfrm>
              <a:off x="2071900" y="1595525"/>
              <a:ext cx="9475" cy="8475"/>
            </a:xfrm>
            <a:custGeom>
              <a:avLst/>
              <a:gdLst/>
              <a:ahLst/>
              <a:cxnLst/>
              <a:rect l="l" t="t" r="r" b="b"/>
              <a:pathLst>
                <a:path w="379" h="339" extrusionOk="0">
                  <a:moveTo>
                    <a:pt x="278" y="0"/>
                  </a:moveTo>
                  <a:cubicBezTo>
                    <a:pt x="258" y="0"/>
                    <a:pt x="232" y="7"/>
                    <a:pt x="201" y="21"/>
                  </a:cubicBezTo>
                  <a:cubicBezTo>
                    <a:pt x="0" y="88"/>
                    <a:pt x="302" y="339"/>
                    <a:pt x="302" y="339"/>
                  </a:cubicBezTo>
                  <a:lnTo>
                    <a:pt x="318" y="339"/>
                  </a:lnTo>
                  <a:cubicBezTo>
                    <a:pt x="360" y="158"/>
                    <a:pt x="379" y="0"/>
                    <a:pt x="2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8" name="Google Shape;10698;p24"/>
            <p:cNvSpPr/>
            <p:nvPr/>
          </p:nvSpPr>
          <p:spPr>
            <a:xfrm>
              <a:off x="2085700" y="1587875"/>
              <a:ext cx="10975" cy="9425"/>
            </a:xfrm>
            <a:custGeom>
              <a:avLst/>
              <a:gdLst/>
              <a:ahLst/>
              <a:cxnLst/>
              <a:rect l="l" t="t" r="r" b="b"/>
              <a:pathLst>
                <a:path w="439" h="377" extrusionOk="0">
                  <a:moveTo>
                    <a:pt x="298" y="0"/>
                  </a:moveTo>
                  <a:cubicBezTo>
                    <a:pt x="280" y="0"/>
                    <a:pt x="260" y="3"/>
                    <a:pt x="235" y="9"/>
                  </a:cubicBezTo>
                  <a:cubicBezTo>
                    <a:pt x="1" y="92"/>
                    <a:pt x="319" y="377"/>
                    <a:pt x="319" y="377"/>
                  </a:cubicBezTo>
                  <a:lnTo>
                    <a:pt x="352" y="377"/>
                  </a:lnTo>
                  <a:cubicBezTo>
                    <a:pt x="382" y="169"/>
                    <a:pt x="438"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9" name="Google Shape;10699;p24"/>
            <p:cNvSpPr/>
            <p:nvPr/>
          </p:nvSpPr>
          <p:spPr>
            <a:xfrm>
              <a:off x="2104650" y="1585700"/>
              <a:ext cx="12875" cy="8675"/>
            </a:xfrm>
            <a:custGeom>
              <a:avLst/>
              <a:gdLst/>
              <a:ahLst/>
              <a:cxnLst/>
              <a:rect l="l" t="t" r="r" b="b"/>
              <a:pathLst>
                <a:path w="515" h="347" extrusionOk="0">
                  <a:moveTo>
                    <a:pt x="181" y="0"/>
                  </a:moveTo>
                  <a:cubicBezTo>
                    <a:pt x="0" y="0"/>
                    <a:pt x="96" y="330"/>
                    <a:pt x="96" y="330"/>
                  </a:cubicBezTo>
                  <a:lnTo>
                    <a:pt x="130" y="347"/>
                  </a:lnTo>
                  <a:cubicBezTo>
                    <a:pt x="348" y="213"/>
                    <a:pt x="515" y="96"/>
                    <a:pt x="247" y="12"/>
                  </a:cubicBezTo>
                  <a:cubicBezTo>
                    <a:pt x="222" y="4"/>
                    <a:pt x="200" y="0"/>
                    <a:pt x="1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0" name="Google Shape;10700;p24"/>
            <p:cNvSpPr/>
            <p:nvPr/>
          </p:nvSpPr>
          <p:spPr>
            <a:xfrm>
              <a:off x="1689000" y="1570900"/>
              <a:ext cx="129750" cy="71950"/>
            </a:xfrm>
            <a:custGeom>
              <a:avLst/>
              <a:gdLst/>
              <a:ahLst/>
              <a:cxnLst/>
              <a:rect l="l" t="t" r="r" b="b"/>
              <a:pathLst>
                <a:path w="5190" h="2878" extrusionOk="0">
                  <a:moveTo>
                    <a:pt x="2722" y="1"/>
                  </a:moveTo>
                  <a:cubicBezTo>
                    <a:pt x="2702" y="1"/>
                    <a:pt x="2682" y="1"/>
                    <a:pt x="2662" y="1"/>
                  </a:cubicBezTo>
                  <a:cubicBezTo>
                    <a:pt x="1256" y="18"/>
                    <a:pt x="1" y="755"/>
                    <a:pt x="118" y="1658"/>
                  </a:cubicBezTo>
                  <a:cubicBezTo>
                    <a:pt x="211" y="2415"/>
                    <a:pt x="1209" y="2877"/>
                    <a:pt x="2353" y="2877"/>
                  </a:cubicBezTo>
                  <a:cubicBezTo>
                    <a:pt x="2652" y="2877"/>
                    <a:pt x="2960" y="2846"/>
                    <a:pt x="3265" y="2780"/>
                  </a:cubicBezTo>
                  <a:cubicBezTo>
                    <a:pt x="4503" y="2512"/>
                    <a:pt x="5190" y="1759"/>
                    <a:pt x="5005" y="1089"/>
                  </a:cubicBezTo>
                  <a:cubicBezTo>
                    <a:pt x="4824" y="480"/>
                    <a:pt x="3883" y="1"/>
                    <a:pt x="27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1" name="Google Shape;10701;p24"/>
            <p:cNvSpPr/>
            <p:nvPr/>
          </p:nvSpPr>
          <p:spPr>
            <a:xfrm>
              <a:off x="1726250" y="1590400"/>
              <a:ext cx="84125" cy="42675"/>
            </a:xfrm>
            <a:custGeom>
              <a:avLst/>
              <a:gdLst/>
              <a:ahLst/>
              <a:cxnLst/>
              <a:rect l="l" t="t" r="r" b="b"/>
              <a:pathLst>
                <a:path w="3365" h="1707" extrusionOk="0">
                  <a:moveTo>
                    <a:pt x="2883" y="1"/>
                  </a:moveTo>
                  <a:cubicBezTo>
                    <a:pt x="2638" y="1"/>
                    <a:pt x="2323" y="330"/>
                    <a:pt x="1775" y="611"/>
                  </a:cubicBezTo>
                  <a:cubicBezTo>
                    <a:pt x="971" y="996"/>
                    <a:pt x="0" y="1113"/>
                    <a:pt x="385" y="1481"/>
                  </a:cubicBezTo>
                  <a:cubicBezTo>
                    <a:pt x="539" y="1635"/>
                    <a:pt x="801" y="1707"/>
                    <a:pt x="1108" y="1707"/>
                  </a:cubicBezTo>
                  <a:cubicBezTo>
                    <a:pt x="1535" y="1707"/>
                    <a:pt x="2049" y="1567"/>
                    <a:pt x="2478" y="1314"/>
                  </a:cubicBezTo>
                  <a:cubicBezTo>
                    <a:pt x="3147" y="912"/>
                    <a:pt x="3365" y="393"/>
                    <a:pt x="3097" y="108"/>
                  </a:cubicBezTo>
                  <a:cubicBezTo>
                    <a:pt x="3029" y="33"/>
                    <a:pt x="2960" y="1"/>
                    <a:pt x="288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2" name="Google Shape;10702;p24"/>
            <p:cNvSpPr/>
            <p:nvPr/>
          </p:nvSpPr>
          <p:spPr>
            <a:xfrm>
              <a:off x="1699050" y="1578800"/>
              <a:ext cx="87900" cy="37950"/>
            </a:xfrm>
            <a:custGeom>
              <a:avLst/>
              <a:gdLst/>
              <a:ahLst/>
              <a:cxnLst/>
              <a:rect l="l" t="t" r="r" b="b"/>
              <a:pathLst>
                <a:path w="3516" h="1518" extrusionOk="0">
                  <a:moveTo>
                    <a:pt x="2492" y="1"/>
                  </a:moveTo>
                  <a:cubicBezTo>
                    <a:pt x="2015" y="1"/>
                    <a:pt x="1430" y="131"/>
                    <a:pt x="938" y="372"/>
                  </a:cubicBezTo>
                  <a:cubicBezTo>
                    <a:pt x="151" y="790"/>
                    <a:pt x="0" y="1326"/>
                    <a:pt x="670" y="1476"/>
                  </a:cubicBezTo>
                  <a:cubicBezTo>
                    <a:pt x="768" y="1505"/>
                    <a:pt x="855" y="1518"/>
                    <a:pt x="935" y="1518"/>
                  </a:cubicBezTo>
                  <a:cubicBezTo>
                    <a:pt x="1374" y="1518"/>
                    <a:pt x="1593" y="1127"/>
                    <a:pt x="2160" y="773"/>
                  </a:cubicBezTo>
                  <a:cubicBezTo>
                    <a:pt x="2762" y="422"/>
                    <a:pt x="3515" y="254"/>
                    <a:pt x="3064" y="87"/>
                  </a:cubicBezTo>
                  <a:cubicBezTo>
                    <a:pt x="2910" y="29"/>
                    <a:pt x="2712" y="1"/>
                    <a:pt x="2492"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3" name="Google Shape;10703;p24"/>
            <p:cNvSpPr/>
            <p:nvPr/>
          </p:nvSpPr>
          <p:spPr>
            <a:xfrm>
              <a:off x="1755350" y="1617375"/>
              <a:ext cx="10675" cy="9825"/>
            </a:xfrm>
            <a:custGeom>
              <a:avLst/>
              <a:gdLst/>
              <a:ahLst/>
              <a:cxnLst/>
              <a:rect l="l" t="t" r="r" b="b"/>
              <a:pathLst>
                <a:path w="427" h="393" extrusionOk="0">
                  <a:moveTo>
                    <a:pt x="75" y="0"/>
                  </a:moveTo>
                  <a:lnTo>
                    <a:pt x="58" y="34"/>
                  </a:lnTo>
                  <a:cubicBezTo>
                    <a:pt x="58" y="34"/>
                    <a:pt x="1" y="393"/>
                    <a:pt x="152" y="393"/>
                  </a:cubicBezTo>
                  <a:cubicBezTo>
                    <a:pt x="164" y="393"/>
                    <a:pt x="177" y="390"/>
                    <a:pt x="192" y="385"/>
                  </a:cubicBezTo>
                  <a:cubicBezTo>
                    <a:pt x="427" y="318"/>
                    <a:pt x="259" y="184"/>
                    <a:pt x="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4" name="Google Shape;10704;p24"/>
            <p:cNvSpPr/>
            <p:nvPr/>
          </p:nvSpPr>
          <p:spPr>
            <a:xfrm>
              <a:off x="1768100" y="1614025"/>
              <a:ext cx="10050" cy="8775"/>
            </a:xfrm>
            <a:custGeom>
              <a:avLst/>
              <a:gdLst/>
              <a:ahLst/>
              <a:cxnLst/>
              <a:rect l="l" t="t" r="r" b="b"/>
              <a:pathLst>
                <a:path w="402" h="351" extrusionOk="0">
                  <a:moveTo>
                    <a:pt x="17" y="0"/>
                  </a:moveTo>
                  <a:lnTo>
                    <a:pt x="0" y="17"/>
                  </a:lnTo>
                  <a:cubicBezTo>
                    <a:pt x="0" y="17"/>
                    <a:pt x="14" y="351"/>
                    <a:pt x="159" y="351"/>
                  </a:cubicBezTo>
                  <a:cubicBezTo>
                    <a:pt x="177" y="351"/>
                    <a:pt x="196" y="346"/>
                    <a:pt x="218" y="335"/>
                  </a:cubicBezTo>
                  <a:cubicBezTo>
                    <a:pt x="402" y="201"/>
                    <a:pt x="235" y="118"/>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5" name="Google Shape;10705;p24"/>
            <p:cNvSpPr/>
            <p:nvPr/>
          </p:nvSpPr>
          <p:spPr>
            <a:xfrm>
              <a:off x="1782325" y="1608175"/>
              <a:ext cx="9225" cy="8075"/>
            </a:xfrm>
            <a:custGeom>
              <a:avLst/>
              <a:gdLst/>
              <a:ahLst/>
              <a:cxnLst/>
              <a:rect l="l" t="t" r="r" b="b"/>
              <a:pathLst>
                <a:path w="369" h="323" extrusionOk="0">
                  <a:moveTo>
                    <a:pt x="17" y="0"/>
                  </a:moveTo>
                  <a:lnTo>
                    <a:pt x="0" y="17"/>
                  </a:lnTo>
                  <a:cubicBezTo>
                    <a:pt x="0" y="17"/>
                    <a:pt x="13" y="323"/>
                    <a:pt x="139" y="323"/>
                  </a:cubicBezTo>
                  <a:cubicBezTo>
                    <a:pt x="157" y="323"/>
                    <a:pt x="178" y="316"/>
                    <a:pt x="201" y="301"/>
                  </a:cubicBezTo>
                  <a:cubicBezTo>
                    <a:pt x="369" y="201"/>
                    <a:pt x="201" y="117"/>
                    <a:pt x="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6" name="Google Shape;10706;p24"/>
            <p:cNvSpPr/>
            <p:nvPr/>
          </p:nvSpPr>
          <p:spPr>
            <a:xfrm>
              <a:off x="1791100" y="1600300"/>
              <a:ext cx="7425" cy="6025"/>
            </a:xfrm>
            <a:custGeom>
              <a:avLst/>
              <a:gdLst/>
              <a:ahLst/>
              <a:cxnLst/>
              <a:rect l="l" t="t" r="r" b="b"/>
              <a:pathLst>
                <a:path w="297" h="241" extrusionOk="0">
                  <a:moveTo>
                    <a:pt x="163" y="1"/>
                  </a:moveTo>
                  <a:cubicBezTo>
                    <a:pt x="118" y="1"/>
                    <a:pt x="62" y="8"/>
                    <a:pt x="1" y="14"/>
                  </a:cubicBezTo>
                  <a:lnTo>
                    <a:pt x="1" y="64"/>
                  </a:lnTo>
                  <a:cubicBezTo>
                    <a:pt x="1" y="64"/>
                    <a:pt x="122" y="241"/>
                    <a:pt x="197" y="241"/>
                  </a:cubicBezTo>
                  <a:cubicBezTo>
                    <a:pt x="223" y="241"/>
                    <a:pt x="243" y="220"/>
                    <a:pt x="252" y="164"/>
                  </a:cubicBezTo>
                  <a:cubicBezTo>
                    <a:pt x="297" y="30"/>
                    <a:pt x="252" y="1"/>
                    <a:pt x="1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7" name="Google Shape;10707;p24"/>
            <p:cNvSpPr/>
            <p:nvPr/>
          </p:nvSpPr>
          <p:spPr>
            <a:xfrm>
              <a:off x="1720400" y="1601700"/>
              <a:ext cx="11300" cy="6500"/>
            </a:xfrm>
            <a:custGeom>
              <a:avLst/>
              <a:gdLst/>
              <a:ahLst/>
              <a:cxnLst/>
              <a:rect l="l" t="t" r="r" b="b"/>
              <a:pathLst>
                <a:path w="452" h="260" extrusionOk="0">
                  <a:moveTo>
                    <a:pt x="192" y="0"/>
                  </a:moveTo>
                  <a:cubicBezTo>
                    <a:pt x="166" y="0"/>
                    <a:pt x="142" y="13"/>
                    <a:pt x="117" y="41"/>
                  </a:cubicBezTo>
                  <a:cubicBezTo>
                    <a:pt x="0" y="142"/>
                    <a:pt x="418" y="259"/>
                    <a:pt x="418" y="259"/>
                  </a:cubicBezTo>
                  <a:lnTo>
                    <a:pt x="452" y="259"/>
                  </a:lnTo>
                  <a:cubicBezTo>
                    <a:pt x="351" y="120"/>
                    <a:pt x="269" y="0"/>
                    <a:pt x="1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8" name="Google Shape;10708;p24"/>
            <p:cNvSpPr/>
            <p:nvPr/>
          </p:nvSpPr>
          <p:spPr>
            <a:xfrm>
              <a:off x="1727500" y="1595275"/>
              <a:ext cx="11750" cy="7050"/>
            </a:xfrm>
            <a:custGeom>
              <a:avLst/>
              <a:gdLst/>
              <a:ahLst/>
              <a:cxnLst/>
              <a:rect l="l" t="t" r="r" b="b"/>
              <a:pathLst>
                <a:path w="470" h="282" extrusionOk="0">
                  <a:moveTo>
                    <a:pt x="298" y="0"/>
                  </a:moveTo>
                  <a:cubicBezTo>
                    <a:pt x="271" y="0"/>
                    <a:pt x="240" y="10"/>
                    <a:pt x="201" y="31"/>
                  </a:cubicBezTo>
                  <a:cubicBezTo>
                    <a:pt x="1" y="98"/>
                    <a:pt x="436" y="282"/>
                    <a:pt x="436" y="282"/>
                  </a:cubicBezTo>
                  <a:lnTo>
                    <a:pt x="469" y="282"/>
                  </a:lnTo>
                  <a:cubicBezTo>
                    <a:pt x="429" y="136"/>
                    <a:pt x="400" y="0"/>
                    <a:pt x="2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9" name="Google Shape;10709;p24"/>
            <p:cNvSpPr/>
            <p:nvPr/>
          </p:nvSpPr>
          <p:spPr>
            <a:xfrm>
              <a:off x="1739225" y="1586900"/>
              <a:ext cx="12150" cy="7475"/>
            </a:xfrm>
            <a:custGeom>
              <a:avLst/>
              <a:gdLst/>
              <a:ahLst/>
              <a:cxnLst/>
              <a:rect l="l" t="t" r="r" b="b"/>
              <a:pathLst>
                <a:path w="486" h="299" extrusionOk="0">
                  <a:moveTo>
                    <a:pt x="322" y="1"/>
                  </a:moveTo>
                  <a:cubicBezTo>
                    <a:pt x="294" y="1"/>
                    <a:pt x="259" y="10"/>
                    <a:pt x="218" y="31"/>
                  </a:cubicBezTo>
                  <a:cubicBezTo>
                    <a:pt x="0" y="115"/>
                    <a:pt x="452" y="299"/>
                    <a:pt x="452" y="299"/>
                  </a:cubicBezTo>
                  <a:lnTo>
                    <a:pt x="486" y="299"/>
                  </a:lnTo>
                  <a:cubicBezTo>
                    <a:pt x="459" y="139"/>
                    <a:pt x="433" y="1"/>
                    <a:pt x="3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0" name="Google Shape;10710;p24"/>
            <p:cNvSpPr/>
            <p:nvPr/>
          </p:nvSpPr>
          <p:spPr>
            <a:xfrm>
              <a:off x="1756275" y="1582825"/>
              <a:ext cx="13100" cy="7375"/>
            </a:xfrm>
            <a:custGeom>
              <a:avLst/>
              <a:gdLst/>
              <a:ahLst/>
              <a:cxnLst/>
              <a:rect l="l" t="t" r="r" b="b"/>
              <a:pathLst>
                <a:path w="524" h="295" extrusionOk="0">
                  <a:moveTo>
                    <a:pt x="174" y="1"/>
                  </a:moveTo>
                  <a:cubicBezTo>
                    <a:pt x="1" y="1"/>
                    <a:pt x="222" y="278"/>
                    <a:pt x="222" y="278"/>
                  </a:cubicBezTo>
                  <a:lnTo>
                    <a:pt x="272" y="294"/>
                  </a:lnTo>
                  <a:cubicBezTo>
                    <a:pt x="390" y="160"/>
                    <a:pt x="523" y="43"/>
                    <a:pt x="239" y="10"/>
                  </a:cubicBezTo>
                  <a:cubicBezTo>
                    <a:pt x="213" y="4"/>
                    <a:pt x="192"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1" name="Google Shape;10711;p24"/>
            <p:cNvSpPr/>
            <p:nvPr/>
          </p:nvSpPr>
          <p:spPr>
            <a:xfrm>
              <a:off x="1682725" y="1459600"/>
              <a:ext cx="41875" cy="61975"/>
            </a:xfrm>
            <a:custGeom>
              <a:avLst/>
              <a:gdLst/>
              <a:ahLst/>
              <a:cxnLst/>
              <a:rect l="l" t="t" r="r" b="b"/>
              <a:pathLst>
                <a:path w="1675" h="2479" extrusionOk="0">
                  <a:moveTo>
                    <a:pt x="536" y="1"/>
                  </a:moveTo>
                  <a:lnTo>
                    <a:pt x="151" y="34"/>
                  </a:lnTo>
                  <a:cubicBezTo>
                    <a:pt x="1" y="2026"/>
                    <a:pt x="888" y="2478"/>
                    <a:pt x="888" y="2478"/>
                  </a:cubicBezTo>
                  <a:lnTo>
                    <a:pt x="1674" y="2009"/>
                  </a:lnTo>
                  <a:cubicBezTo>
                    <a:pt x="1674" y="1993"/>
                    <a:pt x="536" y="1156"/>
                    <a:pt x="5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2" name="Google Shape;10712;p24"/>
            <p:cNvSpPr/>
            <p:nvPr/>
          </p:nvSpPr>
          <p:spPr>
            <a:xfrm>
              <a:off x="2134250" y="1484075"/>
              <a:ext cx="64050" cy="18250"/>
            </a:xfrm>
            <a:custGeom>
              <a:avLst/>
              <a:gdLst/>
              <a:ahLst/>
              <a:cxnLst/>
              <a:rect l="l" t="t" r="r" b="b"/>
              <a:pathLst>
                <a:path w="2562" h="730" extrusionOk="0">
                  <a:moveTo>
                    <a:pt x="828" y="0"/>
                  </a:moveTo>
                  <a:cubicBezTo>
                    <a:pt x="393" y="0"/>
                    <a:pt x="185" y="93"/>
                    <a:pt x="185" y="93"/>
                  </a:cubicBezTo>
                  <a:lnTo>
                    <a:pt x="0" y="729"/>
                  </a:lnTo>
                  <a:cubicBezTo>
                    <a:pt x="0" y="729"/>
                    <a:pt x="673" y="494"/>
                    <a:pt x="1459" y="494"/>
                  </a:cubicBezTo>
                  <a:cubicBezTo>
                    <a:pt x="1781" y="494"/>
                    <a:pt x="2123" y="533"/>
                    <a:pt x="2444" y="645"/>
                  </a:cubicBezTo>
                  <a:lnTo>
                    <a:pt x="2561" y="361"/>
                  </a:lnTo>
                  <a:cubicBezTo>
                    <a:pt x="1792" y="75"/>
                    <a:pt x="1219" y="0"/>
                    <a:pt x="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3" name="Google Shape;10713;p24"/>
            <p:cNvSpPr/>
            <p:nvPr/>
          </p:nvSpPr>
          <p:spPr>
            <a:xfrm>
              <a:off x="1988200" y="1342075"/>
              <a:ext cx="37700" cy="10850"/>
            </a:xfrm>
            <a:custGeom>
              <a:avLst/>
              <a:gdLst/>
              <a:ahLst/>
              <a:cxnLst/>
              <a:rect l="l" t="t" r="r" b="b"/>
              <a:pathLst>
                <a:path w="1508" h="434" extrusionOk="0">
                  <a:moveTo>
                    <a:pt x="471" y="0"/>
                  </a:moveTo>
                  <a:cubicBezTo>
                    <a:pt x="232" y="0"/>
                    <a:pt x="118" y="49"/>
                    <a:pt x="118" y="49"/>
                  </a:cubicBezTo>
                  <a:lnTo>
                    <a:pt x="1" y="434"/>
                  </a:lnTo>
                  <a:cubicBezTo>
                    <a:pt x="1" y="434"/>
                    <a:pt x="384" y="283"/>
                    <a:pt x="851" y="283"/>
                  </a:cubicBezTo>
                  <a:cubicBezTo>
                    <a:pt x="1046" y="283"/>
                    <a:pt x="1255" y="309"/>
                    <a:pt x="1457" y="383"/>
                  </a:cubicBezTo>
                  <a:lnTo>
                    <a:pt x="1507" y="216"/>
                  </a:lnTo>
                  <a:cubicBezTo>
                    <a:pt x="1041" y="44"/>
                    <a:pt x="699" y="0"/>
                    <a:pt x="4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4" name="Google Shape;10714;p24"/>
            <p:cNvSpPr/>
            <p:nvPr/>
          </p:nvSpPr>
          <p:spPr>
            <a:xfrm>
              <a:off x="2180700" y="1351225"/>
              <a:ext cx="27225" cy="20525"/>
            </a:xfrm>
            <a:custGeom>
              <a:avLst/>
              <a:gdLst/>
              <a:ahLst/>
              <a:cxnLst/>
              <a:rect l="l" t="t" r="r" b="b"/>
              <a:pathLst>
                <a:path w="1089" h="821" extrusionOk="0">
                  <a:moveTo>
                    <a:pt x="335" y="1"/>
                  </a:moveTo>
                  <a:lnTo>
                    <a:pt x="0" y="17"/>
                  </a:lnTo>
                  <a:cubicBezTo>
                    <a:pt x="34" y="17"/>
                    <a:pt x="670" y="402"/>
                    <a:pt x="787" y="821"/>
                  </a:cubicBezTo>
                  <a:lnTo>
                    <a:pt x="1088" y="804"/>
                  </a:lnTo>
                  <a:cubicBezTo>
                    <a:pt x="971" y="168"/>
                    <a:pt x="335" y="1"/>
                    <a:pt x="3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5" name="Google Shape;10715;p24"/>
            <p:cNvSpPr/>
            <p:nvPr/>
          </p:nvSpPr>
          <p:spPr>
            <a:xfrm>
              <a:off x="2362300" y="1540800"/>
              <a:ext cx="32675" cy="20950"/>
            </a:xfrm>
            <a:custGeom>
              <a:avLst/>
              <a:gdLst/>
              <a:ahLst/>
              <a:cxnLst/>
              <a:rect l="l" t="t" r="r" b="b"/>
              <a:pathLst>
                <a:path w="1307" h="838" extrusionOk="0">
                  <a:moveTo>
                    <a:pt x="905" y="0"/>
                  </a:moveTo>
                  <a:cubicBezTo>
                    <a:pt x="905" y="0"/>
                    <a:pt x="152" y="184"/>
                    <a:pt x="1" y="804"/>
                  </a:cubicBezTo>
                  <a:lnTo>
                    <a:pt x="386" y="837"/>
                  </a:lnTo>
                  <a:cubicBezTo>
                    <a:pt x="486" y="419"/>
                    <a:pt x="1307" y="34"/>
                    <a:pt x="1307" y="17"/>
                  </a:cubicBezTo>
                  <a:lnTo>
                    <a:pt x="905" y="0"/>
                  </a:lnTo>
                  <a:close/>
                </a:path>
              </a:pathLst>
            </a:custGeom>
            <a:solidFill>
              <a:srgbClr val="B2AA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6" name="Google Shape;10716;p24"/>
            <p:cNvSpPr/>
            <p:nvPr/>
          </p:nvSpPr>
          <p:spPr>
            <a:xfrm>
              <a:off x="1834200" y="1671775"/>
              <a:ext cx="63225" cy="31450"/>
            </a:xfrm>
            <a:custGeom>
              <a:avLst/>
              <a:gdLst/>
              <a:ahLst/>
              <a:cxnLst/>
              <a:rect l="l" t="t" r="r" b="b"/>
              <a:pathLst>
                <a:path w="2529" h="1258" extrusionOk="0">
                  <a:moveTo>
                    <a:pt x="202" y="0"/>
                  </a:moveTo>
                  <a:lnTo>
                    <a:pt x="1" y="251"/>
                  </a:lnTo>
                  <a:cubicBezTo>
                    <a:pt x="1161" y="1194"/>
                    <a:pt x="1920" y="1257"/>
                    <a:pt x="2101" y="1257"/>
                  </a:cubicBezTo>
                  <a:cubicBezTo>
                    <a:pt x="2129" y="1257"/>
                    <a:pt x="2143" y="1256"/>
                    <a:pt x="2143" y="1256"/>
                  </a:cubicBezTo>
                  <a:lnTo>
                    <a:pt x="2528" y="703"/>
                  </a:lnTo>
                  <a:cubicBezTo>
                    <a:pt x="2528" y="687"/>
                    <a:pt x="1122" y="737"/>
                    <a:pt x="2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7" name="Google Shape;10717;p24"/>
            <p:cNvSpPr/>
            <p:nvPr/>
          </p:nvSpPr>
          <p:spPr>
            <a:xfrm>
              <a:off x="2230500" y="1402750"/>
              <a:ext cx="46475" cy="29125"/>
            </a:xfrm>
            <a:custGeom>
              <a:avLst/>
              <a:gdLst/>
              <a:ahLst/>
              <a:cxnLst/>
              <a:rect l="l" t="t" r="r" b="b"/>
              <a:pathLst>
                <a:path w="1859" h="1165" extrusionOk="0">
                  <a:moveTo>
                    <a:pt x="1040" y="191"/>
                  </a:moveTo>
                  <a:cubicBezTo>
                    <a:pt x="1211" y="191"/>
                    <a:pt x="1375" y="257"/>
                    <a:pt x="1473" y="367"/>
                  </a:cubicBezTo>
                  <a:cubicBezTo>
                    <a:pt x="1590" y="534"/>
                    <a:pt x="1507" y="768"/>
                    <a:pt x="1272" y="869"/>
                  </a:cubicBezTo>
                  <a:cubicBezTo>
                    <a:pt x="1185" y="904"/>
                    <a:pt x="1094" y="920"/>
                    <a:pt x="1006" y="920"/>
                  </a:cubicBezTo>
                  <a:cubicBezTo>
                    <a:pt x="840" y="920"/>
                    <a:pt x="685" y="861"/>
                    <a:pt x="586" y="752"/>
                  </a:cubicBezTo>
                  <a:cubicBezTo>
                    <a:pt x="436" y="584"/>
                    <a:pt x="519" y="350"/>
                    <a:pt x="770" y="249"/>
                  </a:cubicBezTo>
                  <a:cubicBezTo>
                    <a:pt x="857" y="209"/>
                    <a:pt x="950" y="191"/>
                    <a:pt x="1040" y="191"/>
                  </a:cubicBezTo>
                  <a:close/>
                  <a:moveTo>
                    <a:pt x="940" y="0"/>
                  </a:moveTo>
                  <a:cubicBezTo>
                    <a:pt x="798" y="0"/>
                    <a:pt x="653" y="26"/>
                    <a:pt x="519" y="82"/>
                  </a:cubicBezTo>
                  <a:cubicBezTo>
                    <a:pt x="134" y="249"/>
                    <a:pt x="0" y="601"/>
                    <a:pt x="235" y="869"/>
                  </a:cubicBezTo>
                  <a:cubicBezTo>
                    <a:pt x="395" y="1051"/>
                    <a:pt x="663" y="1164"/>
                    <a:pt x="946" y="1164"/>
                  </a:cubicBezTo>
                  <a:cubicBezTo>
                    <a:pt x="1077" y="1164"/>
                    <a:pt x="1212" y="1140"/>
                    <a:pt x="1339" y="1086"/>
                  </a:cubicBezTo>
                  <a:cubicBezTo>
                    <a:pt x="1741" y="919"/>
                    <a:pt x="1858" y="551"/>
                    <a:pt x="1641" y="283"/>
                  </a:cubicBezTo>
                  <a:cubicBezTo>
                    <a:pt x="1496" y="104"/>
                    <a:pt x="1224" y="0"/>
                    <a:pt x="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8" name="Google Shape;10718;p24"/>
            <p:cNvSpPr/>
            <p:nvPr/>
          </p:nvSpPr>
          <p:spPr>
            <a:xfrm>
              <a:off x="2255600" y="1583300"/>
              <a:ext cx="46475" cy="29000"/>
            </a:xfrm>
            <a:custGeom>
              <a:avLst/>
              <a:gdLst/>
              <a:ahLst/>
              <a:cxnLst/>
              <a:rect l="l" t="t" r="r" b="b"/>
              <a:pathLst>
                <a:path w="1859" h="1160" extrusionOk="0">
                  <a:moveTo>
                    <a:pt x="1024" y="190"/>
                  </a:moveTo>
                  <a:cubicBezTo>
                    <a:pt x="1194" y="190"/>
                    <a:pt x="1353" y="250"/>
                    <a:pt x="1440" y="359"/>
                  </a:cubicBezTo>
                  <a:cubicBezTo>
                    <a:pt x="1591" y="526"/>
                    <a:pt x="1507" y="761"/>
                    <a:pt x="1256" y="861"/>
                  </a:cubicBezTo>
                  <a:cubicBezTo>
                    <a:pt x="1169" y="902"/>
                    <a:pt x="1079" y="920"/>
                    <a:pt x="991" y="920"/>
                  </a:cubicBezTo>
                  <a:cubicBezTo>
                    <a:pt x="824" y="920"/>
                    <a:pt x="668" y="854"/>
                    <a:pt x="570" y="744"/>
                  </a:cubicBezTo>
                  <a:cubicBezTo>
                    <a:pt x="419" y="577"/>
                    <a:pt x="503" y="342"/>
                    <a:pt x="754" y="242"/>
                  </a:cubicBezTo>
                  <a:cubicBezTo>
                    <a:pt x="841" y="207"/>
                    <a:pt x="934" y="190"/>
                    <a:pt x="1024" y="190"/>
                  </a:cubicBezTo>
                  <a:close/>
                  <a:moveTo>
                    <a:pt x="929" y="0"/>
                  </a:moveTo>
                  <a:cubicBezTo>
                    <a:pt x="789" y="0"/>
                    <a:pt x="648" y="24"/>
                    <a:pt x="520" y="74"/>
                  </a:cubicBezTo>
                  <a:cubicBezTo>
                    <a:pt x="135" y="242"/>
                    <a:pt x="1" y="593"/>
                    <a:pt x="235" y="861"/>
                  </a:cubicBezTo>
                  <a:cubicBezTo>
                    <a:pt x="392" y="1052"/>
                    <a:pt x="655" y="1160"/>
                    <a:pt x="932" y="1160"/>
                  </a:cubicBezTo>
                  <a:cubicBezTo>
                    <a:pt x="1068" y="1160"/>
                    <a:pt x="1207" y="1134"/>
                    <a:pt x="1340" y="1079"/>
                  </a:cubicBezTo>
                  <a:cubicBezTo>
                    <a:pt x="1741" y="911"/>
                    <a:pt x="1859" y="560"/>
                    <a:pt x="1641" y="275"/>
                  </a:cubicBezTo>
                  <a:cubicBezTo>
                    <a:pt x="1485" y="97"/>
                    <a:pt x="1210"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9" name="Google Shape;10719;p24"/>
            <p:cNvSpPr/>
            <p:nvPr/>
          </p:nvSpPr>
          <p:spPr>
            <a:xfrm>
              <a:off x="1904100" y="1625425"/>
              <a:ext cx="46050" cy="28350"/>
            </a:xfrm>
            <a:custGeom>
              <a:avLst/>
              <a:gdLst/>
              <a:ahLst/>
              <a:cxnLst/>
              <a:rect l="l" t="t" r="r" b="b"/>
              <a:pathLst>
                <a:path w="1842" h="1134" extrusionOk="0">
                  <a:moveTo>
                    <a:pt x="1116" y="167"/>
                  </a:moveTo>
                  <a:cubicBezTo>
                    <a:pt x="1257" y="167"/>
                    <a:pt x="1388" y="210"/>
                    <a:pt x="1456" y="298"/>
                  </a:cubicBezTo>
                  <a:cubicBezTo>
                    <a:pt x="1590" y="432"/>
                    <a:pt x="1523" y="649"/>
                    <a:pt x="1306" y="766"/>
                  </a:cubicBezTo>
                  <a:cubicBezTo>
                    <a:pt x="1203" y="825"/>
                    <a:pt x="1081" y="852"/>
                    <a:pt x="965" y="852"/>
                  </a:cubicBezTo>
                  <a:cubicBezTo>
                    <a:pt x="817" y="852"/>
                    <a:pt x="678" y="808"/>
                    <a:pt x="603" y="733"/>
                  </a:cubicBezTo>
                  <a:cubicBezTo>
                    <a:pt x="486" y="565"/>
                    <a:pt x="569" y="348"/>
                    <a:pt x="820" y="231"/>
                  </a:cubicBezTo>
                  <a:cubicBezTo>
                    <a:pt x="911" y="189"/>
                    <a:pt x="1016" y="167"/>
                    <a:pt x="1116" y="167"/>
                  </a:cubicBezTo>
                  <a:close/>
                  <a:moveTo>
                    <a:pt x="1035" y="1"/>
                  </a:moveTo>
                  <a:cubicBezTo>
                    <a:pt x="883" y="1"/>
                    <a:pt x="725" y="30"/>
                    <a:pt x="586" y="97"/>
                  </a:cubicBezTo>
                  <a:cubicBezTo>
                    <a:pt x="184" y="281"/>
                    <a:pt x="0" y="649"/>
                    <a:pt x="235" y="917"/>
                  </a:cubicBezTo>
                  <a:cubicBezTo>
                    <a:pt x="362" y="1062"/>
                    <a:pt x="573" y="1134"/>
                    <a:pt x="804" y="1134"/>
                  </a:cubicBezTo>
                  <a:cubicBezTo>
                    <a:pt x="998" y="1134"/>
                    <a:pt x="1206" y="1083"/>
                    <a:pt x="1390" y="984"/>
                  </a:cubicBezTo>
                  <a:cubicBezTo>
                    <a:pt x="1741" y="766"/>
                    <a:pt x="1841" y="415"/>
                    <a:pt x="1607" y="180"/>
                  </a:cubicBezTo>
                  <a:cubicBezTo>
                    <a:pt x="1486" y="69"/>
                    <a:pt x="1267" y="1"/>
                    <a:pt x="10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0" name="Google Shape;10720;p24"/>
            <p:cNvSpPr/>
            <p:nvPr/>
          </p:nvSpPr>
          <p:spPr>
            <a:xfrm>
              <a:off x="1715775" y="1454800"/>
              <a:ext cx="36850" cy="26625"/>
            </a:xfrm>
            <a:custGeom>
              <a:avLst/>
              <a:gdLst/>
              <a:ahLst/>
              <a:cxnLst/>
              <a:rect l="l" t="t" r="r" b="b"/>
              <a:pathLst>
                <a:path w="1474" h="1065" extrusionOk="0">
                  <a:moveTo>
                    <a:pt x="622" y="100"/>
                  </a:moveTo>
                  <a:cubicBezTo>
                    <a:pt x="769" y="100"/>
                    <a:pt x="919" y="166"/>
                    <a:pt x="1005" y="277"/>
                  </a:cubicBezTo>
                  <a:cubicBezTo>
                    <a:pt x="1139" y="444"/>
                    <a:pt x="1089" y="628"/>
                    <a:pt x="905" y="712"/>
                  </a:cubicBezTo>
                  <a:cubicBezTo>
                    <a:pt x="855" y="734"/>
                    <a:pt x="801" y="745"/>
                    <a:pt x="746" y="745"/>
                  </a:cubicBezTo>
                  <a:cubicBezTo>
                    <a:pt x="595" y="745"/>
                    <a:pt x="434" y="667"/>
                    <a:pt x="336" y="544"/>
                  </a:cubicBezTo>
                  <a:cubicBezTo>
                    <a:pt x="235" y="394"/>
                    <a:pt x="302" y="210"/>
                    <a:pt x="470" y="126"/>
                  </a:cubicBezTo>
                  <a:cubicBezTo>
                    <a:pt x="518" y="108"/>
                    <a:pt x="570" y="100"/>
                    <a:pt x="622" y="100"/>
                  </a:cubicBezTo>
                  <a:close/>
                  <a:moveTo>
                    <a:pt x="652" y="1"/>
                  </a:moveTo>
                  <a:cubicBezTo>
                    <a:pt x="566" y="1"/>
                    <a:pt x="481" y="14"/>
                    <a:pt x="403" y="42"/>
                  </a:cubicBezTo>
                  <a:cubicBezTo>
                    <a:pt x="101" y="143"/>
                    <a:pt x="1" y="444"/>
                    <a:pt x="168" y="712"/>
                  </a:cubicBezTo>
                  <a:cubicBezTo>
                    <a:pt x="304" y="934"/>
                    <a:pt x="567" y="1065"/>
                    <a:pt x="830" y="1065"/>
                  </a:cubicBezTo>
                  <a:cubicBezTo>
                    <a:pt x="924" y="1065"/>
                    <a:pt x="1018" y="1048"/>
                    <a:pt x="1106" y="1013"/>
                  </a:cubicBezTo>
                  <a:cubicBezTo>
                    <a:pt x="1424" y="862"/>
                    <a:pt x="1474" y="528"/>
                    <a:pt x="1256" y="277"/>
                  </a:cubicBezTo>
                  <a:cubicBezTo>
                    <a:pt x="1111" y="95"/>
                    <a:pt x="878"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1" name="Google Shape;10721;p24"/>
            <p:cNvSpPr/>
            <p:nvPr/>
          </p:nvSpPr>
          <p:spPr>
            <a:xfrm>
              <a:off x="1952225" y="1364175"/>
              <a:ext cx="44375" cy="25450"/>
            </a:xfrm>
            <a:custGeom>
              <a:avLst/>
              <a:gdLst/>
              <a:ahLst/>
              <a:cxnLst/>
              <a:rect l="l" t="t" r="r" b="b"/>
              <a:pathLst>
                <a:path w="1775" h="1018" extrusionOk="0">
                  <a:moveTo>
                    <a:pt x="726" y="113"/>
                  </a:moveTo>
                  <a:cubicBezTo>
                    <a:pt x="921" y="113"/>
                    <a:pt x="1169" y="222"/>
                    <a:pt x="1272" y="370"/>
                  </a:cubicBezTo>
                  <a:cubicBezTo>
                    <a:pt x="1406" y="554"/>
                    <a:pt x="1339" y="721"/>
                    <a:pt x="1088" y="738"/>
                  </a:cubicBezTo>
                  <a:cubicBezTo>
                    <a:pt x="1052" y="745"/>
                    <a:pt x="1015" y="749"/>
                    <a:pt x="977" y="749"/>
                  </a:cubicBezTo>
                  <a:cubicBezTo>
                    <a:pt x="754" y="749"/>
                    <a:pt x="519" y="628"/>
                    <a:pt x="419" y="470"/>
                  </a:cubicBezTo>
                  <a:cubicBezTo>
                    <a:pt x="301" y="303"/>
                    <a:pt x="402" y="152"/>
                    <a:pt x="653" y="119"/>
                  </a:cubicBezTo>
                  <a:cubicBezTo>
                    <a:pt x="676" y="115"/>
                    <a:pt x="701" y="113"/>
                    <a:pt x="726" y="113"/>
                  </a:cubicBezTo>
                  <a:close/>
                  <a:moveTo>
                    <a:pt x="573" y="0"/>
                  </a:moveTo>
                  <a:cubicBezTo>
                    <a:pt x="555" y="0"/>
                    <a:pt x="537" y="1"/>
                    <a:pt x="519" y="1"/>
                  </a:cubicBezTo>
                  <a:cubicBezTo>
                    <a:pt x="168" y="52"/>
                    <a:pt x="0" y="286"/>
                    <a:pt x="168" y="554"/>
                  </a:cubicBezTo>
                  <a:cubicBezTo>
                    <a:pt x="330" y="805"/>
                    <a:pt x="741" y="1017"/>
                    <a:pt x="1123" y="1017"/>
                  </a:cubicBezTo>
                  <a:cubicBezTo>
                    <a:pt x="1173" y="1017"/>
                    <a:pt x="1223" y="1014"/>
                    <a:pt x="1272" y="1006"/>
                  </a:cubicBezTo>
                  <a:cubicBezTo>
                    <a:pt x="1674" y="972"/>
                    <a:pt x="1774" y="671"/>
                    <a:pt x="1557" y="403"/>
                  </a:cubicBezTo>
                  <a:cubicBezTo>
                    <a:pt x="1349" y="164"/>
                    <a:pt x="944" y="0"/>
                    <a:pt x="5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2" name="Google Shape;10722;p24"/>
            <p:cNvSpPr/>
            <p:nvPr/>
          </p:nvSpPr>
          <p:spPr>
            <a:xfrm>
              <a:off x="1782325" y="1477100"/>
              <a:ext cx="98775" cy="60375"/>
            </a:xfrm>
            <a:custGeom>
              <a:avLst/>
              <a:gdLst/>
              <a:ahLst/>
              <a:cxnLst/>
              <a:rect l="l" t="t" r="r" b="b"/>
              <a:pathLst>
                <a:path w="3951" h="2415" extrusionOk="0">
                  <a:moveTo>
                    <a:pt x="1951" y="152"/>
                  </a:moveTo>
                  <a:cubicBezTo>
                    <a:pt x="1993" y="152"/>
                    <a:pt x="2034" y="153"/>
                    <a:pt x="2076" y="155"/>
                  </a:cubicBezTo>
                  <a:cubicBezTo>
                    <a:pt x="2294" y="171"/>
                    <a:pt x="2528" y="221"/>
                    <a:pt x="2712" y="288"/>
                  </a:cubicBezTo>
                  <a:cubicBezTo>
                    <a:pt x="2494" y="221"/>
                    <a:pt x="2243" y="205"/>
                    <a:pt x="1959" y="205"/>
                  </a:cubicBezTo>
                  <a:cubicBezTo>
                    <a:pt x="1524" y="205"/>
                    <a:pt x="1122" y="288"/>
                    <a:pt x="821" y="406"/>
                  </a:cubicBezTo>
                  <a:cubicBezTo>
                    <a:pt x="1097" y="237"/>
                    <a:pt x="1499" y="152"/>
                    <a:pt x="1951" y="152"/>
                  </a:cubicBezTo>
                  <a:close/>
                  <a:moveTo>
                    <a:pt x="2016" y="338"/>
                  </a:moveTo>
                  <a:cubicBezTo>
                    <a:pt x="2828" y="338"/>
                    <a:pt x="3501" y="684"/>
                    <a:pt x="3599" y="1142"/>
                  </a:cubicBezTo>
                  <a:lnTo>
                    <a:pt x="3599" y="1176"/>
                  </a:lnTo>
                  <a:cubicBezTo>
                    <a:pt x="3536" y="1677"/>
                    <a:pt x="2857" y="2017"/>
                    <a:pt x="2029" y="2017"/>
                  </a:cubicBezTo>
                  <a:cubicBezTo>
                    <a:pt x="1973" y="2017"/>
                    <a:pt x="1916" y="2016"/>
                    <a:pt x="1858" y="2012"/>
                  </a:cubicBezTo>
                  <a:cubicBezTo>
                    <a:pt x="1072" y="1979"/>
                    <a:pt x="436" y="1628"/>
                    <a:pt x="335" y="1176"/>
                  </a:cubicBezTo>
                  <a:cubicBezTo>
                    <a:pt x="419" y="707"/>
                    <a:pt x="1105" y="339"/>
                    <a:pt x="1959" y="339"/>
                  </a:cubicBezTo>
                  <a:cubicBezTo>
                    <a:pt x="1978" y="338"/>
                    <a:pt x="1997" y="338"/>
                    <a:pt x="2016" y="338"/>
                  </a:cubicBezTo>
                  <a:close/>
                  <a:moveTo>
                    <a:pt x="1911" y="0"/>
                  </a:moveTo>
                  <a:cubicBezTo>
                    <a:pt x="896" y="0"/>
                    <a:pt x="64" y="436"/>
                    <a:pt x="0" y="1008"/>
                  </a:cubicBezTo>
                  <a:cubicBezTo>
                    <a:pt x="0" y="1075"/>
                    <a:pt x="0" y="1159"/>
                    <a:pt x="17" y="1226"/>
                  </a:cubicBezTo>
                  <a:lnTo>
                    <a:pt x="17" y="1309"/>
                  </a:lnTo>
                  <a:cubicBezTo>
                    <a:pt x="17" y="1912"/>
                    <a:pt x="904" y="2414"/>
                    <a:pt x="1992" y="2414"/>
                  </a:cubicBezTo>
                  <a:cubicBezTo>
                    <a:pt x="3080" y="2414"/>
                    <a:pt x="3951" y="1912"/>
                    <a:pt x="3951" y="1309"/>
                  </a:cubicBezTo>
                  <a:cubicBezTo>
                    <a:pt x="3934" y="1243"/>
                    <a:pt x="3917" y="1176"/>
                    <a:pt x="3917" y="1142"/>
                  </a:cubicBezTo>
                  <a:cubicBezTo>
                    <a:pt x="3884" y="556"/>
                    <a:pt x="3097" y="71"/>
                    <a:pt x="2076" y="4"/>
                  </a:cubicBezTo>
                  <a:cubicBezTo>
                    <a:pt x="2021" y="1"/>
                    <a:pt x="1966" y="0"/>
                    <a:pt x="19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3" name="Google Shape;10723;p24"/>
            <p:cNvSpPr/>
            <p:nvPr/>
          </p:nvSpPr>
          <p:spPr>
            <a:xfrm>
              <a:off x="1781900" y="1477175"/>
              <a:ext cx="98375" cy="55700"/>
            </a:xfrm>
            <a:custGeom>
              <a:avLst/>
              <a:gdLst/>
              <a:ahLst/>
              <a:cxnLst/>
              <a:rect l="l" t="t" r="r" b="b"/>
              <a:pathLst>
                <a:path w="3935" h="2228" extrusionOk="0">
                  <a:moveTo>
                    <a:pt x="1959" y="135"/>
                  </a:moveTo>
                  <a:cubicBezTo>
                    <a:pt x="2863" y="135"/>
                    <a:pt x="3616" y="553"/>
                    <a:pt x="3616" y="1072"/>
                  </a:cubicBezTo>
                  <a:cubicBezTo>
                    <a:pt x="3616" y="1591"/>
                    <a:pt x="2880" y="2009"/>
                    <a:pt x="1959" y="2009"/>
                  </a:cubicBezTo>
                  <a:cubicBezTo>
                    <a:pt x="1055" y="2009"/>
                    <a:pt x="302" y="1591"/>
                    <a:pt x="302" y="1072"/>
                  </a:cubicBezTo>
                  <a:cubicBezTo>
                    <a:pt x="302" y="553"/>
                    <a:pt x="1038" y="135"/>
                    <a:pt x="1959" y="135"/>
                  </a:cubicBezTo>
                  <a:close/>
                  <a:moveTo>
                    <a:pt x="1959" y="1"/>
                  </a:moveTo>
                  <a:cubicBezTo>
                    <a:pt x="871" y="1"/>
                    <a:pt x="1" y="503"/>
                    <a:pt x="1" y="1122"/>
                  </a:cubicBezTo>
                  <a:cubicBezTo>
                    <a:pt x="1" y="1725"/>
                    <a:pt x="871" y="2227"/>
                    <a:pt x="1959" y="2227"/>
                  </a:cubicBezTo>
                  <a:cubicBezTo>
                    <a:pt x="3047" y="2227"/>
                    <a:pt x="3934" y="1725"/>
                    <a:pt x="3934" y="1122"/>
                  </a:cubicBezTo>
                  <a:cubicBezTo>
                    <a:pt x="3901" y="486"/>
                    <a:pt x="3030" y="1"/>
                    <a:pt x="19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4" name="Google Shape;10724;p24"/>
            <p:cNvSpPr/>
            <p:nvPr/>
          </p:nvSpPr>
          <p:spPr>
            <a:xfrm>
              <a:off x="1779800" y="1472425"/>
              <a:ext cx="100875" cy="55925"/>
            </a:xfrm>
            <a:custGeom>
              <a:avLst/>
              <a:gdLst/>
              <a:ahLst/>
              <a:cxnLst/>
              <a:rect l="l" t="t" r="r" b="b"/>
              <a:pathLst>
                <a:path w="4035" h="2237" extrusionOk="0">
                  <a:moveTo>
                    <a:pt x="1962" y="153"/>
                  </a:moveTo>
                  <a:cubicBezTo>
                    <a:pt x="2017" y="153"/>
                    <a:pt x="2071" y="154"/>
                    <a:pt x="2127" y="157"/>
                  </a:cubicBezTo>
                  <a:cubicBezTo>
                    <a:pt x="3031" y="191"/>
                    <a:pt x="3717" y="660"/>
                    <a:pt x="3667" y="1178"/>
                  </a:cubicBezTo>
                  <a:cubicBezTo>
                    <a:pt x="3635" y="1651"/>
                    <a:pt x="2951" y="2020"/>
                    <a:pt x="2104" y="2020"/>
                  </a:cubicBezTo>
                  <a:cubicBezTo>
                    <a:pt x="2051" y="2020"/>
                    <a:pt x="1997" y="2018"/>
                    <a:pt x="1943" y="2015"/>
                  </a:cubicBezTo>
                  <a:cubicBezTo>
                    <a:pt x="1039" y="1982"/>
                    <a:pt x="352" y="1513"/>
                    <a:pt x="386" y="994"/>
                  </a:cubicBezTo>
                  <a:cubicBezTo>
                    <a:pt x="449" y="507"/>
                    <a:pt x="1131" y="153"/>
                    <a:pt x="1962" y="153"/>
                  </a:cubicBezTo>
                  <a:close/>
                  <a:moveTo>
                    <a:pt x="1920" y="0"/>
                  </a:moveTo>
                  <a:cubicBezTo>
                    <a:pt x="924" y="0"/>
                    <a:pt x="114" y="447"/>
                    <a:pt x="51" y="1011"/>
                  </a:cubicBezTo>
                  <a:cubicBezTo>
                    <a:pt x="1" y="1614"/>
                    <a:pt x="804" y="2166"/>
                    <a:pt x="1892" y="2233"/>
                  </a:cubicBezTo>
                  <a:cubicBezTo>
                    <a:pt x="1948" y="2236"/>
                    <a:pt x="2003" y="2237"/>
                    <a:pt x="2057" y="2237"/>
                  </a:cubicBezTo>
                  <a:cubicBezTo>
                    <a:pt x="3072" y="2237"/>
                    <a:pt x="3904" y="1801"/>
                    <a:pt x="3968" y="1229"/>
                  </a:cubicBezTo>
                  <a:cubicBezTo>
                    <a:pt x="4035" y="609"/>
                    <a:pt x="3215" y="74"/>
                    <a:pt x="2127" y="7"/>
                  </a:cubicBezTo>
                  <a:cubicBezTo>
                    <a:pt x="2057" y="2"/>
                    <a:pt x="1988" y="0"/>
                    <a:pt x="1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5" name="Google Shape;10725;p24"/>
            <p:cNvSpPr/>
            <p:nvPr/>
          </p:nvSpPr>
          <p:spPr>
            <a:xfrm>
              <a:off x="1927100" y="1545725"/>
              <a:ext cx="103825" cy="63475"/>
            </a:xfrm>
            <a:custGeom>
              <a:avLst/>
              <a:gdLst/>
              <a:ahLst/>
              <a:cxnLst/>
              <a:rect l="l" t="t" r="r" b="b"/>
              <a:pathLst>
                <a:path w="4153" h="2539" extrusionOk="0">
                  <a:moveTo>
                    <a:pt x="2381" y="149"/>
                  </a:moveTo>
                  <a:cubicBezTo>
                    <a:pt x="2432" y="149"/>
                    <a:pt x="2481" y="151"/>
                    <a:pt x="2528" y="155"/>
                  </a:cubicBezTo>
                  <a:cubicBezTo>
                    <a:pt x="2294" y="171"/>
                    <a:pt x="2026" y="222"/>
                    <a:pt x="1775" y="272"/>
                  </a:cubicBezTo>
                  <a:cubicBezTo>
                    <a:pt x="1357" y="406"/>
                    <a:pt x="1005" y="590"/>
                    <a:pt x="737" y="807"/>
                  </a:cubicBezTo>
                  <a:cubicBezTo>
                    <a:pt x="988" y="556"/>
                    <a:pt x="1407" y="322"/>
                    <a:pt x="1859" y="222"/>
                  </a:cubicBezTo>
                  <a:cubicBezTo>
                    <a:pt x="2038" y="170"/>
                    <a:pt x="2217" y="149"/>
                    <a:pt x="2381" y="149"/>
                  </a:cubicBezTo>
                  <a:close/>
                  <a:moveTo>
                    <a:pt x="2593" y="295"/>
                  </a:moveTo>
                  <a:cubicBezTo>
                    <a:pt x="3076" y="295"/>
                    <a:pt x="3469" y="452"/>
                    <a:pt x="3616" y="724"/>
                  </a:cubicBezTo>
                  <a:cubicBezTo>
                    <a:pt x="3616" y="740"/>
                    <a:pt x="3616" y="740"/>
                    <a:pt x="3633" y="757"/>
                  </a:cubicBezTo>
                  <a:cubicBezTo>
                    <a:pt x="3734" y="1259"/>
                    <a:pt x="3097" y="1845"/>
                    <a:pt x="2210" y="2063"/>
                  </a:cubicBezTo>
                  <a:cubicBezTo>
                    <a:pt x="1999" y="2113"/>
                    <a:pt x="1793" y="2137"/>
                    <a:pt x="1600" y="2137"/>
                  </a:cubicBezTo>
                  <a:cubicBezTo>
                    <a:pt x="1091" y="2137"/>
                    <a:pt x="678" y="1969"/>
                    <a:pt x="520" y="1678"/>
                  </a:cubicBezTo>
                  <a:cubicBezTo>
                    <a:pt x="453" y="1192"/>
                    <a:pt x="1039" y="657"/>
                    <a:pt x="1859" y="406"/>
                  </a:cubicBezTo>
                  <a:cubicBezTo>
                    <a:pt x="2113" y="330"/>
                    <a:pt x="2363" y="295"/>
                    <a:pt x="2593" y="295"/>
                  </a:cubicBezTo>
                  <a:close/>
                  <a:moveTo>
                    <a:pt x="2562" y="0"/>
                  </a:moveTo>
                  <a:cubicBezTo>
                    <a:pt x="2329" y="0"/>
                    <a:pt x="2080" y="28"/>
                    <a:pt x="1825" y="88"/>
                  </a:cubicBezTo>
                  <a:cubicBezTo>
                    <a:pt x="771" y="339"/>
                    <a:pt x="1" y="1025"/>
                    <a:pt x="101" y="1611"/>
                  </a:cubicBezTo>
                  <a:lnTo>
                    <a:pt x="168" y="1812"/>
                  </a:lnTo>
                  <a:cubicBezTo>
                    <a:pt x="168" y="1828"/>
                    <a:pt x="168" y="1845"/>
                    <a:pt x="185" y="1895"/>
                  </a:cubicBezTo>
                  <a:cubicBezTo>
                    <a:pt x="303" y="2309"/>
                    <a:pt x="829" y="2539"/>
                    <a:pt x="1498" y="2539"/>
                  </a:cubicBezTo>
                  <a:cubicBezTo>
                    <a:pt x="1778" y="2539"/>
                    <a:pt x="2083" y="2498"/>
                    <a:pt x="2394" y="2414"/>
                  </a:cubicBezTo>
                  <a:cubicBezTo>
                    <a:pt x="3449" y="2113"/>
                    <a:pt x="4152" y="1393"/>
                    <a:pt x="3985" y="807"/>
                  </a:cubicBezTo>
                  <a:cubicBezTo>
                    <a:pt x="3951" y="757"/>
                    <a:pt x="3934" y="690"/>
                    <a:pt x="3918" y="657"/>
                  </a:cubicBezTo>
                  <a:cubicBezTo>
                    <a:pt x="3793" y="244"/>
                    <a:pt x="3248" y="0"/>
                    <a:pt x="25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6" name="Google Shape;10726;p24"/>
            <p:cNvSpPr/>
            <p:nvPr/>
          </p:nvSpPr>
          <p:spPr>
            <a:xfrm>
              <a:off x="1924600" y="1545300"/>
              <a:ext cx="102550" cy="59725"/>
            </a:xfrm>
            <a:custGeom>
              <a:avLst/>
              <a:gdLst/>
              <a:ahLst/>
              <a:cxnLst/>
              <a:rect l="l" t="t" r="r" b="b"/>
              <a:pathLst>
                <a:path w="4102" h="2389" extrusionOk="0">
                  <a:moveTo>
                    <a:pt x="2537" y="144"/>
                  </a:moveTo>
                  <a:cubicBezTo>
                    <a:pt x="3086" y="144"/>
                    <a:pt x="3511" y="339"/>
                    <a:pt x="3616" y="691"/>
                  </a:cubicBezTo>
                  <a:cubicBezTo>
                    <a:pt x="3767" y="1193"/>
                    <a:pt x="3181" y="1795"/>
                    <a:pt x="2294" y="2046"/>
                  </a:cubicBezTo>
                  <a:cubicBezTo>
                    <a:pt x="2032" y="2122"/>
                    <a:pt x="1775" y="2158"/>
                    <a:pt x="1539" y="2158"/>
                  </a:cubicBezTo>
                  <a:cubicBezTo>
                    <a:pt x="991" y="2158"/>
                    <a:pt x="558" y="1962"/>
                    <a:pt x="452" y="1611"/>
                  </a:cubicBezTo>
                  <a:cubicBezTo>
                    <a:pt x="318" y="1109"/>
                    <a:pt x="904" y="506"/>
                    <a:pt x="1775" y="255"/>
                  </a:cubicBezTo>
                  <a:cubicBezTo>
                    <a:pt x="2041" y="180"/>
                    <a:pt x="2301" y="144"/>
                    <a:pt x="2537" y="144"/>
                  </a:cubicBezTo>
                  <a:close/>
                  <a:moveTo>
                    <a:pt x="2592" y="1"/>
                  </a:moveTo>
                  <a:cubicBezTo>
                    <a:pt x="2324" y="1"/>
                    <a:pt x="2035" y="40"/>
                    <a:pt x="1741" y="121"/>
                  </a:cubicBezTo>
                  <a:cubicBezTo>
                    <a:pt x="687" y="423"/>
                    <a:pt x="0" y="1159"/>
                    <a:pt x="168" y="1745"/>
                  </a:cubicBezTo>
                  <a:cubicBezTo>
                    <a:pt x="286" y="2158"/>
                    <a:pt x="812" y="2388"/>
                    <a:pt x="1475" y="2388"/>
                  </a:cubicBezTo>
                  <a:cubicBezTo>
                    <a:pt x="1753" y="2388"/>
                    <a:pt x="2054" y="2348"/>
                    <a:pt x="2361" y="2264"/>
                  </a:cubicBezTo>
                  <a:cubicBezTo>
                    <a:pt x="3415" y="1963"/>
                    <a:pt x="4101" y="1243"/>
                    <a:pt x="3934" y="657"/>
                  </a:cubicBezTo>
                  <a:cubicBezTo>
                    <a:pt x="3791" y="240"/>
                    <a:pt x="3257" y="1"/>
                    <a:pt x="25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7" name="Google Shape;10727;p24"/>
            <p:cNvSpPr/>
            <p:nvPr/>
          </p:nvSpPr>
          <p:spPr>
            <a:xfrm>
              <a:off x="1923350" y="1541550"/>
              <a:ext cx="101275" cy="58825"/>
            </a:xfrm>
            <a:custGeom>
              <a:avLst/>
              <a:gdLst/>
              <a:ahLst/>
              <a:cxnLst/>
              <a:rect l="l" t="t" r="r" b="b"/>
              <a:pathLst>
                <a:path w="4051" h="2353" extrusionOk="0">
                  <a:moveTo>
                    <a:pt x="2496" y="142"/>
                  </a:moveTo>
                  <a:cubicBezTo>
                    <a:pt x="3097" y="142"/>
                    <a:pt x="3569" y="378"/>
                    <a:pt x="3632" y="757"/>
                  </a:cubicBezTo>
                  <a:cubicBezTo>
                    <a:pt x="3733" y="1276"/>
                    <a:pt x="3080" y="1862"/>
                    <a:pt x="2210" y="2062"/>
                  </a:cubicBezTo>
                  <a:cubicBezTo>
                    <a:pt x="2002" y="2110"/>
                    <a:pt x="1799" y="2132"/>
                    <a:pt x="1610" y="2132"/>
                  </a:cubicBezTo>
                  <a:cubicBezTo>
                    <a:pt x="991" y="2132"/>
                    <a:pt x="512" y="1895"/>
                    <a:pt x="435" y="1510"/>
                  </a:cubicBezTo>
                  <a:cubicBezTo>
                    <a:pt x="352" y="1008"/>
                    <a:pt x="988" y="422"/>
                    <a:pt x="1875" y="221"/>
                  </a:cubicBezTo>
                  <a:cubicBezTo>
                    <a:pt x="2089" y="168"/>
                    <a:pt x="2299" y="142"/>
                    <a:pt x="2496" y="142"/>
                  </a:cubicBezTo>
                  <a:close/>
                  <a:moveTo>
                    <a:pt x="2542" y="1"/>
                  </a:moveTo>
                  <a:cubicBezTo>
                    <a:pt x="2315" y="1"/>
                    <a:pt x="2073" y="28"/>
                    <a:pt x="1825" y="87"/>
                  </a:cubicBezTo>
                  <a:cubicBezTo>
                    <a:pt x="787" y="338"/>
                    <a:pt x="0" y="1025"/>
                    <a:pt x="117" y="1611"/>
                  </a:cubicBezTo>
                  <a:cubicBezTo>
                    <a:pt x="194" y="2068"/>
                    <a:pt x="753" y="2352"/>
                    <a:pt x="1487" y="2352"/>
                  </a:cubicBezTo>
                  <a:cubicBezTo>
                    <a:pt x="1719" y="2352"/>
                    <a:pt x="1969" y="2324"/>
                    <a:pt x="2226" y="2263"/>
                  </a:cubicBezTo>
                  <a:cubicBezTo>
                    <a:pt x="3264" y="2012"/>
                    <a:pt x="4051" y="1326"/>
                    <a:pt x="3934" y="740"/>
                  </a:cubicBezTo>
                  <a:cubicBezTo>
                    <a:pt x="3857" y="292"/>
                    <a:pt x="3281" y="1"/>
                    <a:pt x="2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8" name="Google Shape;10728;p24"/>
            <p:cNvSpPr/>
            <p:nvPr/>
          </p:nvSpPr>
          <p:spPr>
            <a:xfrm>
              <a:off x="2166975" y="1523200"/>
              <a:ext cx="86975" cy="61200"/>
            </a:xfrm>
            <a:custGeom>
              <a:avLst/>
              <a:gdLst/>
              <a:ahLst/>
              <a:cxnLst/>
              <a:rect l="l" t="t" r="r" b="b"/>
              <a:pathLst>
                <a:path w="3479" h="2448" extrusionOk="0">
                  <a:moveTo>
                    <a:pt x="1939" y="152"/>
                  </a:moveTo>
                  <a:cubicBezTo>
                    <a:pt x="2123" y="152"/>
                    <a:pt x="2340" y="168"/>
                    <a:pt x="2508" y="219"/>
                  </a:cubicBezTo>
                  <a:cubicBezTo>
                    <a:pt x="2388" y="191"/>
                    <a:pt x="2273" y="179"/>
                    <a:pt x="2153" y="179"/>
                  </a:cubicBezTo>
                  <a:cubicBezTo>
                    <a:pt x="2054" y="179"/>
                    <a:pt x="1951" y="187"/>
                    <a:pt x="1838" y="202"/>
                  </a:cubicBezTo>
                  <a:cubicBezTo>
                    <a:pt x="1453" y="235"/>
                    <a:pt x="1102" y="336"/>
                    <a:pt x="801" y="503"/>
                  </a:cubicBezTo>
                  <a:cubicBezTo>
                    <a:pt x="1102" y="302"/>
                    <a:pt x="1504" y="168"/>
                    <a:pt x="1939" y="152"/>
                  </a:cubicBezTo>
                  <a:close/>
                  <a:moveTo>
                    <a:pt x="2075" y="322"/>
                  </a:moveTo>
                  <a:cubicBezTo>
                    <a:pt x="2680" y="322"/>
                    <a:pt x="3137" y="604"/>
                    <a:pt x="3211" y="1005"/>
                  </a:cubicBezTo>
                  <a:lnTo>
                    <a:pt x="3211" y="1056"/>
                  </a:lnTo>
                  <a:cubicBezTo>
                    <a:pt x="3127" y="1575"/>
                    <a:pt x="2424" y="2010"/>
                    <a:pt x="1637" y="2060"/>
                  </a:cubicBezTo>
                  <a:cubicBezTo>
                    <a:pt x="1618" y="2060"/>
                    <a:pt x="1599" y="2061"/>
                    <a:pt x="1580" y="2061"/>
                  </a:cubicBezTo>
                  <a:cubicBezTo>
                    <a:pt x="923" y="2061"/>
                    <a:pt x="430" y="1780"/>
                    <a:pt x="365" y="1340"/>
                  </a:cubicBezTo>
                  <a:cubicBezTo>
                    <a:pt x="449" y="872"/>
                    <a:pt x="1102" y="420"/>
                    <a:pt x="1838" y="336"/>
                  </a:cubicBezTo>
                  <a:cubicBezTo>
                    <a:pt x="1919" y="326"/>
                    <a:pt x="1998" y="322"/>
                    <a:pt x="2075" y="322"/>
                  </a:cubicBezTo>
                  <a:close/>
                  <a:moveTo>
                    <a:pt x="1989" y="1"/>
                  </a:moveTo>
                  <a:cubicBezTo>
                    <a:pt x="1972" y="1"/>
                    <a:pt x="1956" y="1"/>
                    <a:pt x="1939" y="1"/>
                  </a:cubicBezTo>
                  <a:cubicBezTo>
                    <a:pt x="985" y="51"/>
                    <a:pt x="148" y="570"/>
                    <a:pt x="47" y="1206"/>
                  </a:cubicBezTo>
                  <a:cubicBezTo>
                    <a:pt x="31" y="1257"/>
                    <a:pt x="31" y="1340"/>
                    <a:pt x="47" y="1407"/>
                  </a:cubicBezTo>
                  <a:cubicBezTo>
                    <a:pt x="47" y="1424"/>
                    <a:pt x="47" y="1474"/>
                    <a:pt x="31" y="1491"/>
                  </a:cubicBezTo>
                  <a:cubicBezTo>
                    <a:pt x="1" y="2055"/>
                    <a:pt x="564" y="2448"/>
                    <a:pt x="1368" y="2448"/>
                  </a:cubicBezTo>
                  <a:cubicBezTo>
                    <a:pt x="1471" y="2448"/>
                    <a:pt x="1578" y="2441"/>
                    <a:pt x="1688" y="2428"/>
                  </a:cubicBezTo>
                  <a:cubicBezTo>
                    <a:pt x="2625" y="2328"/>
                    <a:pt x="3445" y="1759"/>
                    <a:pt x="3479" y="1139"/>
                  </a:cubicBezTo>
                  <a:cubicBezTo>
                    <a:pt x="3479" y="1089"/>
                    <a:pt x="3479" y="1039"/>
                    <a:pt x="3462" y="989"/>
                  </a:cubicBezTo>
                  <a:cubicBezTo>
                    <a:pt x="3478" y="414"/>
                    <a:pt x="2835" y="1"/>
                    <a:pt x="19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9" name="Google Shape;10729;p24"/>
            <p:cNvSpPr/>
            <p:nvPr/>
          </p:nvSpPr>
          <p:spPr>
            <a:xfrm>
              <a:off x="2168275" y="1524100"/>
              <a:ext cx="87725" cy="56850"/>
            </a:xfrm>
            <a:custGeom>
              <a:avLst/>
              <a:gdLst/>
              <a:ahLst/>
              <a:cxnLst/>
              <a:rect l="l" t="t" r="r" b="b"/>
              <a:pathLst>
                <a:path w="3509" h="2274" extrusionOk="0">
                  <a:moveTo>
                    <a:pt x="2070" y="154"/>
                  </a:moveTo>
                  <a:cubicBezTo>
                    <a:pt x="2756" y="154"/>
                    <a:pt x="3256" y="485"/>
                    <a:pt x="3226" y="953"/>
                  </a:cubicBezTo>
                  <a:cubicBezTo>
                    <a:pt x="3176" y="1472"/>
                    <a:pt x="2506" y="1957"/>
                    <a:pt x="1719" y="2041"/>
                  </a:cubicBezTo>
                  <a:cubicBezTo>
                    <a:pt x="1640" y="2049"/>
                    <a:pt x="1562" y="2053"/>
                    <a:pt x="1486" y="2053"/>
                  </a:cubicBezTo>
                  <a:cubicBezTo>
                    <a:pt x="799" y="2053"/>
                    <a:pt x="300" y="1721"/>
                    <a:pt x="330" y="1254"/>
                  </a:cubicBezTo>
                  <a:cubicBezTo>
                    <a:pt x="380" y="718"/>
                    <a:pt x="1050" y="233"/>
                    <a:pt x="1837" y="166"/>
                  </a:cubicBezTo>
                  <a:cubicBezTo>
                    <a:pt x="1916" y="158"/>
                    <a:pt x="1994" y="154"/>
                    <a:pt x="2070" y="154"/>
                  </a:cubicBezTo>
                  <a:close/>
                  <a:moveTo>
                    <a:pt x="2115" y="0"/>
                  </a:moveTo>
                  <a:cubicBezTo>
                    <a:pt x="2025" y="0"/>
                    <a:pt x="1932" y="5"/>
                    <a:pt x="1837" y="15"/>
                  </a:cubicBezTo>
                  <a:cubicBezTo>
                    <a:pt x="899" y="116"/>
                    <a:pt x="79" y="685"/>
                    <a:pt x="45" y="1304"/>
                  </a:cubicBezTo>
                  <a:cubicBezTo>
                    <a:pt x="0" y="1877"/>
                    <a:pt x="593" y="2273"/>
                    <a:pt x="1420" y="2273"/>
                  </a:cubicBezTo>
                  <a:cubicBezTo>
                    <a:pt x="1511" y="2273"/>
                    <a:pt x="1606" y="2268"/>
                    <a:pt x="1703" y="2258"/>
                  </a:cubicBezTo>
                  <a:cubicBezTo>
                    <a:pt x="2640" y="2141"/>
                    <a:pt x="3460" y="1589"/>
                    <a:pt x="3494" y="953"/>
                  </a:cubicBezTo>
                  <a:cubicBezTo>
                    <a:pt x="3509" y="395"/>
                    <a:pt x="2927" y="0"/>
                    <a:pt x="21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0" name="Google Shape;10730;p24"/>
            <p:cNvSpPr/>
            <p:nvPr/>
          </p:nvSpPr>
          <p:spPr>
            <a:xfrm>
              <a:off x="2166975" y="1519775"/>
              <a:ext cx="90200" cy="56650"/>
            </a:xfrm>
            <a:custGeom>
              <a:avLst/>
              <a:gdLst/>
              <a:ahLst/>
              <a:cxnLst/>
              <a:rect l="l" t="t" r="r" b="b"/>
              <a:pathLst>
                <a:path w="3608" h="2266" extrusionOk="0">
                  <a:moveTo>
                    <a:pt x="2022" y="121"/>
                  </a:moveTo>
                  <a:cubicBezTo>
                    <a:pt x="2799" y="121"/>
                    <a:pt x="3343" y="501"/>
                    <a:pt x="3261" y="1025"/>
                  </a:cubicBezTo>
                  <a:cubicBezTo>
                    <a:pt x="3177" y="1544"/>
                    <a:pt x="2474" y="2013"/>
                    <a:pt x="1688" y="2030"/>
                  </a:cubicBezTo>
                  <a:cubicBezTo>
                    <a:pt x="1671" y="2030"/>
                    <a:pt x="1655" y="2030"/>
                    <a:pt x="1639" y="2030"/>
                  </a:cubicBezTo>
                  <a:cubicBezTo>
                    <a:pt x="862" y="2030"/>
                    <a:pt x="334" y="1634"/>
                    <a:pt x="416" y="1126"/>
                  </a:cubicBezTo>
                  <a:cubicBezTo>
                    <a:pt x="499" y="607"/>
                    <a:pt x="1202" y="172"/>
                    <a:pt x="1972" y="121"/>
                  </a:cubicBezTo>
                  <a:cubicBezTo>
                    <a:pt x="1989" y="121"/>
                    <a:pt x="2006" y="121"/>
                    <a:pt x="2022" y="121"/>
                  </a:cubicBezTo>
                  <a:close/>
                  <a:moveTo>
                    <a:pt x="2107" y="1"/>
                  </a:moveTo>
                  <a:cubicBezTo>
                    <a:pt x="2063" y="1"/>
                    <a:pt x="2018" y="2"/>
                    <a:pt x="1972" y="4"/>
                  </a:cubicBezTo>
                  <a:cubicBezTo>
                    <a:pt x="1035" y="38"/>
                    <a:pt x="198" y="557"/>
                    <a:pt x="97" y="1193"/>
                  </a:cubicBezTo>
                  <a:cubicBezTo>
                    <a:pt x="0" y="1792"/>
                    <a:pt x="639" y="2266"/>
                    <a:pt x="1530" y="2266"/>
                  </a:cubicBezTo>
                  <a:cubicBezTo>
                    <a:pt x="1560" y="2266"/>
                    <a:pt x="1590" y="2265"/>
                    <a:pt x="1621" y="2264"/>
                  </a:cubicBezTo>
                  <a:cubicBezTo>
                    <a:pt x="2558" y="2214"/>
                    <a:pt x="3395" y="1695"/>
                    <a:pt x="3512" y="1059"/>
                  </a:cubicBezTo>
                  <a:cubicBezTo>
                    <a:pt x="3608" y="469"/>
                    <a:pt x="2990" y="1"/>
                    <a:pt x="21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1" name="Google Shape;10731;p24"/>
            <p:cNvSpPr/>
            <p:nvPr/>
          </p:nvSpPr>
          <p:spPr>
            <a:xfrm>
              <a:off x="1565550" y="1534925"/>
              <a:ext cx="41050" cy="15625"/>
            </a:xfrm>
            <a:custGeom>
              <a:avLst/>
              <a:gdLst/>
              <a:ahLst/>
              <a:cxnLst/>
              <a:rect l="l" t="t" r="r" b="b"/>
              <a:pathLst>
                <a:path w="1642" h="625" extrusionOk="0">
                  <a:moveTo>
                    <a:pt x="821" y="1"/>
                  </a:moveTo>
                  <a:cubicBezTo>
                    <a:pt x="386" y="1"/>
                    <a:pt x="1" y="151"/>
                    <a:pt x="1" y="319"/>
                  </a:cubicBezTo>
                  <a:cubicBezTo>
                    <a:pt x="1" y="503"/>
                    <a:pt x="352" y="620"/>
                    <a:pt x="821" y="620"/>
                  </a:cubicBezTo>
                  <a:cubicBezTo>
                    <a:pt x="865" y="623"/>
                    <a:pt x="909" y="625"/>
                    <a:pt x="951" y="625"/>
                  </a:cubicBezTo>
                  <a:cubicBezTo>
                    <a:pt x="1353" y="625"/>
                    <a:pt x="1641" y="486"/>
                    <a:pt x="1641" y="319"/>
                  </a:cubicBezTo>
                  <a:cubicBezTo>
                    <a:pt x="1641" y="118"/>
                    <a:pt x="1290" y="1"/>
                    <a:pt x="8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2" name="Google Shape;10732;p24"/>
            <p:cNvSpPr/>
            <p:nvPr/>
          </p:nvSpPr>
          <p:spPr>
            <a:xfrm>
              <a:off x="1574200" y="1376675"/>
              <a:ext cx="120550" cy="78925"/>
            </a:xfrm>
            <a:custGeom>
              <a:avLst/>
              <a:gdLst/>
              <a:ahLst/>
              <a:cxnLst/>
              <a:rect l="l" t="t" r="r" b="b"/>
              <a:pathLst>
                <a:path w="4822" h="3157" extrusionOk="0">
                  <a:moveTo>
                    <a:pt x="4687" y="0"/>
                  </a:moveTo>
                  <a:cubicBezTo>
                    <a:pt x="4252" y="0"/>
                    <a:pt x="2747" y="543"/>
                    <a:pt x="1128" y="1761"/>
                  </a:cubicBezTo>
                  <a:cubicBezTo>
                    <a:pt x="0" y="2611"/>
                    <a:pt x="323" y="3156"/>
                    <a:pt x="1001" y="3156"/>
                  </a:cubicBezTo>
                  <a:cubicBezTo>
                    <a:pt x="1511" y="3156"/>
                    <a:pt x="2222" y="2848"/>
                    <a:pt x="2668" y="2129"/>
                  </a:cubicBezTo>
                  <a:cubicBezTo>
                    <a:pt x="3588" y="673"/>
                    <a:pt x="4793" y="322"/>
                    <a:pt x="4810" y="71"/>
                  </a:cubicBezTo>
                  <a:cubicBezTo>
                    <a:pt x="4822" y="24"/>
                    <a:pt x="4778" y="0"/>
                    <a:pt x="468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3" name="Google Shape;10733;p24"/>
            <p:cNvSpPr/>
            <p:nvPr/>
          </p:nvSpPr>
          <p:spPr>
            <a:xfrm>
              <a:off x="1708675" y="1364525"/>
              <a:ext cx="34750" cy="8575"/>
            </a:xfrm>
            <a:custGeom>
              <a:avLst/>
              <a:gdLst/>
              <a:ahLst/>
              <a:cxnLst/>
              <a:rect l="l" t="t" r="r" b="b"/>
              <a:pathLst>
                <a:path w="1390" h="343" extrusionOk="0">
                  <a:moveTo>
                    <a:pt x="977" y="1"/>
                  </a:moveTo>
                  <a:cubicBezTo>
                    <a:pt x="887" y="1"/>
                    <a:pt x="788" y="7"/>
                    <a:pt x="687" y="21"/>
                  </a:cubicBezTo>
                  <a:cubicBezTo>
                    <a:pt x="302" y="54"/>
                    <a:pt x="0" y="155"/>
                    <a:pt x="17" y="239"/>
                  </a:cubicBezTo>
                  <a:cubicBezTo>
                    <a:pt x="17" y="299"/>
                    <a:pt x="193" y="342"/>
                    <a:pt x="430" y="342"/>
                  </a:cubicBezTo>
                  <a:cubicBezTo>
                    <a:pt x="520" y="342"/>
                    <a:pt x="619" y="336"/>
                    <a:pt x="720" y="322"/>
                  </a:cubicBezTo>
                  <a:cubicBezTo>
                    <a:pt x="1105" y="289"/>
                    <a:pt x="1390" y="188"/>
                    <a:pt x="1390" y="105"/>
                  </a:cubicBezTo>
                  <a:cubicBezTo>
                    <a:pt x="1390" y="44"/>
                    <a:pt x="1214" y="1"/>
                    <a:pt x="9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4" name="Google Shape;10734;p24"/>
            <p:cNvSpPr/>
            <p:nvPr/>
          </p:nvSpPr>
          <p:spPr>
            <a:xfrm>
              <a:off x="1914375" y="1683475"/>
              <a:ext cx="214875" cy="41050"/>
            </a:xfrm>
            <a:custGeom>
              <a:avLst/>
              <a:gdLst/>
              <a:ahLst/>
              <a:cxnLst/>
              <a:rect l="l" t="t" r="r" b="b"/>
              <a:pathLst>
                <a:path w="8595" h="1642" extrusionOk="0">
                  <a:moveTo>
                    <a:pt x="3437" y="1"/>
                  </a:moveTo>
                  <a:cubicBezTo>
                    <a:pt x="2593" y="1"/>
                    <a:pt x="2013" y="271"/>
                    <a:pt x="1045" y="838"/>
                  </a:cubicBezTo>
                  <a:cubicBezTo>
                    <a:pt x="0" y="1467"/>
                    <a:pt x="280" y="1641"/>
                    <a:pt x="1566" y="1641"/>
                  </a:cubicBezTo>
                  <a:cubicBezTo>
                    <a:pt x="2297" y="1641"/>
                    <a:pt x="3354" y="1585"/>
                    <a:pt x="4678" y="1524"/>
                  </a:cubicBezTo>
                  <a:cubicBezTo>
                    <a:pt x="5866" y="1474"/>
                    <a:pt x="8595" y="1039"/>
                    <a:pt x="5883" y="403"/>
                  </a:cubicBezTo>
                  <a:cubicBezTo>
                    <a:pt x="4776" y="138"/>
                    <a:pt x="4039" y="1"/>
                    <a:pt x="34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5" name="Google Shape;10735;p24"/>
            <p:cNvSpPr/>
            <p:nvPr/>
          </p:nvSpPr>
          <p:spPr>
            <a:xfrm>
              <a:off x="2110825" y="1696050"/>
              <a:ext cx="36425" cy="11325"/>
            </a:xfrm>
            <a:custGeom>
              <a:avLst/>
              <a:gdLst/>
              <a:ahLst/>
              <a:cxnLst/>
              <a:rect l="l" t="t" r="r" b="b"/>
              <a:pathLst>
                <a:path w="1457" h="453" extrusionOk="0">
                  <a:moveTo>
                    <a:pt x="737" y="0"/>
                  </a:moveTo>
                  <a:cubicBezTo>
                    <a:pt x="335" y="0"/>
                    <a:pt x="0" y="101"/>
                    <a:pt x="0" y="234"/>
                  </a:cubicBezTo>
                  <a:cubicBezTo>
                    <a:pt x="0" y="352"/>
                    <a:pt x="335" y="452"/>
                    <a:pt x="737" y="452"/>
                  </a:cubicBezTo>
                  <a:cubicBezTo>
                    <a:pt x="1122" y="452"/>
                    <a:pt x="1456" y="352"/>
                    <a:pt x="1456" y="234"/>
                  </a:cubicBezTo>
                  <a:cubicBezTo>
                    <a:pt x="1456" y="101"/>
                    <a:pt x="1122" y="0"/>
                    <a:pt x="7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6" name="Google Shape;10736;p24"/>
            <p:cNvSpPr/>
            <p:nvPr/>
          </p:nvSpPr>
          <p:spPr>
            <a:xfrm>
              <a:off x="2319625" y="1385100"/>
              <a:ext cx="100450" cy="49700"/>
            </a:xfrm>
            <a:custGeom>
              <a:avLst/>
              <a:gdLst/>
              <a:ahLst/>
              <a:cxnLst/>
              <a:rect l="l" t="t" r="r" b="b"/>
              <a:pathLst>
                <a:path w="4018" h="1988" extrusionOk="0">
                  <a:moveTo>
                    <a:pt x="922" y="0"/>
                  </a:moveTo>
                  <a:cubicBezTo>
                    <a:pt x="612" y="0"/>
                    <a:pt x="373" y="47"/>
                    <a:pt x="268" y="119"/>
                  </a:cubicBezTo>
                  <a:cubicBezTo>
                    <a:pt x="1" y="252"/>
                    <a:pt x="704" y="487"/>
                    <a:pt x="1641" y="989"/>
                  </a:cubicBezTo>
                  <a:cubicBezTo>
                    <a:pt x="2519" y="1435"/>
                    <a:pt x="3277" y="1987"/>
                    <a:pt x="3623" y="1987"/>
                  </a:cubicBezTo>
                  <a:cubicBezTo>
                    <a:pt x="3667" y="1987"/>
                    <a:pt x="3703" y="1978"/>
                    <a:pt x="3733" y="1960"/>
                  </a:cubicBezTo>
                  <a:cubicBezTo>
                    <a:pt x="4018" y="1809"/>
                    <a:pt x="3616" y="922"/>
                    <a:pt x="2645" y="420"/>
                  </a:cubicBezTo>
                  <a:cubicBezTo>
                    <a:pt x="2063" y="114"/>
                    <a:pt x="1407" y="0"/>
                    <a:pt x="92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7" name="Google Shape;10737;p24"/>
            <p:cNvSpPr/>
            <p:nvPr/>
          </p:nvSpPr>
          <p:spPr>
            <a:xfrm>
              <a:off x="2416400" y="1433175"/>
              <a:ext cx="20900" cy="25050"/>
            </a:xfrm>
            <a:custGeom>
              <a:avLst/>
              <a:gdLst/>
              <a:ahLst/>
              <a:cxnLst/>
              <a:rect l="l" t="t" r="r" b="b"/>
              <a:pathLst>
                <a:path w="836" h="1002" extrusionOk="0">
                  <a:moveTo>
                    <a:pt x="238" y="1"/>
                  </a:moveTo>
                  <a:cubicBezTo>
                    <a:pt x="72" y="1"/>
                    <a:pt x="0" y="299"/>
                    <a:pt x="80" y="505"/>
                  </a:cubicBezTo>
                  <a:cubicBezTo>
                    <a:pt x="164" y="723"/>
                    <a:pt x="398" y="957"/>
                    <a:pt x="565" y="991"/>
                  </a:cubicBezTo>
                  <a:cubicBezTo>
                    <a:pt x="594" y="998"/>
                    <a:pt x="620" y="1001"/>
                    <a:pt x="644" y="1001"/>
                  </a:cubicBezTo>
                  <a:cubicBezTo>
                    <a:pt x="786" y="1001"/>
                    <a:pt x="836" y="879"/>
                    <a:pt x="749" y="706"/>
                  </a:cubicBezTo>
                  <a:cubicBezTo>
                    <a:pt x="666" y="489"/>
                    <a:pt x="448" y="70"/>
                    <a:pt x="264" y="3"/>
                  </a:cubicBezTo>
                  <a:cubicBezTo>
                    <a:pt x="255" y="2"/>
                    <a:pt x="246" y="1"/>
                    <a:pt x="2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Grandstander"/>
              <a:buNone/>
              <a:defRPr sz="3000" b="1">
                <a:solidFill>
                  <a:schemeClr val="dk1"/>
                </a:solidFill>
                <a:latin typeface="Grandstander"/>
                <a:ea typeface="Grandstander"/>
                <a:cs typeface="Grandstander"/>
                <a:sym typeface="Grandstander"/>
              </a:defRPr>
            </a:lvl1pPr>
            <a:lvl2pPr lvl="1" rtl="0">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2pPr>
            <a:lvl3pPr lvl="2" rtl="0">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3pPr>
            <a:lvl4pPr lvl="3" rtl="0">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4pPr>
            <a:lvl5pPr lvl="4" rtl="0">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5pPr>
            <a:lvl6pPr lvl="5" rtl="0">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6pPr>
            <a:lvl7pPr lvl="6" rtl="0">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7pPr>
            <a:lvl8pPr lvl="7" rtl="0">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8pPr>
            <a:lvl9pPr lvl="8" rtl="0">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Epilogue"/>
              <a:buChar char="●"/>
              <a:defRPr>
                <a:solidFill>
                  <a:schemeClr val="dk1"/>
                </a:solidFill>
                <a:latin typeface="Epilogue"/>
                <a:ea typeface="Epilogue"/>
                <a:cs typeface="Epilogue"/>
                <a:sym typeface="Epilogue"/>
              </a:defRPr>
            </a:lvl1pPr>
            <a:lvl2pPr marL="914400" lvl="1" indent="-317500">
              <a:lnSpc>
                <a:spcPct val="115000"/>
              </a:lnSpc>
              <a:spcBef>
                <a:spcPts val="1600"/>
              </a:spcBef>
              <a:spcAft>
                <a:spcPts val="0"/>
              </a:spcAft>
              <a:buClr>
                <a:schemeClr val="dk1"/>
              </a:buClr>
              <a:buSzPts val="1400"/>
              <a:buFont typeface="Epilogue"/>
              <a:buChar char="○"/>
              <a:defRPr>
                <a:solidFill>
                  <a:schemeClr val="dk1"/>
                </a:solidFill>
                <a:latin typeface="Epilogue"/>
                <a:ea typeface="Epilogue"/>
                <a:cs typeface="Epilogue"/>
                <a:sym typeface="Epilogue"/>
              </a:defRPr>
            </a:lvl2pPr>
            <a:lvl3pPr marL="1371600" lvl="2" indent="-317500">
              <a:lnSpc>
                <a:spcPct val="115000"/>
              </a:lnSpc>
              <a:spcBef>
                <a:spcPts val="1600"/>
              </a:spcBef>
              <a:spcAft>
                <a:spcPts val="0"/>
              </a:spcAft>
              <a:buClr>
                <a:schemeClr val="dk1"/>
              </a:buClr>
              <a:buSzPts val="1400"/>
              <a:buFont typeface="Epilogue"/>
              <a:buChar char="■"/>
              <a:defRPr>
                <a:solidFill>
                  <a:schemeClr val="dk1"/>
                </a:solidFill>
                <a:latin typeface="Epilogue"/>
                <a:ea typeface="Epilogue"/>
                <a:cs typeface="Epilogue"/>
                <a:sym typeface="Epilogue"/>
              </a:defRPr>
            </a:lvl3pPr>
            <a:lvl4pPr marL="1828800" lvl="3" indent="-317500">
              <a:lnSpc>
                <a:spcPct val="115000"/>
              </a:lnSpc>
              <a:spcBef>
                <a:spcPts val="1600"/>
              </a:spcBef>
              <a:spcAft>
                <a:spcPts val="0"/>
              </a:spcAft>
              <a:buClr>
                <a:schemeClr val="dk1"/>
              </a:buClr>
              <a:buSzPts val="1400"/>
              <a:buFont typeface="Epilogue"/>
              <a:buChar char="●"/>
              <a:defRPr>
                <a:solidFill>
                  <a:schemeClr val="dk1"/>
                </a:solidFill>
                <a:latin typeface="Epilogue"/>
                <a:ea typeface="Epilogue"/>
                <a:cs typeface="Epilogue"/>
                <a:sym typeface="Epilogue"/>
              </a:defRPr>
            </a:lvl4pPr>
            <a:lvl5pPr marL="2286000" lvl="4" indent="-317500">
              <a:lnSpc>
                <a:spcPct val="115000"/>
              </a:lnSpc>
              <a:spcBef>
                <a:spcPts val="1600"/>
              </a:spcBef>
              <a:spcAft>
                <a:spcPts val="0"/>
              </a:spcAft>
              <a:buClr>
                <a:schemeClr val="dk1"/>
              </a:buClr>
              <a:buSzPts val="1400"/>
              <a:buFont typeface="Epilogue"/>
              <a:buChar char="○"/>
              <a:defRPr>
                <a:solidFill>
                  <a:schemeClr val="dk1"/>
                </a:solidFill>
                <a:latin typeface="Epilogue"/>
                <a:ea typeface="Epilogue"/>
                <a:cs typeface="Epilogue"/>
                <a:sym typeface="Epilogue"/>
              </a:defRPr>
            </a:lvl5pPr>
            <a:lvl6pPr marL="2743200" lvl="5" indent="-317500">
              <a:lnSpc>
                <a:spcPct val="115000"/>
              </a:lnSpc>
              <a:spcBef>
                <a:spcPts val="1600"/>
              </a:spcBef>
              <a:spcAft>
                <a:spcPts val="0"/>
              </a:spcAft>
              <a:buClr>
                <a:schemeClr val="dk1"/>
              </a:buClr>
              <a:buSzPts val="1400"/>
              <a:buFont typeface="Epilogue"/>
              <a:buChar char="■"/>
              <a:defRPr>
                <a:solidFill>
                  <a:schemeClr val="dk1"/>
                </a:solidFill>
                <a:latin typeface="Epilogue"/>
                <a:ea typeface="Epilogue"/>
                <a:cs typeface="Epilogue"/>
                <a:sym typeface="Epilogue"/>
              </a:defRPr>
            </a:lvl6pPr>
            <a:lvl7pPr marL="3200400" lvl="6" indent="-317500">
              <a:lnSpc>
                <a:spcPct val="115000"/>
              </a:lnSpc>
              <a:spcBef>
                <a:spcPts val="1600"/>
              </a:spcBef>
              <a:spcAft>
                <a:spcPts val="0"/>
              </a:spcAft>
              <a:buClr>
                <a:schemeClr val="dk1"/>
              </a:buClr>
              <a:buSzPts val="1400"/>
              <a:buFont typeface="Epilogue"/>
              <a:buChar char="●"/>
              <a:defRPr>
                <a:solidFill>
                  <a:schemeClr val="dk1"/>
                </a:solidFill>
                <a:latin typeface="Epilogue"/>
                <a:ea typeface="Epilogue"/>
                <a:cs typeface="Epilogue"/>
                <a:sym typeface="Epilogue"/>
              </a:defRPr>
            </a:lvl7pPr>
            <a:lvl8pPr marL="3657600" lvl="7" indent="-317500">
              <a:lnSpc>
                <a:spcPct val="115000"/>
              </a:lnSpc>
              <a:spcBef>
                <a:spcPts val="1600"/>
              </a:spcBef>
              <a:spcAft>
                <a:spcPts val="0"/>
              </a:spcAft>
              <a:buClr>
                <a:schemeClr val="dk1"/>
              </a:buClr>
              <a:buSzPts val="1400"/>
              <a:buFont typeface="Epilogue"/>
              <a:buChar char="○"/>
              <a:defRPr>
                <a:solidFill>
                  <a:schemeClr val="dk1"/>
                </a:solidFill>
                <a:latin typeface="Epilogue"/>
                <a:ea typeface="Epilogue"/>
                <a:cs typeface="Epilogue"/>
                <a:sym typeface="Epilogue"/>
              </a:defRPr>
            </a:lvl8pPr>
            <a:lvl9pPr marL="4114800" lvl="8" indent="-317500">
              <a:lnSpc>
                <a:spcPct val="115000"/>
              </a:lnSpc>
              <a:spcBef>
                <a:spcPts val="1600"/>
              </a:spcBef>
              <a:spcAft>
                <a:spcPts val="1600"/>
              </a:spcAft>
              <a:buClr>
                <a:schemeClr val="dk1"/>
              </a:buClr>
              <a:buSzPts val="1400"/>
              <a:buFont typeface="Epilogue"/>
              <a:buChar char="■"/>
              <a:defRPr>
                <a:solidFill>
                  <a:schemeClr val="dk1"/>
                </a:solidFill>
                <a:latin typeface="Epilogue"/>
                <a:ea typeface="Epilogue"/>
                <a:cs typeface="Epilogue"/>
                <a:sym typeface="Epilogu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4" r:id="rId5"/>
    <p:sldLayoutId id="2147483658" r:id="rId6"/>
    <p:sldLayoutId id="2147483659" r:id="rId7"/>
    <p:sldLayoutId id="2147483661" r:id="rId8"/>
    <p:sldLayoutId id="2147483664" r:id="rId9"/>
    <p:sldLayoutId id="2147483665" r:id="rId10"/>
    <p:sldLayoutId id="2147483669" r:id="rId11"/>
    <p:sldLayoutId id="214748367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47"/>
        <p:cNvGrpSpPr/>
        <p:nvPr/>
      </p:nvGrpSpPr>
      <p:grpSpPr>
        <a:xfrm>
          <a:off x="0" y="0"/>
          <a:ext cx="0" cy="0"/>
          <a:chOff x="0" y="0"/>
          <a:chExt cx="0" cy="0"/>
        </a:xfrm>
      </p:grpSpPr>
      <p:sp>
        <p:nvSpPr>
          <p:cNvPr id="10748" name="Google Shape;10748;p28"/>
          <p:cNvSpPr/>
          <p:nvPr/>
        </p:nvSpPr>
        <p:spPr>
          <a:xfrm>
            <a:off x="713288" y="4032313"/>
            <a:ext cx="3790800" cy="52227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49" name="Google Shape;10749;p28"/>
          <p:cNvSpPr txBox="1">
            <a:spLocks noGrp="1"/>
          </p:cNvSpPr>
          <p:nvPr>
            <p:ph type="ctrTitle"/>
          </p:nvPr>
        </p:nvSpPr>
        <p:spPr>
          <a:xfrm rot="491">
            <a:off x="713300" y="768575"/>
            <a:ext cx="4201800" cy="2048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PIZZA</a:t>
            </a:r>
            <a:br>
              <a:rPr lang="en"/>
            </a:br>
            <a:r>
              <a:rPr lang="en"/>
              <a:t>Sales</a:t>
            </a:r>
            <a:endParaRPr/>
          </a:p>
        </p:txBody>
      </p:sp>
      <p:sp>
        <p:nvSpPr>
          <p:cNvPr id="10750" name="Google Shape;10750;p28"/>
          <p:cNvSpPr txBox="1">
            <a:spLocks noGrp="1"/>
          </p:cNvSpPr>
          <p:nvPr>
            <p:ph type="subTitle" idx="1"/>
          </p:nvPr>
        </p:nvSpPr>
        <p:spPr>
          <a:xfrm rot="281">
            <a:off x="774638" y="4211187"/>
            <a:ext cx="3668100" cy="19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a:t>An analytical approach By Ankit Shrivas</a:t>
            </a:r>
            <a:endParaRPr/>
          </a:p>
        </p:txBody>
      </p:sp>
      <p:sp>
        <p:nvSpPr>
          <p:cNvPr id="10751" name="Google Shape;10751;p28"/>
          <p:cNvSpPr txBox="1"/>
          <p:nvPr/>
        </p:nvSpPr>
        <p:spPr>
          <a:xfrm>
            <a:off x="0" y="2745735"/>
            <a:ext cx="5724043" cy="801082"/>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IN" sz="3000">
                <a:solidFill>
                  <a:schemeClr val="bg1">
                    <a:lumMod val="25000"/>
                  </a:schemeClr>
                </a:solidFill>
                <a:latin typeface="Grandstander"/>
                <a:ea typeface="Grandstander"/>
                <a:cs typeface="Grandstander"/>
                <a:sym typeface="Grandstander"/>
              </a:rPr>
              <a:t> </a:t>
            </a:r>
            <a:r>
              <a:rPr lang="en-US" sz="1800">
                <a:solidFill>
                  <a:schemeClr val="bg1">
                    <a:lumMod val="25000"/>
                  </a:schemeClr>
                </a:solidFill>
              </a:rPr>
              <a:t>Unlocking Pizza Sales Insights with SQL &amp; Power BI</a:t>
            </a:r>
            <a:endParaRPr lang="en-IN" sz="3000">
              <a:solidFill>
                <a:schemeClr val="bg1">
                  <a:lumMod val="25000"/>
                </a:schemeClr>
              </a:solidFill>
              <a:latin typeface="Epilogue"/>
              <a:ea typeface="Epilogue"/>
              <a:cs typeface="Epilogue"/>
              <a:sym typeface="Epilogue"/>
            </a:endParaRPr>
          </a:p>
        </p:txBody>
      </p:sp>
      <p:sp>
        <p:nvSpPr>
          <p:cNvPr id="10752" name="Google Shape;10752;p28"/>
          <p:cNvSpPr/>
          <p:nvPr/>
        </p:nvSpPr>
        <p:spPr>
          <a:xfrm>
            <a:off x="4780878" y="3993669"/>
            <a:ext cx="3873000" cy="362100"/>
          </a:xfrm>
          <a:prstGeom prst="ellipse">
            <a:avLst/>
          </a:prstGeom>
          <a:solidFill>
            <a:srgbClr val="F4CE89">
              <a:alpha val="36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53" name="Google Shape;10753;p28"/>
          <p:cNvGrpSpPr/>
          <p:nvPr/>
        </p:nvGrpSpPr>
        <p:grpSpPr>
          <a:xfrm>
            <a:off x="5786428" y="1102924"/>
            <a:ext cx="2953718" cy="3053125"/>
            <a:chOff x="5022200" y="1676400"/>
            <a:chExt cx="2578615" cy="2438950"/>
          </a:xfrm>
        </p:grpSpPr>
        <p:sp>
          <p:nvSpPr>
            <p:cNvPr id="10754" name="Google Shape;10754;p28"/>
            <p:cNvSpPr/>
            <p:nvPr/>
          </p:nvSpPr>
          <p:spPr>
            <a:xfrm>
              <a:off x="5298410" y="3729485"/>
              <a:ext cx="132809" cy="208555"/>
            </a:xfrm>
            <a:custGeom>
              <a:avLst/>
              <a:gdLst/>
              <a:ahLst/>
              <a:cxnLst/>
              <a:rect l="l" t="t" r="r" b="b"/>
              <a:pathLst>
                <a:path w="2495" h="3918" extrusionOk="0">
                  <a:moveTo>
                    <a:pt x="2244" y="0"/>
                  </a:moveTo>
                  <a:cubicBezTo>
                    <a:pt x="1574" y="2009"/>
                    <a:pt x="17" y="3683"/>
                    <a:pt x="1" y="3699"/>
                  </a:cubicBezTo>
                  <a:lnTo>
                    <a:pt x="185" y="3917"/>
                  </a:lnTo>
                  <a:cubicBezTo>
                    <a:pt x="252" y="3850"/>
                    <a:pt x="1792" y="2176"/>
                    <a:pt x="2495" y="101"/>
                  </a:cubicBezTo>
                  <a:lnTo>
                    <a:pt x="22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5" name="Google Shape;10755;p28"/>
            <p:cNvSpPr/>
            <p:nvPr/>
          </p:nvSpPr>
          <p:spPr>
            <a:xfrm>
              <a:off x="5155860" y="3671571"/>
              <a:ext cx="151546" cy="208555"/>
            </a:xfrm>
            <a:custGeom>
              <a:avLst/>
              <a:gdLst/>
              <a:ahLst/>
              <a:cxnLst/>
              <a:rect l="l" t="t" r="r" b="b"/>
              <a:pathLst>
                <a:path w="2847" h="3918" extrusionOk="0">
                  <a:moveTo>
                    <a:pt x="285" y="0"/>
                  </a:moveTo>
                  <a:lnTo>
                    <a:pt x="1" y="101"/>
                  </a:lnTo>
                  <a:cubicBezTo>
                    <a:pt x="787" y="2176"/>
                    <a:pt x="2545" y="3850"/>
                    <a:pt x="2629" y="3917"/>
                  </a:cubicBezTo>
                  <a:lnTo>
                    <a:pt x="2846" y="3699"/>
                  </a:lnTo>
                  <a:cubicBezTo>
                    <a:pt x="2829" y="3683"/>
                    <a:pt x="1072" y="2009"/>
                    <a:pt x="2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6" name="Google Shape;10756;p28"/>
            <p:cNvSpPr/>
            <p:nvPr/>
          </p:nvSpPr>
          <p:spPr>
            <a:xfrm>
              <a:off x="6467390" y="2195181"/>
              <a:ext cx="39284" cy="436646"/>
            </a:xfrm>
            <a:custGeom>
              <a:avLst/>
              <a:gdLst/>
              <a:ahLst/>
              <a:cxnLst/>
              <a:rect l="l" t="t" r="r" b="b"/>
              <a:pathLst>
                <a:path w="738" h="8203" extrusionOk="0">
                  <a:moveTo>
                    <a:pt x="235" y="0"/>
                  </a:moveTo>
                  <a:lnTo>
                    <a:pt x="1" y="8202"/>
                  </a:lnTo>
                  <a:lnTo>
                    <a:pt x="737" y="8202"/>
                  </a:lnTo>
                  <a:lnTo>
                    <a:pt x="7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7" name="Google Shape;10757;p28"/>
            <p:cNvSpPr/>
            <p:nvPr/>
          </p:nvSpPr>
          <p:spPr>
            <a:xfrm>
              <a:off x="7080385" y="2195181"/>
              <a:ext cx="39284" cy="436646"/>
            </a:xfrm>
            <a:custGeom>
              <a:avLst/>
              <a:gdLst/>
              <a:ahLst/>
              <a:cxnLst/>
              <a:rect l="l" t="t" r="r" b="b"/>
              <a:pathLst>
                <a:path w="738" h="8203" extrusionOk="0">
                  <a:moveTo>
                    <a:pt x="235" y="0"/>
                  </a:moveTo>
                  <a:lnTo>
                    <a:pt x="1" y="8202"/>
                  </a:lnTo>
                  <a:lnTo>
                    <a:pt x="737" y="8202"/>
                  </a:lnTo>
                  <a:lnTo>
                    <a:pt x="7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8" name="Google Shape;10758;p28"/>
            <p:cNvSpPr/>
            <p:nvPr/>
          </p:nvSpPr>
          <p:spPr>
            <a:xfrm>
              <a:off x="5903420" y="2195181"/>
              <a:ext cx="38326" cy="436646"/>
            </a:xfrm>
            <a:custGeom>
              <a:avLst/>
              <a:gdLst/>
              <a:ahLst/>
              <a:cxnLst/>
              <a:rect l="l" t="t" r="r" b="b"/>
              <a:pathLst>
                <a:path w="720" h="8203" extrusionOk="0">
                  <a:moveTo>
                    <a:pt x="218" y="0"/>
                  </a:moveTo>
                  <a:lnTo>
                    <a:pt x="0" y="8202"/>
                  </a:lnTo>
                  <a:lnTo>
                    <a:pt x="720" y="8202"/>
                  </a:lnTo>
                  <a:lnTo>
                    <a:pt x="7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9" name="Google Shape;10759;p28"/>
            <p:cNvSpPr/>
            <p:nvPr/>
          </p:nvSpPr>
          <p:spPr>
            <a:xfrm>
              <a:off x="6549364" y="2351092"/>
              <a:ext cx="265564" cy="260241"/>
            </a:xfrm>
            <a:custGeom>
              <a:avLst/>
              <a:gdLst/>
              <a:ahLst/>
              <a:cxnLst/>
              <a:rect l="l" t="t" r="r" b="b"/>
              <a:pathLst>
                <a:path w="4989" h="4889" extrusionOk="0">
                  <a:moveTo>
                    <a:pt x="603" y="1"/>
                  </a:moveTo>
                  <a:lnTo>
                    <a:pt x="1" y="4888"/>
                  </a:lnTo>
                  <a:lnTo>
                    <a:pt x="4403" y="4888"/>
                  </a:lnTo>
                  <a:lnTo>
                    <a:pt x="498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0" name="Google Shape;10760;p28"/>
            <p:cNvSpPr/>
            <p:nvPr/>
          </p:nvSpPr>
          <p:spPr>
            <a:xfrm>
              <a:off x="6727578" y="2351092"/>
              <a:ext cx="433984" cy="260241"/>
            </a:xfrm>
            <a:custGeom>
              <a:avLst/>
              <a:gdLst/>
              <a:ahLst/>
              <a:cxnLst/>
              <a:rect l="l" t="t" r="r" b="b"/>
              <a:pathLst>
                <a:path w="8153" h="4889" extrusionOk="0">
                  <a:moveTo>
                    <a:pt x="603" y="1"/>
                  </a:moveTo>
                  <a:lnTo>
                    <a:pt x="0" y="4888"/>
                  </a:lnTo>
                  <a:lnTo>
                    <a:pt x="8152" y="4888"/>
                  </a:lnTo>
                  <a:lnTo>
                    <a:pt x="770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1" name="Google Shape;10761;p28"/>
            <p:cNvSpPr/>
            <p:nvPr/>
          </p:nvSpPr>
          <p:spPr>
            <a:xfrm>
              <a:off x="7052759" y="2685217"/>
              <a:ext cx="495465" cy="1427416"/>
            </a:xfrm>
            <a:custGeom>
              <a:avLst/>
              <a:gdLst/>
              <a:ahLst/>
              <a:cxnLst/>
              <a:rect l="l" t="t" r="r" b="b"/>
              <a:pathLst>
                <a:path w="9308" h="26816" extrusionOk="0">
                  <a:moveTo>
                    <a:pt x="1" y="1"/>
                  </a:moveTo>
                  <a:lnTo>
                    <a:pt x="1" y="26816"/>
                  </a:lnTo>
                  <a:lnTo>
                    <a:pt x="9308" y="26816"/>
                  </a:lnTo>
                  <a:lnTo>
                    <a:pt x="724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2" name="Google Shape;10762;p28"/>
            <p:cNvSpPr/>
            <p:nvPr/>
          </p:nvSpPr>
          <p:spPr>
            <a:xfrm>
              <a:off x="7173964" y="3916589"/>
              <a:ext cx="426851" cy="196046"/>
            </a:xfrm>
            <a:custGeom>
              <a:avLst/>
              <a:gdLst/>
              <a:ahLst/>
              <a:cxnLst/>
              <a:rect l="l" t="t" r="r" b="b"/>
              <a:pathLst>
                <a:path w="8019" h="3683" extrusionOk="0">
                  <a:moveTo>
                    <a:pt x="0" y="0"/>
                  </a:moveTo>
                  <a:lnTo>
                    <a:pt x="0" y="3683"/>
                  </a:lnTo>
                  <a:lnTo>
                    <a:pt x="8018" y="3683"/>
                  </a:lnTo>
                  <a:lnTo>
                    <a:pt x="76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3" name="Google Shape;10763;p28"/>
            <p:cNvSpPr/>
            <p:nvPr/>
          </p:nvSpPr>
          <p:spPr>
            <a:xfrm>
              <a:off x="5718074" y="2685217"/>
              <a:ext cx="1577098" cy="1427416"/>
            </a:xfrm>
            <a:custGeom>
              <a:avLst/>
              <a:gdLst/>
              <a:ahLst/>
              <a:cxnLst/>
              <a:rect l="l" t="t" r="r" b="b"/>
              <a:pathLst>
                <a:path w="29628" h="26816" extrusionOk="0">
                  <a:moveTo>
                    <a:pt x="1" y="1"/>
                  </a:moveTo>
                  <a:lnTo>
                    <a:pt x="1" y="26816"/>
                  </a:lnTo>
                  <a:lnTo>
                    <a:pt x="29628" y="26816"/>
                  </a:lnTo>
                  <a:lnTo>
                    <a:pt x="277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4" name="Google Shape;10764;p28"/>
            <p:cNvSpPr/>
            <p:nvPr/>
          </p:nvSpPr>
          <p:spPr>
            <a:xfrm>
              <a:off x="5718074" y="2685217"/>
              <a:ext cx="1509390" cy="439307"/>
            </a:xfrm>
            <a:custGeom>
              <a:avLst/>
              <a:gdLst/>
              <a:ahLst/>
              <a:cxnLst/>
              <a:rect l="l" t="t" r="r" b="b"/>
              <a:pathLst>
                <a:path w="28356" h="8253" extrusionOk="0">
                  <a:moveTo>
                    <a:pt x="185" y="1"/>
                  </a:moveTo>
                  <a:lnTo>
                    <a:pt x="1" y="787"/>
                  </a:lnTo>
                  <a:lnTo>
                    <a:pt x="1" y="8253"/>
                  </a:lnTo>
                  <a:lnTo>
                    <a:pt x="28356" y="8253"/>
                  </a:lnTo>
                  <a:lnTo>
                    <a:pt x="27753" y="101"/>
                  </a:lnTo>
                  <a:lnTo>
                    <a:pt x="22564" y="1"/>
                  </a:ln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5" name="Google Shape;10765;p28"/>
            <p:cNvSpPr/>
            <p:nvPr/>
          </p:nvSpPr>
          <p:spPr>
            <a:xfrm>
              <a:off x="5781364" y="3739279"/>
              <a:ext cx="230805" cy="125676"/>
            </a:xfrm>
            <a:custGeom>
              <a:avLst/>
              <a:gdLst/>
              <a:ahLst/>
              <a:cxnLst/>
              <a:rect l="l" t="t" r="r" b="b"/>
              <a:pathLst>
                <a:path w="4336" h="2361" extrusionOk="0">
                  <a:moveTo>
                    <a:pt x="0" y="0"/>
                  </a:moveTo>
                  <a:lnTo>
                    <a:pt x="0" y="2361"/>
                  </a:lnTo>
                  <a:lnTo>
                    <a:pt x="4335" y="2361"/>
                  </a:lnTo>
                  <a:lnTo>
                    <a:pt x="4335" y="0"/>
                  </a:ln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6" name="Google Shape;10766;p28"/>
            <p:cNvSpPr/>
            <p:nvPr/>
          </p:nvSpPr>
          <p:spPr>
            <a:xfrm>
              <a:off x="6038837" y="3516511"/>
              <a:ext cx="230805" cy="125676"/>
            </a:xfrm>
            <a:custGeom>
              <a:avLst/>
              <a:gdLst/>
              <a:ahLst/>
              <a:cxnLst/>
              <a:rect l="l" t="t" r="r" b="b"/>
              <a:pathLst>
                <a:path w="4336" h="2361" extrusionOk="0">
                  <a:moveTo>
                    <a:pt x="0" y="1"/>
                  </a:moveTo>
                  <a:lnTo>
                    <a:pt x="0" y="2361"/>
                  </a:lnTo>
                  <a:lnTo>
                    <a:pt x="4336" y="2361"/>
                  </a:lnTo>
                  <a:lnTo>
                    <a:pt x="4336" y="1"/>
                  </a:lnTo>
                  <a:close/>
                </a:path>
              </a:pathLst>
            </a:custGeom>
            <a:solidFill>
              <a:srgbClr val="BC48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7" name="Google Shape;10767;p28"/>
            <p:cNvSpPr/>
            <p:nvPr/>
          </p:nvSpPr>
          <p:spPr>
            <a:xfrm>
              <a:off x="6903077" y="2904418"/>
              <a:ext cx="230859" cy="125676"/>
            </a:xfrm>
            <a:custGeom>
              <a:avLst/>
              <a:gdLst/>
              <a:ahLst/>
              <a:cxnLst/>
              <a:rect l="l" t="t" r="r" b="b"/>
              <a:pathLst>
                <a:path w="4337" h="2361" extrusionOk="0">
                  <a:moveTo>
                    <a:pt x="1" y="0"/>
                  </a:moveTo>
                  <a:lnTo>
                    <a:pt x="1" y="2360"/>
                  </a:lnTo>
                  <a:lnTo>
                    <a:pt x="4336" y="2360"/>
                  </a:lnTo>
                  <a:lnTo>
                    <a:pt x="4336" y="0"/>
                  </a:ln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8" name="Google Shape;10768;p28"/>
            <p:cNvSpPr/>
            <p:nvPr/>
          </p:nvSpPr>
          <p:spPr>
            <a:xfrm>
              <a:off x="6937836" y="3537910"/>
              <a:ext cx="230805" cy="125676"/>
            </a:xfrm>
            <a:custGeom>
              <a:avLst/>
              <a:gdLst/>
              <a:ahLst/>
              <a:cxnLst/>
              <a:rect l="l" t="t" r="r" b="b"/>
              <a:pathLst>
                <a:path w="4336" h="2361" extrusionOk="0">
                  <a:moveTo>
                    <a:pt x="1" y="0"/>
                  </a:moveTo>
                  <a:lnTo>
                    <a:pt x="1" y="2361"/>
                  </a:lnTo>
                  <a:lnTo>
                    <a:pt x="4336" y="2361"/>
                  </a:lnTo>
                  <a:lnTo>
                    <a:pt x="4336" y="0"/>
                  </a:ln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9" name="Google Shape;10769;p28"/>
            <p:cNvSpPr/>
            <p:nvPr/>
          </p:nvSpPr>
          <p:spPr>
            <a:xfrm>
              <a:off x="6513754" y="3630583"/>
              <a:ext cx="229900" cy="125676"/>
            </a:xfrm>
            <a:custGeom>
              <a:avLst/>
              <a:gdLst/>
              <a:ahLst/>
              <a:cxnLst/>
              <a:rect l="l" t="t" r="r" b="b"/>
              <a:pathLst>
                <a:path w="4319" h="2361" extrusionOk="0">
                  <a:moveTo>
                    <a:pt x="0" y="0"/>
                  </a:moveTo>
                  <a:lnTo>
                    <a:pt x="0" y="2360"/>
                  </a:lnTo>
                  <a:lnTo>
                    <a:pt x="4319" y="2360"/>
                  </a:lnTo>
                  <a:lnTo>
                    <a:pt x="4319" y="0"/>
                  </a:ln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0" name="Google Shape;10770;p28"/>
            <p:cNvSpPr/>
            <p:nvPr/>
          </p:nvSpPr>
          <p:spPr>
            <a:xfrm>
              <a:off x="6954763" y="3840842"/>
              <a:ext cx="229954" cy="125676"/>
            </a:xfrm>
            <a:custGeom>
              <a:avLst/>
              <a:gdLst/>
              <a:ahLst/>
              <a:cxnLst/>
              <a:rect l="l" t="t" r="r" b="b"/>
              <a:pathLst>
                <a:path w="4320" h="2361" extrusionOk="0">
                  <a:moveTo>
                    <a:pt x="1" y="1"/>
                  </a:moveTo>
                  <a:lnTo>
                    <a:pt x="1" y="2361"/>
                  </a:lnTo>
                  <a:lnTo>
                    <a:pt x="4319" y="2361"/>
                  </a:lnTo>
                  <a:lnTo>
                    <a:pt x="4319" y="1"/>
                  </a:ln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1" name="Google Shape;10771;p28"/>
            <p:cNvSpPr/>
            <p:nvPr/>
          </p:nvSpPr>
          <p:spPr>
            <a:xfrm>
              <a:off x="6240205" y="3864902"/>
              <a:ext cx="230805" cy="126581"/>
            </a:xfrm>
            <a:custGeom>
              <a:avLst/>
              <a:gdLst/>
              <a:ahLst/>
              <a:cxnLst/>
              <a:rect l="l" t="t" r="r" b="b"/>
              <a:pathLst>
                <a:path w="4336" h="2378" extrusionOk="0">
                  <a:moveTo>
                    <a:pt x="0" y="1"/>
                  </a:moveTo>
                  <a:lnTo>
                    <a:pt x="0" y="2377"/>
                  </a:lnTo>
                  <a:lnTo>
                    <a:pt x="4336" y="2377"/>
                  </a:lnTo>
                  <a:lnTo>
                    <a:pt x="4336" y="1"/>
                  </a:ln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2" name="Google Shape;10772;p28"/>
            <p:cNvSpPr/>
            <p:nvPr/>
          </p:nvSpPr>
          <p:spPr>
            <a:xfrm>
              <a:off x="5819636" y="3179725"/>
              <a:ext cx="229954" cy="125676"/>
            </a:xfrm>
            <a:custGeom>
              <a:avLst/>
              <a:gdLst/>
              <a:ahLst/>
              <a:cxnLst/>
              <a:rect l="l" t="t" r="r" b="b"/>
              <a:pathLst>
                <a:path w="4320" h="2361" extrusionOk="0">
                  <a:moveTo>
                    <a:pt x="1" y="1"/>
                  </a:moveTo>
                  <a:lnTo>
                    <a:pt x="1" y="2361"/>
                  </a:lnTo>
                  <a:lnTo>
                    <a:pt x="4319" y="2361"/>
                  </a:lnTo>
                  <a:lnTo>
                    <a:pt x="4319" y="1"/>
                  </a:ln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3" name="Google Shape;10773;p28"/>
            <p:cNvSpPr/>
            <p:nvPr/>
          </p:nvSpPr>
          <p:spPr>
            <a:xfrm>
              <a:off x="5776893" y="2789495"/>
              <a:ext cx="230805" cy="125676"/>
            </a:xfrm>
            <a:custGeom>
              <a:avLst/>
              <a:gdLst/>
              <a:ahLst/>
              <a:cxnLst/>
              <a:rect l="l" t="t" r="r" b="b"/>
              <a:pathLst>
                <a:path w="4336" h="2361" extrusionOk="0">
                  <a:moveTo>
                    <a:pt x="0" y="0"/>
                  </a:moveTo>
                  <a:lnTo>
                    <a:pt x="0" y="2360"/>
                  </a:lnTo>
                  <a:lnTo>
                    <a:pt x="4336" y="2360"/>
                  </a:lnTo>
                  <a:lnTo>
                    <a:pt x="4336" y="0"/>
                  </a:ln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4" name="Google Shape;10774;p28"/>
            <p:cNvSpPr/>
            <p:nvPr/>
          </p:nvSpPr>
          <p:spPr>
            <a:xfrm>
              <a:off x="5923914" y="3551271"/>
              <a:ext cx="1169889" cy="80218"/>
            </a:xfrm>
            <a:custGeom>
              <a:avLst/>
              <a:gdLst/>
              <a:ahLst/>
              <a:cxnLst/>
              <a:rect l="l" t="t" r="r" b="b"/>
              <a:pathLst>
                <a:path w="21978" h="1507" extrusionOk="0">
                  <a:moveTo>
                    <a:pt x="0" y="1"/>
                  </a:moveTo>
                  <a:lnTo>
                    <a:pt x="536" y="1507"/>
                  </a:lnTo>
                  <a:lnTo>
                    <a:pt x="21978" y="1507"/>
                  </a:lnTo>
                  <a:lnTo>
                    <a:pt x="214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5" name="Google Shape;10775;p28"/>
            <p:cNvSpPr/>
            <p:nvPr/>
          </p:nvSpPr>
          <p:spPr>
            <a:xfrm>
              <a:off x="5564825" y="2400116"/>
              <a:ext cx="1701870" cy="473161"/>
            </a:xfrm>
            <a:custGeom>
              <a:avLst/>
              <a:gdLst/>
              <a:ahLst/>
              <a:cxnLst/>
              <a:rect l="l" t="t" r="r" b="b"/>
              <a:pathLst>
                <a:path w="31972" h="8889" extrusionOk="0">
                  <a:moveTo>
                    <a:pt x="30800" y="0"/>
                  </a:moveTo>
                  <a:lnTo>
                    <a:pt x="2210" y="117"/>
                  </a:lnTo>
                  <a:lnTo>
                    <a:pt x="1" y="8889"/>
                  </a:lnTo>
                  <a:lnTo>
                    <a:pt x="31971" y="8889"/>
                  </a:lnTo>
                  <a:lnTo>
                    <a:pt x="308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6" name="Google Shape;10776;p28"/>
            <p:cNvSpPr/>
            <p:nvPr/>
          </p:nvSpPr>
          <p:spPr>
            <a:xfrm>
              <a:off x="7204251" y="2400116"/>
              <a:ext cx="381393" cy="473161"/>
            </a:xfrm>
            <a:custGeom>
              <a:avLst/>
              <a:gdLst/>
              <a:ahLst/>
              <a:cxnLst/>
              <a:rect l="l" t="t" r="r" b="b"/>
              <a:pathLst>
                <a:path w="7165" h="8889" extrusionOk="0">
                  <a:moveTo>
                    <a:pt x="1" y="0"/>
                  </a:moveTo>
                  <a:lnTo>
                    <a:pt x="921" y="8889"/>
                  </a:lnTo>
                  <a:lnTo>
                    <a:pt x="7165" y="8889"/>
                  </a:lnTo>
                  <a:lnTo>
                    <a:pt x="5943" y="854"/>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7" name="Google Shape;10777;p28"/>
            <p:cNvSpPr/>
            <p:nvPr/>
          </p:nvSpPr>
          <p:spPr>
            <a:xfrm>
              <a:off x="5633438" y="3916589"/>
              <a:ext cx="454478" cy="196046"/>
            </a:xfrm>
            <a:custGeom>
              <a:avLst/>
              <a:gdLst/>
              <a:ahLst/>
              <a:cxnLst/>
              <a:rect l="l" t="t" r="r" b="b"/>
              <a:pathLst>
                <a:path w="8538" h="3683" extrusionOk="0">
                  <a:moveTo>
                    <a:pt x="469" y="0"/>
                  </a:moveTo>
                  <a:lnTo>
                    <a:pt x="0" y="3683"/>
                  </a:lnTo>
                  <a:lnTo>
                    <a:pt x="8537" y="3683"/>
                  </a:lnTo>
                  <a:lnTo>
                    <a:pt x="853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8" name="Google Shape;10778;p28"/>
            <p:cNvSpPr/>
            <p:nvPr/>
          </p:nvSpPr>
          <p:spPr>
            <a:xfrm>
              <a:off x="6910210" y="3916589"/>
              <a:ext cx="425946" cy="196046"/>
            </a:xfrm>
            <a:custGeom>
              <a:avLst/>
              <a:gdLst/>
              <a:ahLst/>
              <a:cxnLst/>
              <a:rect l="l" t="t" r="r" b="b"/>
              <a:pathLst>
                <a:path w="8002" h="3683" extrusionOk="0">
                  <a:moveTo>
                    <a:pt x="1" y="0"/>
                  </a:moveTo>
                  <a:lnTo>
                    <a:pt x="1" y="3683"/>
                  </a:lnTo>
                  <a:lnTo>
                    <a:pt x="8002" y="3683"/>
                  </a:lnTo>
                  <a:lnTo>
                    <a:pt x="756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9" name="Google Shape;10779;p28"/>
            <p:cNvSpPr/>
            <p:nvPr/>
          </p:nvSpPr>
          <p:spPr>
            <a:xfrm>
              <a:off x="6118149" y="3916589"/>
              <a:ext cx="426798" cy="196046"/>
            </a:xfrm>
            <a:custGeom>
              <a:avLst/>
              <a:gdLst/>
              <a:ahLst/>
              <a:cxnLst/>
              <a:rect l="l" t="t" r="r" b="b"/>
              <a:pathLst>
                <a:path w="8018" h="3683" extrusionOk="0">
                  <a:moveTo>
                    <a:pt x="0" y="0"/>
                  </a:moveTo>
                  <a:lnTo>
                    <a:pt x="0" y="3683"/>
                  </a:lnTo>
                  <a:lnTo>
                    <a:pt x="8018" y="3683"/>
                  </a:lnTo>
                  <a:lnTo>
                    <a:pt x="760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0" name="Google Shape;10780;p28"/>
            <p:cNvSpPr/>
            <p:nvPr/>
          </p:nvSpPr>
          <p:spPr>
            <a:xfrm>
              <a:off x="6558307" y="3916589"/>
              <a:ext cx="329707" cy="196046"/>
            </a:xfrm>
            <a:custGeom>
              <a:avLst/>
              <a:gdLst/>
              <a:ahLst/>
              <a:cxnLst/>
              <a:rect l="l" t="t" r="r" b="b"/>
              <a:pathLst>
                <a:path w="6194" h="3683" extrusionOk="0">
                  <a:moveTo>
                    <a:pt x="0" y="0"/>
                  </a:moveTo>
                  <a:lnTo>
                    <a:pt x="218" y="3683"/>
                  </a:lnTo>
                  <a:lnTo>
                    <a:pt x="6193" y="3683"/>
                  </a:lnTo>
                  <a:lnTo>
                    <a:pt x="619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1" name="Google Shape;10781;p28"/>
            <p:cNvSpPr/>
            <p:nvPr/>
          </p:nvSpPr>
          <p:spPr>
            <a:xfrm>
              <a:off x="5980018" y="2939178"/>
              <a:ext cx="1021164" cy="620183"/>
            </a:xfrm>
            <a:custGeom>
              <a:avLst/>
              <a:gdLst/>
              <a:ahLst/>
              <a:cxnLst/>
              <a:rect l="l" t="t" r="r" b="b"/>
              <a:pathLst>
                <a:path w="19184" h="11651" extrusionOk="0">
                  <a:moveTo>
                    <a:pt x="1" y="0"/>
                  </a:moveTo>
                  <a:lnTo>
                    <a:pt x="1" y="11650"/>
                  </a:lnTo>
                  <a:lnTo>
                    <a:pt x="19183" y="11650"/>
                  </a:lnTo>
                  <a:lnTo>
                    <a:pt x="191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2" name="Google Shape;10782;p28"/>
            <p:cNvSpPr/>
            <p:nvPr/>
          </p:nvSpPr>
          <p:spPr>
            <a:xfrm>
              <a:off x="6070935" y="3005981"/>
              <a:ext cx="837574" cy="541775"/>
            </a:xfrm>
            <a:custGeom>
              <a:avLst/>
              <a:gdLst/>
              <a:ahLst/>
              <a:cxnLst/>
              <a:rect l="l" t="t" r="r" b="b"/>
              <a:pathLst>
                <a:path w="15735" h="10178" extrusionOk="0">
                  <a:moveTo>
                    <a:pt x="0" y="1"/>
                  </a:moveTo>
                  <a:lnTo>
                    <a:pt x="0" y="10178"/>
                  </a:lnTo>
                  <a:lnTo>
                    <a:pt x="15734" y="10178"/>
                  </a:lnTo>
                  <a:lnTo>
                    <a:pt x="157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3" name="Google Shape;10783;p28"/>
            <p:cNvSpPr/>
            <p:nvPr/>
          </p:nvSpPr>
          <p:spPr>
            <a:xfrm>
              <a:off x="6224183" y="3246049"/>
              <a:ext cx="532832" cy="314163"/>
            </a:xfrm>
            <a:custGeom>
              <a:avLst/>
              <a:gdLst/>
              <a:ahLst/>
              <a:cxnLst/>
              <a:rect l="l" t="t" r="r" b="b"/>
              <a:pathLst>
                <a:path w="10010" h="5902" extrusionOk="0">
                  <a:moveTo>
                    <a:pt x="4794" y="1"/>
                  </a:moveTo>
                  <a:cubicBezTo>
                    <a:pt x="3890" y="1"/>
                    <a:pt x="3026" y="132"/>
                    <a:pt x="2611" y="361"/>
                  </a:cubicBezTo>
                  <a:cubicBezTo>
                    <a:pt x="1808" y="797"/>
                    <a:pt x="0" y="5902"/>
                    <a:pt x="0" y="5902"/>
                  </a:cubicBezTo>
                  <a:lnTo>
                    <a:pt x="10010" y="5417"/>
                  </a:lnTo>
                  <a:cubicBezTo>
                    <a:pt x="10010" y="5417"/>
                    <a:pt x="8235" y="847"/>
                    <a:pt x="7030" y="345"/>
                  </a:cubicBezTo>
                  <a:cubicBezTo>
                    <a:pt x="6452" y="107"/>
                    <a:pt x="5607" y="1"/>
                    <a:pt x="47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4" name="Google Shape;10784;p28"/>
            <p:cNvSpPr/>
            <p:nvPr/>
          </p:nvSpPr>
          <p:spPr>
            <a:xfrm>
              <a:off x="6225035" y="3251000"/>
              <a:ext cx="477633" cy="310118"/>
            </a:xfrm>
            <a:custGeom>
              <a:avLst/>
              <a:gdLst/>
              <a:ahLst/>
              <a:cxnLst/>
              <a:rect l="l" t="t" r="r" b="b"/>
              <a:pathLst>
                <a:path w="8973" h="5826" extrusionOk="0">
                  <a:moveTo>
                    <a:pt x="3717" y="1"/>
                  </a:moveTo>
                  <a:cubicBezTo>
                    <a:pt x="3650" y="12"/>
                    <a:pt x="3596" y="12"/>
                    <a:pt x="3538" y="12"/>
                  </a:cubicBezTo>
                  <a:cubicBezTo>
                    <a:pt x="3423" y="12"/>
                    <a:pt x="3293" y="12"/>
                    <a:pt x="3014" y="101"/>
                  </a:cubicBezTo>
                  <a:cubicBezTo>
                    <a:pt x="3298" y="787"/>
                    <a:pt x="3265" y="1892"/>
                    <a:pt x="2863" y="3047"/>
                  </a:cubicBezTo>
                  <a:cubicBezTo>
                    <a:pt x="2325" y="4542"/>
                    <a:pt x="1320" y="5570"/>
                    <a:pt x="491" y="5570"/>
                  </a:cubicBezTo>
                  <a:cubicBezTo>
                    <a:pt x="391" y="5570"/>
                    <a:pt x="295" y="5555"/>
                    <a:pt x="202" y="5524"/>
                  </a:cubicBezTo>
                  <a:cubicBezTo>
                    <a:pt x="185" y="5491"/>
                    <a:pt x="151" y="5491"/>
                    <a:pt x="118" y="5474"/>
                  </a:cubicBezTo>
                  <a:cubicBezTo>
                    <a:pt x="34" y="5708"/>
                    <a:pt x="1" y="5826"/>
                    <a:pt x="1" y="5826"/>
                  </a:cubicBezTo>
                  <a:lnTo>
                    <a:pt x="8973" y="5826"/>
                  </a:lnTo>
                  <a:cubicBezTo>
                    <a:pt x="8621" y="5290"/>
                    <a:pt x="8236" y="4487"/>
                    <a:pt x="7952" y="3566"/>
                  </a:cubicBezTo>
                  <a:cubicBezTo>
                    <a:pt x="7550" y="2361"/>
                    <a:pt x="7433" y="1223"/>
                    <a:pt x="7533" y="637"/>
                  </a:cubicBezTo>
                  <a:cubicBezTo>
                    <a:pt x="7366" y="436"/>
                    <a:pt x="7182" y="302"/>
                    <a:pt x="7014" y="218"/>
                  </a:cubicBezTo>
                  <a:cubicBezTo>
                    <a:pt x="6931" y="185"/>
                    <a:pt x="6813" y="135"/>
                    <a:pt x="6713" y="118"/>
                  </a:cubicBezTo>
                  <a:lnTo>
                    <a:pt x="6713" y="118"/>
                  </a:lnTo>
                  <a:cubicBezTo>
                    <a:pt x="7048" y="1608"/>
                    <a:pt x="6696" y="2930"/>
                    <a:pt x="5558" y="2947"/>
                  </a:cubicBezTo>
                  <a:cubicBezTo>
                    <a:pt x="5554" y="2947"/>
                    <a:pt x="5551" y="2947"/>
                    <a:pt x="5547" y="2947"/>
                  </a:cubicBezTo>
                  <a:cubicBezTo>
                    <a:pt x="4431" y="2947"/>
                    <a:pt x="3617" y="351"/>
                    <a:pt x="37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5" name="Google Shape;10785;p28"/>
            <p:cNvSpPr/>
            <p:nvPr/>
          </p:nvSpPr>
          <p:spPr>
            <a:xfrm>
              <a:off x="6404153" y="3245198"/>
              <a:ext cx="180929" cy="42371"/>
            </a:xfrm>
            <a:custGeom>
              <a:avLst/>
              <a:gdLst/>
              <a:ahLst/>
              <a:cxnLst/>
              <a:rect l="l" t="t" r="r" b="b"/>
              <a:pathLst>
                <a:path w="3399" h="796" extrusionOk="0">
                  <a:moveTo>
                    <a:pt x="1483" y="0"/>
                  </a:moveTo>
                  <a:cubicBezTo>
                    <a:pt x="954" y="0"/>
                    <a:pt x="434" y="46"/>
                    <a:pt x="0" y="126"/>
                  </a:cubicBezTo>
                  <a:cubicBezTo>
                    <a:pt x="201" y="528"/>
                    <a:pt x="904" y="796"/>
                    <a:pt x="1741" y="796"/>
                  </a:cubicBezTo>
                  <a:cubicBezTo>
                    <a:pt x="2478" y="796"/>
                    <a:pt x="3097" y="562"/>
                    <a:pt x="3398" y="244"/>
                  </a:cubicBezTo>
                  <a:cubicBezTo>
                    <a:pt x="2853" y="74"/>
                    <a:pt x="2161" y="0"/>
                    <a:pt x="14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6" name="Google Shape;10786;p28"/>
            <p:cNvSpPr/>
            <p:nvPr/>
          </p:nvSpPr>
          <p:spPr>
            <a:xfrm>
              <a:off x="6387226" y="3249243"/>
              <a:ext cx="283397" cy="310970"/>
            </a:xfrm>
            <a:custGeom>
              <a:avLst/>
              <a:gdLst/>
              <a:ahLst/>
              <a:cxnLst/>
              <a:rect l="l" t="t" r="r" b="b"/>
              <a:pathLst>
                <a:path w="5324" h="5842" extrusionOk="0">
                  <a:moveTo>
                    <a:pt x="469" y="0"/>
                  </a:moveTo>
                  <a:lnTo>
                    <a:pt x="218" y="50"/>
                  </a:lnTo>
                  <a:lnTo>
                    <a:pt x="0" y="5842"/>
                  </a:lnTo>
                  <a:lnTo>
                    <a:pt x="5323" y="5842"/>
                  </a:lnTo>
                  <a:lnTo>
                    <a:pt x="4051" y="301"/>
                  </a:lnTo>
                  <a:lnTo>
                    <a:pt x="3850" y="235"/>
                  </a:lnTo>
                  <a:lnTo>
                    <a:pt x="3900" y="2327"/>
                  </a:lnTo>
                  <a:lnTo>
                    <a:pt x="653" y="2427"/>
                  </a:lnTo>
                  <a:lnTo>
                    <a:pt x="4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7" name="Google Shape;10787;p28"/>
            <p:cNvSpPr/>
            <p:nvPr/>
          </p:nvSpPr>
          <p:spPr>
            <a:xfrm>
              <a:off x="6451368" y="3157474"/>
              <a:ext cx="81123" cy="108004"/>
            </a:xfrm>
            <a:custGeom>
              <a:avLst/>
              <a:gdLst/>
              <a:ahLst/>
              <a:cxnLst/>
              <a:rect l="l" t="t" r="r" b="b"/>
              <a:pathLst>
                <a:path w="1524" h="2029" extrusionOk="0">
                  <a:moveTo>
                    <a:pt x="84" y="0"/>
                  </a:moveTo>
                  <a:lnTo>
                    <a:pt x="0" y="1674"/>
                  </a:lnTo>
                  <a:cubicBezTo>
                    <a:pt x="163" y="1937"/>
                    <a:pt x="417" y="2029"/>
                    <a:pt x="671" y="2029"/>
                  </a:cubicBezTo>
                  <a:cubicBezTo>
                    <a:pt x="1097" y="2029"/>
                    <a:pt x="1524" y="1770"/>
                    <a:pt x="1524" y="1624"/>
                  </a:cubicBezTo>
                  <a:lnTo>
                    <a:pt x="1373" y="804"/>
                  </a:lnTo>
                  <a:lnTo>
                    <a:pt x="84" y="0"/>
                  </a:ln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8" name="Google Shape;10788;p28"/>
            <p:cNvSpPr/>
            <p:nvPr/>
          </p:nvSpPr>
          <p:spPr>
            <a:xfrm>
              <a:off x="6448707" y="3097857"/>
              <a:ext cx="106087" cy="160222"/>
            </a:xfrm>
            <a:custGeom>
              <a:avLst/>
              <a:gdLst/>
              <a:ahLst/>
              <a:cxnLst/>
              <a:rect l="l" t="t" r="r" b="b"/>
              <a:pathLst>
                <a:path w="1993" h="3010" extrusionOk="0">
                  <a:moveTo>
                    <a:pt x="1260" y="0"/>
                  </a:moveTo>
                  <a:cubicBezTo>
                    <a:pt x="847" y="0"/>
                    <a:pt x="316" y="177"/>
                    <a:pt x="184" y="417"/>
                  </a:cubicBezTo>
                  <a:cubicBezTo>
                    <a:pt x="0" y="785"/>
                    <a:pt x="151" y="2426"/>
                    <a:pt x="603" y="2928"/>
                  </a:cubicBezTo>
                  <a:cubicBezTo>
                    <a:pt x="661" y="2986"/>
                    <a:pt x="830" y="3010"/>
                    <a:pt x="1029" y="3010"/>
                  </a:cubicBezTo>
                  <a:cubicBezTo>
                    <a:pt x="1403" y="3010"/>
                    <a:pt x="1881" y="2926"/>
                    <a:pt x="1925" y="2827"/>
                  </a:cubicBezTo>
                  <a:cubicBezTo>
                    <a:pt x="1992" y="2677"/>
                    <a:pt x="1942" y="484"/>
                    <a:pt x="1741" y="166"/>
                  </a:cubicBezTo>
                  <a:cubicBezTo>
                    <a:pt x="1666" y="50"/>
                    <a:pt x="1479" y="0"/>
                    <a:pt x="1260"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9" name="Google Shape;10789;p28"/>
            <p:cNvSpPr/>
            <p:nvPr/>
          </p:nvSpPr>
          <p:spPr>
            <a:xfrm>
              <a:off x="6453125" y="3097324"/>
              <a:ext cx="97198" cy="77982"/>
            </a:xfrm>
            <a:custGeom>
              <a:avLst/>
              <a:gdLst/>
              <a:ahLst/>
              <a:cxnLst/>
              <a:rect l="l" t="t" r="r" b="b"/>
              <a:pathLst>
                <a:path w="1826" h="1465" extrusionOk="0">
                  <a:moveTo>
                    <a:pt x="1176" y="1"/>
                  </a:moveTo>
                  <a:cubicBezTo>
                    <a:pt x="763" y="1"/>
                    <a:pt x="232" y="170"/>
                    <a:pt x="101" y="410"/>
                  </a:cubicBezTo>
                  <a:cubicBezTo>
                    <a:pt x="18" y="578"/>
                    <a:pt x="1" y="996"/>
                    <a:pt x="68" y="1465"/>
                  </a:cubicBezTo>
                  <a:cubicBezTo>
                    <a:pt x="302" y="1331"/>
                    <a:pt x="553" y="1247"/>
                    <a:pt x="821" y="1180"/>
                  </a:cubicBezTo>
                  <a:cubicBezTo>
                    <a:pt x="1041" y="1128"/>
                    <a:pt x="1254" y="1102"/>
                    <a:pt x="1461" y="1102"/>
                  </a:cubicBezTo>
                  <a:cubicBezTo>
                    <a:pt x="1585" y="1102"/>
                    <a:pt x="1706" y="1111"/>
                    <a:pt x="1825" y="1130"/>
                  </a:cubicBezTo>
                  <a:cubicBezTo>
                    <a:pt x="1775" y="678"/>
                    <a:pt x="1742" y="293"/>
                    <a:pt x="1658" y="159"/>
                  </a:cubicBezTo>
                  <a:cubicBezTo>
                    <a:pt x="1582" y="49"/>
                    <a:pt x="1396" y="1"/>
                    <a:pt x="1176" y="1"/>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0" name="Google Shape;10790;p28"/>
            <p:cNvSpPr/>
            <p:nvPr/>
          </p:nvSpPr>
          <p:spPr>
            <a:xfrm>
              <a:off x="6436198" y="3118244"/>
              <a:ext cx="38379" cy="90917"/>
            </a:xfrm>
            <a:custGeom>
              <a:avLst/>
              <a:gdLst/>
              <a:ahLst/>
              <a:cxnLst/>
              <a:rect l="l" t="t" r="r" b="b"/>
              <a:pathLst>
                <a:path w="721" h="1708" extrusionOk="0">
                  <a:moveTo>
                    <a:pt x="721" y="1"/>
                  </a:moveTo>
                  <a:lnTo>
                    <a:pt x="1" y="268"/>
                  </a:lnTo>
                  <a:cubicBezTo>
                    <a:pt x="1" y="955"/>
                    <a:pt x="319" y="1708"/>
                    <a:pt x="319" y="1708"/>
                  </a:cubicBezTo>
                  <a:lnTo>
                    <a:pt x="403" y="1139"/>
                  </a:lnTo>
                  <a:lnTo>
                    <a:pt x="704" y="955"/>
                  </a:lnTo>
                  <a:lnTo>
                    <a:pt x="721" y="1"/>
                  </a:lnTo>
                  <a:close/>
                </a:path>
              </a:pathLst>
            </a:custGeom>
            <a:solidFill>
              <a:srgbClr val="6B2D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1" name="Google Shape;10791;p28"/>
            <p:cNvSpPr/>
            <p:nvPr/>
          </p:nvSpPr>
          <p:spPr>
            <a:xfrm>
              <a:off x="6427308" y="3058892"/>
              <a:ext cx="119448" cy="85274"/>
            </a:xfrm>
            <a:custGeom>
              <a:avLst/>
              <a:gdLst/>
              <a:ahLst/>
              <a:cxnLst/>
              <a:rect l="l" t="t" r="r" b="b"/>
              <a:pathLst>
                <a:path w="2244" h="1602" extrusionOk="0">
                  <a:moveTo>
                    <a:pt x="1456" y="1"/>
                  </a:moveTo>
                  <a:cubicBezTo>
                    <a:pt x="1104" y="1"/>
                    <a:pt x="318" y="249"/>
                    <a:pt x="168" y="429"/>
                  </a:cubicBezTo>
                  <a:cubicBezTo>
                    <a:pt x="0" y="613"/>
                    <a:pt x="151" y="1601"/>
                    <a:pt x="151" y="1601"/>
                  </a:cubicBezTo>
                  <a:lnTo>
                    <a:pt x="2243" y="1099"/>
                  </a:lnTo>
                  <a:cubicBezTo>
                    <a:pt x="2243" y="1099"/>
                    <a:pt x="1825" y="61"/>
                    <a:pt x="1557" y="11"/>
                  </a:cubicBezTo>
                  <a:cubicBezTo>
                    <a:pt x="1530" y="4"/>
                    <a:pt x="1496" y="1"/>
                    <a:pt x="14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2" name="Google Shape;10792;p28"/>
            <p:cNvSpPr/>
            <p:nvPr/>
          </p:nvSpPr>
          <p:spPr>
            <a:xfrm>
              <a:off x="6427308" y="3065706"/>
              <a:ext cx="46363" cy="79313"/>
            </a:xfrm>
            <a:custGeom>
              <a:avLst/>
              <a:gdLst/>
              <a:ahLst/>
              <a:cxnLst/>
              <a:rect l="l" t="t" r="r" b="b"/>
              <a:pathLst>
                <a:path w="871" h="1490" extrusionOk="0">
                  <a:moveTo>
                    <a:pt x="871" y="0"/>
                  </a:moveTo>
                  <a:lnTo>
                    <a:pt x="871" y="0"/>
                  </a:lnTo>
                  <a:cubicBezTo>
                    <a:pt x="553" y="84"/>
                    <a:pt x="252" y="218"/>
                    <a:pt x="168" y="318"/>
                  </a:cubicBezTo>
                  <a:cubicBezTo>
                    <a:pt x="0" y="502"/>
                    <a:pt x="151" y="1490"/>
                    <a:pt x="151" y="1490"/>
                  </a:cubicBezTo>
                  <a:lnTo>
                    <a:pt x="653" y="1356"/>
                  </a:lnTo>
                  <a:cubicBezTo>
                    <a:pt x="637" y="1322"/>
                    <a:pt x="637" y="1322"/>
                    <a:pt x="620" y="1306"/>
                  </a:cubicBezTo>
                  <a:cubicBezTo>
                    <a:pt x="335" y="921"/>
                    <a:pt x="452" y="352"/>
                    <a:pt x="8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3" name="Google Shape;10793;p28"/>
            <p:cNvSpPr/>
            <p:nvPr/>
          </p:nvSpPr>
          <p:spPr>
            <a:xfrm>
              <a:off x="6435346" y="3082473"/>
              <a:ext cx="152397" cy="61694"/>
            </a:xfrm>
            <a:custGeom>
              <a:avLst/>
              <a:gdLst/>
              <a:ahLst/>
              <a:cxnLst/>
              <a:rect l="l" t="t" r="r" b="b"/>
              <a:pathLst>
                <a:path w="2863" h="1159" extrusionOk="0">
                  <a:moveTo>
                    <a:pt x="2365" y="0"/>
                  </a:moveTo>
                  <a:cubicBezTo>
                    <a:pt x="1586" y="0"/>
                    <a:pt x="0" y="1158"/>
                    <a:pt x="0" y="1158"/>
                  </a:cubicBezTo>
                  <a:lnTo>
                    <a:pt x="2143" y="840"/>
                  </a:lnTo>
                  <a:cubicBezTo>
                    <a:pt x="2862" y="472"/>
                    <a:pt x="2779" y="20"/>
                    <a:pt x="2427" y="3"/>
                  </a:cubicBezTo>
                  <a:cubicBezTo>
                    <a:pt x="2407" y="1"/>
                    <a:pt x="2386" y="0"/>
                    <a:pt x="23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4" name="Google Shape;10794;p28"/>
            <p:cNvSpPr/>
            <p:nvPr/>
          </p:nvSpPr>
          <p:spPr>
            <a:xfrm>
              <a:off x="6443331" y="3153801"/>
              <a:ext cx="27680" cy="41998"/>
            </a:xfrm>
            <a:custGeom>
              <a:avLst/>
              <a:gdLst/>
              <a:ahLst/>
              <a:cxnLst/>
              <a:rect l="l" t="t" r="r" b="b"/>
              <a:pathLst>
                <a:path w="520" h="789" extrusionOk="0">
                  <a:moveTo>
                    <a:pt x="167" y="1"/>
                  </a:moveTo>
                  <a:cubicBezTo>
                    <a:pt x="136" y="1"/>
                    <a:pt x="108" y="12"/>
                    <a:pt x="84" y="36"/>
                  </a:cubicBezTo>
                  <a:cubicBezTo>
                    <a:pt x="1" y="119"/>
                    <a:pt x="1" y="320"/>
                    <a:pt x="84" y="504"/>
                  </a:cubicBezTo>
                  <a:cubicBezTo>
                    <a:pt x="154" y="658"/>
                    <a:pt x="271" y="788"/>
                    <a:pt x="366" y="788"/>
                  </a:cubicBezTo>
                  <a:cubicBezTo>
                    <a:pt x="385" y="788"/>
                    <a:pt x="403" y="783"/>
                    <a:pt x="419" y="772"/>
                  </a:cubicBezTo>
                  <a:cubicBezTo>
                    <a:pt x="520" y="705"/>
                    <a:pt x="520" y="454"/>
                    <a:pt x="419" y="236"/>
                  </a:cubicBezTo>
                  <a:cubicBezTo>
                    <a:pt x="347" y="79"/>
                    <a:pt x="248" y="1"/>
                    <a:pt x="167"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5" name="Google Shape;10795;p28"/>
            <p:cNvSpPr/>
            <p:nvPr/>
          </p:nvSpPr>
          <p:spPr>
            <a:xfrm>
              <a:off x="6446897" y="3161200"/>
              <a:ext cx="17885" cy="26509"/>
            </a:xfrm>
            <a:custGeom>
              <a:avLst/>
              <a:gdLst/>
              <a:ahLst/>
              <a:cxnLst/>
              <a:rect l="l" t="t" r="r" b="b"/>
              <a:pathLst>
                <a:path w="336" h="498" extrusionOk="0">
                  <a:moveTo>
                    <a:pt x="92" y="1"/>
                  </a:moveTo>
                  <a:cubicBezTo>
                    <a:pt x="70" y="1"/>
                    <a:pt x="50" y="10"/>
                    <a:pt x="34" y="31"/>
                  </a:cubicBezTo>
                  <a:cubicBezTo>
                    <a:pt x="1" y="64"/>
                    <a:pt x="1" y="198"/>
                    <a:pt x="34" y="315"/>
                  </a:cubicBezTo>
                  <a:cubicBezTo>
                    <a:pt x="74" y="422"/>
                    <a:pt x="147" y="497"/>
                    <a:pt x="208" y="497"/>
                  </a:cubicBezTo>
                  <a:cubicBezTo>
                    <a:pt x="224" y="497"/>
                    <a:pt x="238" y="493"/>
                    <a:pt x="252" y="482"/>
                  </a:cubicBezTo>
                  <a:cubicBezTo>
                    <a:pt x="302" y="432"/>
                    <a:pt x="336" y="282"/>
                    <a:pt x="252" y="131"/>
                  </a:cubicBezTo>
                  <a:cubicBezTo>
                    <a:pt x="205" y="50"/>
                    <a:pt x="143" y="1"/>
                    <a:pt x="92"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6" name="Google Shape;10796;p28"/>
            <p:cNvSpPr/>
            <p:nvPr/>
          </p:nvSpPr>
          <p:spPr>
            <a:xfrm>
              <a:off x="6454030" y="3173763"/>
              <a:ext cx="11657" cy="16927"/>
            </a:xfrm>
            <a:custGeom>
              <a:avLst/>
              <a:gdLst/>
              <a:ahLst/>
              <a:cxnLst/>
              <a:rect l="l" t="t" r="r" b="b"/>
              <a:pathLst>
                <a:path w="219" h="318" extrusionOk="0">
                  <a:moveTo>
                    <a:pt x="65" y="1"/>
                  </a:moveTo>
                  <a:cubicBezTo>
                    <a:pt x="51" y="1"/>
                    <a:pt x="40" y="10"/>
                    <a:pt x="34" y="29"/>
                  </a:cubicBezTo>
                  <a:cubicBezTo>
                    <a:pt x="1" y="62"/>
                    <a:pt x="1" y="129"/>
                    <a:pt x="34" y="213"/>
                  </a:cubicBezTo>
                  <a:cubicBezTo>
                    <a:pt x="62" y="283"/>
                    <a:pt x="90" y="318"/>
                    <a:pt x="127" y="318"/>
                  </a:cubicBezTo>
                  <a:cubicBezTo>
                    <a:pt x="135" y="318"/>
                    <a:pt x="143" y="316"/>
                    <a:pt x="151" y="313"/>
                  </a:cubicBezTo>
                  <a:cubicBezTo>
                    <a:pt x="218" y="280"/>
                    <a:pt x="218" y="163"/>
                    <a:pt x="151" y="79"/>
                  </a:cubicBezTo>
                  <a:cubicBezTo>
                    <a:pt x="120" y="27"/>
                    <a:pt x="89" y="1"/>
                    <a:pt x="65"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7" name="Google Shape;10797;p28"/>
            <p:cNvSpPr/>
            <p:nvPr/>
          </p:nvSpPr>
          <p:spPr>
            <a:xfrm>
              <a:off x="6388983" y="3251905"/>
              <a:ext cx="281640" cy="308308"/>
            </a:xfrm>
            <a:custGeom>
              <a:avLst/>
              <a:gdLst/>
              <a:ahLst/>
              <a:cxnLst/>
              <a:rect l="l" t="t" r="r" b="b"/>
              <a:pathLst>
                <a:path w="5291" h="5792" extrusionOk="0">
                  <a:moveTo>
                    <a:pt x="335" y="0"/>
                  </a:moveTo>
                  <a:lnTo>
                    <a:pt x="202" y="17"/>
                  </a:lnTo>
                  <a:lnTo>
                    <a:pt x="1" y="5792"/>
                  </a:lnTo>
                  <a:lnTo>
                    <a:pt x="5290" y="5792"/>
                  </a:lnTo>
                  <a:lnTo>
                    <a:pt x="4738" y="3432"/>
                  </a:lnTo>
                  <a:cubicBezTo>
                    <a:pt x="4319" y="4670"/>
                    <a:pt x="3533" y="5507"/>
                    <a:pt x="2645" y="5507"/>
                  </a:cubicBezTo>
                  <a:cubicBezTo>
                    <a:pt x="1290" y="5507"/>
                    <a:pt x="202" y="3599"/>
                    <a:pt x="202" y="1273"/>
                  </a:cubicBezTo>
                  <a:cubicBezTo>
                    <a:pt x="202" y="837"/>
                    <a:pt x="252" y="385"/>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8" name="Google Shape;10798;p28"/>
            <p:cNvSpPr/>
            <p:nvPr/>
          </p:nvSpPr>
          <p:spPr>
            <a:xfrm>
              <a:off x="6241962" y="3453221"/>
              <a:ext cx="223726" cy="83837"/>
            </a:xfrm>
            <a:custGeom>
              <a:avLst/>
              <a:gdLst/>
              <a:ahLst/>
              <a:cxnLst/>
              <a:rect l="l" t="t" r="r" b="b"/>
              <a:pathLst>
                <a:path w="4203" h="1575" extrusionOk="0">
                  <a:moveTo>
                    <a:pt x="1749" y="0"/>
                  </a:moveTo>
                  <a:cubicBezTo>
                    <a:pt x="1666" y="0"/>
                    <a:pt x="1585" y="6"/>
                    <a:pt x="1507" y="18"/>
                  </a:cubicBezTo>
                  <a:cubicBezTo>
                    <a:pt x="436" y="185"/>
                    <a:pt x="1" y="1575"/>
                    <a:pt x="1" y="1575"/>
                  </a:cubicBezTo>
                  <a:lnTo>
                    <a:pt x="3717" y="1575"/>
                  </a:lnTo>
                  <a:lnTo>
                    <a:pt x="4202" y="905"/>
                  </a:lnTo>
                  <a:cubicBezTo>
                    <a:pt x="4202" y="905"/>
                    <a:pt x="2794" y="0"/>
                    <a:pt x="1749"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9" name="Google Shape;10799;p28"/>
            <p:cNvSpPr/>
            <p:nvPr/>
          </p:nvSpPr>
          <p:spPr>
            <a:xfrm>
              <a:off x="6541380" y="3453221"/>
              <a:ext cx="217445" cy="83837"/>
            </a:xfrm>
            <a:custGeom>
              <a:avLst/>
              <a:gdLst/>
              <a:ahLst/>
              <a:cxnLst/>
              <a:rect l="l" t="t" r="r" b="b"/>
              <a:pathLst>
                <a:path w="4085" h="1575" extrusionOk="0">
                  <a:moveTo>
                    <a:pt x="2378" y="0"/>
                  </a:moveTo>
                  <a:cubicBezTo>
                    <a:pt x="1365" y="0"/>
                    <a:pt x="0" y="905"/>
                    <a:pt x="0" y="905"/>
                  </a:cubicBezTo>
                  <a:lnTo>
                    <a:pt x="452" y="1575"/>
                  </a:lnTo>
                  <a:lnTo>
                    <a:pt x="4084" y="1575"/>
                  </a:lnTo>
                  <a:cubicBezTo>
                    <a:pt x="4084" y="1575"/>
                    <a:pt x="3632" y="185"/>
                    <a:pt x="2611" y="18"/>
                  </a:cubicBezTo>
                  <a:cubicBezTo>
                    <a:pt x="2536" y="6"/>
                    <a:pt x="2458" y="0"/>
                    <a:pt x="2378"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0" name="Google Shape;10800;p28"/>
            <p:cNvSpPr/>
            <p:nvPr/>
          </p:nvSpPr>
          <p:spPr>
            <a:xfrm>
              <a:off x="6565387" y="3498679"/>
              <a:ext cx="193438" cy="39284"/>
            </a:xfrm>
            <a:custGeom>
              <a:avLst/>
              <a:gdLst/>
              <a:ahLst/>
              <a:cxnLst/>
              <a:rect l="l" t="t" r="r" b="b"/>
              <a:pathLst>
                <a:path w="3634" h="738" extrusionOk="0">
                  <a:moveTo>
                    <a:pt x="3265" y="1"/>
                  </a:moveTo>
                  <a:cubicBezTo>
                    <a:pt x="2830" y="152"/>
                    <a:pt x="2177" y="235"/>
                    <a:pt x="1457" y="235"/>
                  </a:cubicBezTo>
                  <a:cubicBezTo>
                    <a:pt x="721" y="235"/>
                    <a:pt x="1" y="737"/>
                    <a:pt x="1" y="737"/>
                  </a:cubicBezTo>
                  <a:lnTo>
                    <a:pt x="3633" y="737"/>
                  </a:lnTo>
                  <a:cubicBezTo>
                    <a:pt x="3633" y="737"/>
                    <a:pt x="3516" y="386"/>
                    <a:pt x="3265" y="1"/>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1" name="Google Shape;10801;p28"/>
            <p:cNvSpPr/>
            <p:nvPr/>
          </p:nvSpPr>
          <p:spPr>
            <a:xfrm>
              <a:off x="6241962" y="3502246"/>
              <a:ext cx="197856" cy="34812"/>
            </a:xfrm>
            <a:custGeom>
              <a:avLst/>
              <a:gdLst/>
              <a:ahLst/>
              <a:cxnLst/>
              <a:rect l="l" t="t" r="r" b="b"/>
              <a:pathLst>
                <a:path w="3717" h="654" extrusionOk="0">
                  <a:moveTo>
                    <a:pt x="302" y="1"/>
                  </a:moveTo>
                  <a:cubicBezTo>
                    <a:pt x="101" y="336"/>
                    <a:pt x="1" y="654"/>
                    <a:pt x="1" y="654"/>
                  </a:cubicBezTo>
                  <a:lnTo>
                    <a:pt x="3717" y="654"/>
                  </a:lnTo>
                  <a:lnTo>
                    <a:pt x="2779" y="520"/>
                  </a:lnTo>
                  <a:cubicBezTo>
                    <a:pt x="2779" y="520"/>
                    <a:pt x="2964" y="269"/>
                    <a:pt x="2143" y="269"/>
                  </a:cubicBezTo>
                  <a:cubicBezTo>
                    <a:pt x="1440" y="269"/>
                    <a:pt x="771" y="168"/>
                    <a:pt x="302" y="1"/>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2" name="Google Shape;10802;p28"/>
            <p:cNvSpPr/>
            <p:nvPr/>
          </p:nvSpPr>
          <p:spPr>
            <a:xfrm>
              <a:off x="6487884" y="3482391"/>
              <a:ext cx="126581" cy="52006"/>
            </a:xfrm>
            <a:custGeom>
              <a:avLst/>
              <a:gdLst/>
              <a:ahLst/>
              <a:cxnLst/>
              <a:rect l="l" t="t" r="r" b="b"/>
              <a:pathLst>
                <a:path w="2378" h="977" extrusionOk="0">
                  <a:moveTo>
                    <a:pt x="1396" y="1"/>
                  </a:moveTo>
                  <a:cubicBezTo>
                    <a:pt x="881" y="1"/>
                    <a:pt x="90" y="454"/>
                    <a:pt x="1" y="960"/>
                  </a:cubicBezTo>
                  <a:lnTo>
                    <a:pt x="2378" y="977"/>
                  </a:lnTo>
                  <a:cubicBezTo>
                    <a:pt x="2378" y="977"/>
                    <a:pt x="2260" y="207"/>
                    <a:pt x="1574" y="22"/>
                  </a:cubicBezTo>
                  <a:cubicBezTo>
                    <a:pt x="1520" y="8"/>
                    <a:pt x="1460" y="1"/>
                    <a:pt x="1396"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3" name="Google Shape;10803;p28"/>
            <p:cNvSpPr/>
            <p:nvPr/>
          </p:nvSpPr>
          <p:spPr>
            <a:xfrm>
              <a:off x="6389888" y="3482391"/>
              <a:ext cx="107844" cy="52006"/>
            </a:xfrm>
            <a:custGeom>
              <a:avLst/>
              <a:gdLst/>
              <a:ahLst/>
              <a:cxnLst/>
              <a:rect l="l" t="t" r="r" b="b"/>
              <a:pathLst>
                <a:path w="2026" h="977" extrusionOk="0">
                  <a:moveTo>
                    <a:pt x="840" y="1"/>
                  </a:moveTo>
                  <a:cubicBezTo>
                    <a:pt x="785" y="1"/>
                    <a:pt x="733" y="8"/>
                    <a:pt x="687" y="22"/>
                  </a:cubicBezTo>
                  <a:cubicBezTo>
                    <a:pt x="101" y="207"/>
                    <a:pt x="0" y="977"/>
                    <a:pt x="0" y="977"/>
                  </a:cubicBezTo>
                  <a:lnTo>
                    <a:pt x="2026" y="960"/>
                  </a:lnTo>
                  <a:cubicBezTo>
                    <a:pt x="1951" y="454"/>
                    <a:pt x="1281" y="1"/>
                    <a:pt x="840"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4" name="Google Shape;10804;p28"/>
            <p:cNvSpPr/>
            <p:nvPr/>
          </p:nvSpPr>
          <p:spPr>
            <a:xfrm>
              <a:off x="6564535" y="3515926"/>
              <a:ext cx="92727" cy="16714"/>
            </a:xfrm>
            <a:custGeom>
              <a:avLst/>
              <a:gdLst/>
              <a:ahLst/>
              <a:cxnLst/>
              <a:rect l="l" t="t" r="r" b="b"/>
              <a:pathLst>
                <a:path w="1742" h="314" extrusionOk="0">
                  <a:moveTo>
                    <a:pt x="868" y="0"/>
                  </a:moveTo>
                  <a:cubicBezTo>
                    <a:pt x="579" y="0"/>
                    <a:pt x="271" y="86"/>
                    <a:pt x="0" y="296"/>
                  </a:cubicBezTo>
                  <a:lnTo>
                    <a:pt x="1741" y="313"/>
                  </a:lnTo>
                  <a:cubicBezTo>
                    <a:pt x="1547" y="129"/>
                    <a:pt x="1222" y="0"/>
                    <a:pt x="868"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5" name="Google Shape;10805;p28"/>
            <p:cNvSpPr/>
            <p:nvPr/>
          </p:nvSpPr>
          <p:spPr>
            <a:xfrm>
              <a:off x="6376527" y="3524336"/>
              <a:ext cx="64195" cy="9156"/>
            </a:xfrm>
            <a:custGeom>
              <a:avLst/>
              <a:gdLst/>
              <a:ahLst/>
              <a:cxnLst/>
              <a:rect l="l" t="t" r="r" b="b"/>
              <a:pathLst>
                <a:path w="1206" h="172" extrusionOk="0">
                  <a:moveTo>
                    <a:pt x="568" y="1"/>
                  </a:moveTo>
                  <a:cubicBezTo>
                    <a:pt x="365" y="1"/>
                    <a:pt x="160" y="50"/>
                    <a:pt x="0" y="172"/>
                  </a:cubicBezTo>
                  <a:lnTo>
                    <a:pt x="1206" y="172"/>
                  </a:lnTo>
                  <a:cubicBezTo>
                    <a:pt x="1050" y="71"/>
                    <a:pt x="811" y="1"/>
                    <a:pt x="568" y="1"/>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6" name="Google Shape;10806;p28"/>
            <p:cNvSpPr/>
            <p:nvPr/>
          </p:nvSpPr>
          <p:spPr>
            <a:xfrm>
              <a:off x="6501245" y="3515660"/>
              <a:ext cx="17885" cy="18737"/>
            </a:xfrm>
            <a:custGeom>
              <a:avLst/>
              <a:gdLst/>
              <a:ahLst/>
              <a:cxnLst/>
              <a:rect l="l" t="t" r="r" b="b"/>
              <a:pathLst>
                <a:path w="336" h="352" extrusionOk="0">
                  <a:moveTo>
                    <a:pt x="336" y="0"/>
                  </a:moveTo>
                  <a:cubicBezTo>
                    <a:pt x="335" y="0"/>
                    <a:pt x="101" y="134"/>
                    <a:pt x="1" y="335"/>
                  </a:cubicBezTo>
                  <a:lnTo>
                    <a:pt x="151" y="352"/>
                  </a:lnTo>
                  <a:cubicBezTo>
                    <a:pt x="151" y="218"/>
                    <a:pt x="335" y="0"/>
                    <a:pt x="336"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7" name="Google Shape;10807;p28"/>
            <p:cNvSpPr/>
            <p:nvPr/>
          </p:nvSpPr>
          <p:spPr>
            <a:xfrm>
              <a:off x="6519077" y="3516511"/>
              <a:ext cx="17885" cy="19642"/>
            </a:xfrm>
            <a:custGeom>
              <a:avLst/>
              <a:gdLst/>
              <a:ahLst/>
              <a:cxnLst/>
              <a:rect l="l" t="t" r="r" b="b"/>
              <a:pathLst>
                <a:path w="336" h="369" extrusionOk="0">
                  <a:moveTo>
                    <a:pt x="335" y="1"/>
                  </a:moveTo>
                  <a:cubicBezTo>
                    <a:pt x="335" y="1"/>
                    <a:pt x="101" y="135"/>
                    <a:pt x="1" y="336"/>
                  </a:cubicBezTo>
                  <a:lnTo>
                    <a:pt x="151" y="369"/>
                  </a:lnTo>
                  <a:cubicBezTo>
                    <a:pt x="151" y="218"/>
                    <a:pt x="335" y="1"/>
                    <a:pt x="335" y="1"/>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8" name="Google Shape;10808;p28"/>
            <p:cNvSpPr/>
            <p:nvPr/>
          </p:nvSpPr>
          <p:spPr>
            <a:xfrm>
              <a:off x="6470957" y="3519173"/>
              <a:ext cx="16980" cy="19695"/>
            </a:xfrm>
            <a:custGeom>
              <a:avLst/>
              <a:gdLst/>
              <a:ahLst/>
              <a:cxnLst/>
              <a:rect l="l" t="t" r="r" b="b"/>
              <a:pathLst>
                <a:path w="319" h="370" extrusionOk="0">
                  <a:moveTo>
                    <a:pt x="1" y="1"/>
                  </a:moveTo>
                  <a:cubicBezTo>
                    <a:pt x="1" y="1"/>
                    <a:pt x="185" y="235"/>
                    <a:pt x="168" y="369"/>
                  </a:cubicBezTo>
                  <a:lnTo>
                    <a:pt x="319" y="352"/>
                  </a:lnTo>
                  <a:cubicBezTo>
                    <a:pt x="235" y="152"/>
                    <a:pt x="1" y="1"/>
                    <a:pt x="1" y="1"/>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9" name="Google Shape;10809;p28"/>
            <p:cNvSpPr/>
            <p:nvPr/>
          </p:nvSpPr>
          <p:spPr>
            <a:xfrm>
              <a:off x="6453125" y="3518321"/>
              <a:ext cx="16980" cy="19642"/>
            </a:xfrm>
            <a:custGeom>
              <a:avLst/>
              <a:gdLst/>
              <a:ahLst/>
              <a:cxnLst/>
              <a:rect l="l" t="t" r="r" b="b"/>
              <a:pathLst>
                <a:path w="319" h="369" extrusionOk="0">
                  <a:moveTo>
                    <a:pt x="1" y="0"/>
                  </a:moveTo>
                  <a:cubicBezTo>
                    <a:pt x="1" y="0"/>
                    <a:pt x="185" y="218"/>
                    <a:pt x="168" y="368"/>
                  </a:cubicBezTo>
                  <a:lnTo>
                    <a:pt x="319" y="352"/>
                  </a:lnTo>
                  <a:cubicBezTo>
                    <a:pt x="235" y="134"/>
                    <a:pt x="1" y="0"/>
                    <a:pt x="1"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0" name="Google Shape;10810;p28"/>
            <p:cNvSpPr/>
            <p:nvPr/>
          </p:nvSpPr>
          <p:spPr>
            <a:xfrm>
              <a:off x="6494112" y="3169025"/>
              <a:ext cx="10752" cy="16075"/>
            </a:xfrm>
            <a:custGeom>
              <a:avLst/>
              <a:gdLst/>
              <a:ahLst/>
              <a:cxnLst/>
              <a:rect l="l" t="t" r="r" b="b"/>
              <a:pathLst>
                <a:path w="202" h="302" extrusionOk="0">
                  <a:moveTo>
                    <a:pt x="85" y="1"/>
                  </a:moveTo>
                  <a:cubicBezTo>
                    <a:pt x="51" y="1"/>
                    <a:pt x="1" y="68"/>
                    <a:pt x="1" y="151"/>
                  </a:cubicBezTo>
                  <a:cubicBezTo>
                    <a:pt x="1" y="235"/>
                    <a:pt x="68" y="302"/>
                    <a:pt x="118" y="302"/>
                  </a:cubicBezTo>
                  <a:cubicBezTo>
                    <a:pt x="152" y="302"/>
                    <a:pt x="202" y="235"/>
                    <a:pt x="202" y="151"/>
                  </a:cubicBezTo>
                  <a:cubicBezTo>
                    <a:pt x="202" y="68"/>
                    <a:pt x="135" y="1"/>
                    <a:pt x="85" y="1"/>
                  </a:cubicBezTo>
                  <a:close/>
                </a:path>
              </a:pathLst>
            </a:custGeom>
            <a:solidFill>
              <a:srgbClr val="60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1" name="Google Shape;10811;p28"/>
            <p:cNvSpPr/>
            <p:nvPr/>
          </p:nvSpPr>
          <p:spPr>
            <a:xfrm>
              <a:off x="6480751" y="3152258"/>
              <a:ext cx="25018" cy="15064"/>
            </a:xfrm>
            <a:custGeom>
              <a:avLst/>
              <a:gdLst/>
              <a:ahLst/>
              <a:cxnLst/>
              <a:rect l="l" t="t" r="r" b="b"/>
              <a:pathLst>
                <a:path w="470" h="283" extrusionOk="0">
                  <a:moveTo>
                    <a:pt x="414" y="1"/>
                  </a:moveTo>
                  <a:cubicBezTo>
                    <a:pt x="405" y="1"/>
                    <a:pt x="396" y="5"/>
                    <a:pt x="386" y="14"/>
                  </a:cubicBezTo>
                  <a:lnTo>
                    <a:pt x="51" y="65"/>
                  </a:lnTo>
                  <a:cubicBezTo>
                    <a:pt x="18" y="65"/>
                    <a:pt x="1" y="115"/>
                    <a:pt x="1" y="132"/>
                  </a:cubicBezTo>
                  <a:lnTo>
                    <a:pt x="18" y="232"/>
                  </a:lnTo>
                  <a:cubicBezTo>
                    <a:pt x="18" y="265"/>
                    <a:pt x="68" y="282"/>
                    <a:pt x="84" y="282"/>
                  </a:cubicBezTo>
                  <a:lnTo>
                    <a:pt x="419" y="215"/>
                  </a:lnTo>
                  <a:cubicBezTo>
                    <a:pt x="436" y="215"/>
                    <a:pt x="469" y="182"/>
                    <a:pt x="469" y="148"/>
                  </a:cubicBezTo>
                  <a:lnTo>
                    <a:pt x="436" y="48"/>
                  </a:lnTo>
                  <a:cubicBezTo>
                    <a:pt x="448" y="24"/>
                    <a:pt x="435" y="1"/>
                    <a:pt x="414" y="1"/>
                  </a:cubicBezTo>
                  <a:close/>
                </a:path>
              </a:pathLst>
            </a:custGeom>
            <a:solidFill>
              <a:srgbClr val="6B2D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2" name="Google Shape;10812;p28"/>
            <p:cNvSpPr/>
            <p:nvPr/>
          </p:nvSpPr>
          <p:spPr>
            <a:xfrm>
              <a:off x="6529776" y="3163702"/>
              <a:ext cx="11657" cy="16980"/>
            </a:xfrm>
            <a:custGeom>
              <a:avLst/>
              <a:gdLst/>
              <a:ahLst/>
              <a:cxnLst/>
              <a:rect l="l" t="t" r="r" b="b"/>
              <a:pathLst>
                <a:path w="219" h="319" extrusionOk="0">
                  <a:moveTo>
                    <a:pt x="84" y="0"/>
                  </a:moveTo>
                  <a:cubicBezTo>
                    <a:pt x="51" y="0"/>
                    <a:pt x="0" y="67"/>
                    <a:pt x="0" y="168"/>
                  </a:cubicBezTo>
                  <a:cubicBezTo>
                    <a:pt x="0" y="251"/>
                    <a:pt x="67" y="318"/>
                    <a:pt x="118" y="318"/>
                  </a:cubicBezTo>
                  <a:cubicBezTo>
                    <a:pt x="151" y="318"/>
                    <a:pt x="218" y="235"/>
                    <a:pt x="201" y="151"/>
                  </a:cubicBezTo>
                  <a:cubicBezTo>
                    <a:pt x="201" y="67"/>
                    <a:pt x="134" y="0"/>
                    <a:pt x="84" y="0"/>
                  </a:cubicBezTo>
                  <a:close/>
                </a:path>
              </a:pathLst>
            </a:custGeom>
            <a:solidFill>
              <a:srgbClr val="60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3" name="Google Shape;10813;p28"/>
            <p:cNvSpPr/>
            <p:nvPr/>
          </p:nvSpPr>
          <p:spPr>
            <a:xfrm>
              <a:off x="6524400" y="3144965"/>
              <a:ext cx="20547" cy="13414"/>
            </a:xfrm>
            <a:custGeom>
              <a:avLst/>
              <a:gdLst/>
              <a:ahLst/>
              <a:cxnLst/>
              <a:rect l="l" t="t" r="r" b="b"/>
              <a:pathLst>
                <a:path w="386" h="252" extrusionOk="0">
                  <a:moveTo>
                    <a:pt x="336" y="1"/>
                  </a:moveTo>
                  <a:lnTo>
                    <a:pt x="51" y="34"/>
                  </a:lnTo>
                  <a:cubicBezTo>
                    <a:pt x="18" y="34"/>
                    <a:pt x="1" y="68"/>
                    <a:pt x="1" y="101"/>
                  </a:cubicBezTo>
                  <a:lnTo>
                    <a:pt x="1" y="202"/>
                  </a:lnTo>
                  <a:cubicBezTo>
                    <a:pt x="1" y="235"/>
                    <a:pt x="18" y="252"/>
                    <a:pt x="51" y="252"/>
                  </a:cubicBezTo>
                  <a:lnTo>
                    <a:pt x="336" y="202"/>
                  </a:lnTo>
                  <a:cubicBezTo>
                    <a:pt x="352" y="202"/>
                    <a:pt x="386" y="185"/>
                    <a:pt x="386" y="151"/>
                  </a:cubicBezTo>
                  <a:lnTo>
                    <a:pt x="386" y="34"/>
                  </a:lnTo>
                  <a:cubicBezTo>
                    <a:pt x="386" y="17"/>
                    <a:pt x="352" y="1"/>
                    <a:pt x="336" y="1"/>
                  </a:cubicBezTo>
                  <a:close/>
                </a:path>
              </a:pathLst>
            </a:custGeom>
            <a:solidFill>
              <a:srgbClr val="6B2D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4" name="Google Shape;10814;p28"/>
            <p:cNvSpPr/>
            <p:nvPr/>
          </p:nvSpPr>
          <p:spPr>
            <a:xfrm>
              <a:off x="6513754" y="3172592"/>
              <a:ext cx="19642" cy="29276"/>
            </a:xfrm>
            <a:custGeom>
              <a:avLst/>
              <a:gdLst/>
              <a:ahLst/>
              <a:cxnLst/>
              <a:rect l="l" t="t" r="r" b="b"/>
              <a:pathLst>
                <a:path w="369" h="550" extrusionOk="0">
                  <a:moveTo>
                    <a:pt x="101" y="1"/>
                  </a:moveTo>
                  <a:cubicBezTo>
                    <a:pt x="218" y="252"/>
                    <a:pt x="268" y="419"/>
                    <a:pt x="184" y="486"/>
                  </a:cubicBezTo>
                  <a:cubicBezTo>
                    <a:pt x="134" y="520"/>
                    <a:pt x="50" y="520"/>
                    <a:pt x="0" y="520"/>
                  </a:cubicBezTo>
                  <a:cubicBezTo>
                    <a:pt x="0" y="520"/>
                    <a:pt x="82" y="549"/>
                    <a:pt x="161" y="549"/>
                  </a:cubicBezTo>
                  <a:cubicBezTo>
                    <a:pt x="201" y="549"/>
                    <a:pt x="240" y="542"/>
                    <a:pt x="268" y="520"/>
                  </a:cubicBezTo>
                  <a:cubicBezTo>
                    <a:pt x="368" y="469"/>
                    <a:pt x="285" y="302"/>
                    <a:pt x="101"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5" name="Google Shape;10815;p28"/>
            <p:cNvSpPr/>
            <p:nvPr/>
          </p:nvSpPr>
          <p:spPr>
            <a:xfrm>
              <a:off x="6501245" y="3210917"/>
              <a:ext cx="35717" cy="20014"/>
            </a:xfrm>
            <a:custGeom>
              <a:avLst/>
              <a:gdLst/>
              <a:ahLst/>
              <a:cxnLst/>
              <a:rect l="l" t="t" r="r" b="b"/>
              <a:pathLst>
                <a:path w="671" h="376" extrusionOk="0">
                  <a:moveTo>
                    <a:pt x="670" y="0"/>
                  </a:moveTo>
                  <a:lnTo>
                    <a:pt x="1" y="34"/>
                  </a:lnTo>
                  <a:cubicBezTo>
                    <a:pt x="1" y="34"/>
                    <a:pt x="18" y="302"/>
                    <a:pt x="352" y="369"/>
                  </a:cubicBezTo>
                  <a:cubicBezTo>
                    <a:pt x="375" y="373"/>
                    <a:pt x="396" y="376"/>
                    <a:pt x="416" y="376"/>
                  </a:cubicBezTo>
                  <a:cubicBezTo>
                    <a:pt x="670" y="376"/>
                    <a:pt x="670" y="0"/>
                    <a:pt x="670" y="0"/>
                  </a:cubicBezTo>
                  <a:close/>
                </a:path>
              </a:pathLst>
            </a:custGeom>
            <a:solidFill>
              <a:srgbClr val="4229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6" name="Google Shape;10816;p28"/>
            <p:cNvSpPr/>
            <p:nvPr/>
          </p:nvSpPr>
          <p:spPr>
            <a:xfrm>
              <a:off x="6505716" y="3212674"/>
              <a:ext cx="28585" cy="9901"/>
            </a:xfrm>
            <a:custGeom>
              <a:avLst/>
              <a:gdLst/>
              <a:ahLst/>
              <a:cxnLst/>
              <a:rect l="l" t="t" r="r" b="b"/>
              <a:pathLst>
                <a:path w="537" h="186" extrusionOk="0">
                  <a:moveTo>
                    <a:pt x="536" y="1"/>
                  </a:moveTo>
                  <a:lnTo>
                    <a:pt x="0" y="51"/>
                  </a:lnTo>
                  <a:cubicBezTo>
                    <a:pt x="0" y="51"/>
                    <a:pt x="0" y="135"/>
                    <a:pt x="67" y="185"/>
                  </a:cubicBezTo>
                  <a:lnTo>
                    <a:pt x="503" y="168"/>
                  </a:lnTo>
                  <a:cubicBezTo>
                    <a:pt x="536" y="85"/>
                    <a:pt x="536" y="1"/>
                    <a:pt x="536" y="1"/>
                  </a:cubicBezTo>
                  <a:close/>
                </a:path>
              </a:pathLst>
            </a:custGeom>
            <a:solidFill>
              <a:srgbClr val="FFEF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7" name="Google Shape;10817;p28"/>
            <p:cNvSpPr/>
            <p:nvPr/>
          </p:nvSpPr>
          <p:spPr>
            <a:xfrm>
              <a:off x="5288615" y="3545948"/>
              <a:ext cx="27680" cy="558702"/>
            </a:xfrm>
            <a:custGeom>
              <a:avLst/>
              <a:gdLst/>
              <a:ahLst/>
              <a:cxnLst/>
              <a:rect l="l" t="t" r="r" b="b"/>
              <a:pathLst>
                <a:path w="520" h="10496" extrusionOk="0">
                  <a:moveTo>
                    <a:pt x="335" y="0"/>
                  </a:moveTo>
                  <a:lnTo>
                    <a:pt x="135" y="201"/>
                  </a:lnTo>
                  <a:lnTo>
                    <a:pt x="1" y="10495"/>
                  </a:lnTo>
                  <a:lnTo>
                    <a:pt x="520" y="10495"/>
                  </a:lnTo>
                  <a:lnTo>
                    <a:pt x="33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8" name="Google Shape;10818;p28"/>
            <p:cNvSpPr/>
            <p:nvPr/>
          </p:nvSpPr>
          <p:spPr>
            <a:xfrm>
              <a:off x="5164750" y="4094803"/>
              <a:ext cx="279830" cy="20547"/>
            </a:xfrm>
            <a:custGeom>
              <a:avLst/>
              <a:gdLst/>
              <a:ahLst/>
              <a:cxnLst/>
              <a:rect l="l" t="t" r="r" b="b"/>
              <a:pathLst>
                <a:path w="5257" h="386" extrusionOk="0">
                  <a:moveTo>
                    <a:pt x="1039" y="0"/>
                  </a:moveTo>
                  <a:lnTo>
                    <a:pt x="1" y="385"/>
                  </a:lnTo>
                  <a:lnTo>
                    <a:pt x="5257" y="385"/>
                  </a:lnTo>
                  <a:lnTo>
                    <a:pt x="42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9" name="Google Shape;10819;p28"/>
            <p:cNvSpPr/>
            <p:nvPr/>
          </p:nvSpPr>
          <p:spPr>
            <a:xfrm>
              <a:off x="5022200" y="2218336"/>
              <a:ext cx="543585" cy="1555487"/>
            </a:xfrm>
            <a:custGeom>
              <a:avLst/>
              <a:gdLst/>
              <a:ahLst/>
              <a:cxnLst/>
              <a:rect l="l" t="t" r="r" b="b"/>
              <a:pathLst>
                <a:path w="10212" h="29222" extrusionOk="0">
                  <a:moveTo>
                    <a:pt x="3014" y="1"/>
                  </a:moveTo>
                  <a:cubicBezTo>
                    <a:pt x="1039" y="7818"/>
                    <a:pt x="1" y="18815"/>
                    <a:pt x="871" y="27854"/>
                  </a:cubicBezTo>
                  <a:cubicBezTo>
                    <a:pt x="2539" y="28780"/>
                    <a:pt x="4071" y="29222"/>
                    <a:pt x="5525" y="29222"/>
                  </a:cubicBezTo>
                  <a:cubicBezTo>
                    <a:pt x="7092" y="29222"/>
                    <a:pt x="8569" y="28709"/>
                    <a:pt x="10027" y="27736"/>
                  </a:cubicBezTo>
                  <a:cubicBezTo>
                    <a:pt x="10027" y="27736"/>
                    <a:pt x="10211" y="9809"/>
                    <a:pt x="8554" y="2026"/>
                  </a:cubicBezTo>
                  <a:cubicBezTo>
                    <a:pt x="8554" y="2026"/>
                    <a:pt x="6897" y="335"/>
                    <a:pt x="3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0" name="Google Shape;10820;p28"/>
            <p:cNvSpPr/>
            <p:nvPr/>
          </p:nvSpPr>
          <p:spPr>
            <a:xfrm>
              <a:off x="5059621" y="2235263"/>
              <a:ext cx="404601" cy="1225461"/>
            </a:xfrm>
            <a:custGeom>
              <a:avLst/>
              <a:gdLst/>
              <a:ahLst/>
              <a:cxnLst/>
              <a:rect l="l" t="t" r="r" b="b"/>
              <a:pathLst>
                <a:path w="7601" h="23022" extrusionOk="0">
                  <a:moveTo>
                    <a:pt x="2562" y="1"/>
                  </a:moveTo>
                  <a:cubicBezTo>
                    <a:pt x="972" y="6328"/>
                    <a:pt x="1" y="14865"/>
                    <a:pt x="252" y="22598"/>
                  </a:cubicBezTo>
                  <a:cubicBezTo>
                    <a:pt x="1085" y="22884"/>
                    <a:pt x="1894" y="23022"/>
                    <a:pt x="2690" y="23022"/>
                  </a:cubicBezTo>
                  <a:cubicBezTo>
                    <a:pt x="4038" y="23022"/>
                    <a:pt x="5347" y="22625"/>
                    <a:pt x="6663" y="21878"/>
                  </a:cubicBezTo>
                  <a:cubicBezTo>
                    <a:pt x="6663" y="21878"/>
                    <a:pt x="7600" y="9826"/>
                    <a:pt x="7265" y="1474"/>
                  </a:cubicBezTo>
                  <a:cubicBezTo>
                    <a:pt x="6495" y="972"/>
                    <a:pt x="4989" y="202"/>
                    <a:pt x="2562"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1" name="Google Shape;10821;p28"/>
            <p:cNvSpPr/>
            <p:nvPr/>
          </p:nvSpPr>
          <p:spPr>
            <a:xfrm>
              <a:off x="6476333" y="2195181"/>
              <a:ext cx="30341" cy="114072"/>
            </a:xfrm>
            <a:custGeom>
              <a:avLst/>
              <a:gdLst/>
              <a:ahLst/>
              <a:cxnLst/>
              <a:rect l="l" t="t" r="r" b="b"/>
              <a:pathLst>
                <a:path w="570" h="2143" extrusionOk="0">
                  <a:moveTo>
                    <a:pt x="67" y="0"/>
                  </a:moveTo>
                  <a:lnTo>
                    <a:pt x="0" y="2143"/>
                  </a:lnTo>
                  <a:lnTo>
                    <a:pt x="569" y="2143"/>
                  </a:lnTo>
                  <a:lnTo>
                    <a:pt x="5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2" name="Google Shape;10822;p28"/>
            <p:cNvSpPr/>
            <p:nvPr/>
          </p:nvSpPr>
          <p:spPr>
            <a:xfrm>
              <a:off x="7089328" y="2195181"/>
              <a:ext cx="30341" cy="114072"/>
            </a:xfrm>
            <a:custGeom>
              <a:avLst/>
              <a:gdLst/>
              <a:ahLst/>
              <a:cxnLst/>
              <a:rect l="l" t="t" r="r" b="b"/>
              <a:pathLst>
                <a:path w="570" h="2143" extrusionOk="0">
                  <a:moveTo>
                    <a:pt x="67" y="0"/>
                  </a:moveTo>
                  <a:lnTo>
                    <a:pt x="0" y="2143"/>
                  </a:lnTo>
                  <a:lnTo>
                    <a:pt x="569" y="2143"/>
                  </a:lnTo>
                  <a:lnTo>
                    <a:pt x="5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3" name="Google Shape;10823;p28"/>
            <p:cNvSpPr/>
            <p:nvPr/>
          </p:nvSpPr>
          <p:spPr>
            <a:xfrm>
              <a:off x="5912310" y="2195181"/>
              <a:ext cx="29436" cy="114072"/>
            </a:xfrm>
            <a:custGeom>
              <a:avLst/>
              <a:gdLst/>
              <a:ahLst/>
              <a:cxnLst/>
              <a:rect l="l" t="t" r="r" b="b"/>
              <a:pathLst>
                <a:path w="553" h="2143" extrusionOk="0">
                  <a:moveTo>
                    <a:pt x="51" y="0"/>
                  </a:moveTo>
                  <a:lnTo>
                    <a:pt x="1" y="2143"/>
                  </a:lnTo>
                  <a:lnTo>
                    <a:pt x="553" y="2143"/>
                  </a:lnTo>
                  <a:lnTo>
                    <a:pt x="55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24" name="Google Shape;10824;p28"/>
            <p:cNvGrpSpPr/>
            <p:nvPr/>
          </p:nvGrpSpPr>
          <p:grpSpPr>
            <a:xfrm>
              <a:off x="5634343" y="1676400"/>
              <a:ext cx="1828344" cy="543799"/>
              <a:chOff x="5634343" y="1676400"/>
              <a:chExt cx="1828344" cy="543799"/>
            </a:xfrm>
          </p:grpSpPr>
          <p:sp>
            <p:nvSpPr>
              <p:cNvPr id="10825" name="Google Shape;10825;p28"/>
              <p:cNvSpPr/>
              <p:nvPr/>
            </p:nvSpPr>
            <p:spPr>
              <a:xfrm>
                <a:off x="5634343" y="2194276"/>
                <a:ext cx="1828344" cy="25923"/>
              </a:xfrm>
              <a:custGeom>
                <a:avLst/>
                <a:gdLst/>
                <a:ahLst/>
                <a:cxnLst/>
                <a:rect l="l" t="t" r="r" b="b"/>
                <a:pathLst>
                  <a:path w="34348" h="487" extrusionOk="0">
                    <a:moveTo>
                      <a:pt x="0" y="1"/>
                    </a:moveTo>
                    <a:lnTo>
                      <a:pt x="0" y="486"/>
                    </a:lnTo>
                    <a:lnTo>
                      <a:pt x="34348" y="486"/>
                    </a:lnTo>
                    <a:lnTo>
                      <a:pt x="3434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6" name="Google Shape;10826;p28"/>
              <p:cNvSpPr/>
              <p:nvPr/>
            </p:nvSpPr>
            <p:spPr>
              <a:xfrm>
                <a:off x="5673520" y="1693434"/>
                <a:ext cx="330612" cy="514628"/>
              </a:xfrm>
              <a:custGeom>
                <a:avLst/>
                <a:gdLst/>
                <a:ahLst/>
                <a:cxnLst/>
                <a:rect l="l" t="t" r="r" b="b"/>
                <a:pathLst>
                  <a:path w="6211" h="9668" extrusionOk="0">
                    <a:moveTo>
                      <a:pt x="2198" y="1046"/>
                    </a:moveTo>
                    <a:cubicBezTo>
                      <a:pt x="2490" y="1046"/>
                      <a:pt x="2967" y="1095"/>
                      <a:pt x="3616" y="1225"/>
                    </a:cubicBezTo>
                    <a:cubicBezTo>
                      <a:pt x="4487" y="1392"/>
                      <a:pt x="4989" y="1877"/>
                      <a:pt x="4989" y="3066"/>
                    </a:cubicBezTo>
                    <a:cubicBezTo>
                      <a:pt x="4989" y="4238"/>
                      <a:pt x="4085" y="4438"/>
                      <a:pt x="3599" y="4438"/>
                    </a:cubicBezTo>
                    <a:cubicBezTo>
                      <a:pt x="3332" y="4438"/>
                      <a:pt x="2947" y="4438"/>
                      <a:pt x="2562" y="4422"/>
                    </a:cubicBezTo>
                    <a:lnTo>
                      <a:pt x="1909" y="4371"/>
                    </a:lnTo>
                    <a:lnTo>
                      <a:pt x="1892" y="3836"/>
                    </a:lnTo>
                    <a:cubicBezTo>
                      <a:pt x="1859" y="3518"/>
                      <a:pt x="1859" y="3116"/>
                      <a:pt x="1909" y="2748"/>
                    </a:cubicBezTo>
                    <a:cubicBezTo>
                      <a:pt x="1942" y="2363"/>
                      <a:pt x="1942" y="1978"/>
                      <a:pt x="1976" y="1643"/>
                    </a:cubicBezTo>
                    <a:cubicBezTo>
                      <a:pt x="1993" y="1425"/>
                      <a:pt x="1993" y="1241"/>
                      <a:pt x="1993" y="1057"/>
                    </a:cubicBezTo>
                    <a:cubicBezTo>
                      <a:pt x="2045" y="1050"/>
                      <a:pt x="2114" y="1046"/>
                      <a:pt x="2198" y="1046"/>
                    </a:cubicBezTo>
                    <a:close/>
                    <a:moveTo>
                      <a:pt x="228" y="1"/>
                    </a:moveTo>
                    <a:cubicBezTo>
                      <a:pt x="141" y="1"/>
                      <a:pt x="84" y="92"/>
                      <a:pt x="84" y="354"/>
                    </a:cubicBezTo>
                    <a:cubicBezTo>
                      <a:pt x="84" y="438"/>
                      <a:pt x="84" y="572"/>
                      <a:pt x="101" y="706"/>
                    </a:cubicBezTo>
                    <a:cubicBezTo>
                      <a:pt x="118" y="789"/>
                      <a:pt x="118" y="1007"/>
                      <a:pt x="118" y="1292"/>
                    </a:cubicBezTo>
                    <a:cubicBezTo>
                      <a:pt x="118" y="2915"/>
                      <a:pt x="17" y="6983"/>
                      <a:pt x="17" y="7485"/>
                    </a:cubicBezTo>
                    <a:cubicBezTo>
                      <a:pt x="17" y="8071"/>
                      <a:pt x="1" y="8941"/>
                      <a:pt x="1" y="9209"/>
                    </a:cubicBezTo>
                    <a:cubicBezTo>
                      <a:pt x="1" y="9452"/>
                      <a:pt x="14" y="9668"/>
                      <a:pt x="268" y="9668"/>
                    </a:cubicBezTo>
                    <a:cubicBezTo>
                      <a:pt x="293" y="9668"/>
                      <a:pt x="321" y="9665"/>
                      <a:pt x="352" y="9661"/>
                    </a:cubicBezTo>
                    <a:cubicBezTo>
                      <a:pt x="587" y="9627"/>
                      <a:pt x="988" y="9611"/>
                      <a:pt x="1239" y="9611"/>
                    </a:cubicBezTo>
                    <a:cubicBezTo>
                      <a:pt x="1340" y="9611"/>
                      <a:pt x="1423" y="9611"/>
                      <a:pt x="1474" y="9627"/>
                    </a:cubicBezTo>
                    <a:cubicBezTo>
                      <a:pt x="1506" y="9642"/>
                      <a:pt x="1542" y="9649"/>
                      <a:pt x="1580" y="9649"/>
                    </a:cubicBezTo>
                    <a:cubicBezTo>
                      <a:pt x="1762" y="9649"/>
                      <a:pt x="1981" y="9491"/>
                      <a:pt x="1926" y="9242"/>
                    </a:cubicBezTo>
                    <a:cubicBezTo>
                      <a:pt x="1892" y="9108"/>
                      <a:pt x="1892" y="8188"/>
                      <a:pt x="1892" y="7301"/>
                    </a:cubicBezTo>
                    <a:cubicBezTo>
                      <a:pt x="1892" y="6799"/>
                      <a:pt x="1892" y="6213"/>
                      <a:pt x="1909" y="5593"/>
                    </a:cubicBezTo>
                    <a:cubicBezTo>
                      <a:pt x="2177" y="5593"/>
                      <a:pt x="2444" y="5543"/>
                      <a:pt x="2729" y="5526"/>
                    </a:cubicBezTo>
                    <a:cubicBezTo>
                      <a:pt x="3164" y="5493"/>
                      <a:pt x="3683" y="5443"/>
                      <a:pt x="3984" y="5443"/>
                    </a:cubicBezTo>
                    <a:cubicBezTo>
                      <a:pt x="4570" y="5443"/>
                      <a:pt x="6211" y="5024"/>
                      <a:pt x="6211" y="2982"/>
                    </a:cubicBezTo>
                    <a:cubicBezTo>
                      <a:pt x="6211" y="923"/>
                      <a:pt x="5156" y="103"/>
                      <a:pt x="4001" y="36"/>
                    </a:cubicBezTo>
                    <a:cubicBezTo>
                      <a:pt x="3549" y="19"/>
                      <a:pt x="3081" y="3"/>
                      <a:pt x="2612" y="3"/>
                    </a:cubicBezTo>
                    <a:cubicBezTo>
                      <a:pt x="1909" y="3"/>
                      <a:pt x="1256" y="19"/>
                      <a:pt x="1105" y="19"/>
                    </a:cubicBezTo>
                    <a:cubicBezTo>
                      <a:pt x="771" y="19"/>
                      <a:pt x="369" y="19"/>
                      <a:pt x="252" y="3"/>
                    </a:cubicBezTo>
                    <a:cubicBezTo>
                      <a:pt x="244" y="1"/>
                      <a:pt x="236" y="1"/>
                      <a:pt x="2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7" name="Google Shape;10827;p28"/>
              <p:cNvSpPr/>
              <p:nvPr/>
            </p:nvSpPr>
            <p:spPr>
              <a:xfrm>
                <a:off x="6037506" y="1691784"/>
                <a:ext cx="59298" cy="524049"/>
              </a:xfrm>
              <a:custGeom>
                <a:avLst/>
                <a:gdLst/>
                <a:ahLst/>
                <a:cxnLst/>
                <a:rect l="l" t="t" r="r" b="b"/>
                <a:pathLst>
                  <a:path w="1114" h="9845" extrusionOk="0">
                    <a:moveTo>
                      <a:pt x="461" y="0"/>
                    </a:moveTo>
                    <a:cubicBezTo>
                      <a:pt x="277" y="0"/>
                      <a:pt x="226" y="168"/>
                      <a:pt x="226" y="352"/>
                    </a:cubicBezTo>
                    <a:cubicBezTo>
                      <a:pt x="226" y="452"/>
                      <a:pt x="260" y="536"/>
                      <a:pt x="260" y="636"/>
                    </a:cubicBezTo>
                    <a:cubicBezTo>
                      <a:pt x="293" y="971"/>
                      <a:pt x="143" y="3649"/>
                      <a:pt x="143" y="4553"/>
                    </a:cubicBezTo>
                    <a:cubicBezTo>
                      <a:pt x="143" y="5474"/>
                      <a:pt x="92" y="8738"/>
                      <a:pt x="92" y="9257"/>
                    </a:cubicBezTo>
                    <a:cubicBezTo>
                      <a:pt x="92" y="9798"/>
                      <a:pt x="0" y="9844"/>
                      <a:pt x="237" y="9844"/>
                    </a:cubicBezTo>
                    <a:cubicBezTo>
                      <a:pt x="285" y="9844"/>
                      <a:pt x="347" y="9842"/>
                      <a:pt x="427" y="9842"/>
                    </a:cubicBezTo>
                    <a:cubicBezTo>
                      <a:pt x="578" y="9842"/>
                      <a:pt x="762" y="9842"/>
                      <a:pt x="846" y="9792"/>
                    </a:cubicBezTo>
                    <a:cubicBezTo>
                      <a:pt x="929" y="9742"/>
                      <a:pt x="996" y="9709"/>
                      <a:pt x="996" y="9558"/>
                    </a:cubicBezTo>
                    <a:cubicBezTo>
                      <a:pt x="996" y="9508"/>
                      <a:pt x="996" y="9457"/>
                      <a:pt x="963" y="9374"/>
                    </a:cubicBezTo>
                    <a:cubicBezTo>
                      <a:pt x="929" y="9006"/>
                      <a:pt x="879" y="6612"/>
                      <a:pt x="879" y="5892"/>
                    </a:cubicBezTo>
                    <a:cubicBezTo>
                      <a:pt x="879" y="5189"/>
                      <a:pt x="996" y="2846"/>
                      <a:pt x="996" y="2092"/>
                    </a:cubicBezTo>
                    <a:cubicBezTo>
                      <a:pt x="996" y="1339"/>
                      <a:pt x="1013" y="804"/>
                      <a:pt x="1097" y="536"/>
                    </a:cubicBezTo>
                    <a:cubicBezTo>
                      <a:pt x="1097" y="435"/>
                      <a:pt x="1113" y="301"/>
                      <a:pt x="1113" y="201"/>
                    </a:cubicBezTo>
                    <a:cubicBezTo>
                      <a:pt x="1113" y="101"/>
                      <a:pt x="1063" y="17"/>
                      <a:pt x="963" y="17"/>
                    </a:cubicBezTo>
                    <a:cubicBezTo>
                      <a:pt x="762" y="17"/>
                      <a:pt x="561" y="0"/>
                      <a:pt x="4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8" name="Google Shape;10828;p28"/>
              <p:cNvSpPr/>
              <p:nvPr/>
            </p:nvSpPr>
            <p:spPr>
              <a:xfrm>
                <a:off x="6136833" y="1689069"/>
                <a:ext cx="386769" cy="516863"/>
              </a:xfrm>
              <a:custGeom>
                <a:avLst/>
                <a:gdLst/>
                <a:ahLst/>
                <a:cxnLst/>
                <a:rect l="l" t="t" r="r" b="b"/>
                <a:pathLst>
                  <a:path w="7266" h="9710" extrusionOk="0">
                    <a:moveTo>
                      <a:pt x="235" y="1"/>
                    </a:moveTo>
                    <a:cubicBezTo>
                      <a:pt x="151" y="1"/>
                      <a:pt x="84" y="18"/>
                      <a:pt x="68" y="135"/>
                    </a:cubicBezTo>
                    <a:cubicBezTo>
                      <a:pt x="1" y="403"/>
                      <a:pt x="1" y="570"/>
                      <a:pt x="1" y="671"/>
                    </a:cubicBezTo>
                    <a:cubicBezTo>
                      <a:pt x="1" y="743"/>
                      <a:pt x="51" y="865"/>
                      <a:pt x="354" y="865"/>
                    </a:cubicBezTo>
                    <a:cubicBezTo>
                      <a:pt x="403" y="865"/>
                      <a:pt x="457" y="862"/>
                      <a:pt x="520" y="855"/>
                    </a:cubicBezTo>
                    <a:cubicBezTo>
                      <a:pt x="654" y="855"/>
                      <a:pt x="972" y="838"/>
                      <a:pt x="1357" y="838"/>
                    </a:cubicBezTo>
                    <a:cubicBezTo>
                      <a:pt x="2344" y="838"/>
                      <a:pt x="3867" y="888"/>
                      <a:pt x="4236" y="888"/>
                    </a:cubicBezTo>
                    <a:cubicBezTo>
                      <a:pt x="4340" y="895"/>
                      <a:pt x="4490" y="899"/>
                      <a:pt x="4665" y="899"/>
                    </a:cubicBezTo>
                    <a:cubicBezTo>
                      <a:pt x="4914" y="899"/>
                      <a:pt x="5214" y="891"/>
                      <a:pt x="5508" y="871"/>
                    </a:cubicBezTo>
                    <a:lnTo>
                      <a:pt x="6328" y="871"/>
                    </a:lnTo>
                    <a:lnTo>
                      <a:pt x="5776" y="1742"/>
                    </a:lnTo>
                    <a:cubicBezTo>
                      <a:pt x="5457" y="2210"/>
                      <a:pt x="5039" y="2796"/>
                      <a:pt x="4704" y="3215"/>
                    </a:cubicBezTo>
                    <a:cubicBezTo>
                      <a:pt x="4035" y="4052"/>
                      <a:pt x="2662" y="5843"/>
                      <a:pt x="2327" y="6261"/>
                    </a:cubicBezTo>
                    <a:cubicBezTo>
                      <a:pt x="1993" y="6629"/>
                      <a:pt x="520" y="8655"/>
                      <a:pt x="352" y="8889"/>
                    </a:cubicBezTo>
                    <a:cubicBezTo>
                      <a:pt x="168" y="9157"/>
                      <a:pt x="101" y="9358"/>
                      <a:pt x="101" y="9458"/>
                    </a:cubicBezTo>
                    <a:cubicBezTo>
                      <a:pt x="101" y="9559"/>
                      <a:pt x="68" y="9709"/>
                      <a:pt x="285" y="9709"/>
                    </a:cubicBezTo>
                    <a:lnTo>
                      <a:pt x="369" y="9709"/>
                    </a:lnTo>
                    <a:cubicBezTo>
                      <a:pt x="737" y="9659"/>
                      <a:pt x="2277" y="9659"/>
                      <a:pt x="2779" y="9659"/>
                    </a:cubicBezTo>
                    <a:cubicBezTo>
                      <a:pt x="3265" y="9659"/>
                      <a:pt x="5642" y="9609"/>
                      <a:pt x="5976" y="9609"/>
                    </a:cubicBezTo>
                    <a:cubicBezTo>
                      <a:pt x="6070" y="9599"/>
                      <a:pt x="6161" y="9595"/>
                      <a:pt x="6251" y="9595"/>
                    </a:cubicBezTo>
                    <a:cubicBezTo>
                      <a:pt x="6468" y="9595"/>
                      <a:pt x="6674" y="9619"/>
                      <a:pt x="6864" y="9642"/>
                    </a:cubicBezTo>
                    <a:cubicBezTo>
                      <a:pt x="6947" y="9642"/>
                      <a:pt x="7014" y="9659"/>
                      <a:pt x="7064" y="9659"/>
                    </a:cubicBezTo>
                    <a:cubicBezTo>
                      <a:pt x="7198" y="9659"/>
                      <a:pt x="7265" y="9626"/>
                      <a:pt x="7265" y="9492"/>
                    </a:cubicBezTo>
                    <a:cubicBezTo>
                      <a:pt x="7265" y="9324"/>
                      <a:pt x="7232" y="9123"/>
                      <a:pt x="7232" y="9057"/>
                    </a:cubicBezTo>
                    <a:cubicBezTo>
                      <a:pt x="7232" y="8990"/>
                      <a:pt x="7265" y="8906"/>
                      <a:pt x="7131" y="8906"/>
                    </a:cubicBezTo>
                    <a:lnTo>
                      <a:pt x="7115" y="8906"/>
                    </a:lnTo>
                    <a:lnTo>
                      <a:pt x="6211" y="8939"/>
                    </a:lnTo>
                    <a:cubicBezTo>
                      <a:pt x="5943" y="8939"/>
                      <a:pt x="5206" y="8872"/>
                      <a:pt x="4972" y="8872"/>
                    </a:cubicBezTo>
                    <a:cubicBezTo>
                      <a:pt x="4855" y="8872"/>
                      <a:pt x="3934" y="8856"/>
                      <a:pt x="3047" y="8856"/>
                    </a:cubicBezTo>
                    <a:cubicBezTo>
                      <a:pt x="2528" y="8856"/>
                      <a:pt x="1942" y="8856"/>
                      <a:pt x="1290" y="8822"/>
                    </a:cubicBezTo>
                    <a:lnTo>
                      <a:pt x="1658" y="8236"/>
                    </a:lnTo>
                    <a:cubicBezTo>
                      <a:pt x="1859" y="7935"/>
                      <a:pt x="2043" y="7567"/>
                      <a:pt x="2193" y="7399"/>
                    </a:cubicBezTo>
                    <a:cubicBezTo>
                      <a:pt x="2445" y="7065"/>
                      <a:pt x="3081" y="6228"/>
                      <a:pt x="3298" y="5943"/>
                    </a:cubicBezTo>
                    <a:cubicBezTo>
                      <a:pt x="3533" y="5642"/>
                      <a:pt x="4554" y="4303"/>
                      <a:pt x="4855" y="3868"/>
                    </a:cubicBezTo>
                    <a:cubicBezTo>
                      <a:pt x="5173" y="3432"/>
                      <a:pt x="5943" y="2277"/>
                      <a:pt x="6278" y="1842"/>
                    </a:cubicBezTo>
                    <a:cubicBezTo>
                      <a:pt x="6612" y="1407"/>
                      <a:pt x="6981" y="1106"/>
                      <a:pt x="7031" y="821"/>
                    </a:cubicBezTo>
                    <a:cubicBezTo>
                      <a:pt x="7064" y="537"/>
                      <a:pt x="7098" y="419"/>
                      <a:pt x="7098" y="319"/>
                    </a:cubicBezTo>
                    <a:cubicBezTo>
                      <a:pt x="7098" y="235"/>
                      <a:pt x="7148" y="118"/>
                      <a:pt x="6964" y="118"/>
                    </a:cubicBezTo>
                    <a:cubicBezTo>
                      <a:pt x="6930" y="118"/>
                      <a:pt x="6897" y="152"/>
                      <a:pt x="6864" y="152"/>
                    </a:cubicBezTo>
                    <a:cubicBezTo>
                      <a:pt x="6797" y="168"/>
                      <a:pt x="6679" y="168"/>
                      <a:pt x="6562" y="168"/>
                    </a:cubicBezTo>
                    <a:cubicBezTo>
                      <a:pt x="6227" y="168"/>
                      <a:pt x="5776" y="135"/>
                      <a:pt x="5457" y="101"/>
                    </a:cubicBezTo>
                    <a:cubicBezTo>
                      <a:pt x="5022" y="68"/>
                      <a:pt x="4018" y="68"/>
                      <a:pt x="3600" y="68"/>
                    </a:cubicBezTo>
                    <a:cubicBezTo>
                      <a:pt x="3164" y="68"/>
                      <a:pt x="2461" y="34"/>
                      <a:pt x="2093" y="34"/>
                    </a:cubicBezTo>
                    <a:lnTo>
                      <a:pt x="737" y="68"/>
                    </a:lnTo>
                    <a:cubicBezTo>
                      <a:pt x="536" y="68"/>
                      <a:pt x="369" y="1"/>
                      <a:pt x="2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9" name="Google Shape;10829;p28"/>
              <p:cNvSpPr/>
              <p:nvPr/>
            </p:nvSpPr>
            <p:spPr>
              <a:xfrm>
                <a:off x="6559159" y="1698011"/>
                <a:ext cx="409924" cy="514149"/>
              </a:xfrm>
              <a:custGeom>
                <a:avLst/>
                <a:gdLst/>
                <a:ahLst/>
                <a:cxnLst/>
                <a:rect l="l" t="t" r="r" b="b"/>
                <a:pathLst>
                  <a:path w="7701" h="9659" extrusionOk="0">
                    <a:moveTo>
                      <a:pt x="2277" y="0"/>
                    </a:moveTo>
                    <a:cubicBezTo>
                      <a:pt x="1708" y="0"/>
                      <a:pt x="988" y="67"/>
                      <a:pt x="536" y="67"/>
                    </a:cubicBezTo>
                    <a:cubicBezTo>
                      <a:pt x="459" y="67"/>
                      <a:pt x="377" y="55"/>
                      <a:pt x="306" y="55"/>
                    </a:cubicBezTo>
                    <a:cubicBezTo>
                      <a:pt x="192" y="55"/>
                      <a:pt x="108" y="87"/>
                      <a:pt x="118" y="251"/>
                    </a:cubicBezTo>
                    <a:cubicBezTo>
                      <a:pt x="151" y="519"/>
                      <a:pt x="168" y="687"/>
                      <a:pt x="168" y="804"/>
                    </a:cubicBezTo>
                    <a:cubicBezTo>
                      <a:pt x="168" y="904"/>
                      <a:pt x="101" y="954"/>
                      <a:pt x="319" y="988"/>
                    </a:cubicBezTo>
                    <a:lnTo>
                      <a:pt x="905" y="988"/>
                    </a:lnTo>
                    <a:cubicBezTo>
                      <a:pt x="1290" y="988"/>
                      <a:pt x="1758" y="988"/>
                      <a:pt x="1876" y="1005"/>
                    </a:cubicBezTo>
                    <a:cubicBezTo>
                      <a:pt x="1942" y="1021"/>
                      <a:pt x="2026" y="1021"/>
                      <a:pt x="2127" y="1021"/>
                    </a:cubicBezTo>
                    <a:cubicBezTo>
                      <a:pt x="2378" y="1021"/>
                      <a:pt x="2746" y="1005"/>
                      <a:pt x="2964" y="1005"/>
                    </a:cubicBezTo>
                    <a:lnTo>
                      <a:pt x="4470" y="1021"/>
                    </a:lnTo>
                    <a:lnTo>
                      <a:pt x="4755" y="1038"/>
                    </a:lnTo>
                    <a:cubicBezTo>
                      <a:pt x="4788" y="1072"/>
                      <a:pt x="4821" y="1072"/>
                      <a:pt x="4872" y="1072"/>
                    </a:cubicBezTo>
                    <a:lnTo>
                      <a:pt x="4621" y="1607"/>
                    </a:lnTo>
                    <a:cubicBezTo>
                      <a:pt x="4453" y="1925"/>
                      <a:pt x="4286" y="2277"/>
                      <a:pt x="4118" y="2511"/>
                    </a:cubicBezTo>
                    <a:cubicBezTo>
                      <a:pt x="3800" y="2946"/>
                      <a:pt x="2913" y="4118"/>
                      <a:pt x="2662" y="4536"/>
                    </a:cubicBezTo>
                    <a:cubicBezTo>
                      <a:pt x="2378" y="4972"/>
                      <a:pt x="1022" y="6813"/>
                      <a:pt x="754" y="7148"/>
                    </a:cubicBezTo>
                    <a:cubicBezTo>
                      <a:pt x="453" y="7482"/>
                      <a:pt x="168" y="7734"/>
                      <a:pt x="168" y="7968"/>
                    </a:cubicBezTo>
                    <a:cubicBezTo>
                      <a:pt x="168" y="8202"/>
                      <a:pt x="101" y="8989"/>
                      <a:pt x="101" y="9190"/>
                    </a:cubicBezTo>
                    <a:cubicBezTo>
                      <a:pt x="101" y="9407"/>
                      <a:pt x="1" y="9642"/>
                      <a:pt x="520" y="9642"/>
                    </a:cubicBezTo>
                    <a:lnTo>
                      <a:pt x="3884" y="9642"/>
                    </a:lnTo>
                    <a:cubicBezTo>
                      <a:pt x="4269" y="9642"/>
                      <a:pt x="5022" y="9658"/>
                      <a:pt x="5642" y="9658"/>
                    </a:cubicBezTo>
                    <a:cubicBezTo>
                      <a:pt x="5960" y="9658"/>
                      <a:pt x="6261" y="9658"/>
                      <a:pt x="6445" y="9642"/>
                    </a:cubicBezTo>
                    <a:cubicBezTo>
                      <a:pt x="7031" y="9541"/>
                      <a:pt x="7282" y="9575"/>
                      <a:pt x="7466" y="9541"/>
                    </a:cubicBezTo>
                    <a:cubicBezTo>
                      <a:pt x="7634" y="9525"/>
                      <a:pt x="7650" y="9525"/>
                      <a:pt x="7650" y="9324"/>
                    </a:cubicBezTo>
                    <a:lnTo>
                      <a:pt x="7650" y="9240"/>
                    </a:lnTo>
                    <a:cubicBezTo>
                      <a:pt x="7650" y="9022"/>
                      <a:pt x="7684" y="8453"/>
                      <a:pt x="7684" y="8236"/>
                    </a:cubicBezTo>
                    <a:cubicBezTo>
                      <a:pt x="7650" y="8052"/>
                      <a:pt x="7701" y="7817"/>
                      <a:pt x="7399" y="7817"/>
                    </a:cubicBezTo>
                    <a:cubicBezTo>
                      <a:pt x="7115" y="7817"/>
                      <a:pt x="5675" y="7901"/>
                      <a:pt x="5123" y="7901"/>
                    </a:cubicBezTo>
                    <a:cubicBezTo>
                      <a:pt x="4587" y="7901"/>
                      <a:pt x="4202" y="7934"/>
                      <a:pt x="3616" y="7934"/>
                    </a:cubicBezTo>
                    <a:cubicBezTo>
                      <a:pt x="3349" y="7934"/>
                      <a:pt x="2947" y="7918"/>
                      <a:pt x="2629" y="7867"/>
                    </a:cubicBezTo>
                    <a:cubicBezTo>
                      <a:pt x="2445" y="7867"/>
                      <a:pt x="2260" y="7834"/>
                      <a:pt x="2060" y="7801"/>
                    </a:cubicBezTo>
                    <a:lnTo>
                      <a:pt x="3382" y="6009"/>
                    </a:lnTo>
                    <a:cubicBezTo>
                      <a:pt x="4068" y="5072"/>
                      <a:pt x="4788" y="4051"/>
                      <a:pt x="5056" y="3683"/>
                    </a:cubicBezTo>
                    <a:cubicBezTo>
                      <a:pt x="5575" y="2997"/>
                      <a:pt x="6813" y="1189"/>
                      <a:pt x="6964" y="954"/>
                    </a:cubicBezTo>
                    <a:cubicBezTo>
                      <a:pt x="7115" y="754"/>
                      <a:pt x="7081" y="352"/>
                      <a:pt x="7081" y="251"/>
                    </a:cubicBezTo>
                    <a:cubicBezTo>
                      <a:pt x="7081" y="151"/>
                      <a:pt x="7115" y="17"/>
                      <a:pt x="6897" y="17"/>
                    </a:cubicBezTo>
                    <a:cubicBezTo>
                      <a:pt x="6864" y="17"/>
                      <a:pt x="6847" y="51"/>
                      <a:pt x="6797" y="51"/>
                    </a:cubicBezTo>
                    <a:cubicBezTo>
                      <a:pt x="6613" y="67"/>
                      <a:pt x="5960" y="67"/>
                      <a:pt x="5407" y="67"/>
                    </a:cubicBezTo>
                    <a:lnTo>
                      <a:pt x="4604" y="67"/>
                    </a:lnTo>
                    <a:cubicBezTo>
                      <a:pt x="4286" y="67"/>
                      <a:pt x="2813" y="0"/>
                      <a:pt x="22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0" name="Google Shape;10830;p28"/>
              <p:cNvSpPr/>
              <p:nvPr/>
            </p:nvSpPr>
            <p:spPr>
              <a:xfrm>
                <a:off x="7018053" y="1676400"/>
                <a:ext cx="406305" cy="533098"/>
              </a:xfrm>
              <a:custGeom>
                <a:avLst/>
                <a:gdLst/>
                <a:ahLst/>
                <a:cxnLst/>
                <a:rect l="l" t="t" r="r" b="b"/>
                <a:pathLst>
                  <a:path w="7633" h="10015" extrusionOk="0">
                    <a:moveTo>
                      <a:pt x="3030" y="2331"/>
                    </a:moveTo>
                    <a:cubicBezTo>
                      <a:pt x="3114" y="2331"/>
                      <a:pt x="3114" y="2415"/>
                      <a:pt x="3214" y="2633"/>
                    </a:cubicBezTo>
                    <a:cubicBezTo>
                      <a:pt x="3264" y="2683"/>
                      <a:pt x="3365" y="3068"/>
                      <a:pt x="3549" y="3486"/>
                    </a:cubicBezTo>
                    <a:cubicBezTo>
                      <a:pt x="3699" y="3888"/>
                      <a:pt x="4118" y="4859"/>
                      <a:pt x="4218" y="5026"/>
                    </a:cubicBezTo>
                    <a:cubicBezTo>
                      <a:pt x="4252" y="5076"/>
                      <a:pt x="4268" y="5110"/>
                      <a:pt x="4268" y="5143"/>
                    </a:cubicBezTo>
                    <a:cubicBezTo>
                      <a:pt x="4268" y="5194"/>
                      <a:pt x="4135" y="5177"/>
                      <a:pt x="3934" y="5227"/>
                    </a:cubicBezTo>
                    <a:cubicBezTo>
                      <a:pt x="3699" y="5261"/>
                      <a:pt x="2461" y="5277"/>
                      <a:pt x="2293" y="5277"/>
                    </a:cubicBezTo>
                    <a:cubicBezTo>
                      <a:pt x="2193" y="5277"/>
                      <a:pt x="2176" y="5261"/>
                      <a:pt x="2176" y="5194"/>
                    </a:cubicBezTo>
                    <a:cubicBezTo>
                      <a:pt x="2176" y="5127"/>
                      <a:pt x="2193" y="5076"/>
                      <a:pt x="2210" y="4976"/>
                    </a:cubicBezTo>
                    <a:cubicBezTo>
                      <a:pt x="2277" y="4775"/>
                      <a:pt x="2444" y="4357"/>
                      <a:pt x="2511" y="4072"/>
                    </a:cubicBezTo>
                    <a:cubicBezTo>
                      <a:pt x="2578" y="3804"/>
                      <a:pt x="2795" y="3085"/>
                      <a:pt x="2862" y="2850"/>
                    </a:cubicBezTo>
                    <a:cubicBezTo>
                      <a:pt x="2929" y="2599"/>
                      <a:pt x="2963" y="2331"/>
                      <a:pt x="3030" y="2331"/>
                    </a:cubicBezTo>
                    <a:close/>
                    <a:moveTo>
                      <a:pt x="2986" y="1"/>
                    </a:moveTo>
                    <a:cubicBezTo>
                      <a:pt x="2948" y="1"/>
                      <a:pt x="2905" y="42"/>
                      <a:pt x="2862" y="139"/>
                    </a:cubicBezTo>
                    <a:cubicBezTo>
                      <a:pt x="2795" y="289"/>
                      <a:pt x="2695" y="590"/>
                      <a:pt x="2578" y="975"/>
                    </a:cubicBezTo>
                    <a:lnTo>
                      <a:pt x="2243" y="2080"/>
                    </a:lnTo>
                    <a:cubicBezTo>
                      <a:pt x="2092" y="2566"/>
                      <a:pt x="1908" y="3235"/>
                      <a:pt x="1707" y="3888"/>
                    </a:cubicBezTo>
                    <a:cubicBezTo>
                      <a:pt x="1540" y="4524"/>
                      <a:pt x="1456" y="4742"/>
                      <a:pt x="1356" y="5194"/>
                    </a:cubicBezTo>
                    <a:cubicBezTo>
                      <a:pt x="1205" y="5612"/>
                      <a:pt x="954" y="6349"/>
                      <a:pt x="854" y="6985"/>
                    </a:cubicBezTo>
                    <a:cubicBezTo>
                      <a:pt x="753" y="7570"/>
                      <a:pt x="352" y="8843"/>
                      <a:pt x="251" y="9211"/>
                    </a:cubicBezTo>
                    <a:cubicBezTo>
                      <a:pt x="151" y="9596"/>
                      <a:pt x="117" y="9613"/>
                      <a:pt x="67" y="9746"/>
                    </a:cubicBezTo>
                    <a:cubicBezTo>
                      <a:pt x="17" y="9830"/>
                      <a:pt x="0" y="9880"/>
                      <a:pt x="0" y="9931"/>
                    </a:cubicBezTo>
                    <a:cubicBezTo>
                      <a:pt x="0" y="9964"/>
                      <a:pt x="0" y="9998"/>
                      <a:pt x="67" y="9998"/>
                    </a:cubicBezTo>
                    <a:lnTo>
                      <a:pt x="887" y="9998"/>
                    </a:lnTo>
                    <a:cubicBezTo>
                      <a:pt x="1004" y="9998"/>
                      <a:pt x="1021" y="9931"/>
                      <a:pt x="1088" y="9713"/>
                    </a:cubicBezTo>
                    <a:lnTo>
                      <a:pt x="1189" y="9328"/>
                    </a:lnTo>
                    <a:lnTo>
                      <a:pt x="1339" y="8742"/>
                    </a:lnTo>
                    <a:cubicBezTo>
                      <a:pt x="1373" y="8458"/>
                      <a:pt x="1607" y="7604"/>
                      <a:pt x="1624" y="7453"/>
                    </a:cubicBezTo>
                    <a:cubicBezTo>
                      <a:pt x="1674" y="7319"/>
                      <a:pt x="1691" y="7169"/>
                      <a:pt x="1808" y="7169"/>
                    </a:cubicBezTo>
                    <a:cubicBezTo>
                      <a:pt x="1875" y="7169"/>
                      <a:pt x="2210" y="7185"/>
                      <a:pt x="2544" y="7185"/>
                    </a:cubicBezTo>
                    <a:cubicBezTo>
                      <a:pt x="2695" y="7185"/>
                      <a:pt x="2862" y="7185"/>
                      <a:pt x="2980" y="7169"/>
                    </a:cubicBezTo>
                    <a:cubicBezTo>
                      <a:pt x="3365" y="7119"/>
                      <a:pt x="4218" y="7152"/>
                      <a:pt x="4453" y="7102"/>
                    </a:cubicBezTo>
                    <a:cubicBezTo>
                      <a:pt x="4687" y="7085"/>
                      <a:pt x="4888" y="7068"/>
                      <a:pt x="4988" y="7068"/>
                    </a:cubicBezTo>
                    <a:cubicBezTo>
                      <a:pt x="5105" y="7068"/>
                      <a:pt x="5189" y="7102"/>
                      <a:pt x="5239" y="7336"/>
                    </a:cubicBezTo>
                    <a:cubicBezTo>
                      <a:pt x="5323" y="7570"/>
                      <a:pt x="5524" y="7922"/>
                      <a:pt x="5574" y="8123"/>
                    </a:cubicBezTo>
                    <a:cubicBezTo>
                      <a:pt x="5658" y="8357"/>
                      <a:pt x="6026" y="9345"/>
                      <a:pt x="6126" y="9546"/>
                    </a:cubicBezTo>
                    <a:cubicBezTo>
                      <a:pt x="6210" y="9763"/>
                      <a:pt x="6294" y="10014"/>
                      <a:pt x="6394" y="10014"/>
                    </a:cubicBezTo>
                    <a:lnTo>
                      <a:pt x="7382" y="10014"/>
                    </a:lnTo>
                    <a:cubicBezTo>
                      <a:pt x="7499" y="10014"/>
                      <a:pt x="7633" y="10014"/>
                      <a:pt x="7633" y="9914"/>
                    </a:cubicBezTo>
                    <a:cubicBezTo>
                      <a:pt x="7633" y="9864"/>
                      <a:pt x="7616" y="9797"/>
                      <a:pt x="7566" y="9713"/>
                    </a:cubicBezTo>
                    <a:cubicBezTo>
                      <a:pt x="7382" y="9512"/>
                      <a:pt x="7114" y="8843"/>
                      <a:pt x="6930" y="8491"/>
                    </a:cubicBezTo>
                    <a:cubicBezTo>
                      <a:pt x="6712" y="8106"/>
                      <a:pt x="6026" y="6767"/>
                      <a:pt x="5725" y="6148"/>
                    </a:cubicBezTo>
                    <a:cubicBezTo>
                      <a:pt x="5440" y="5478"/>
                      <a:pt x="4737" y="4072"/>
                      <a:pt x="4553" y="3520"/>
                    </a:cubicBezTo>
                    <a:cubicBezTo>
                      <a:pt x="4369" y="2984"/>
                      <a:pt x="4185" y="2482"/>
                      <a:pt x="3967" y="2063"/>
                    </a:cubicBezTo>
                    <a:cubicBezTo>
                      <a:pt x="3783" y="1645"/>
                      <a:pt x="3281" y="590"/>
                      <a:pt x="3247" y="406"/>
                    </a:cubicBezTo>
                    <a:cubicBezTo>
                      <a:pt x="3180" y="256"/>
                      <a:pt x="3164" y="88"/>
                      <a:pt x="3047" y="38"/>
                    </a:cubicBezTo>
                    <a:cubicBezTo>
                      <a:pt x="3028" y="14"/>
                      <a:pt x="3008" y="1"/>
                      <a:pt x="298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831" name="Google Shape;10831;p28"/>
            <p:cNvSpPr/>
            <p:nvPr/>
          </p:nvSpPr>
          <p:spPr>
            <a:xfrm>
              <a:off x="5915876" y="3533439"/>
              <a:ext cx="1144977" cy="27680"/>
            </a:xfrm>
            <a:custGeom>
              <a:avLst/>
              <a:gdLst/>
              <a:ahLst/>
              <a:cxnLst/>
              <a:rect l="l" t="t" r="r" b="b"/>
              <a:pathLst>
                <a:path w="21510" h="520" extrusionOk="0">
                  <a:moveTo>
                    <a:pt x="1" y="1"/>
                  </a:moveTo>
                  <a:lnTo>
                    <a:pt x="1" y="520"/>
                  </a:lnTo>
                  <a:lnTo>
                    <a:pt x="21510" y="520"/>
                  </a:lnTo>
                  <a:lnTo>
                    <a:pt x="2151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2" name="Google Shape;10832;p28"/>
            <p:cNvSpPr/>
            <p:nvPr/>
          </p:nvSpPr>
          <p:spPr>
            <a:xfrm>
              <a:off x="5943502" y="2402778"/>
              <a:ext cx="352862" cy="470500"/>
            </a:xfrm>
            <a:custGeom>
              <a:avLst/>
              <a:gdLst/>
              <a:ahLst/>
              <a:cxnLst/>
              <a:rect l="l" t="t" r="r" b="b"/>
              <a:pathLst>
                <a:path w="6629" h="8839" extrusionOk="0">
                  <a:moveTo>
                    <a:pt x="6629" y="1"/>
                  </a:moveTo>
                  <a:lnTo>
                    <a:pt x="938" y="34"/>
                  </a:lnTo>
                  <a:lnTo>
                    <a:pt x="0" y="8839"/>
                  </a:lnTo>
                  <a:lnTo>
                    <a:pt x="6361" y="8839"/>
                  </a:lnTo>
                  <a:lnTo>
                    <a:pt x="6629" y="1"/>
                  </a:ln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3" name="Google Shape;10833;p28"/>
            <p:cNvSpPr/>
            <p:nvPr/>
          </p:nvSpPr>
          <p:spPr>
            <a:xfrm>
              <a:off x="6694629" y="2401021"/>
              <a:ext cx="344824" cy="472257"/>
            </a:xfrm>
            <a:custGeom>
              <a:avLst/>
              <a:gdLst/>
              <a:ahLst/>
              <a:cxnLst/>
              <a:rect l="l" t="t" r="r" b="b"/>
              <a:pathLst>
                <a:path w="6478" h="8872" extrusionOk="0">
                  <a:moveTo>
                    <a:pt x="5691" y="0"/>
                  </a:moveTo>
                  <a:lnTo>
                    <a:pt x="0" y="17"/>
                  </a:lnTo>
                  <a:lnTo>
                    <a:pt x="117" y="8872"/>
                  </a:lnTo>
                  <a:lnTo>
                    <a:pt x="6478" y="8872"/>
                  </a:lnTo>
                  <a:lnTo>
                    <a:pt x="5691" y="0"/>
                  </a:ln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4" name="Google Shape;10834;p28"/>
            <p:cNvSpPr/>
            <p:nvPr/>
          </p:nvSpPr>
          <p:spPr>
            <a:xfrm>
              <a:off x="7326307" y="2417949"/>
              <a:ext cx="196951" cy="455329"/>
            </a:xfrm>
            <a:custGeom>
              <a:avLst/>
              <a:gdLst/>
              <a:ahLst/>
              <a:cxnLst/>
              <a:rect l="l" t="t" r="r" b="b"/>
              <a:pathLst>
                <a:path w="3700" h="8554" extrusionOk="0">
                  <a:moveTo>
                    <a:pt x="1" y="0"/>
                  </a:moveTo>
                  <a:lnTo>
                    <a:pt x="1256" y="8554"/>
                  </a:lnTo>
                  <a:lnTo>
                    <a:pt x="3700" y="8554"/>
                  </a:lnTo>
                  <a:lnTo>
                    <a:pt x="2344" y="335"/>
                  </a:lnTo>
                  <a:lnTo>
                    <a:pt x="1" y="0"/>
                  </a:ln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5" name="Google Shape;10835;p28"/>
            <p:cNvSpPr/>
            <p:nvPr/>
          </p:nvSpPr>
          <p:spPr>
            <a:xfrm>
              <a:off x="5915876" y="3533439"/>
              <a:ext cx="1144977" cy="14319"/>
            </a:xfrm>
            <a:custGeom>
              <a:avLst/>
              <a:gdLst/>
              <a:ahLst/>
              <a:cxnLst/>
              <a:rect l="l" t="t" r="r" b="b"/>
              <a:pathLst>
                <a:path w="21510" h="269" extrusionOk="0">
                  <a:moveTo>
                    <a:pt x="1" y="1"/>
                  </a:moveTo>
                  <a:lnTo>
                    <a:pt x="1" y="269"/>
                  </a:lnTo>
                  <a:lnTo>
                    <a:pt x="21510" y="269"/>
                  </a:lnTo>
                  <a:lnTo>
                    <a:pt x="2151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36" name="Google Shape;10836;p28"/>
          <p:cNvGrpSpPr/>
          <p:nvPr/>
        </p:nvGrpSpPr>
        <p:grpSpPr>
          <a:xfrm rot="1926705">
            <a:off x="3474504" y="442262"/>
            <a:ext cx="784617" cy="494768"/>
            <a:chOff x="4015675" y="2112550"/>
            <a:chExt cx="545275" cy="343875"/>
          </a:xfrm>
        </p:grpSpPr>
        <p:sp>
          <p:nvSpPr>
            <p:cNvPr id="10837" name="Google Shape;10837;p28"/>
            <p:cNvSpPr/>
            <p:nvPr/>
          </p:nvSpPr>
          <p:spPr>
            <a:xfrm>
              <a:off x="4015675" y="2112550"/>
              <a:ext cx="378725" cy="343875"/>
            </a:xfrm>
            <a:custGeom>
              <a:avLst/>
              <a:gdLst/>
              <a:ahLst/>
              <a:cxnLst/>
              <a:rect l="l" t="t" r="r" b="b"/>
              <a:pathLst>
                <a:path w="15149" h="13755" extrusionOk="0">
                  <a:moveTo>
                    <a:pt x="8012" y="1286"/>
                  </a:moveTo>
                  <a:cubicBezTo>
                    <a:pt x="8877" y="1286"/>
                    <a:pt x="9725" y="1673"/>
                    <a:pt x="10344" y="2372"/>
                  </a:cubicBezTo>
                  <a:cubicBezTo>
                    <a:pt x="11734" y="3962"/>
                    <a:pt x="12705" y="5519"/>
                    <a:pt x="12872" y="6205"/>
                  </a:cubicBezTo>
                  <a:cubicBezTo>
                    <a:pt x="13374" y="8381"/>
                    <a:pt x="11215" y="8967"/>
                    <a:pt x="11031" y="9687"/>
                  </a:cubicBezTo>
                  <a:cubicBezTo>
                    <a:pt x="10813" y="10390"/>
                    <a:pt x="11399" y="12917"/>
                    <a:pt x="9524" y="12967"/>
                  </a:cubicBezTo>
                  <a:lnTo>
                    <a:pt x="4536" y="13051"/>
                  </a:lnTo>
                  <a:cubicBezTo>
                    <a:pt x="4525" y="13051"/>
                    <a:pt x="4515" y="13051"/>
                    <a:pt x="4504" y="13051"/>
                  </a:cubicBezTo>
                  <a:cubicBezTo>
                    <a:pt x="3379" y="13051"/>
                    <a:pt x="2374" y="12186"/>
                    <a:pt x="2109" y="10942"/>
                  </a:cubicBezTo>
                  <a:cubicBezTo>
                    <a:pt x="1925" y="10055"/>
                    <a:pt x="1925" y="9084"/>
                    <a:pt x="2109" y="8130"/>
                  </a:cubicBezTo>
                  <a:cubicBezTo>
                    <a:pt x="2578" y="5853"/>
                    <a:pt x="4335" y="6473"/>
                    <a:pt x="4586" y="5117"/>
                  </a:cubicBezTo>
                  <a:cubicBezTo>
                    <a:pt x="4770" y="4129"/>
                    <a:pt x="5089" y="2338"/>
                    <a:pt x="6762" y="1568"/>
                  </a:cubicBezTo>
                  <a:cubicBezTo>
                    <a:pt x="7167" y="1377"/>
                    <a:pt x="7592" y="1286"/>
                    <a:pt x="8012" y="1286"/>
                  </a:cubicBezTo>
                  <a:close/>
                  <a:moveTo>
                    <a:pt x="7572" y="0"/>
                  </a:moveTo>
                  <a:cubicBezTo>
                    <a:pt x="7036" y="0"/>
                    <a:pt x="6500" y="102"/>
                    <a:pt x="5992" y="313"/>
                  </a:cubicBezTo>
                  <a:cubicBezTo>
                    <a:pt x="3833" y="1183"/>
                    <a:pt x="3515" y="3276"/>
                    <a:pt x="3314" y="4447"/>
                  </a:cubicBezTo>
                  <a:cubicBezTo>
                    <a:pt x="3046" y="6054"/>
                    <a:pt x="703" y="5284"/>
                    <a:pt x="218" y="7946"/>
                  </a:cubicBezTo>
                  <a:cubicBezTo>
                    <a:pt x="0" y="9067"/>
                    <a:pt x="67" y="10206"/>
                    <a:pt x="385" y="11243"/>
                  </a:cubicBezTo>
                  <a:cubicBezTo>
                    <a:pt x="820" y="12716"/>
                    <a:pt x="2209" y="13754"/>
                    <a:pt x="3733" y="13754"/>
                  </a:cubicBezTo>
                  <a:lnTo>
                    <a:pt x="10328" y="13754"/>
                  </a:lnTo>
                  <a:cubicBezTo>
                    <a:pt x="12805" y="13754"/>
                    <a:pt x="11750" y="10741"/>
                    <a:pt x="11968" y="9904"/>
                  </a:cubicBezTo>
                  <a:cubicBezTo>
                    <a:pt x="12202" y="9051"/>
                    <a:pt x="15148" y="8431"/>
                    <a:pt x="14362" y="5853"/>
                  </a:cubicBezTo>
                  <a:cubicBezTo>
                    <a:pt x="14111" y="5050"/>
                    <a:pt x="12721" y="3209"/>
                    <a:pt x="10780" y="1334"/>
                  </a:cubicBezTo>
                  <a:cubicBezTo>
                    <a:pt x="9898" y="475"/>
                    <a:pt x="8734" y="0"/>
                    <a:pt x="7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8" name="Google Shape;10838;p28"/>
            <p:cNvSpPr/>
            <p:nvPr/>
          </p:nvSpPr>
          <p:spPr>
            <a:xfrm>
              <a:off x="4083450" y="2190250"/>
              <a:ext cx="60700" cy="59850"/>
            </a:xfrm>
            <a:custGeom>
              <a:avLst/>
              <a:gdLst/>
              <a:ahLst/>
              <a:cxnLst/>
              <a:rect l="l" t="t" r="r" b="b"/>
              <a:pathLst>
                <a:path w="2428" h="2394" extrusionOk="0">
                  <a:moveTo>
                    <a:pt x="1507" y="0"/>
                  </a:moveTo>
                  <a:cubicBezTo>
                    <a:pt x="1290" y="0"/>
                    <a:pt x="1055" y="0"/>
                    <a:pt x="871" y="17"/>
                  </a:cubicBezTo>
                  <a:cubicBezTo>
                    <a:pt x="754" y="503"/>
                    <a:pt x="670" y="938"/>
                    <a:pt x="603" y="1306"/>
                  </a:cubicBezTo>
                  <a:cubicBezTo>
                    <a:pt x="536" y="1741"/>
                    <a:pt x="285" y="2009"/>
                    <a:pt x="1" y="2193"/>
                  </a:cubicBezTo>
                  <a:cubicBezTo>
                    <a:pt x="436" y="2327"/>
                    <a:pt x="955" y="2394"/>
                    <a:pt x="1507" y="2394"/>
                  </a:cubicBezTo>
                  <a:lnTo>
                    <a:pt x="1708" y="2394"/>
                  </a:lnTo>
                  <a:cubicBezTo>
                    <a:pt x="1775" y="2277"/>
                    <a:pt x="1842" y="2143"/>
                    <a:pt x="1859" y="1992"/>
                  </a:cubicBezTo>
                  <a:cubicBezTo>
                    <a:pt x="1959" y="1490"/>
                    <a:pt x="2093" y="754"/>
                    <a:pt x="2428" y="67"/>
                  </a:cubicBezTo>
                  <a:cubicBezTo>
                    <a:pt x="2126" y="17"/>
                    <a:pt x="1808" y="0"/>
                    <a:pt x="1507"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9" name="Google Shape;10839;p28"/>
            <p:cNvSpPr/>
            <p:nvPr/>
          </p:nvSpPr>
          <p:spPr>
            <a:xfrm>
              <a:off x="4044950" y="2112550"/>
              <a:ext cx="363675" cy="343875"/>
            </a:xfrm>
            <a:custGeom>
              <a:avLst/>
              <a:gdLst/>
              <a:ahLst/>
              <a:cxnLst/>
              <a:rect l="l" t="t" r="r" b="b"/>
              <a:pathLst>
                <a:path w="14547" h="13755" extrusionOk="0">
                  <a:moveTo>
                    <a:pt x="7946" y="1273"/>
                  </a:moveTo>
                  <a:cubicBezTo>
                    <a:pt x="8817" y="1273"/>
                    <a:pt x="9671" y="1669"/>
                    <a:pt x="10295" y="2372"/>
                  </a:cubicBezTo>
                  <a:cubicBezTo>
                    <a:pt x="11701" y="3962"/>
                    <a:pt x="12655" y="5519"/>
                    <a:pt x="12839" y="6205"/>
                  </a:cubicBezTo>
                  <a:cubicBezTo>
                    <a:pt x="13358" y="8381"/>
                    <a:pt x="10831" y="8900"/>
                    <a:pt x="10630" y="9636"/>
                  </a:cubicBezTo>
                  <a:cubicBezTo>
                    <a:pt x="10429" y="10339"/>
                    <a:pt x="11366" y="12951"/>
                    <a:pt x="9491" y="12967"/>
                  </a:cubicBezTo>
                  <a:lnTo>
                    <a:pt x="4503" y="13051"/>
                  </a:lnTo>
                  <a:cubicBezTo>
                    <a:pt x="4493" y="13051"/>
                    <a:pt x="4482" y="13051"/>
                    <a:pt x="4471" y="13051"/>
                  </a:cubicBezTo>
                  <a:cubicBezTo>
                    <a:pt x="3330" y="13051"/>
                    <a:pt x="2325" y="12169"/>
                    <a:pt x="2076" y="10925"/>
                  </a:cubicBezTo>
                  <a:cubicBezTo>
                    <a:pt x="1892" y="10055"/>
                    <a:pt x="1892" y="9084"/>
                    <a:pt x="2076" y="8130"/>
                  </a:cubicBezTo>
                  <a:cubicBezTo>
                    <a:pt x="2545" y="5853"/>
                    <a:pt x="4303" y="6473"/>
                    <a:pt x="4554" y="5117"/>
                  </a:cubicBezTo>
                  <a:cubicBezTo>
                    <a:pt x="4738" y="4129"/>
                    <a:pt x="5039" y="2338"/>
                    <a:pt x="6713" y="1552"/>
                  </a:cubicBezTo>
                  <a:cubicBezTo>
                    <a:pt x="7112" y="1363"/>
                    <a:pt x="7531" y="1273"/>
                    <a:pt x="7946" y="1273"/>
                  </a:cubicBezTo>
                  <a:close/>
                  <a:moveTo>
                    <a:pt x="7259" y="0"/>
                  </a:moveTo>
                  <a:cubicBezTo>
                    <a:pt x="6743" y="0"/>
                    <a:pt x="6228" y="102"/>
                    <a:pt x="5742" y="313"/>
                  </a:cubicBezTo>
                  <a:cubicBezTo>
                    <a:pt x="3666" y="1183"/>
                    <a:pt x="3348" y="3276"/>
                    <a:pt x="3164" y="4447"/>
                  </a:cubicBezTo>
                  <a:cubicBezTo>
                    <a:pt x="2913" y="6054"/>
                    <a:pt x="637" y="5284"/>
                    <a:pt x="202" y="7946"/>
                  </a:cubicBezTo>
                  <a:cubicBezTo>
                    <a:pt x="1" y="9067"/>
                    <a:pt x="68" y="10206"/>
                    <a:pt x="335" y="11243"/>
                  </a:cubicBezTo>
                  <a:cubicBezTo>
                    <a:pt x="754" y="12716"/>
                    <a:pt x="2076" y="13754"/>
                    <a:pt x="3566" y="13754"/>
                  </a:cubicBezTo>
                  <a:lnTo>
                    <a:pt x="9910" y="13754"/>
                  </a:lnTo>
                  <a:cubicBezTo>
                    <a:pt x="12287" y="13754"/>
                    <a:pt x="10948" y="10724"/>
                    <a:pt x="11182" y="9871"/>
                  </a:cubicBezTo>
                  <a:cubicBezTo>
                    <a:pt x="11366" y="9017"/>
                    <a:pt x="14547" y="8431"/>
                    <a:pt x="13777" y="5853"/>
                  </a:cubicBezTo>
                  <a:cubicBezTo>
                    <a:pt x="13542" y="5050"/>
                    <a:pt x="12203" y="3209"/>
                    <a:pt x="10345" y="1334"/>
                  </a:cubicBezTo>
                  <a:cubicBezTo>
                    <a:pt x="9498" y="475"/>
                    <a:pt x="8376" y="0"/>
                    <a:pt x="7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0" name="Google Shape;10840;p28"/>
            <p:cNvSpPr/>
            <p:nvPr/>
          </p:nvSpPr>
          <p:spPr>
            <a:xfrm>
              <a:off x="4169650" y="2136025"/>
              <a:ext cx="385025" cy="320400"/>
            </a:xfrm>
            <a:custGeom>
              <a:avLst/>
              <a:gdLst/>
              <a:ahLst/>
              <a:cxnLst/>
              <a:rect l="l" t="t" r="r" b="b"/>
              <a:pathLst>
                <a:path w="15401" h="12816" extrusionOk="0">
                  <a:moveTo>
                    <a:pt x="11120" y="1162"/>
                  </a:moveTo>
                  <a:cubicBezTo>
                    <a:pt x="11994" y="1162"/>
                    <a:pt x="12716" y="1528"/>
                    <a:pt x="13090" y="2186"/>
                  </a:cubicBezTo>
                  <a:cubicBezTo>
                    <a:pt x="13944" y="3676"/>
                    <a:pt x="14396" y="5115"/>
                    <a:pt x="14312" y="5751"/>
                  </a:cubicBezTo>
                  <a:cubicBezTo>
                    <a:pt x="14061" y="7794"/>
                    <a:pt x="11617" y="8296"/>
                    <a:pt x="11149" y="8965"/>
                  </a:cubicBezTo>
                  <a:cubicBezTo>
                    <a:pt x="10713" y="9635"/>
                    <a:pt x="10513" y="12045"/>
                    <a:pt x="8638" y="12062"/>
                  </a:cubicBezTo>
                  <a:lnTo>
                    <a:pt x="3633" y="12129"/>
                  </a:lnTo>
                  <a:cubicBezTo>
                    <a:pt x="3621" y="12129"/>
                    <a:pt x="3609" y="12129"/>
                    <a:pt x="3597" y="12129"/>
                  </a:cubicBezTo>
                  <a:cubicBezTo>
                    <a:pt x="2447" y="12129"/>
                    <a:pt x="1760" y="11330"/>
                    <a:pt x="1926" y="10170"/>
                  </a:cubicBezTo>
                  <a:cubicBezTo>
                    <a:pt x="2026" y="9350"/>
                    <a:pt x="2361" y="8446"/>
                    <a:pt x="2880" y="7542"/>
                  </a:cubicBezTo>
                  <a:cubicBezTo>
                    <a:pt x="4118" y="5433"/>
                    <a:pt x="5658" y="6003"/>
                    <a:pt x="6395" y="4747"/>
                  </a:cubicBezTo>
                  <a:cubicBezTo>
                    <a:pt x="6914" y="3826"/>
                    <a:pt x="7868" y="2153"/>
                    <a:pt x="9793" y="1416"/>
                  </a:cubicBezTo>
                  <a:cubicBezTo>
                    <a:pt x="10256" y="1244"/>
                    <a:pt x="10705" y="1162"/>
                    <a:pt x="11120" y="1162"/>
                  </a:cubicBezTo>
                  <a:close/>
                  <a:moveTo>
                    <a:pt x="10818" y="0"/>
                  </a:moveTo>
                  <a:cubicBezTo>
                    <a:pt x="10310" y="0"/>
                    <a:pt x="9771" y="90"/>
                    <a:pt x="9224" y="278"/>
                  </a:cubicBezTo>
                  <a:cubicBezTo>
                    <a:pt x="6847" y="1098"/>
                    <a:pt x="5809" y="3073"/>
                    <a:pt x="5257" y="4128"/>
                  </a:cubicBezTo>
                  <a:cubicBezTo>
                    <a:pt x="4453" y="5618"/>
                    <a:pt x="2445" y="4914"/>
                    <a:pt x="1072" y="7392"/>
                  </a:cubicBezTo>
                  <a:cubicBezTo>
                    <a:pt x="486" y="8463"/>
                    <a:pt x="151" y="9518"/>
                    <a:pt x="84" y="10472"/>
                  </a:cubicBezTo>
                  <a:cubicBezTo>
                    <a:pt x="1" y="11861"/>
                    <a:pt x="955" y="12815"/>
                    <a:pt x="2445" y="12815"/>
                  </a:cubicBezTo>
                  <a:lnTo>
                    <a:pt x="8789" y="12815"/>
                  </a:lnTo>
                  <a:cubicBezTo>
                    <a:pt x="11165" y="12815"/>
                    <a:pt x="11098" y="9986"/>
                    <a:pt x="11601" y="9200"/>
                  </a:cubicBezTo>
                  <a:cubicBezTo>
                    <a:pt x="12120" y="8413"/>
                    <a:pt x="15250" y="7860"/>
                    <a:pt x="15350" y="5450"/>
                  </a:cubicBezTo>
                  <a:cubicBezTo>
                    <a:pt x="15400" y="4730"/>
                    <a:pt x="14681" y="2990"/>
                    <a:pt x="13475" y="1249"/>
                  </a:cubicBezTo>
                  <a:cubicBezTo>
                    <a:pt x="12910" y="442"/>
                    <a:pt x="11941" y="0"/>
                    <a:pt x="108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1" name="Google Shape;10841;p28"/>
            <p:cNvSpPr/>
            <p:nvPr/>
          </p:nvSpPr>
          <p:spPr>
            <a:xfrm>
              <a:off x="4264650" y="2188575"/>
              <a:ext cx="74925" cy="89150"/>
            </a:xfrm>
            <a:custGeom>
              <a:avLst/>
              <a:gdLst/>
              <a:ahLst/>
              <a:cxnLst/>
              <a:rect l="l" t="t" r="r" b="b"/>
              <a:pathLst>
                <a:path w="2997" h="3566" extrusionOk="0">
                  <a:moveTo>
                    <a:pt x="2746" y="0"/>
                  </a:moveTo>
                  <a:cubicBezTo>
                    <a:pt x="2110" y="737"/>
                    <a:pt x="1725" y="1490"/>
                    <a:pt x="1423" y="2043"/>
                  </a:cubicBezTo>
                  <a:cubicBezTo>
                    <a:pt x="1122" y="2628"/>
                    <a:pt x="586" y="2879"/>
                    <a:pt x="0" y="3097"/>
                  </a:cubicBezTo>
                  <a:cubicBezTo>
                    <a:pt x="452" y="3264"/>
                    <a:pt x="921" y="3432"/>
                    <a:pt x="1423" y="3566"/>
                  </a:cubicBezTo>
                  <a:cubicBezTo>
                    <a:pt x="1892" y="3348"/>
                    <a:pt x="2310" y="3147"/>
                    <a:pt x="2578" y="2645"/>
                  </a:cubicBezTo>
                  <a:cubicBezTo>
                    <a:pt x="2712" y="2428"/>
                    <a:pt x="2829" y="2210"/>
                    <a:pt x="2997" y="1925"/>
                  </a:cubicBezTo>
                  <a:cubicBezTo>
                    <a:pt x="2879" y="1473"/>
                    <a:pt x="2762" y="787"/>
                    <a:pt x="2746"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2" name="Google Shape;10842;p28"/>
            <p:cNvSpPr/>
            <p:nvPr/>
          </p:nvSpPr>
          <p:spPr>
            <a:xfrm>
              <a:off x="4369275" y="2135800"/>
              <a:ext cx="79100" cy="64100"/>
            </a:xfrm>
            <a:custGeom>
              <a:avLst/>
              <a:gdLst/>
              <a:ahLst/>
              <a:cxnLst/>
              <a:rect l="l" t="t" r="r" b="b"/>
              <a:pathLst>
                <a:path w="3164" h="2564" extrusionOk="0">
                  <a:moveTo>
                    <a:pt x="2829" y="1"/>
                  </a:moveTo>
                  <a:cubicBezTo>
                    <a:pt x="2326" y="1"/>
                    <a:pt x="1782" y="99"/>
                    <a:pt x="1239" y="270"/>
                  </a:cubicBezTo>
                  <a:cubicBezTo>
                    <a:pt x="770" y="438"/>
                    <a:pt x="352" y="638"/>
                    <a:pt x="0" y="856"/>
                  </a:cubicBezTo>
                  <a:cubicBezTo>
                    <a:pt x="50" y="1174"/>
                    <a:pt x="50" y="1526"/>
                    <a:pt x="50" y="1894"/>
                  </a:cubicBezTo>
                  <a:cubicBezTo>
                    <a:pt x="50" y="2111"/>
                    <a:pt x="50" y="2329"/>
                    <a:pt x="17" y="2563"/>
                  </a:cubicBezTo>
                  <a:cubicBezTo>
                    <a:pt x="502" y="2111"/>
                    <a:pt x="1088" y="1693"/>
                    <a:pt x="1808" y="1425"/>
                  </a:cubicBezTo>
                  <a:cubicBezTo>
                    <a:pt x="2277" y="1241"/>
                    <a:pt x="2745" y="1174"/>
                    <a:pt x="3164" y="1174"/>
                  </a:cubicBezTo>
                  <a:cubicBezTo>
                    <a:pt x="3063" y="772"/>
                    <a:pt x="2980" y="387"/>
                    <a:pt x="2946" y="2"/>
                  </a:cubicBezTo>
                  <a:cubicBezTo>
                    <a:pt x="2907" y="1"/>
                    <a:pt x="2868" y="1"/>
                    <a:pt x="282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3" name="Google Shape;10843;p28"/>
            <p:cNvSpPr/>
            <p:nvPr/>
          </p:nvSpPr>
          <p:spPr>
            <a:xfrm>
              <a:off x="4199375" y="2154175"/>
              <a:ext cx="361575" cy="302250"/>
            </a:xfrm>
            <a:custGeom>
              <a:avLst/>
              <a:gdLst/>
              <a:ahLst/>
              <a:cxnLst/>
              <a:rect l="l" t="t" r="r" b="b"/>
              <a:pathLst>
                <a:path w="14463" h="12090" extrusionOk="0">
                  <a:moveTo>
                    <a:pt x="10496" y="955"/>
                  </a:moveTo>
                  <a:cubicBezTo>
                    <a:pt x="11383" y="955"/>
                    <a:pt x="12149" y="1322"/>
                    <a:pt x="12521" y="1996"/>
                  </a:cubicBezTo>
                  <a:cubicBezTo>
                    <a:pt x="13291" y="3419"/>
                    <a:pt x="13542" y="4808"/>
                    <a:pt x="13458" y="5427"/>
                  </a:cubicBezTo>
                  <a:cubicBezTo>
                    <a:pt x="13224" y="7369"/>
                    <a:pt x="10713" y="7804"/>
                    <a:pt x="10294" y="8440"/>
                  </a:cubicBezTo>
                  <a:cubicBezTo>
                    <a:pt x="9876" y="9059"/>
                    <a:pt x="9926" y="11369"/>
                    <a:pt x="8135" y="11386"/>
                  </a:cubicBezTo>
                  <a:lnTo>
                    <a:pt x="3348" y="11453"/>
                  </a:lnTo>
                  <a:cubicBezTo>
                    <a:pt x="3336" y="11453"/>
                    <a:pt x="3325" y="11453"/>
                    <a:pt x="3314" y="11453"/>
                  </a:cubicBezTo>
                  <a:cubicBezTo>
                    <a:pt x="2212" y="11453"/>
                    <a:pt x="1508" y="10655"/>
                    <a:pt x="1674" y="9528"/>
                  </a:cubicBezTo>
                  <a:cubicBezTo>
                    <a:pt x="1775" y="8725"/>
                    <a:pt x="2109" y="7854"/>
                    <a:pt x="2611" y="6967"/>
                  </a:cubicBezTo>
                  <a:cubicBezTo>
                    <a:pt x="3833" y="4925"/>
                    <a:pt x="5323" y="5528"/>
                    <a:pt x="6026" y="4289"/>
                  </a:cubicBezTo>
                  <a:cubicBezTo>
                    <a:pt x="6528" y="3419"/>
                    <a:pt x="7432" y="1828"/>
                    <a:pt x="9273" y="1176"/>
                  </a:cubicBezTo>
                  <a:cubicBezTo>
                    <a:pt x="9689" y="1027"/>
                    <a:pt x="10104" y="955"/>
                    <a:pt x="10496" y="955"/>
                  </a:cubicBezTo>
                  <a:close/>
                  <a:moveTo>
                    <a:pt x="10398" y="1"/>
                  </a:moveTo>
                  <a:cubicBezTo>
                    <a:pt x="9919" y="1"/>
                    <a:pt x="9399" y="86"/>
                    <a:pt x="8855" y="255"/>
                  </a:cubicBezTo>
                  <a:cubicBezTo>
                    <a:pt x="6595" y="958"/>
                    <a:pt x="5708" y="2866"/>
                    <a:pt x="5139" y="3921"/>
                  </a:cubicBezTo>
                  <a:cubicBezTo>
                    <a:pt x="4369" y="5360"/>
                    <a:pt x="2411" y="4607"/>
                    <a:pt x="1038" y="7017"/>
                  </a:cubicBezTo>
                  <a:cubicBezTo>
                    <a:pt x="469" y="8038"/>
                    <a:pt x="151" y="9059"/>
                    <a:pt x="84" y="10030"/>
                  </a:cubicBezTo>
                  <a:cubicBezTo>
                    <a:pt x="0" y="11369"/>
                    <a:pt x="737" y="12089"/>
                    <a:pt x="2176" y="12089"/>
                  </a:cubicBezTo>
                  <a:lnTo>
                    <a:pt x="8269" y="12089"/>
                  </a:lnTo>
                  <a:cubicBezTo>
                    <a:pt x="10512" y="12089"/>
                    <a:pt x="10244" y="9394"/>
                    <a:pt x="10713" y="8658"/>
                  </a:cubicBezTo>
                  <a:cubicBezTo>
                    <a:pt x="11198" y="7904"/>
                    <a:pt x="14295" y="7436"/>
                    <a:pt x="14412" y="5176"/>
                  </a:cubicBezTo>
                  <a:cubicBezTo>
                    <a:pt x="14462" y="4473"/>
                    <a:pt x="13826" y="2833"/>
                    <a:pt x="12722" y="1125"/>
                  </a:cubicBezTo>
                  <a:cubicBezTo>
                    <a:pt x="12213" y="369"/>
                    <a:pt x="11393" y="1"/>
                    <a:pt x="103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44" name="Google Shape;10844;p28"/>
          <p:cNvGrpSpPr/>
          <p:nvPr/>
        </p:nvGrpSpPr>
        <p:grpSpPr>
          <a:xfrm rot="-1811716" flipH="1">
            <a:off x="4046964" y="418781"/>
            <a:ext cx="193361" cy="118994"/>
            <a:chOff x="5492850" y="1205450"/>
            <a:chExt cx="260725" cy="160450"/>
          </a:xfrm>
        </p:grpSpPr>
        <p:sp>
          <p:nvSpPr>
            <p:cNvPr id="10845" name="Google Shape;10845;p28"/>
            <p:cNvSpPr/>
            <p:nvPr/>
          </p:nvSpPr>
          <p:spPr>
            <a:xfrm>
              <a:off x="5492850" y="1205475"/>
              <a:ext cx="260725" cy="160425"/>
            </a:xfrm>
            <a:custGeom>
              <a:avLst/>
              <a:gdLst/>
              <a:ahLst/>
              <a:cxnLst/>
              <a:rect l="l" t="t" r="r" b="b"/>
              <a:pathLst>
                <a:path w="10429" h="6417" extrusionOk="0">
                  <a:moveTo>
                    <a:pt x="4446" y="0"/>
                  </a:moveTo>
                  <a:cubicBezTo>
                    <a:pt x="1577" y="0"/>
                    <a:pt x="0" y="1537"/>
                    <a:pt x="0" y="2918"/>
                  </a:cubicBezTo>
                  <a:cubicBezTo>
                    <a:pt x="0" y="4592"/>
                    <a:pt x="1490" y="6416"/>
                    <a:pt x="5423" y="6416"/>
                  </a:cubicBezTo>
                  <a:cubicBezTo>
                    <a:pt x="9441" y="6416"/>
                    <a:pt x="10428" y="3554"/>
                    <a:pt x="8922" y="1797"/>
                  </a:cubicBezTo>
                  <a:cubicBezTo>
                    <a:pt x="8235" y="976"/>
                    <a:pt x="6578" y="156"/>
                    <a:pt x="5256" y="39"/>
                  </a:cubicBezTo>
                  <a:cubicBezTo>
                    <a:pt x="4976" y="13"/>
                    <a:pt x="4706" y="0"/>
                    <a:pt x="4446" y="0"/>
                  </a:cubicBezTo>
                  <a:close/>
                </a:path>
              </a:pathLst>
            </a:custGeom>
            <a:solidFill>
              <a:srgbClr val="8E8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6" name="Google Shape;10846;p28"/>
            <p:cNvSpPr/>
            <p:nvPr/>
          </p:nvSpPr>
          <p:spPr>
            <a:xfrm>
              <a:off x="5493675" y="1205450"/>
              <a:ext cx="213450" cy="95300"/>
            </a:xfrm>
            <a:custGeom>
              <a:avLst/>
              <a:gdLst/>
              <a:ahLst/>
              <a:cxnLst/>
              <a:rect l="l" t="t" r="r" b="b"/>
              <a:pathLst>
                <a:path w="8538" h="3812" extrusionOk="0">
                  <a:moveTo>
                    <a:pt x="4413" y="1"/>
                  </a:moveTo>
                  <a:cubicBezTo>
                    <a:pt x="1731" y="1"/>
                    <a:pt x="184" y="1354"/>
                    <a:pt x="1" y="2651"/>
                  </a:cubicBezTo>
                  <a:cubicBezTo>
                    <a:pt x="611" y="3331"/>
                    <a:pt x="1633" y="3812"/>
                    <a:pt x="3121" y="3812"/>
                  </a:cubicBezTo>
                  <a:cubicBezTo>
                    <a:pt x="3797" y="3812"/>
                    <a:pt x="4568" y="3713"/>
                    <a:pt x="5441" y="3488"/>
                  </a:cubicBezTo>
                  <a:cubicBezTo>
                    <a:pt x="7081" y="3070"/>
                    <a:pt x="8085" y="2300"/>
                    <a:pt x="8537" y="1446"/>
                  </a:cubicBezTo>
                  <a:cubicBezTo>
                    <a:pt x="7734" y="743"/>
                    <a:pt x="6361" y="140"/>
                    <a:pt x="5223" y="40"/>
                  </a:cubicBezTo>
                  <a:cubicBezTo>
                    <a:pt x="4943" y="13"/>
                    <a:pt x="4673" y="1"/>
                    <a:pt x="4413" y="1"/>
                  </a:cubicBezTo>
                  <a:close/>
                </a:path>
              </a:pathLst>
            </a:custGeom>
            <a:solidFill>
              <a:srgbClr val="B5A2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7" name="Google Shape;10847;p28"/>
            <p:cNvSpPr/>
            <p:nvPr/>
          </p:nvSpPr>
          <p:spPr>
            <a:xfrm>
              <a:off x="5528400" y="1223600"/>
              <a:ext cx="52350" cy="26800"/>
            </a:xfrm>
            <a:custGeom>
              <a:avLst/>
              <a:gdLst/>
              <a:ahLst/>
              <a:cxnLst/>
              <a:rect l="l" t="t" r="r" b="b"/>
              <a:pathLst>
                <a:path w="2094" h="1072" extrusionOk="0">
                  <a:moveTo>
                    <a:pt x="1005" y="0"/>
                  </a:moveTo>
                  <a:cubicBezTo>
                    <a:pt x="587" y="184"/>
                    <a:pt x="252" y="469"/>
                    <a:pt x="1" y="754"/>
                  </a:cubicBezTo>
                  <a:cubicBezTo>
                    <a:pt x="570" y="971"/>
                    <a:pt x="1256" y="1072"/>
                    <a:pt x="2093" y="1072"/>
                  </a:cubicBezTo>
                  <a:cubicBezTo>
                    <a:pt x="1725" y="636"/>
                    <a:pt x="1373" y="268"/>
                    <a:pt x="1005"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8" name="Google Shape;10848;p28"/>
            <p:cNvSpPr/>
            <p:nvPr/>
          </p:nvSpPr>
          <p:spPr>
            <a:xfrm>
              <a:off x="5569850" y="1214875"/>
              <a:ext cx="89975" cy="33850"/>
            </a:xfrm>
            <a:custGeom>
              <a:avLst/>
              <a:gdLst/>
              <a:ahLst/>
              <a:cxnLst/>
              <a:rect l="l" t="t" r="r" b="b"/>
              <a:pathLst>
                <a:path w="3599" h="1354" extrusionOk="0">
                  <a:moveTo>
                    <a:pt x="1129" y="0"/>
                  </a:moveTo>
                  <a:cubicBezTo>
                    <a:pt x="714" y="0"/>
                    <a:pt x="338" y="49"/>
                    <a:pt x="0" y="132"/>
                  </a:cubicBezTo>
                  <a:cubicBezTo>
                    <a:pt x="418" y="433"/>
                    <a:pt x="837" y="835"/>
                    <a:pt x="1272" y="1354"/>
                  </a:cubicBezTo>
                  <a:cubicBezTo>
                    <a:pt x="2243" y="1253"/>
                    <a:pt x="3013" y="935"/>
                    <a:pt x="3599" y="517"/>
                  </a:cubicBezTo>
                  <a:cubicBezTo>
                    <a:pt x="3348" y="400"/>
                    <a:pt x="3097" y="316"/>
                    <a:pt x="2846" y="249"/>
                  </a:cubicBezTo>
                  <a:cubicBezTo>
                    <a:pt x="2209" y="74"/>
                    <a:pt x="1639" y="0"/>
                    <a:pt x="1129" y="0"/>
                  </a:cubicBezTo>
                  <a:close/>
                </a:path>
              </a:pathLst>
            </a:custGeom>
            <a:solidFill>
              <a:srgbClr val="E2CF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9" name="Google Shape;10849;p28"/>
            <p:cNvSpPr/>
            <p:nvPr/>
          </p:nvSpPr>
          <p:spPr>
            <a:xfrm>
              <a:off x="5505400" y="1251225"/>
              <a:ext cx="41025" cy="62775"/>
            </a:xfrm>
            <a:custGeom>
              <a:avLst/>
              <a:gdLst/>
              <a:ahLst/>
              <a:cxnLst/>
              <a:rect l="l" t="t" r="r" b="b"/>
              <a:pathLst>
                <a:path w="1641" h="2511" extrusionOk="0">
                  <a:moveTo>
                    <a:pt x="820" y="0"/>
                  </a:moveTo>
                  <a:cubicBezTo>
                    <a:pt x="369" y="0"/>
                    <a:pt x="0" y="569"/>
                    <a:pt x="0" y="1255"/>
                  </a:cubicBezTo>
                  <a:cubicBezTo>
                    <a:pt x="0" y="1958"/>
                    <a:pt x="385" y="2511"/>
                    <a:pt x="820" y="2511"/>
                  </a:cubicBezTo>
                  <a:cubicBezTo>
                    <a:pt x="1289" y="2511"/>
                    <a:pt x="1641" y="1975"/>
                    <a:pt x="1641" y="1255"/>
                  </a:cubicBezTo>
                  <a:cubicBezTo>
                    <a:pt x="1641" y="569"/>
                    <a:pt x="1256" y="0"/>
                    <a:pt x="820" y="0"/>
                  </a:cubicBezTo>
                  <a:close/>
                </a:path>
              </a:pathLst>
            </a:custGeom>
            <a:solidFill>
              <a:srgbClr val="5952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0" name="Google Shape;10850;p28"/>
            <p:cNvSpPr/>
            <p:nvPr/>
          </p:nvSpPr>
          <p:spPr>
            <a:xfrm>
              <a:off x="5505400" y="1252050"/>
              <a:ext cx="41025" cy="42700"/>
            </a:xfrm>
            <a:custGeom>
              <a:avLst/>
              <a:gdLst/>
              <a:ahLst/>
              <a:cxnLst/>
              <a:rect l="l" t="t" r="r" b="b"/>
              <a:pathLst>
                <a:path w="1641" h="1708" extrusionOk="0">
                  <a:moveTo>
                    <a:pt x="820" y="1"/>
                  </a:moveTo>
                  <a:cubicBezTo>
                    <a:pt x="369" y="1"/>
                    <a:pt x="0" y="553"/>
                    <a:pt x="0" y="1256"/>
                  </a:cubicBezTo>
                  <a:cubicBezTo>
                    <a:pt x="0" y="1423"/>
                    <a:pt x="34" y="1557"/>
                    <a:pt x="67" y="1708"/>
                  </a:cubicBezTo>
                  <a:cubicBezTo>
                    <a:pt x="218" y="1507"/>
                    <a:pt x="469" y="1340"/>
                    <a:pt x="754" y="1256"/>
                  </a:cubicBezTo>
                  <a:cubicBezTo>
                    <a:pt x="962" y="1179"/>
                    <a:pt x="1170" y="1146"/>
                    <a:pt x="1359" y="1146"/>
                  </a:cubicBezTo>
                  <a:cubicBezTo>
                    <a:pt x="1459" y="1146"/>
                    <a:pt x="1554" y="1155"/>
                    <a:pt x="1641" y="1172"/>
                  </a:cubicBezTo>
                  <a:cubicBezTo>
                    <a:pt x="1624" y="519"/>
                    <a:pt x="1256" y="1"/>
                    <a:pt x="820" y="1"/>
                  </a:cubicBezTo>
                  <a:close/>
                </a:path>
              </a:pathLst>
            </a:custGeom>
            <a:solidFill>
              <a:srgbClr val="443E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69"/>
        <p:cNvGrpSpPr/>
        <p:nvPr/>
      </p:nvGrpSpPr>
      <p:grpSpPr>
        <a:xfrm>
          <a:off x="0" y="0"/>
          <a:ext cx="0" cy="0"/>
          <a:chOff x="0" y="0"/>
          <a:chExt cx="0" cy="0"/>
        </a:xfrm>
      </p:grpSpPr>
      <p:sp>
        <p:nvSpPr>
          <p:cNvPr id="11270" name="Google Shape;11270;p34"/>
          <p:cNvSpPr/>
          <p:nvPr/>
        </p:nvSpPr>
        <p:spPr>
          <a:xfrm>
            <a:off x="876300" y="3783825"/>
            <a:ext cx="3553500" cy="490800"/>
          </a:xfrm>
          <a:prstGeom prst="ellipse">
            <a:avLst/>
          </a:prstGeom>
          <a:solidFill>
            <a:srgbClr val="F4CE89">
              <a:alpha val="36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2" name="Google Shape;11272;p34"/>
          <p:cNvSpPr txBox="1">
            <a:spLocks noGrp="1"/>
          </p:cNvSpPr>
          <p:nvPr>
            <p:ph type="title" idx="6"/>
          </p:nvPr>
        </p:nvSpPr>
        <p:spPr>
          <a:xfrm>
            <a:off x="713225" y="539500"/>
            <a:ext cx="7717500" cy="590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a:t>Introduction </a:t>
            </a:r>
            <a:endParaRPr/>
          </a:p>
        </p:txBody>
      </p:sp>
      <p:sp>
        <p:nvSpPr>
          <p:cNvPr id="11274" name="Google Shape;11274;p34"/>
          <p:cNvSpPr txBox="1">
            <a:spLocks noGrp="1"/>
          </p:cNvSpPr>
          <p:nvPr>
            <p:ph type="subTitle" idx="1"/>
          </p:nvPr>
        </p:nvSpPr>
        <p:spPr>
          <a:xfrm>
            <a:off x="4087829" y="1613289"/>
            <a:ext cx="4342896" cy="109061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a:t>This project analyzes </a:t>
            </a:r>
            <a:r>
              <a:rPr lang="en-US" sz="1800" b="1"/>
              <a:t>pizza sales data</a:t>
            </a:r>
            <a:r>
              <a:rPr lang="en-US" sz="1800"/>
              <a:t> using </a:t>
            </a:r>
            <a:r>
              <a:rPr lang="en-US" sz="1800" b="1"/>
              <a:t>SQL for data extraction</a:t>
            </a:r>
            <a:r>
              <a:rPr lang="en-US" sz="1800"/>
              <a:t> and </a:t>
            </a:r>
            <a:r>
              <a:rPr lang="en-US" sz="1800" b="1"/>
              <a:t>Power BI for visualization</a:t>
            </a:r>
            <a:r>
              <a:rPr lang="en-US" sz="1800"/>
              <a:t>. The goal is to derive insights into </a:t>
            </a:r>
            <a:r>
              <a:rPr lang="en-US" sz="1800" b="1"/>
              <a:t>sales trends, customer preferences, and revenue generation</a:t>
            </a:r>
            <a:r>
              <a:rPr lang="en-US" sz="1800"/>
              <a:t>, helping businesses optimize their strategies.</a:t>
            </a:r>
            <a:endParaRPr sz="1800"/>
          </a:p>
        </p:txBody>
      </p:sp>
      <p:grpSp>
        <p:nvGrpSpPr>
          <p:cNvPr id="12" name="Group 11">
            <a:extLst>
              <a:ext uri="{FF2B5EF4-FFF2-40B4-BE49-F238E27FC236}">
                <a16:creationId xmlns:a16="http://schemas.microsoft.com/office/drawing/2014/main" id="{6996A4BA-0D0E-6DB2-7E67-9AD53F83152F}"/>
              </a:ext>
            </a:extLst>
          </p:cNvPr>
          <p:cNvGrpSpPr/>
          <p:nvPr/>
        </p:nvGrpSpPr>
        <p:grpSpPr>
          <a:xfrm>
            <a:off x="563718" y="1530878"/>
            <a:ext cx="2894750" cy="2968375"/>
            <a:chOff x="1158450" y="1122000"/>
            <a:chExt cx="2894750" cy="2968375"/>
          </a:xfrm>
        </p:grpSpPr>
        <p:pic>
          <p:nvPicPr>
            <p:cNvPr id="11271" name="Google Shape;11271;p34"/>
            <p:cNvPicPr preferRelativeResize="0"/>
            <p:nvPr/>
          </p:nvPicPr>
          <p:blipFill rotWithShape="1">
            <a:blip r:embed="rId3">
              <a:alphaModFix/>
            </a:blip>
            <a:srcRect l="18016" r="23995"/>
            <a:stretch/>
          </p:blipFill>
          <p:spPr>
            <a:xfrm>
              <a:off x="1530500" y="1122000"/>
              <a:ext cx="2522700" cy="2899500"/>
            </a:xfrm>
            <a:prstGeom prst="round2SameRect">
              <a:avLst>
                <a:gd name="adj1" fmla="val 50000"/>
                <a:gd name="adj2" fmla="val 0"/>
              </a:avLst>
            </a:prstGeom>
            <a:noFill/>
            <a:ln>
              <a:noFill/>
            </a:ln>
          </p:spPr>
        </p:pic>
        <p:grpSp>
          <p:nvGrpSpPr>
            <p:cNvPr id="11279" name="Google Shape;11279;p34"/>
            <p:cNvGrpSpPr/>
            <p:nvPr/>
          </p:nvGrpSpPr>
          <p:grpSpPr>
            <a:xfrm>
              <a:off x="1158450" y="2192900"/>
              <a:ext cx="443600" cy="1844300"/>
              <a:chOff x="1158450" y="2192900"/>
              <a:chExt cx="443600" cy="1844300"/>
            </a:xfrm>
          </p:grpSpPr>
          <p:sp>
            <p:nvSpPr>
              <p:cNvPr id="11280" name="Google Shape;11280;p34"/>
              <p:cNvSpPr/>
              <p:nvPr/>
            </p:nvSpPr>
            <p:spPr>
              <a:xfrm>
                <a:off x="1325425" y="2192900"/>
                <a:ext cx="110900" cy="64475"/>
              </a:xfrm>
              <a:custGeom>
                <a:avLst/>
                <a:gdLst/>
                <a:ahLst/>
                <a:cxnLst/>
                <a:rect l="l" t="t" r="r" b="b"/>
                <a:pathLst>
                  <a:path w="4436" h="2579" extrusionOk="0">
                    <a:moveTo>
                      <a:pt x="419" y="1"/>
                    </a:moveTo>
                    <a:cubicBezTo>
                      <a:pt x="184" y="1"/>
                      <a:pt x="0" y="185"/>
                      <a:pt x="0" y="419"/>
                    </a:cubicBezTo>
                    <a:lnTo>
                      <a:pt x="0" y="2579"/>
                    </a:lnTo>
                    <a:lnTo>
                      <a:pt x="4436" y="2579"/>
                    </a:lnTo>
                    <a:lnTo>
                      <a:pt x="4436" y="419"/>
                    </a:lnTo>
                    <a:cubicBezTo>
                      <a:pt x="4436" y="185"/>
                      <a:pt x="4252" y="1"/>
                      <a:pt x="40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1" name="Google Shape;11281;p34"/>
              <p:cNvSpPr/>
              <p:nvPr/>
            </p:nvSpPr>
            <p:spPr>
              <a:xfrm>
                <a:off x="1158450" y="2215500"/>
                <a:ext cx="443600" cy="1821700"/>
              </a:xfrm>
              <a:custGeom>
                <a:avLst/>
                <a:gdLst/>
                <a:ahLst/>
                <a:cxnLst/>
                <a:rect l="l" t="t" r="r" b="b"/>
                <a:pathLst>
                  <a:path w="17744" h="72868" extrusionOk="0">
                    <a:moveTo>
                      <a:pt x="7081" y="1"/>
                    </a:moveTo>
                    <a:cubicBezTo>
                      <a:pt x="6428" y="1"/>
                      <a:pt x="5909" y="570"/>
                      <a:pt x="5909" y="1256"/>
                    </a:cubicBezTo>
                    <a:lnTo>
                      <a:pt x="5909" y="17141"/>
                    </a:lnTo>
                    <a:cubicBezTo>
                      <a:pt x="5909" y="18999"/>
                      <a:pt x="5206" y="20790"/>
                      <a:pt x="3951" y="22112"/>
                    </a:cubicBezTo>
                    <a:lnTo>
                      <a:pt x="1942" y="24221"/>
                    </a:lnTo>
                    <a:cubicBezTo>
                      <a:pt x="720" y="25544"/>
                      <a:pt x="1" y="27318"/>
                      <a:pt x="1" y="29210"/>
                    </a:cubicBezTo>
                    <a:lnTo>
                      <a:pt x="1" y="71073"/>
                    </a:lnTo>
                    <a:cubicBezTo>
                      <a:pt x="1" y="72269"/>
                      <a:pt x="4436" y="72868"/>
                      <a:pt x="8872" y="72868"/>
                    </a:cubicBezTo>
                    <a:cubicBezTo>
                      <a:pt x="13308" y="72868"/>
                      <a:pt x="17743" y="72269"/>
                      <a:pt x="17743" y="71073"/>
                    </a:cubicBezTo>
                    <a:lnTo>
                      <a:pt x="17743" y="29210"/>
                    </a:lnTo>
                    <a:cubicBezTo>
                      <a:pt x="17743" y="27352"/>
                      <a:pt x="17057" y="25544"/>
                      <a:pt x="15802" y="24221"/>
                    </a:cubicBezTo>
                    <a:lnTo>
                      <a:pt x="13793" y="22112"/>
                    </a:lnTo>
                    <a:cubicBezTo>
                      <a:pt x="12554" y="20790"/>
                      <a:pt x="11851" y="19016"/>
                      <a:pt x="11851" y="17141"/>
                    </a:cubicBezTo>
                    <a:lnTo>
                      <a:pt x="11851" y="1256"/>
                    </a:lnTo>
                    <a:cubicBezTo>
                      <a:pt x="11851" y="570"/>
                      <a:pt x="11333" y="1"/>
                      <a:pt x="106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2" name="Google Shape;11282;p34"/>
              <p:cNvSpPr/>
              <p:nvPr/>
            </p:nvSpPr>
            <p:spPr>
              <a:xfrm>
                <a:off x="1158450" y="2278275"/>
                <a:ext cx="443600" cy="1758200"/>
              </a:xfrm>
              <a:custGeom>
                <a:avLst/>
                <a:gdLst/>
                <a:ahLst/>
                <a:cxnLst/>
                <a:rect l="l" t="t" r="r" b="b"/>
                <a:pathLst>
                  <a:path w="17744" h="70328" extrusionOk="0">
                    <a:moveTo>
                      <a:pt x="10312" y="1"/>
                    </a:moveTo>
                    <a:lnTo>
                      <a:pt x="10312" y="13207"/>
                    </a:lnTo>
                    <a:cubicBezTo>
                      <a:pt x="10312" y="15065"/>
                      <a:pt x="11015" y="16856"/>
                      <a:pt x="12270" y="18179"/>
                    </a:cubicBezTo>
                    <a:lnTo>
                      <a:pt x="14279" y="20288"/>
                    </a:lnTo>
                    <a:cubicBezTo>
                      <a:pt x="15500" y="21610"/>
                      <a:pt x="16220" y="23384"/>
                      <a:pt x="16220" y="25276"/>
                    </a:cubicBezTo>
                    <a:lnTo>
                      <a:pt x="16220" y="67139"/>
                    </a:lnTo>
                    <a:cubicBezTo>
                      <a:pt x="16220" y="68325"/>
                      <a:pt x="11776" y="68924"/>
                      <a:pt x="7334" y="68924"/>
                    </a:cubicBezTo>
                    <a:cubicBezTo>
                      <a:pt x="4507" y="68924"/>
                      <a:pt x="1680" y="68682"/>
                      <a:pt x="1" y="68193"/>
                    </a:cubicBezTo>
                    <a:lnTo>
                      <a:pt x="1" y="68545"/>
                    </a:lnTo>
                    <a:cubicBezTo>
                      <a:pt x="1" y="69733"/>
                      <a:pt x="4436" y="70328"/>
                      <a:pt x="8872" y="70328"/>
                    </a:cubicBezTo>
                    <a:cubicBezTo>
                      <a:pt x="13308" y="70328"/>
                      <a:pt x="17743" y="69733"/>
                      <a:pt x="17743" y="68545"/>
                    </a:cubicBezTo>
                    <a:lnTo>
                      <a:pt x="17743" y="26699"/>
                    </a:lnTo>
                    <a:cubicBezTo>
                      <a:pt x="17743" y="24841"/>
                      <a:pt x="17057" y="23033"/>
                      <a:pt x="15802" y="21710"/>
                    </a:cubicBezTo>
                    <a:lnTo>
                      <a:pt x="13793" y="19601"/>
                    </a:lnTo>
                    <a:cubicBezTo>
                      <a:pt x="12554" y="18279"/>
                      <a:pt x="11851" y="16505"/>
                      <a:pt x="11851" y="14630"/>
                    </a:cubicBezTo>
                    <a:lnTo>
                      <a:pt x="118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3" name="Google Shape;11283;p34"/>
              <p:cNvSpPr/>
              <p:nvPr/>
            </p:nvSpPr>
            <p:spPr>
              <a:xfrm>
                <a:off x="1306600" y="2295025"/>
                <a:ext cx="148575" cy="228075"/>
              </a:xfrm>
              <a:custGeom>
                <a:avLst/>
                <a:gdLst/>
                <a:ahLst/>
                <a:cxnLst/>
                <a:rect l="l" t="t" r="r" b="b"/>
                <a:pathLst>
                  <a:path w="5943" h="9123" extrusionOk="0">
                    <a:moveTo>
                      <a:pt x="0" y="0"/>
                    </a:moveTo>
                    <a:lnTo>
                      <a:pt x="0" y="8955"/>
                    </a:lnTo>
                    <a:cubicBezTo>
                      <a:pt x="854" y="8754"/>
                      <a:pt x="1741" y="8654"/>
                      <a:pt x="2661" y="8654"/>
                    </a:cubicBezTo>
                    <a:cubicBezTo>
                      <a:pt x="3783" y="8654"/>
                      <a:pt x="4871" y="8821"/>
                      <a:pt x="5942" y="9123"/>
                    </a:cubicBezTo>
                    <a:lnTo>
                      <a:pt x="5942" y="0"/>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4" name="Google Shape;11284;p34"/>
              <p:cNvSpPr/>
              <p:nvPr/>
            </p:nvSpPr>
            <p:spPr>
              <a:xfrm>
                <a:off x="1291950" y="2241450"/>
                <a:ext cx="177875" cy="151925"/>
              </a:xfrm>
              <a:custGeom>
                <a:avLst/>
                <a:gdLst/>
                <a:ahLst/>
                <a:cxnLst/>
                <a:rect l="l" t="t" r="r" b="b"/>
                <a:pathLst>
                  <a:path w="7115" h="6077" extrusionOk="0">
                    <a:moveTo>
                      <a:pt x="385" y="1"/>
                    </a:moveTo>
                    <a:cubicBezTo>
                      <a:pt x="168" y="1"/>
                      <a:pt x="0" y="168"/>
                      <a:pt x="0" y="386"/>
                    </a:cubicBezTo>
                    <a:lnTo>
                      <a:pt x="0" y="6077"/>
                    </a:lnTo>
                    <a:lnTo>
                      <a:pt x="7114" y="6077"/>
                    </a:lnTo>
                    <a:lnTo>
                      <a:pt x="7114" y="386"/>
                    </a:lnTo>
                    <a:cubicBezTo>
                      <a:pt x="7097" y="168"/>
                      <a:pt x="6930" y="1"/>
                      <a:pt x="67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5" name="Google Shape;11285;p34"/>
              <p:cNvSpPr/>
              <p:nvPr/>
            </p:nvSpPr>
            <p:spPr>
              <a:xfrm>
                <a:off x="1291525" y="2241450"/>
                <a:ext cx="167000" cy="126400"/>
              </a:xfrm>
              <a:custGeom>
                <a:avLst/>
                <a:gdLst/>
                <a:ahLst/>
                <a:cxnLst/>
                <a:rect l="l" t="t" r="r" b="b"/>
                <a:pathLst>
                  <a:path w="6680" h="5056" extrusionOk="0">
                    <a:moveTo>
                      <a:pt x="703" y="1"/>
                    </a:moveTo>
                    <a:cubicBezTo>
                      <a:pt x="318" y="1"/>
                      <a:pt x="0" y="335"/>
                      <a:pt x="0" y="787"/>
                    </a:cubicBezTo>
                    <a:lnTo>
                      <a:pt x="0" y="4269"/>
                    </a:lnTo>
                    <a:cubicBezTo>
                      <a:pt x="670" y="4771"/>
                      <a:pt x="1406" y="5056"/>
                      <a:pt x="2193" y="5056"/>
                    </a:cubicBezTo>
                    <a:cubicBezTo>
                      <a:pt x="4386" y="5056"/>
                      <a:pt x="6261" y="2913"/>
                      <a:pt x="6679" y="67"/>
                    </a:cubicBezTo>
                    <a:cubicBezTo>
                      <a:pt x="6595" y="34"/>
                      <a:pt x="6478" y="1"/>
                      <a:pt x="6378"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6" name="Google Shape;11286;p34"/>
              <p:cNvSpPr/>
              <p:nvPr/>
            </p:nvSpPr>
            <p:spPr>
              <a:xfrm>
                <a:off x="1284825" y="2384575"/>
                <a:ext cx="191675" cy="55250"/>
              </a:xfrm>
              <a:custGeom>
                <a:avLst/>
                <a:gdLst/>
                <a:ahLst/>
                <a:cxnLst/>
                <a:rect l="l" t="t" r="r" b="b"/>
                <a:pathLst>
                  <a:path w="7667" h="2210" extrusionOk="0">
                    <a:moveTo>
                      <a:pt x="268" y="0"/>
                    </a:moveTo>
                    <a:cubicBezTo>
                      <a:pt x="118" y="0"/>
                      <a:pt x="1" y="117"/>
                      <a:pt x="1" y="268"/>
                    </a:cubicBezTo>
                    <a:lnTo>
                      <a:pt x="1" y="1942"/>
                    </a:lnTo>
                    <a:cubicBezTo>
                      <a:pt x="1" y="2076"/>
                      <a:pt x="118" y="2210"/>
                      <a:pt x="268" y="2210"/>
                    </a:cubicBezTo>
                    <a:lnTo>
                      <a:pt x="7382" y="2210"/>
                    </a:lnTo>
                    <a:cubicBezTo>
                      <a:pt x="7533" y="2210"/>
                      <a:pt x="7650" y="2092"/>
                      <a:pt x="7650" y="1942"/>
                    </a:cubicBezTo>
                    <a:lnTo>
                      <a:pt x="7650" y="268"/>
                    </a:lnTo>
                    <a:cubicBezTo>
                      <a:pt x="7667" y="117"/>
                      <a:pt x="7550" y="0"/>
                      <a:pt x="738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7" name="Google Shape;11287;p34"/>
              <p:cNvSpPr/>
              <p:nvPr/>
            </p:nvSpPr>
            <p:spPr>
              <a:xfrm>
                <a:off x="1230425" y="3059125"/>
                <a:ext cx="300075" cy="654925"/>
              </a:xfrm>
              <a:custGeom>
                <a:avLst/>
                <a:gdLst/>
                <a:ahLst/>
                <a:cxnLst/>
                <a:rect l="l" t="t" r="r" b="b"/>
                <a:pathLst>
                  <a:path w="12003" h="26197" extrusionOk="0">
                    <a:moveTo>
                      <a:pt x="1" y="1"/>
                    </a:moveTo>
                    <a:lnTo>
                      <a:pt x="1" y="26197"/>
                    </a:lnTo>
                    <a:lnTo>
                      <a:pt x="12002" y="26197"/>
                    </a:lnTo>
                    <a:lnTo>
                      <a:pt x="120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8" name="Google Shape;11288;p34"/>
              <p:cNvSpPr/>
              <p:nvPr/>
            </p:nvSpPr>
            <p:spPr>
              <a:xfrm>
                <a:off x="1224150" y="2823975"/>
                <a:ext cx="167825" cy="77000"/>
              </a:xfrm>
              <a:custGeom>
                <a:avLst/>
                <a:gdLst/>
                <a:ahLst/>
                <a:cxnLst/>
                <a:rect l="l" t="t" r="r" b="b"/>
                <a:pathLst>
                  <a:path w="6713" h="3080" extrusionOk="0">
                    <a:moveTo>
                      <a:pt x="4467" y="0"/>
                    </a:moveTo>
                    <a:cubicBezTo>
                      <a:pt x="4037" y="0"/>
                      <a:pt x="3566" y="48"/>
                      <a:pt x="3080" y="150"/>
                    </a:cubicBezTo>
                    <a:cubicBezTo>
                      <a:pt x="1306" y="519"/>
                      <a:pt x="1" y="1439"/>
                      <a:pt x="168" y="2209"/>
                    </a:cubicBezTo>
                    <a:cubicBezTo>
                      <a:pt x="277" y="2753"/>
                      <a:pt x="1128" y="3079"/>
                      <a:pt x="2255" y="3079"/>
                    </a:cubicBezTo>
                    <a:cubicBezTo>
                      <a:pt x="2688" y="3079"/>
                      <a:pt x="3162" y="3031"/>
                      <a:pt x="3650" y="2929"/>
                    </a:cubicBezTo>
                    <a:cubicBezTo>
                      <a:pt x="5424" y="2577"/>
                      <a:pt x="6713" y="1657"/>
                      <a:pt x="6562" y="887"/>
                    </a:cubicBezTo>
                    <a:cubicBezTo>
                      <a:pt x="6441" y="330"/>
                      <a:pt x="5593" y="0"/>
                      <a:pt x="4467"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9" name="Google Shape;11289;p34"/>
              <p:cNvSpPr/>
              <p:nvPr/>
            </p:nvSpPr>
            <p:spPr>
              <a:xfrm>
                <a:off x="1185650" y="2887625"/>
                <a:ext cx="26800" cy="43400"/>
              </a:xfrm>
              <a:custGeom>
                <a:avLst/>
                <a:gdLst/>
                <a:ahLst/>
                <a:cxnLst/>
                <a:rect l="l" t="t" r="r" b="b"/>
                <a:pathLst>
                  <a:path w="1072" h="1736" extrusionOk="0">
                    <a:moveTo>
                      <a:pt x="767" y="1"/>
                    </a:moveTo>
                    <a:cubicBezTo>
                      <a:pt x="571" y="1"/>
                      <a:pt x="317" y="287"/>
                      <a:pt x="168" y="718"/>
                    </a:cubicBezTo>
                    <a:cubicBezTo>
                      <a:pt x="1" y="1170"/>
                      <a:pt x="34" y="1605"/>
                      <a:pt x="235" y="1722"/>
                    </a:cubicBezTo>
                    <a:cubicBezTo>
                      <a:pt x="259" y="1731"/>
                      <a:pt x="284" y="1736"/>
                      <a:pt x="310" y="1736"/>
                    </a:cubicBezTo>
                    <a:cubicBezTo>
                      <a:pt x="515" y="1736"/>
                      <a:pt x="756" y="1450"/>
                      <a:pt x="904" y="1019"/>
                    </a:cubicBezTo>
                    <a:cubicBezTo>
                      <a:pt x="1072" y="550"/>
                      <a:pt x="1055" y="98"/>
                      <a:pt x="838" y="15"/>
                    </a:cubicBezTo>
                    <a:cubicBezTo>
                      <a:pt x="815" y="5"/>
                      <a:pt x="791" y="1"/>
                      <a:pt x="767"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0" name="Google Shape;11290;p34"/>
              <p:cNvSpPr/>
              <p:nvPr/>
            </p:nvSpPr>
            <p:spPr>
              <a:xfrm>
                <a:off x="1484425" y="2798300"/>
                <a:ext cx="103825" cy="118575"/>
              </a:xfrm>
              <a:custGeom>
                <a:avLst/>
                <a:gdLst/>
                <a:ahLst/>
                <a:cxnLst/>
                <a:rect l="l" t="t" r="r" b="b"/>
                <a:pathLst>
                  <a:path w="4153" h="4743" extrusionOk="0">
                    <a:moveTo>
                      <a:pt x="412" y="1"/>
                    </a:moveTo>
                    <a:cubicBezTo>
                      <a:pt x="252" y="1"/>
                      <a:pt x="112" y="40"/>
                      <a:pt x="1" y="123"/>
                    </a:cubicBezTo>
                    <a:cubicBezTo>
                      <a:pt x="486" y="625"/>
                      <a:pt x="988" y="1161"/>
                      <a:pt x="1507" y="1797"/>
                    </a:cubicBezTo>
                    <a:cubicBezTo>
                      <a:pt x="2361" y="2818"/>
                      <a:pt x="3114" y="3839"/>
                      <a:pt x="3667" y="4743"/>
                    </a:cubicBezTo>
                    <a:lnTo>
                      <a:pt x="3683" y="4726"/>
                    </a:lnTo>
                    <a:cubicBezTo>
                      <a:pt x="4152" y="4140"/>
                      <a:pt x="3667" y="2650"/>
                      <a:pt x="2612" y="1412"/>
                    </a:cubicBezTo>
                    <a:cubicBezTo>
                      <a:pt x="1863" y="531"/>
                      <a:pt x="999" y="1"/>
                      <a:pt x="412"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1" name="Google Shape;11291;p34"/>
              <p:cNvSpPr/>
              <p:nvPr/>
            </p:nvSpPr>
            <p:spPr>
              <a:xfrm>
                <a:off x="1316625" y="2528100"/>
                <a:ext cx="18450" cy="154025"/>
              </a:xfrm>
              <a:custGeom>
                <a:avLst/>
                <a:gdLst/>
                <a:ahLst/>
                <a:cxnLst/>
                <a:rect l="l" t="t" r="r" b="b"/>
                <a:pathLst>
                  <a:path w="738" h="6161" extrusionOk="0">
                    <a:moveTo>
                      <a:pt x="185" y="0"/>
                    </a:moveTo>
                    <a:cubicBezTo>
                      <a:pt x="1" y="0"/>
                      <a:pt x="84" y="1390"/>
                      <a:pt x="84" y="3080"/>
                    </a:cubicBezTo>
                    <a:cubicBezTo>
                      <a:pt x="84" y="4771"/>
                      <a:pt x="1" y="6160"/>
                      <a:pt x="185" y="6160"/>
                    </a:cubicBezTo>
                    <a:cubicBezTo>
                      <a:pt x="352" y="6160"/>
                      <a:pt x="737" y="4804"/>
                      <a:pt x="737" y="3080"/>
                    </a:cubicBezTo>
                    <a:cubicBezTo>
                      <a:pt x="737" y="1390"/>
                      <a:pt x="369" y="0"/>
                      <a:pt x="185"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2" name="Google Shape;11292;p34"/>
              <p:cNvSpPr/>
              <p:nvPr/>
            </p:nvSpPr>
            <p:spPr>
              <a:xfrm>
                <a:off x="1284400" y="2390850"/>
                <a:ext cx="192100" cy="48975"/>
              </a:xfrm>
              <a:custGeom>
                <a:avLst/>
                <a:gdLst/>
                <a:ahLst/>
                <a:cxnLst/>
                <a:rect l="l" t="t" r="r" b="b"/>
                <a:pathLst>
                  <a:path w="7684" h="1959" extrusionOk="0">
                    <a:moveTo>
                      <a:pt x="7583" y="0"/>
                    </a:moveTo>
                    <a:lnTo>
                      <a:pt x="7583" y="268"/>
                    </a:lnTo>
                    <a:cubicBezTo>
                      <a:pt x="7583" y="586"/>
                      <a:pt x="7349" y="837"/>
                      <a:pt x="7048" y="837"/>
                    </a:cubicBezTo>
                    <a:lnTo>
                      <a:pt x="453" y="837"/>
                    </a:lnTo>
                    <a:cubicBezTo>
                      <a:pt x="269" y="837"/>
                      <a:pt x="118" y="720"/>
                      <a:pt x="1" y="586"/>
                    </a:cubicBezTo>
                    <a:lnTo>
                      <a:pt x="1" y="1390"/>
                    </a:lnTo>
                    <a:cubicBezTo>
                      <a:pt x="1" y="1708"/>
                      <a:pt x="235" y="1959"/>
                      <a:pt x="553" y="1959"/>
                    </a:cubicBezTo>
                    <a:lnTo>
                      <a:pt x="7148" y="1959"/>
                    </a:lnTo>
                    <a:cubicBezTo>
                      <a:pt x="7433" y="1959"/>
                      <a:pt x="7684" y="1708"/>
                      <a:pt x="7684" y="1390"/>
                    </a:cubicBezTo>
                    <a:lnTo>
                      <a:pt x="7684" y="318"/>
                    </a:lnTo>
                    <a:cubicBezTo>
                      <a:pt x="7684" y="201"/>
                      <a:pt x="7650" y="101"/>
                      <a:pt x="758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3" name="Google Shape;11293;p34"/>
              <p:cNvSpPr/>
              <p:nvPr/>
            </p:nvSpPr>
            <p:spPr>
              <a:xfrm>
                <a:off x="1230425" y="3059125"/>
                <a:ext cx="300075" cy="559925"/>
              </a:xfrm>
              <a:custGeom>
                <a:avLst/>
                <a:gdLst/>
                <a:ahLst/>
                <a:cxnLst/>
                <a:rect l="l" t="t" r="r" b="b"/>
                <a:pathLst>
                  <a:path w="12003" h="22397" extrusionOk="0">
                    <a:moveTo>
                      <a:pt x="1" y="1"/>
                    </a:moveTo>
                    <a:lnTo>
                      <a:pt x="1" y="22397"/>
                    </a:lnTo>
                    <a:cubicBezTo>
                      <a:pt x="3951" y="21359"/>
                      <a:pt x="8738" y="15936"/>
                      <a:pt x="12002" y="8370"/>
                    </a:cubicBezTo>
                    <a:lnTo>
                      <a:pt x="12002" y="1"/>
                    </a:ln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4" name="Google Shape;11294;p34"/>
              <p:cNvSpPr/>
              <p:nvPr/>
            </p:nvSpPr>
            <p:spPr>
              <a:xfrm>
                <a:off x="1189425" y="3005900"/>
                <a:ext cx="59850" cy="290950"/>
              </a:xfrm>
              <a:custGeom>
                <a:avLst/>
                <a:gdLst/>
                <a:ahLst/>
                <a:cxnLst/>
                <a:rect l="l" t="t" r="r" b="b"/>
                <a:pathLst>
                  <a:path w="2394" h="11638" extrusionOk="0">
                    <a:moveTo>
                      <a:pt x="1174" y="1"/>
                    </a:moveTo>
                    <a:cubicBezTo>
                      <a:pt x="525" y="1"/>
                      <a:pt x="0" y="569"/>
                      <a:pt x="0" y="1276"/>
                    </a:cubicBezTo>
                    <a:lnTo>
                      <a:pt x="0" y="11169"/>
                    </a:lnTo>
                    <a:lnTo>
                      <a:pt x="2394" y="11637"/>
                    </a:lnTo>
                    <a:lnTo>
                      <a:pt x="2394" y="1276"/>
                    </a:lnTo>
                    <a:cubicBezTo>
                      <a:pt x="2394" y="606"/>
                      <a:pt x="1908" y="37"/>
                      <a:pt x="1256" y="4"/>
                    </a:cubicBezTo>
                    <a:cubicBezTo>
                      <a:pt x="1228" y="2"/>
                      <a:pt x="1201" y="1"/>
                      <a:pt x="1174"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5" name="Google Shape;11295;p34"/>
              <p:cNvSpPr/>
              <p:nvPr/>
            </p:nvSpPr>
            <p:spPr>
              <a:xfrm>
                <a:off x="1189825" y="3366700"/>
                <a:ext cx="59450" cy="564950"/>
              </a:xfrm>
              <a:custGeom>
                <a:avLst/>
                <a:gdLst/>
                <a:ahLst/>
                <a:cxnLst/>
                <a:rect l="l" t="t" r="r" b="b"/>
                <a:pathLst>
                  <a:path w="2378" h="22598" extrusionOk="0">
                    <a:moveTo>
                      <a:pt x="1" y="1"/>
                    </a:moveTo>
                    <a:lnTo>
                      <a:pt x="1" y="22447"/>
                    </a:lnTo>
                    <a:lnTo>
                      <a:pt x="2378" y="22598"/>
                    </a:lnTo>
                    <a:lnTo>
                      <a:pt x="2378" y="452"/>
                    </a:lnTo>
                    <a:lnTo>
                      <a:pt x="1" y="1"/>
                    </a:ln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6" name="Google Shape;11296;p34"/>
              <p:cNvSpPr/>
              <p:nvPr/>
            </p:nvSpPr>
            <p:spPr>
              <a:xfrm>
                <a:off x="1271425" y="3145950"/>
                <a:ext cx="63650" cy="93150"/>
              </a:xfrm>
              <a:custGeom>
                <a:avLst/>
                <a:gdLst/>
                <a:ahLst/>
                <a:cxnLst/>
                <a:rect l="l" t="t" r="r" b="b"/>
                <a:pathLst>
                  <a:path w="2546" h="3726" extrusionOk="0">
                    <a:moveTo>
                      <a:pt x="41" y="1"/>
                    </a:moveTo>
                    <a:cubicBezTo>
                      <a:pt x="16" y="1"/>
                      <a:pt x="1" y="11"/>
                      <a:pt x="1" y="43"/>
                    </a:cubicBezTo>
                    <a:lnTo>
                      <a:pt x="1" y="110"/>
                    </a:lnTo>
                    <a:cubicBezTo>
                      <a:pt x="51" y="260"/>
                      <a:pt x="369" y="1767"/>
                      <a:pt x="453" y="2068"/>
                    </a:cubicBezTo>
                    <a:cubicBezTo>
                      <a:pt x="520" y="2386"/>
                      <a:pt x="771" y="3390"/>
                      <a:pt x="804" y="3524"/>
                    </a:cubicBezTo>
                    <a:cubicBezTo>
                      <a:pt x="821" y="3658"/>
                      <a:pt x="838" y="3725"/>
                      <a:pt x="938" y="3725"/>
                    </a:cubicBezTo>
                    <a:cubicBezTo>
                      <a:pt x="1056" y="3725"/>
                      <a:pt x="1591" y="3692"/>
                      <a:pt x="1675" y="3692"/>
                    </a:cubicBezTo>
                    <a:lnTo>
                      <a:pt x="1759" y="3692"/>
                    </a:lnTo>
                    <a:cubicBezTo>
                      <a:pt x="1775" y="3692"/>
                      <a:pt x="1809" y="3692"/>
                      <a:pt x="1825" y="3608"/>
                    </a:cubicBezTo>
                    <a:cubicBezTo>
                      <a:pt x="1859" y="3474"/>
                      <a:pt x="1993" y="2487"/>
                      <a:pt x="2093" y="2068"/>
                    </a:cubicBezTo>
                    <a:cubicBezTo>
                      <a:pt x="2227" y="1683"/>
                      <a:pt x="2344" y="896"/>
                      <a:pt x="2395" y="696"/>
                    </a:cubicBezTo>
                    <a:cubicBezTo>
                      <a:pt x="2445" y="478"/>
                      <a:pt x="2478" y="277"/>
                      <a:pt x="2512" y="177"/>
                    </a:cubicBezTo>
                    <a:cubicBezTo>
                      <a:pt x="2545" y="126"/>
                      <a:pt x="2545" y="110"/>
                      <a:pt x="2545" y="93"/>
                    </a:cubicBezTo>
                    <a:cubicBezTo>
                      <a:pt x="2545" y="43"/>
                      <a:pt x="2512" y="26"/>
                      <a:pt x="2462" y="26"/>
                    </a:cubicBezTo>
                    <a:cubicBezTo>
                      <a:pt x="2328" y="9"/>
                      <a:pt x="1943" y="9"/>
                      <a:pt x="1876" y="9"/>
                    </a:cubicBezTo>
                    <a:cubicBezTo>
                      <a:pt x="1846" y="9"/>
                      <a:pt x="1815" y="5"/>
                      <a:pt x="1789" y="5"/>
                    </a:cubicBezTo>
                    <a:cubicBezTo>
                      <a:pt x="1727" y="5"/>
                      <a:pt x="1685" y="29"/>
                      <a:pt x="1708" y="193"/>
                    </a:cubicBezTo>
                    <a:cubicBezTo>
                      <a:pt x="1708" y="394"/>
                      <a:pt x="1474" y="1214"/>
                      <a:pt x="1457" y="1449"/>
                    </a:cubicBezTo>
                    <a:cubicBezTo>
                      <a:pt x="1424" y="1549"/>
                      <a:pt x="1407" y="1750"/>
                      <a:pt x="1340" y="1934"/>
                    </a:cubicBezTo>
                    <a:lnTo>
                      <a:pt x="1290" y="2236"/>
                    </a:lnTo>
                    <a:lnTo>
                      <a:pt x="1173" y="1717"/>
                    </a:lnTo>
                    <a:cubicBezTo>
                      <a:pt x="1139" y="1449"/>
                      <a:pt x="1072" y="1131"/>
                      <a:pt x="1056" y="980"/>
                    </a:cubicBezTo>
                    <a:cubicBezTo>
                      <a:pt x="989" y="545"/>
                      <a:pt x="955" y="277"/>
                      <a:pt x="922" y="177"/>
                    </a:cubicBezTo>
                    <a:cubicBezTo>
                      <a:pt x="907" y="77"/>
                      <a:pt x="893" y="2"/>
                      <a:pt x="807" y="2"/>
                    </a:cubicBezTo>
                    <a:cubicBezTo>
                      <a:pt x="792" y="2"/>
                      <a:pt x="774" y="4"/>
                      <a:pt x="754" y="9"/>
                    </a:cubicBezTo>
                    <a:cubicBezTo>
                      <a:pt x="637" y="9"/>
                      <a:pt x="319" y="26"/>
                      <a:pt x="219" y="26"/>
                    </a:cubicBezTo>
                    <a:cubicBezTo>
                      <a:pt x="146" y="26"/>
                      <a:pt x="81" y="1"/>
                      <a:pt x="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7" name="Google Shape;11297;p34"/>
              <p:cNvSpPr/>
              <p:nvPr/>
            </p:nvSpPr>
            <p:spPr>
              <a:xfrm>
                <a:off x="1342600" y="3145750"/>
                <a:ext cx="10050" cy="93800"/>
              </a:xfrm>
              <a:custGeom>
                <a:avLst/>
                <a:gdLst/>
                <a:ahLst/>
                <a:cxnLst/>
                <a:rect l="l" t="t" r="r" b="b"/>
                <a:pathLst>
                  <a:path w="402" h="3752" extrusionOk="0">
                    <a:moveTo>
                      <a:pt x="167" y="1"/>
                    </a:moveTo>
                    <a:cubicBezTo>
                      <a:pt x="117" y="1"/>
                      <a:pt x="83" y="68"/>
                      <a:pt x="83" y="151"/>
                    </a:cubicBezTo>
                    <a:lnTo>
                      <a:pt x="83" y="252"/>
                    </a:lnTo>
                    <a:cubicBezTo>
                      <a:pt x="83" y="386"/>
                      <a:pt x="50" y="1390"/>
                      <a:pt x="50" y="1741"/>
                    </a:cubicBezTo>
                    <a:cubicBezTo>
                      <a:pt x="50" y="2076"/>
                      <a:pt x="33" y="3315"/>
                      <a:pt x="33" y="3516"/>
                    </a:cubicBezTo>
                    <a:cubicBezTo>
                      <a:pt x="33" y="3730"/>
                      <a:pt x="1" y="3751"/>
                      <a:pt x="74" y="3751"/>
                    </a:cubicBezTo>
                    <a:cubicBezTo>
                      <a:pt x="92" y="3751"/>
                      <a:pt x="117" y="3750"/>
                      <a:pt x="150" y="3750"/>
                    </a:cubicBezTo>
                    <a:cubicBezTo>
                      <a:pt x="217" y="3750"/>
                      <a:pt x="284" y="3750"/>
                      <a:pt x="301" y="3733"/>
                    </a:cubicBezTo>
                    <a:cubicBezTo>
                      <a:pt x="318" y="3717"/>
                      <a:pt x="334" y="3717"/>
                      <a:pt x="334" y="3650"/>
                    </a:cubicBezTo>
                    <a:lnTo>
                      <a:pt x="334" y="3566"/>
                    </a:lnTo>
                    <a:cubicBezTo>
                      <a:pt x="334" y="3432"/>
                      <a:pt x="318" y="2528"/>
                      <a:pt x="318" y="2244"/>
                    </a:cubicBezTo>
                    <a:cubicBezTo>
                      <a:pt x="318" y="1976"/>
                      <a:pt x="368" y="1105"/>
                      <a:pt x="368" y="804"/>
                    </a:cubicBezTo>
                    <a:cubicBezTo>
                      <a:pt x="385" y="503"/>
                      <a:pt x="385" y="319"/>
                      <a:pt x="401" y="218"/>
                    </a:cubicBezTo>
                    <a:lnTo>
                      <a:pt x="401" y="84"/>
                    </a:lnTo>
                    <a:cubicBezTo>
                      <a:pt x="401" y="34"/>
                      <a:pt x="401" y="1"/>
                      <a:pt x="3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8" name="Google Shape;11298;p34"/>
              <p:cNvSpPr/>
              <p:nvPr/>
            </p:nvSpPr>
            <p:spPr>
              <a:xfrm>
                <a:off x="1366425" y="3142350"/>
                <a:ext cx="56950" cy="97400"/>
              </a:xfrm>
              <a:custGeom>
                <a:avLst/>
                <a:gdLst/>
                <a:ahLst/>
                <a:cxnLst/>
                <a:rect l="l" t="t" r="r" b="b"/>
                <a:pathLst>
                  <a:path w="2278" h="3896" extrusionOk="0">
                    <a:moveTo>
                      <a:pt x="2145" y="1"/>
                    </a:moveTo>
                    <a:cubicBezTo>
                      <a:pt x="2134" y="1"/>
                      <a:pt x="2122" y="1"/>
                      <a:pt x="2110" y="3"/>
                    </a:cubicBezTo>
                    <a:cubicBezTo>
                      <a:pt x="1959" y="19"/>
                      <a:pt x="1674" y="36"/>
                      <a:pt x="1557" y="36"/>
                    </a:cubicBezTo>
                    <a:cubicBezTo>
                      <a:pt x="1457" y="36"/>
                      <a:pt x="1306" y="36"/>
                      <a:pt x="1306" y="187"/>
                    </a:cubicBezTo>
                    <a:cubicBezTo>
                      <a:pt x="1290" y="270"/>
                      <a:pt x="1290" y="438"/>
                      <a:pt x="1356" y="605"/>
                    </a:cubicBezTo>
                    <a:lnTo>
                      <a:pt x="1356" y="907"/>
                    </a:lnTo>
                    <a:lnTo>
                      <a:pt x="1290" y="773"/>
                    </a:lnTo>
                    <a:cubicBezTo>
                      <a:pt x="1256" y="706"/>
                      <a:pt x="1189" y="605"/>
                      <a:pt x="1139" y="522"/>
                    </a:cubicBezTo>
                    <a:cubicBezTo>
                      <a:pt x="1055" y="354"/>
                      <a:pt x="955" y="70"/>
                      <a:pt x="754" y="70"/>
                    </a:cubicBezTo>
                    <a:lnTo>
                      <a:pt x="419" y="70"/>
                    </a:lnTo>
                    <a:cubicBezTo>
                      <a:pt x="252" y="103"/>
                      <a:pt x="201" y="103"/>
                      <a:pt x="118" y="103"/>
                    </a:cubicBezTo>
                    <a:cubicBezTo>
                      <a:pt x="51" y="103"/>
                      <a:pt x="1" y="120"/>
                      <a:pt x="1" y="270"/>
                    </a:cubicBezTo>
                    <a:lnTo>
                      <a:pt x="1" y="404"/>
                    </a:lnTo>
                    <a:cubicBezTo>
                      <a:pt x="17" y="488"/>
                      <a:pt x="17" y="605"/>
                      <a:pt x="17" y="756"/>
                    </a:cubicBezTo>
                    <a:cubicBezTo>
                      <a:pt x="17" y="1158"/>
                      <a:pt x="1" y="1743"/>
                      <a:pt x="1" y="2179"/>
                    </a:cubicBezTo>
                    <a:cubicBezTo>
                      <a:pt x="17" y="2798"/>
                      <a:pt x="34" y="3534"/>
                      <a:pt x="34" y="3702"/>
                    </a:cubicBezTo>
                    <a:cubicBezTo>
                      <a:pt x="21" y="3837"/>
                      <a:pt x="29" y="3896"/>
                      <a:pt x="85" y="3896"/>
                    </a:cubicBezTo>
                    <a:cubicBezTo>
                      <a:pt x="99" y="3896"/>
                      <a:pt x="115" y="3892"/>
                      <a:pt x="135" y="3886"/>
                    </a:cubicBezTo>
                    <a:cubicBezTo>
                      <a:pt x="252" y="3886"/>
                      <a:pt x="436" y="3869"/>
                      <a:pt x="520" y="3869"/>
                    </a:cubicBezTo>
                    <a:cubicBezTo>
                      <a:pt x="553" y="3869"/>
                      <a:pt x="603" y="3869"/>
                      <a:pt x="603" y="3786"/>
                    </a:cubicBezTo>
                    <a:lnTo>
                      <a:pt x="603" y="3719"/>
                    </a:lnTo>
                    <a:cubicBezTo>
                      <a:pt x="586" y="3601"/>
                      <a:pt x="586" y="2714"/>
                      <a:pt x="586" y="2497"/>
                    </a:cubicBezTo>
                    <a:lnTo>
                      <a:pt x="586" y="2112"/>
                    </a:lnTo>
                    <a:lnTo>
                      <a:pt x="586" y="1911"/>
                    </a:lnTo>
                    <a:lnTo>
                      <a:pt x="787" y="2346"/>
                    </a:lnTo>
                    <a:cubicBezTo>
                      <a:pt x="888" y="2580"/>
                      <a:pt x="1038" y="2848"/>
                      <a:pt x="1105" y="2965"/>
                    </a:cubicBezTo>
                    <a:cubicBezTo>
                      <a:pt x="1256" y="3250"/>
                      <a:pt x="1373" y="3551"/>
                      <a:pt x="1440" y="3702"/>
                    </a:cubicBezTo>
                    <a:cubicBezTo>
                      <a:pt x="1507" y="3836"/>
                      <a:pt x="1541" y="3886"/>
                      <a:pt x="1674" y="3886"/>
                    </a:cubicBezTo>
                    <a:cubicBezTo>
                      <a:pt x="1775" y="3886"/>
                      <a:pt x="1942" y="3869"/>
                      <a:pt x="2043" y="3869"/>
                    </a:cubicBezTo>
                    <a:lnTo>
                      <a:pt x="2193" y="3869"/>
                    </a:lnTo>
                    <a:cubicBezTo>
                      <a:pt x="2248" y="3869"/>
                      <a:pt x="2270" y="3858"/>
                      <a:pt x="2275" y="3817"/>
                    </a:cubicBezTo>
                    <a:lnTo>
                      <a:pt x="2275" y="3817"/>
                    </a:lnTo>
                    <a:cubicBezTo>
                      <a:pt x="2276" y="3817"/>
                      <a:pt x="2276" y="3818"/>
                      <a:pt x="2276" y="3818"/>
                    </a:cubicBezTo>
                    <a:cubicBezTo>
                      <a:pt x="2277" y="3818"/>
                      <a:pt x="2277" y="3808"/>
                      <a:pt x="2277" y="3786"/>
                    </a:cubicBezTo>
                    <a:lnTo>
                      <a:pt x="2277" y="3786"/>
                    </a:lnTo>
                    <a:cubicBezTo>
                      <a:pt x="2277" y="3798"/>
                      <a:pt x="2277" y="3808"/>
                      <a:pt x="2275" y="3817"/>
                    </a:cubicBezTo>
                    <a:lnTo>
                      <a:pt x="2275" y="3817"/>
                    </a:lnTo>
                    <a:cubicBezTo>
                      <a:pt x="2266" y="3779"/>
                      <a:pt x="2227" y="2864"/>
                      <a:pt x="2227" y="2463"/>
                    </a:cubicBezTo>
                    <a:lnTo>
                      <a:pt x="2227" y="1275"/>
                    </a:lnTo>
                    <a:lnTo>
                      <a:pt x="2227" y="237"/>
                    </a:lnTo>
                    <a:cubicBezTo>
                      <a:pt x="2258" y="84"/>
                      <a:pt x="2260" y="1"/>
                      <a:pt x="21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9" name="Google Shape;11299;p34"/>
              <p:cNvSpPr/>
              <p:nvPr/>
            </p:nvSpPr>
            <p:spPr>
              <a:xfrm>
                <a:off x="1435900" y="3147425"/>
                <a:ext cx="54425" cy="90425"/>
              </a:xfrm>
              <a:custGeom>
                <a:avLst/>
                <a:gdLst/>
                <a:ahLst/>
                <a:cxnLst/>
                <a:rect l="l" t="t" r="r" b="b"/>
                <a:pathLst>
                  <a:path w="2177" h="3617" extrusionOk="0">
                    <a:moveTo>
                      <a:pt x="1205" y="1"/>
                    </a:moveTo>
                    <a:cubicBezTo>
                      <a:pt x="954" y="1"/>
                      <a:pt x="536" y="34"/>
                      <a:pt x="385" y="34"/>
                    </a:cubicBezTo>
                    <a:cubicBezTo>
                      <a:pt x="321" y="34"/>
                      <a:pt x="231" y="15"/>
                      <a:pt x="156" y="15"/>
                    </a:cubicBezTo>
                    <a:cubicBezTo>
                      <a:pt x="73" y="15"/>
                      <a:pt x="8" y="38"/>
                      <a:pt x="17" y="134"/>
                    </a:cubicBezTo>
                    <a:cubicBezTo>
                      <a:pt x="34" y="319"/>
                      <a:pt x="34" y="720"/>
                      <a:pt x="34" y="921"/>
                    </a:cubicBezTo>
                    <a:cubicBezTo>
                      <a:pt x="34" y="1139"/>
                      <a:pt x="0" y="1658"/>
                      <a:pt x="0" y="2009"/>
                    </a:cubicBezTo>
                    <a:cubicBezTo>
                      <a:pt x="0" y="2377"/>
                      <a:pt x="17" y="2796"/>
                      <a:pt x="17" y="3097"/>
                    </a:cubicBezTo>
                    <a:lnTo>
                      <a:pt x="17" y="3398"/>
                    </a:lnTo>
                    <a:lnTo>
                      <a:pt x="17" y="3432"/>
                    </a:lnTo>
                    <a:lnTo>
                      <a:pt x="17" y="3516"/>
                    </a:lnTo>
                    <a:cubicBezTo>
                      <a:pt x="17" y="3566"/>
                      <a:pt x="17" y="3599"/>
                      <a:pt x="117" y="3599"/>
                    </a:cubicBezTo>
                    <a:lnTo>
                      <a:pt x="1406" y="3599"/>
                    </a:lnTo>
                    <a:cubicBezTo>
                      <a:pt x="1607" y="3599"/>
                      <a:pt x="1841" y="3616"/>
                      <a:pt x="1925" y="3616"/>
                    </a:cubicBezTo>
                    <a:lnTo>
                      <a:pt x="2009" y="3616"/>
                    </a:lnTo>
                    <a:cubicBezTo>
                      <a:pt x="2093" y="3616"/>
                      <a:pt x="2109" y="3599"/>
                      <a:pt x="2109" y="3566"/>
                    </a:cubicBezTo>
                    <a:lnTo>
                      <a:pt x="2109" y="3398"/>
                    </a:lnTo>
                    <a:cubicBezTo>
                      <a:pt x="2109" y="3331"/>
                      <a:pt x="2109" y="3315"/>
                      <a:pt x="2042" y="3315"/>
                    </a:cubicBezTo>
                    <a:lnTo>
                      <a:pt x="1741" y="3315"/>
                    </a:lnTo>
                    <a:cubicBezTo>
                      <a:pt x="1590" y="3315"/>
                      <a:pt x="1423" y="3331"/>
                      <a:pt x="1256" y="3331"/>
                    </a:cubicBezTo>
                    <a:lnTo>
                      <a:pt x="235" y="3331"/>
                    </a:lnTo>
                    <a:lnTo>
                      <a:pt x="235" y="3198"/>
                    </a:lnTo>
                    <a:lnTo>
                      <a:pt x="235" y="2930"/>
                    </a:lnTo>
                    <a:lnTo>
                      <a:pt x="235" y="2310"/>
                    </a:lnTo>
                    <a:cubicBezTo>
                      <a:pt x="235" y="2177"/>
                      <a:pt x="201" y="2143"/>
                      <a:pt x="201" y="2009"/>
                    </a:cubicBezTo>
                    <a:cubicBezTo>
                      <a:pt x="201" y="1959"/>
                      <a:pt x="201" y="1892"/>
                      <a:pt x="251" y="1875"/>
                    </a:cubicBezTo>
                    <a:lnTo>
                      <a:pt x="268" y="1792"/>
                    </a:lnTo>
                    <a:lnTo>
                      <a:pt x="419" y="1792"/>
                    </a:lnTo>
                    <a:cubicBezTo>
                      <a:pt x="474" y="1792"/>
                      <a:pt x="538" y="1799"/>
                      <a:pt x="603" y="1799"/>
                    </a:cubicBezTo>
                    <a:cubicBezTo>
                      <a:pt x="636" y="1799"/>
                      <a:pt x="670" y="1797"/>
                      <a:pt x="703" y="1792"/>
                    </a:cubicBezTo>
                    <a:cubicBezTo>
                      <a:pt x="904" y="1758"/>
                      <a:pt x="1122" y="1758"/>
                      <a:pt x="1323" y="1758"/>
                    </a:cubicBezTo>
                    <a:cubicBezTo>
                      <a:pt x="1507" y="1758"/>
                      <a:pt x="1925" y="1825"/>
                      <a:pt x="1992" y="1825"/>
                    </a:cubicBezTo>
                    <a:cubicBezTo>
                      <a:pt x="2042" y="1825"/>
                      <a:pt x="2042" y="1808"/>
                      <a:pt x="2042" y="1758"/>
                    </a:cubicBezTo>
                    <a:lnTo>
                      <a:pt x="2042" y="1574"/>
                    </a:lnTo>
                    <a:cubicBezTo>
                      <a:pt x="2042" y="1557"/>
                      <a:pt x="2042" y="1507"/>
                      <a:pt x="1992" y="1507"/>
                    </a:cubicBezTo>
                    <a:lnTo>
                      <a:pt x="1908" y="1507"/>
                    </a:lnTo>
                    <a:cubicBezTo>
                      <a:pt x="1791" y="1507"/>
                      <a:pt x="1641" y="1490"/>
                      <a:pt x="1574" y="1490"/>
                    </a:cubicBezTo>
                    <a:cubicBezTo>
                      <a:pt x="1456" y="1490"/>
                      <a:pt x="1373" y="1507"/>
                      <a:pt x="1323" y="1507"/>
                    </a:cubicBezTo>
                    <a:cubicBezTo>
                      <a:pt x="1256" y="1507"/>
                      <a:pt x="1088" y="1490"/>
                      <a:pt x="938" y="1490"/>
                    </a:cubicBezTo>
                    <a:cubicBezTo>
                      <a:pt x="787" y="1490"/>
                      <a:pt x="687" y="1507"/>
                      <a:pt x="603" y="1507"/>
                    </a:cubicBezTo>
                    <a:lnTo>
                      <a:pt x="285" y="1507"/>
                    </a:lnTo>
                    <a:lnTo>
                      <a:pt x="285" y="1390"/>
                    </a:lnTo>
                    <a:lnTo>
                      <a:pt x="285" y="1172"/>
                    </a:lnTo>
                    <a:cubicBezTo>
                      <a:pt x="285" y="1072"/>
                      <a:pt x="268" y="921"/>
                      <a:pt x="268" y="787"/>
                    </a:cubicBezTo>
                    <a:lnTo>
                      <a:pt x="268" y="536"/>
                    </a:lnTo>
                    <a:lnTo>
                      <a:pt x="268" y="386"/>
                    </a:lnTo>
                    <a:lnTo>
                      <a:pt x="368" y="369"/>
                    </a:lnTo>
                    <a:cubicBezTo>
                      <a:pt x="452" y="335"/>
                      <a:pt x="519" y="335"/>
                      <a:pt x="603" y="335"/>
                    </a:cubicBezTo>
                    <a:lnTo>
                      <a:pt x="1975" y="335"/>
                    </a:lnTo>
                    <a:cubicBezTo>
                      <a:pt x="2059" y="335"/>
                      <a:pt x="2059" y="369"/>
                      <a:pt x="2126" y="369"/>
                    </a:cubicBezTo>
                    <a:cubicBezTo>
                      <a:pt x="2143" y="369"/>
                      <a:pt x="2143" y="302"/>
                      <a:pt x="2143" y="235"/>
                    </a:cubicBezTo>
                    <a:lnTo>
                      <a:pt x="2143" y="168"/>
                    </a:lnTo>
                    <a:cubicBezTo>
                      <a:pt x="2143" y="118"/>
                      <a:pt x="2176" y="34"/>
                      <a:pt x="2059" y="34"/>
                    </a:cubicBezTo>
                    <a:cubicBezTo>
                      <a:pt x="1959" y="34"/>
                      <a:pt x="1456" y="1"/>
                      <a:pt x="1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0" name="Google Shape;11300;p34"/>
              <p:cNvSpPr/>
              <p:nvPr/>
            </p:nvSpPr>
            <p:spPr>
              <a:xfrm>
                <a:off x="1272275" y="3650000"/>
                <a:ext cx="195450" cy="13825"/>
              </a:xfrm>
              <a:custGeom>
                <a:avLst/>
                <a:gdLst/>
                <a:ahLst/>
                <a:cxnLst/>
                <a:rect l="l" t="t" r="r" b="b"/>
                <a:pathLst>
                  <a:path w="7818" h="553" extrusionOk="0">
                    <a:moveTo>
                      <a:pt x="0" y="1"/>
                    </a:moveTo>
                    <a:lnTo>
                      <a:pt x="0" y="553"/>
                    </a:lnTo>
                    <a:lnTo>
                      <a:pt x="7817" y="553"/>
                    </a:lnTo>
                    <a:lnTo>
                      <a:pt x="78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1" name="Google Shape;11301;p34"/>
              <p:cNvSpPr/>
              <p:nvPr/>
            </p:nvSpPr>
            <p:spPr>
              <a:xfrm>
                <a:off x="1272275" y="3617775"/>
                <a:ext cx="126825" cy="13850"/>
              </a:xfrm>
              <a:custGeom>
                <a:avLst/>
                <a:gdLst/>
                <a:ahLst/>
                <a:cxnLst/>
                <a:rect l="l" t="t" r="r" b="b"/>
                <a:pathLst>
                  <a:path w="5073" h="554" extrusionOk="0">
                    <a:moveTo>
                      <a:pt x="0" y="1"/>
                    </a:moveTo>
                    <a:lnTo>
                      <a:pt x="0" y="553"/>
                    </a:lnTo>
                    <a:lnTo>
                      <a:pt x="5072" y="553"/>
                    </a:lnTo>
                    <a:lnTo>
                      <a:pt x="507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2" name="Google Shape;11302;p34"/>
              <p:cNvSpPr/>
              <p:nvPr/>
            </p:nvSpPr>
            <p:spPr>
              <a:xfrm>
                <a:off x="1305325" y="3463375"/>
                <a:ext cx="60700" cy="61950"/>
              </a:xfrm>
              <a:custGeom>
                <a:avLst/>
                <a:gdLst/>
                <a:ahLst/>
                <a:cxnLst/>
                <a:rect l="l" t="t" r="r" b="b"/>
                <a:pathLst>
                  <a:path w="2428" h="2478" extrusionOk="0">
                    <a:moveTo>
                      <a:pt x="1223" y="0"/>
                    </a:moveTo>
                    <a:cubicBezTo>
                      <a:pt x="553" y="0"/>
                      <a:pt x="1" y="553"/>
                      <a:pt x="1" y="1239"/>
                    </a:cubicBezTo>
                    <a:cubicBezTo>
                      <a:pt x="1" y="1925"/>
                      <a:pt x="553" y="2477"/>
                      <a:pt x="1223" y="2477"/>
                    </a:cubicBezTo>
                    <a:cubicBezTo>
                      <a:pt x="1892" y="2477"/>
                      <a:pt x="2428" y="1925"/>
                      <a:pt x="2428" y="1239"/>
                    </a:cubicBezTo>
                    <a:cubicBezTo>
                      <a:pt x="2428" y="553"/>
                      <a:pt x="1892" y="0"/>
                      <a:pt x="12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3" name="Google Shape;11303;p34"/>
              <p:cNvSpPr/>
              <p:nvPr/>
            </p:nvSpPr>
            <p:spPr>
              <a:xfrm>
                <a:off x="1341750" y="3410225"/>
                <a:ext cx="56500" cy="57400"/>
              </a:xfrm>
              <a:custGeom>
                <a:avLst/>
                <a:gdLst/>
                <a:ahLst/>
                <a:cxnLst/>
                <a:rect l="l" t="t" r="r" b="b"/>
                <a:pathLst>
                  <a:path w="2260" h="2296" extrusionOk="0">
                    <a:moveTo>
                      <a:pt x="1122" y="0"/>
                    </a:moveTo>
                    <a:cubicBezTo>
                      <a:pt x="502" y="0"/>
                      <a:pt x="0" y="519"/>
                      <a:pt x="0" y="1155"/>
                    </a:cubicBezTo>
                    <a:cubicBezTo>
                      <a:pt x="0" y="1775"/>
                      <a:pt x="502" y="2294"/>
                      <a:pt x="1122" y="2294"/>
                    </a:cubicBezTo>
                    <a:cubicBezTo>
                      <a:pt x="1140" y="2295"/>
                      <a:pt x="1159" y="2295"/>
                      <a:pt x="1178" y="2295"/>
                    </a:cubicBezTo>
                    <a:cubicBezTo>
                      <a:pt x="1787" y="2295"/>
                      <a:pt x="2260" y="1772"/>
                      <a:pt x="2260" y="1155"/>
                    </a:cubicBezTo>
                    <a:cubicBezTo>
                      <a:pt x="2260" y="519"/>
                      <a:pt x="1758" y="0"/>
                      <a:pt x="11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4" name="Google Shape;11304;p34"/>
              <p:cNvSpPr/>
              <p:nvPr/>
            </p:nvSpPr>
            <p:spPr>
              <a:xfrm>
                <a:off x="1375625" y="3464200"/>
                <a:ext cx="56525" cy="57350"/>
              </a:xfrm>
              <a:custGeom>
                <a:avLst/>
                <a:gdLst/>
                <a:ahLst/>
                <a:cxnLst/>
                <a:rect l="l" t="t" r="r" b="b"/>
                <a:pathLst>
                  <a:path w="2261" h="2294" extrusionOk="0">
                    <a:moveTo>
                      <a:pt x="1139" y="1"/>
                    </a:moveTo>
                    <a:cubicBezTo>
                      <a:pt x="503" y="1"/>
                      <a:pt x="1" y="520"/>
                      <a:pt x="1" y="1139"/>
                    </a:cubicBezTo>
                    <a:cubicBezTo>
                      <a:pt x="1" y="1775"/>
                      <a:pt x="503" y="2294"/>
                      <a:pt x="1139" y="2294"/>
                    </a:cubicBezTo>
                    <a:cubicBezTo>
                      <a:pt x="1758" y="2294"/>
                      <a:pt x="2261" y="1792"/>
                      <a:pt x="2261" y="1139"/>
                    </a:cubicBezTo>
                    <a:cubicBezTo>
                      <a:pt x="2261" y="520"/>
                      <a:pt x="1758" y="1"/>
                      <a:pt x="11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5" name="Google Shape;11305;p34"/>
              <p:cNvSpPr/>
              <p:nvPr/>
            </p:nvSpPr>
            <p:spPr>
              <a:xfrm>
                <a:off x="1413300" y="3416500"/>
                <a:ext cx="56525" cy="57350"/>
              </a:xfrm>
              <a:custGeom>
                <a:avLst/>
                <a:gdLst/>
                <a:ahLst/>
                <a:cxnLst/>
                <a:rect l="l" t="t" r="r" b="b"/>
                <a:pathLst>
                  <a:path w="2261" h="2294" extrusionOk="0">
                    <a:moveTo>
                      <a:pt x="1139" y="0"/>
                    </a:moveTo>
                    <a:cubicBezTo>
                      <a:pt x="503" y="0"/>
                      <a:pt x="0" y="519"/>
                      <a:pt x="0" y="1155"/>
                    </a:cubicBezTo>
                    <a:cubicBezTo>
                      <a:pt x="0" y="1775"/>
                      <a:pt x="503" y="2294"/>
                      <a:pt x="1139" y="2294"/>
                    </a:cubicBezTo>
                    <a:cubicBezTo>
                      <a:pt x="1741" y="2294"/>
                      <a:pt x="2260" y="1775"/>
                      <a:pt x="2260" y="1155"/>
                    </a:cubicBezTo>
                    <a:cubicBezTo>
                      <a:pt x="2260" y="519"/>
                      <a:pt x="1758" y="0"/>
                      <a:pt x="11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6" name="Google Shape;11306;p34"/>
              <p:cNvSpPr/>
              <p:nvPr/>
            </p:nvSpPr>
            <p:spPr>
              <a:xfrm>
                <a:off x="1384425" y="3358325"/>
                <a:ext cx="56525" cy="57775"/>
              </a:xfrm>
              <a:custGeom>
                <a:avLst/>
                <a:gdLst/>
                <a:ahLst/>
                <a:cxnLst/>
                <a:rect l="l" t="t" r="r" b="b"/>
                <a:pathLst>
                  <a:path w="2261" h="2311" extrusionOk="0">
                    <a:moveTo>
                      <a:pt x="1139" y="1"/>
                    </a:moveTo>
                    <a:cubicBezTo>
                      <a:pt x="503" y="1"/>
                      <a:pt x="0" y="520"/>
                      <a:pt x="0" y="1156"/>
                    </a:cubicBezTo>
                    <a:cubicBezTo>
                      <a:pt x="0" y="1775"/>
                      <a:pt x="503" y="2311"/>
                      <a:pt x="1139" y="2311"/>
                    </a:cubicBezTo>
                    <a:cubicBezTo>
                      <a:pt x="1758" y="2311"/>
                      <a:pt x="2260" y="1809"/>
                      <a:pt x="2260" y="1156"/>
                    </a:cubicBezTo>
                    <a:cubicBezTo>
                      <a:pt x="2260" y="520"/>
                      <a:pt x="1758" y="1"/>
                      <a:pt x="113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7" name="Google Shape;11307;p34"/>
              <p:cNvSpPr/>
              <p:nvPr/>
            </p:nvSpPr>
            <p:spPr>
              <a:xfrm>
                <a:off x="1321225" y="3341600"/>
                <a:ext cx="56525" cy="57350"/>
              </a:xfrm>
              <a:custGeom>
                <a:avLst/>
                <a:gdLst/>
                <a:ahLst/>
                <a:cxnLst/>
                <a:rect l="l" t="t" r="r" b="b"/>
                <a:pathLst>
                  <a:path w="2261" h="2294" extrusionOk="0">
                    <a:moveTo>
                      <a:pt x="1139" y="0"/>
                    </a:moveTo>
                    <a:cubicBezTo>
                      <a:pt x="503" y="0"/>
                      <a:pt x="1" y="519"/>
                      <a:pt x="1" y="1155"/>
                    </a:cubicBezTo>
                    <a:cubicBezTo>
                      <a:pt x="1" y="1775"/>
                      <a:pt x="503" y="2293"/>
                      <a:pt x="1139" y="2293"/>
                    </a:cubicBezTo>
                    <a:cubicBezTo>
                      <a:pt x="1758" y="2293"/>
                      <a:pt x="2261" y="1808"/>
                      <a:pt x="2261" y="1155"/>
                    </a:cubicBezTo>
                    <a:cubicBezTo>
                      <a:pt x="2261" y="519"/>
                      <a:pt x="1758" y="0"/>
                      <a:pt x="11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8" name="Google Shape;11308;p34"/>
              <p:cNvSpPr/>
              <p:nvPr/>
            </p:nvSpPr>
            <p:spPr>
              <a:xfrm>
                <a:off x="1307000" y="3405625"/>
                <a:ext cx="38950" cy="51075"/>
              </a:xfrm>
              <a:custGeom>
                <a:avLst/>
                <a:gdLst/>
                <a:ahLst/>
                <a:cxnLst/>
                <a:rect l="l" t="t" r="r" b="b"/>
                <a:pathLst>
                  <a:path w="1558" h="2043" extrusionOk="0">
                    <a:moveTo>
                      <a:pt x="1039" y="0"/>
                    </a:moveTo>
                    <a:cubicBezTo>
                      <a:pt x="469" y="0"/>
                      <a:pt x="1" y="452"/>
                      <a:pt x="1" y="1021"/>
                    </a:cubicBezTo>
                    <a:cubicBezTo>
                      <a:pt x="1" y="1590"/>
                      <a:pt x="469" y="2042"/>
                      <a:pt x="1039" y="2042"/>
                    </a:cubicBezTo>
                    <a:cubicBezTo>
                      <a:pt x="1089" y="2042"/>
                      <a:pt x="1139" y="2042"/>
                      <a:pt x="1206" y="2026"/>
                    </a:cubicBezTo>
                    <a:cubicBezTo>
                      <a:pt x="1039" y="1825"/>
                      <a:pt x="955" y="1557"/>
                      <a:pt x="955" y="1272"/>
                    </a:cubicBezTo>
                    <a:cubicBezTo>
                      <a:pt x="955" y="787"/>
                      <a:pt x="1206" y="385"/>
                      <a:pt x="1557" y="134"/>
                    </a:cubicBezTo>
                    <a:cubicBezTo>
                      <a:pt x="1407" y="34"/>
                      <a:pt x="1223" y="0"/>
                      <a:pt x="10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9" name="Google Shape;11309;p34"/>
              <p:cNvSpPr/>
              <p:nvPr/>
            </p:nvSpPr>
            <p:spPr>
              <a:xfrm>
                <a:off x="1430025" y="3297650"/>
                <a:ext cx="37275" cy="73250"/>
              </a:xfrm>
              <a:custGeom>
                <a:avLst/>
                <a:gdLst/>
                <a:ahLst/>
                <a:cxnLst/>
                <a:rect l="l" t="t" r="r" b="b"/>
                <a:pathLst>
                  <a:path w="1491" h="2930" extrusionOk="0">
                    <a:moveTo>
                      <a:pt x="670" y="1"/>
                    </a:moveTo>
                    <a:lnTo>
                      <a:pt x="218" y="319"/>
                    </a:lnTo>
                    <a:cubicBezTo>
                      <a:pt x="218" y="319"/>
                      <a:pt x="1173" y="1825"/>
                      <a:pt x="1" y="2863"/>
                    </a:cubicBezTo>
                    <a:lnTo>
                      <a:pt x="135" y="2930"/>
                    </a:lnTo>
                    <a:cubicBezTo>
                      <a:pt x="1491" y="1859"/>
                      <a:pt x="670" y="1"/>
                      <a:pt x="6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10" name="Google Shape;11310;p34"/>
            <p:cNvGrpSpPr/>
            <p:nvPr/>
          </p:nvGrpSpPr>
          <p:grpSpPr>
            <a:xfrm>
              <a:off x="1368575" y="3806575"/>
              <a:ext cx="1273825" cy="283800"/>
              <a:chOff x="1530500" y="3761300"/>
              <a:chExt cx="1273825" cy="283800"/>
            </a:xfrm>
          </p:grpSpPr>
          <p:sp>
            <p:nvSpPr>
              <p:cNvPr id="11311" name="Google Shape;11311;p34"/>
              <p:cNvSpPr/>
              <p:nvPr/>
            </p:nvSpPr>
            <p:spPr>
              <a:xfrm>
                <a:off x="1530500" y="3918700"/>
                <a:ext cx="87900" cy="71575"/>
              </a:xfrm>
              <a:custGeom>
                <a:avLst/>
                <a:gdLst/>
                <a:ahLst/>
                <a:cxnLst/>
                <a:rect l="l" t="t" r="r" b="b"/>
                <a:pathLst>
                  <a:path w="3516" h="2863" extrusionOk="0">
                    <a:moveTo>
                      <a:pt x="1992" y="1"/>
                    </a:moveTo>
                    <a:cubicBezTo>
                      <a:pt x="962" y="1"/>
                      <a:pt x="1" y="453"/>
                      <a:pt x="1" y="453"/>
                    </a:cubicBezTo>
                    <a:cubicBezTo>
                      <a:pt x="1" y="453"/>
                      <a:pt x="905" y="1373"/>
                      <a:pt x="1189" y="2578"/>
                    </a:cubicBezTo>
                    <a:cubicBezTo>
                      <a:pt x="1240" y="2779"/>
                      <a:pt x="1301" y="2862"/>
                      <a:pt x="1374" y="2862"/>
                    </a:cubicBezTo>
                    <a:cubicBezTo>
                      <a:pt x="1736" y="2862"/>
                      <a:pt x="2388" y="823"/>
                      <a:pt x="3516" y="670"/>
                    </a:cubicBezTo>
                    <a:lnTo>
                      <a:pt x="3281" y="319"/>
                    </a:lnTo>
                    <a:cubicBezTo>
                      <a:pt x="2886" y="83"/>
                      <a:pt x="2433" y="1"/>
                      <a:pt x="199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2" name="Google Shape;11312;p34"/>
              <p:cNvSpPr/>
              <p:nvPr/>
            </p:nvSpPr>
            <p:spPr>
              <a:xfrm>
                <a:off x="1597450" y="3901375"/>
                <a:ext cx="40200" cy="51850"/>
              </a:xfrm>
              <a:custGeom>
                <a:avLst/>
                <a:gdLst/>
                <a:ahLst/>
                <a:cxnLst/>
                <a:rect l="l" t="t" r="r" b="b"/>
                <a:pathLst>
                  <a:path w="1608" h="2074" extrusionOk="0">
                    <a:moveTo>
                      <a:pt x="668" y="0"/>
                    </a:moveTo>
                    <a:cubicBezTo>
                      <a:pt x="641" y="0"/>
                      <a:pt x="614" y="2"/>
                      <a:pt x="587" y="7"/>
                    </a:cubicBezTo>
                    <a:cubicBezTo>
                      <a:pt x="202" y="91"/>
                      <a:pt x="1" y="610"/>
                      <a:pt x="118" y="1179"/>
                    </a:cubicBezTo>
                    <a:cubicBezTo>
                      <a:pt x="242" y="1691"/>
                      <a:pt x="596" y="2073"/>
                      <a:pt x="941" y="2073"/>
                    </a:cubicBezTo>
                    <a:cubicBezTo>
                      <a:pt x="968" y="2073"/>
                      <a:pt x="995" y="2071"/>
                      <a:pt x="1022" y="2066"/>
                    </a:cubicBezTo>
                    <a:cubicBezTo>
                      <a:pt x="1407" y="2016"/>
                      <a:pt x="1608" y="1464"/>
                      <a:pt x="1491" y="894"/>
                    </a:cubicBezTo>
                    <a:cubicBezTo>
                      <a:pt x="1366" y="383"/>
                      <a:pt x="1012" y="0"/>
                      <a:pt x="6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3" name="Google Shape;11313;p34"/>
              <p:cNvSpPr/>
              <p:nvPr/>
            </p:nvSpPr>
            <p:spPr>
              <a:xfrm>
                <a:off x="1607925" y="3761300"/>
                <a:ext cx="854100" cy="281700"/>
              </a:xfrm>
              <a:custGeom>
                <a:avLst/>
                <a:gdLst/>
                <a:ahLst/>
                <a:cxnLst/>
                <a:rect l="l" t="t" r="r" b="b"/>
                <a:pathLst>
                  <a:path w="34164" h="11268" extrusionOk="0">
                    <a:moveTo>
                      <a:pt x="19072" y="1"/>
                    </a:moveTo>
                    <a:cubicBezTo>
                      <a:pt x="16727" y="1"/>
                      <a:pt x="7490" y="90"/>
                      <a:pt x="4503" y="1459"/>
                    </a:cubicBezTo>
                    <a:cubicBezTo>
                      <a:pt x="2996" y="2145"/>
                      <a:pt x="0" y="4121"/>
                      <a:pt x="0" y="6447"/>
                    </a:cubicBezTo>
                    <a:cubicBezTo>
                      <a:pt x="0" y="8155"/>
                      <a:pt x="2896" y="11268"/>
                      <a:pt x="5474" y="11268"/>
                    </a:cubicBezTo>
                    <a:lnTo>
                      <a:pt x="31737" y="11268"/>
                    </a:lnTo>
                    <a:cubicBezTo>
                      <a:pt x="34164" y="11268"/>
                      <a:pt x="23518" y="3"/>
                      <a:pt x="19618" y="3"/>
                    </a:cubicBezTo>
                    <a:cubicBezTo>
                      <a:pt x="19618" y="3"/>
                      <a:pt x="19422" y="1"/>
                      <a:pt x="190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4" name="Google Shape;11314;p34"/>
              <p:cNvSpPr/>
              <p:nvPr/>
            </p:nvSpPr>
            <p:spPr>
              <a:xfrm>
                <a:off x="1662325" y="3772650"/>
                <a:ext cx="356550" cy="73825"/>
              </a:xfrm>
              <a:custGeom>
                <a:avLst/>
                <a:gdLst/>
                <a:ahLst/>
                <a:cxnLst/>
                <a:rect l="l" t="t" r="r" b="b"/>
                <a:pathLst>
                  <a:path w="14262" h="2953" extrusionOk="0">
                    <a:moveTo>
                      <a:pt x="14262" y="1"/>
                    </a:moveTo>
                    <a:lnTo>
                      <a:pt x="14262" y="1"/>
                    </a:lnTo>
                    <a:cubicBezTo>
                      <a:pt x="10713" y="85"/>
                      <a:pt x="4687" y="352"/>
                      <a:pt x="2344" y="1440"/>
                    </a:cubicBezTo>
                    <a:cubicBezTo>
                      <a:pt x="1708" y="1742"/>
                      <a:pt x="837" y="2261"/>
                      <a:pt x="0" y="2930"/>
                    </a:cubicBezTo>
                    <a:cubicBezTo>
                      <a:pt x="397" y="2945"/>
                      <a:pt x="804" y="2953"/>
                      <a:pt x="1221" y="2953"/>
                    </a:cubicBezTo>
                    <a:cubicBezTo>
                      <a:pt x="2192" y="2953"/>
                      <a:pt x="3214" y="2912"/>
                      <a:pt x="4269" y="2830"/>
                    </a:cubicBezTo>
                    <a:cubicBezTo>
                      <a:pt x="8955" y="2445"/>
                      <a:pt x="12872" y="1273"/>
                      <a:pt x="14262"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5" name="Google Shape;11315;p34"/>
              <p:cNvSpPr/>
              <p:nvPr/>
            </p:nvSpPr>
            <p:spPr>
              <a:xfrm>
                <a:off x="1609600" y="3833750"/>
                <a:ext cx="832400" cy="208850"/>
              </a:xfrm>
              <a:custGeom>
                <a:avLst/>
                <a:gdLst/>
                <a:ahLst/>
                <a:cxnLst/>
                <a:rect l="l" t="t" r="r" b="b"/>
                <a:pathLst>
                  <a:path w="33296" h="8354" extrusionOk="0">
                    <a:moveTo>
                      <a:pt x="24623" y="1"/>
                    </a:moveTo>
                    <a:cubicBezTo>
                      <a:pt x="21258" y="1490"/>
                      <a:pt x="16488" y="2763"/>
                      <a:pt x="11098" y="3482"/>
                    </a:cubicBezTo>
                    <a:cubicBezTo>
                      <a:pt x="8263" y="3856"/>
                      <a:pt x="5541" y="4034"/>
                      <a:pt x="3070" y="4034"/>
                    </a:cubicBezTo>
                    <a:cubicBezTo>
                      <a:pt x="1996" y="4034"/>
                      <a:pt x="969" y="4000"/>
                      <a:pt x="0" y="3934"/>
                    </a:cubicBezTo>
                    <a:lnTo>
                      <a:pt x="0" y="3934"/>
                    </a:lnTo>
                    <a:cubicBezTo>
                      <a:pt x="385" y="5692"/>
                      <a:pt x="3047" y="8353"/>
                      <a:pt x="5440" y="8353"/>
                    </a:cubicBezTo>
                    <a:lnTo>
                      <a:pt x="31686" y="8353"/>
                    </a:lnTo>
                    <a:cubicBezTo>
                      <a:pt x="31689" y="8353"/>
                      <a:pt x="31692" y="8353"/>
                      <a:pt x="31694" y="8353"/>
                    </a:cubicBezTo>
                    <a:cubicBezTo>
                      <a:pt x="33295" y="8353"/>
                      <a:pt x="28884" y="3343"/>
                      <a:pt x="24623"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6" name="Google Shape;11316;p34"/>
              <p:cNvSpPr/>
              <p:nvPr/>
            </p:nvSpPr>
            <p:spPr>
              <a:xfrm>
                <a:off x="2063625" y="3763775"/>
                <a:ext cx="383750" cy="279325"/>
              </a:xfrm>
              <a:custGeom>
                <a:avLst/>
                <a:gdLst/>
                <a:ahLst/>
                <a:cxnLst/>
                <a:rect l="l" t="t" r="r" b="b"/>
                <a:pathLst>
                  <a:path w="15350" h="11173" extrusionOk="0">
                    <a:moveTo>
                      <a:pt x="1580" y="0"/>
                    </a:moveTo>
                    <a:cubicBezTo>
                      <a:pt x="1196" y="0"/>
                      <a:pt x="912" y="99"/>
                      <a:pt x="754" y="306"/>
                    </a:cubicBezTo>
                    <a:cubicBezTo>
                      <a:pt x="1" y="1310"/>
                      <a:pt x="2461" y="4490"/>
                      <a:pt x="6294" y="7403"/>
                    </a:cubicBezTo>
                    <a:cubicBezTo>
                      <a:pt x="9324" y="9715"/>
                      <a:pt x="12291" y="11173"/>
                      <a:pt x="13762" y="11173"/>
                    </a:cubicBezTo>
                    <a:cubicBezTo>
                      <a:pt x="14144" y="11173"/>
                      <a:pt x="14425" y="11075"/>
                      <a:pt x="14580" y="10868"/>
                    </a:cubicBezTo>
                    <a:cubicBezTo>
                      <a:pt x="15350" y="9880"/>
                      <a:pt x="12873" y="6700"/>
                      <a:pt x="9056" y="3771"/>
                    </a:cubicBezTo>
                    <a:cubicBezTo>
                      <a:pt x="6026" y="1458"/>
                      <a:pt x="3060" y="0"/>
                      <a:pt x="15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7" name="Google Shape;11317;p34"/>
              <p:cNvSpPr/>
              <p:nvPr/>
            </p:nvSpPr>
            <p:spPr>
              <a:xfrm>
                <a:off x="2188750" y="3841850"/>
                <a:ext cx="277875" cy="201150"/>
              </a:xfrm>
              <a:custGeom>
                <a:avLst/>
                <a:gdLst/>
                <a:ahLst/>
                <a:cxnLst/>
                <a:rect l="l" t="t" r="r" b="b"/>
                <a:pathLst>
                  <a:path w="11115" h="8046" extrusionOk="0">
                    <a:moveTo>
                      <a:pt x="990" y="0"/>
                    </a:moveTo>
                    <a:cubicBezTo>
                      <a:pt x="834" y="0"/>
                      <a:pt x="718" y="30"/>
                      <a:pt x="653" y="95"/>
                    </a:cubicBezTo>
                    <a:cubicBezTo>
                      <a:pt x="0" y="731"/>
                      <a:pt x="218" y="3443"/>
                      <a:pt x="620" y="3761"/>
                    </a:cubicBezTo>
                    <a:cubicBezTo>
                      <a:pt x="3582" y="6205"/>
                      <a:pt x="6746" y="8046"/>
                      <a:pt x="8755" y="8046"/>
                    </a:cubicBezTo>
                    <a:cubicBezTo>
                      <a:pt x="11115" y="8046"/>
                      <a:pt x="9575" y="5535"/>
                      <a:pt x="6194" y="2472"/>
                    </a:cubicBezTo>
                    <a:cubicBezTo>
                      <a:pt x="5081" y="1447"/>
                      <a:pt x="2074" y="0"/>
                      <a:pt x="99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8" name="Google Shape;11318;p34"/>
              <p:cNvSpPr/>
              <p:nvPr/>
            </p:nvSpPr>
            <p:spPr>
              <a:xfrm>
                <a:off x="2200725" y="3812350"/>
                <a:ext cx="38050" cy="30700"/>
              </a:xfrm>
              <a:custGeom>
                <a:avLst/>
                <a:gdLst/>
                <a:ahLst/>
                <a:cxnLst/>
                <a:rect l="l" t="t" r="r" b="b"/>
                <a:pathLst>
                  <a:path w="1522" h="1228" extrusionOk="0">
                    <a:moveTo>
                      <a:pt x="172" y="0"/>
                    </a:moveTo>
                    <a:cubicBezTo>
                      <a:pt x="1" y="0"/>
                      <a:pt x="93" y="241"/>
                      <a:pt x="392" y="555"/>
                    </a:cubicBezTo>
                    <a:cubicBezTo>
                      <a:pt x="693" y="890"/>
                      <a:pt x="1112" y="1175"/>
                      <a:pt x="1329" y="1225"/>
                    </a:cubicBezTo>
                    <a:cubicBezTo>
                      <a:pt x="1341" y="1227"/>
                      <a:pt x="1352" y="1228"/>
                      <a:pt x="1362" y="1228"/>
                    </a:cubicBezTo>
                    <a:cubicBezTo>
                      <a:pt x="1521" y="1228"/>
                      <a:pt x="1444" y="987"/>
                      <a:pt x="1145" y="673"/>
                    </a:cubicBezTo>
                    <a:cubicBezTo>
                      <a:pt x="827" y="338"/>
                      <a:pt x="409" y="53"/>
                      <a:pt x="208" y="3"/>
                    </a:cubicBezTo>
                    <a:cubicBezTo>
                      <a:pt x="195" y="1"/>
                      <a:pt x="183" y="0"/>
                      <a:pt x="172"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9" name="Google Shape;11319;p34"/>
              <p:cNvSpPr/>
              <p:nvPr/>
            </p:nvSpPr>
            <p:spPr>
              <a:xfrm>
                <a:off x="2255575" y="3939125"/>
                <a:ext cx="36850" cy="28175"/>
              </a:xfrm>
              <a:custGeom>
                <a:avLst/>
                <a:gdLst/>
                <a:ahLst/>
                <a:cxnLst/>
                <a:rect l="l" t="t" r="r" b="b"/>
                <a:pathLst>
                  <a:path w="1474" h="1127" extrusionOk="0">
                    <a:moveTo>
                      <a:pt x="168" y="1"/>
                    </a:moveTo>
                    <a:cubicBezTo>
                      <a:pt x="0" y="1"/>
                      <a:pt x="92" y="225"/>
                      <a:pt x="374" y="523"/>
                    </a:cubicBezTo>
                    <a:cubicBezTo>
                      <a:pt x="658" y="841"/>
                      <a:pt x="1060" y="1109"/>
                      <a:pt x="1278" y="1125"/>
                    </a:cubicBezTo>
                    <a:cubicBezTo>
                      <a:pt x="1285" y="1126"/>
                      <a:pt x="1292" y="1126"/>
                      <a:pt x="1298" y="1126"/>
                    </a:cubicBezTo>
                    <a:cubicBezTo>
                      <a:pt x="1473" y="1126"/>
                      <a:pt x="1401" y="913"/>
                      <a:pt x="1110" y="606"/>
                    </a:cubicBezTo>
                    <a:cubicBezTo>
                      <a:pt x="809" y="288"/>
                      <a:pt x="407" y="21"/>
                      <a:pt x="206" y="4"/>
                    </a:cubicBezTo>
                    <a:cubicBezTo>
                      <a:pt x="193" y="2"/>
                      <a:pt x="180" y="1"/>
                      <a:pt x="168"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0" name="Google Shape;11320;p34"/>
              <p:cNvSpPr/>
              <p:nvPr/>
            </p:nvSpPr>
            <p:spPr>
              <a:xfrm>
                <a:off x="2365475" y="3986050"/>
                <a:ext cx="36975" cy="28525"/>
              </a:xfrm>
              <a:custGeom>
                <a:avLst/>
                <a:gdLst/>
                <a:ahLst/>
                <a:cxnLst/>
                <a:rect l="l" t="t" r="r" b="b"/>
                <a:pathLst>
                  <a:path w="1479" h="1141" extrusionOk="0">
                    <a:moveTo>
                      <a:pt x="177" y="1"/>
                    </a:moveTo>
                    <a:cubicBezTo>
                      <a:pt x="1" y="1"/>
                      <a:pt x="88" y="229"/>
                      <a:pt x="363" y="520"/>
                    </a:cubicBezTo>
                    <a:cubicBezTo>
                      <a:pt x="665" y="838"/>
                      <a:pt x="1066" y="1106"/>
                      <a:pt x="1267" y="1140"/>
                    </a:cubicBezTo>
                    <a:cubicBezTo>
                      <a:pt x="1275" y="1140"/>
                      <a:pt x="1282" y="1141"/>
                      <a:pt x="1288" y="1141"/>
                    </a:cubicBezTo>
                    <a:cubicBezTo>
                      <a:pt x="1479" y="1141"/>
                      <a:pt x="1391" y="911"/>
                      <a:pt x="1100" y="604"/>
                    </a:cubicBezTo>
                    <a:cubicBezTo>
                      <a:pt x="815" y="303"/>
                      <a:pt x="414" y="18"/>
                      <a:pt x="196" y="2"/>
                    </a:cubicBezTo>
                    <a:cubicBezTo>
                      <a:pt x="189" y="1"/>
                      <a:pt x="183" y="1"/>
                      <a:pt x="177"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1" name="Google Shape;11321;p34"/>
              <p:cNvSpPr/>
              <p:nvPr/>
            </p:nvSpPr>
            <p:spPr>
              <a:xfrm>
                <a:off x="2173275" y="3835850"/>
                <a:ext cx="413450" cy="207275"/>
              </a:xfrm>
              <a:custGeom>
                <a:avLst/>
                <a:gdLst/>
                <a:ahLst/>
                <a:cxnLst/>
                <a:rect l="l" t="t" r="r" b="b"/>
                <a:pathLst>
                  <a:path w="16538" h="8291" extrusionOk="0">
                    <a:moveTo>
                      <a:pt x="2360" y="0"/>
                    </a:moveTo>
                    <a:cubicBezTo>
                      <a:pt x="0" y="0"/>
                      <a:pt x="1507" y="1842"/>
                      <a:pt x="4838" y="4152"/>
                    </a:cubicBezTo>
                    <a:cubicBezTo>
                      <a:pt x="8135" y="6428"/>
                      <a:pt x="12002" y="8286"/>
                      <a:pt x="14378" y="8286"/>
                    </a:cubicBezTo>
                    <a:cubicBezTo>
                      <a:pt x="14531" y="8286"/>
                      <a:pt x="14716" y="8290"/>
                      <a:pt x="14899" y="8290"/>
                    </a:cubicBezTo>
                    <a:cubicBezTo>
                      <a:pt x="15220" y="8290"/>
                      <a:pt x="15533" y="8277"/>
                      <a:pt x="15651" y="8202"/>
                    </a:cubicBezTo>
                    <a:cubicBezTo>
                      <a:pt x="16538" y="7700"/>
                      <a:pt x="14630" y="6026"/>
                      <a:pt x="11901" y="4152"/>
                    </a:cubicBezTo>
                    <a:cubicBezTo>
                      <a:pt x="8604" y="1875"/>
                      <a:pt x="4737" y="0"/>
                      <a:pt x="23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2" name="Google Shape;11322;p34"/>
              <p:cNvSpPr/>
              <p:nvPr/>
            </p:nvSpPr>
            <p:spPr>
              <a:xfrm>
                <a:off x="2248600" y="3873100"/>
                <a:ext cx="338125" cy="170025"/>
              </a:xfrm>
              <a:custGeom>
                <a:avLst/>
                <a:gdLst/>
                <a:ahLst/>
                <a:cxnLst/>
                <a:rect l="l" t="t" r="r" b="b"/>
                <a:pathLst>
                  <a:path w="13525" h="6801" extrusionOk="0">
                    <a:moveTo>
                      <a:pt x="4335" y="0"/>
                    </a:moveTo>
                    <a:cubicBezTo>
                      <a:pt x="3699" y="770"/>
                      <a:pt x="2109" y="1322"/>
                      <a:pt x="234" y="1322"/>
                    </a:cubicBezTo>
                    <a:lnTo>
                      <a:pt x="0" y="1322"/>
                    </a:lnTo>
                    <a:cubicBezTo>
                      <a:pt x="502" y="1741"/>
                      <a:pt x="1105" y="2193"/>
                      <a:pt x="1808" y="2662"/>
                    </a:cubicBezTo>
                    <a:cubicBezTo>
                      <a:pt x="5105" y="4938"/>
                      <a:pt x="8972" y="6796"/>
                      <a:pt x="11349" y="6796"/>
                    </a:cubicBezTo>
                    <a:cubicBezTo>
                      <a:pt x="11501" y="6796"/>
                      <a:pt x="11686" y="6800"/>
                      <a:pt x="11869" y="6800"/>
                    </a:cubicBezTo>
                    <a:cubicBezTo>
                      <a:pt x="12190" y="6800"/>
                      <a:pt x="12504" y="6787"/>
                      <a:pt x="12621" y="6712"/>
                    </a:cubicBezTo>
                    <a:cubicBezTo>
                      <a:pt x="13525" y="6210"/>
                      <a:pt x="11617" y="4536"/>
                      <a:pt x="8888" y="2662"/>
                    </a:cubicBezTo>
                    <a:cubicBezTo>
                      <a:pt x="7432" y="1657"/>
                      <a:pt x="5842" y="720"/>
                      <a:pt x="4335"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3" name="Google Shape;11323;p34"/>
              <p:cNvSpPr/>
              <p:nvPr/>
            </p:nvSpPr>
            <p:spPr>
              <a:xfrm>
                <a:off x="2220550" y="3836175"/>
                <a:ext cx="370375" cy="206925"/>
              </a:xfrm>
              <a:custGeom>
                <a:avLst/>
                <a:gdLst/>
                <a:ahLst/>
                <a:cxnLst/>
                <a:rect l="l" t="t" r="r" b="b"/>
                <a:pathLst>
                  <a:path w="14815" h="8277" extrusionOk="0">
                    <a:moveTo>
                      <a:pt x="1419" y="1"/>
                    </a:moveTo>
                    <a:cubicBezTo>
                      <a:pt x="950" y="1"/>
                      <a:pt x="630" y="109"/>
                      <a:pt x="503" y="339"/>
                    </a:cubicBezTo>
                    <a:cubicBezTo>
                      <a:pt x="1" y="1243"/>
                      <a:pt x="2695" y="3670"/>
                      <a:pt x="6512" y="5762"/>
                    </a:cubicBezTo>
                    <a:cubicBezTo>
                      <a:pt x="9360" y="7336"/>
                      <a:pt x="12031" y="8276"/>
                      <a:pt x="13412" y="8276"/>
                    </a:cubicBezTo>
                    <a:cubicBezTo>
                      <a:pt x="13881" y="8276"/>
                      <a:pt x="14201" y="8168"/>
                      <a:pt x="14329" y="7938"/>
                    </a:cubicBezTo>
                    <a:cubicBezTo>
                      <a:pt x="14814" y="7034"/>
                      <a:pt x="12119" y="4607"/>
                      <a:pt x="8303" y="2498"/>
                    </a:cubicBezTo>
                    <a:cubicBezTo>
                      <a:pt x="5456" y="937"/>
                      <a:pt x="2795" y="1"/>
                      <a:pt x="14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4" name="Google Shape;11324;p34"/>
              <p:cNvSpPr/>
              <p:nvPr/>
            </p:nvSpPr>
            <p:spPr>
              <a:xfrm>
                <a:off x="2312600" y="3855525"/>
                <a:ext cx="305925" cy="189575"/>
              </a:xfrm>
              <a:custGeom>
                <a:avLst/>
                <a:gdLst/>
                <a:ahLst/>
                <a:cxnLst/>
                <a:rect l="l" t="t" r="r" b="b"/>
                <a:pathLst>
                  <a:path w="12237" h="7583" extrusionOk="0">
                    <a:moveTo>
                      <a:pt x="938" y="0"/>
                    </a:moveTo>
                    <a:lnTo>
                      <a:pt x="938" y="0"/>
                    </a:lnTo>
                    <a:cubicBezTo>
                      <a:pt x="1" y="435"/>
                      <a:pt x="101" y="2193"/>
                      <a:pt x="1039" y="3950"/>
                    </a:cubicBezTo>
                    <a:cubicBezTo>
                      <a:pt x="4169" y="5992"/>
                      <a:pt x="7667" y="7583"/>
                      <a:pt x="9877" y="7583"/>
                    </a:cubicBezTo>
                    <a:cubicBezTo>
                      <a:pt x="12237" y="7583"/>
                      <a:pt x="10730" y="5741"/>
                      <a:pt x="7399" y="3448"/>
                    </a:cubicBezTo>
                    <a:cubicBezTo>
                      <a:pt x="5290" y="2009"/>
                      <a:pt x="2964" y="720"/>
                      <a:pt x="93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5" name="Google Shape;11325;p34"/>
              <p:cNvSpPr/>
              <p:nvPr/>
            </p:nvSpPr>
            <p:spPr>
              <a:xfrm>
                <a:off x="2303400" y="3858025"/>
                <a:ext cx="43975" cy="25550"/>
              </a:xfrm>
              <a:custGeom>
                <a:avLst/>
                <a:gdLst/>
                <a:ahLst/>
                <a:cxnLst/>
                <a:rect l="l" t="t" r="r" b="b"/>
                <a:pathLst>
                  <a:path w="1759" h="1022" extrusionOk="0">
                    <a:moveTo>
                      <a:pt x="218" y="1"/>
                    </a:moveTo>
                    <a:cubicBezTo>
                      <a:pt x="1" y="1"/>
                      <a:pt x="135" y="235"/>
                      <a:pt x="486" y="519"/>
                    </a:cubicBezTo>
                    <a:cubicBezTo>
                      <a:pt x="838" y="821"/>
                      <a:pt x="1323" y="1022"/>
                      <a:pt x="1541" y="1022"/>
                    </a:cubicBezTo>
                    <a:cubicBezTo>
                      <a:pt x="1758" y="1022"/>
                      <a:pt x="1641" y="787"/>
                      <a:pt x="1256" y="503"/>
                    </a:cubicBezTo>
                    <a:cubicBezTo>
                      <a:pt x="905" y="201"/>
                      <a:pt x="419" y="1"/>
                      <a:pt x="218"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6" name="Google Shape;11326;p34"/>
              <p:cNvSpPr/>
              <p:nvPr/>
            </p:nvSpPr>
            <p:spPr>
              <a:xfrm>
                <a:off x="2381650" y="3950075"/>
                <a:ext cx="40625" cy="23975"/>
              </a:xfrm>
              <a:custGeom>
                <a:avLst/>
                <a:gdLst/>
                <a:ahLst/>
                <a:cxnLst/>
                <a:rect l="l" t="t" r="r" b="b"/>
                <a:pathLst>
                  <a:path w="1625" h="959" extrusionOk="0">
                    <a:moveTo>
                      <a:pt x="228" y="0"/>
                    </a:moveTo>
                    <a:cubicBezTo>
                      <a:pt x="219" y="0"/>
                      <a:pt x="210" y="0"/>
                      <a:pt x="202" y="1"/>
                    </a:cubicBezTo>
                    <a:cubicBezTo>
                      <a:pt x="1" y="18"/>
                      <a:pt x="118" y="235"/>
                      <a:pt x="453" y="503"/>
                    </a:cubicBezTo>
                    <a:cubicBezTo>
                      <a:pt x="765" y="753"/>
                      <a:pt x="1164" y="958"/>
                      <a:pt x="1393" y="958"/>
                    </a:cubicBezTo>
                    <a:cubicBezTo>
                      <a:pt x="1410" y="958"/>
                      <a:pt x="1425" y="957"/>
                      <a:pt x="1440" y="955"/>
                    </a:cubicBezTo>
                    <a:cubicBezTo>
                      <a:pt x="1625" y="955"/>
                      <a:pt x="1524" y="737"/>
                      <a:pt x="1189" y="453"/>
                    </a:cubicBezTo>
                    <a:cubicBezTo>
                      <a:pt x="868" y="196"/>
                      <a:pt x="453" y="0"/>
                      <a:pt x="228"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7" name="Google Shape;11327;p34"/>
              <p:cNvSpPr/>
              <p:nvPr/>
            </p:nvSpPr>
            <p:spPr>
              <a:xfrm>
                <a:off x="2502600" y="3989825"/>
                <a:ext cx="41025" cy="23975"/>
              </a:xfrm>
              <a:custGeom>
                <a:avLst/>
                <a:gdLst/>
                <a:ahLst/>
                <a:cxnLst/>
                <a:rect l="l" t="t" r="r" b="b"/>
                <a:pathLst>
                  <a:path w="1641" h="959" extrusionOk="0">
                    <a:moveTo>
                      <a:pt x="243" y="0"/>
                    </a:moveTo>
                    <a:cubicBezTo>
                      <a:pt x="234" y="0"/>
                      <a:pt x="226" y="0"/>
                      <a:pt x="218" y="1"/>
                    </a:cubicBezTo>
                    <a:cubicBezTo>
                      <a:pt x="0" y="18"/>
                      <a:pt x="134" y="235"/>
                      <a:pt x="469" y="503"/>
                    </a:cubicBezTo>
                    <a:cubicBezTo>
                      <a:pt x="781" y="753"/>
                      <a:pt x="1180" y="959"/>
                      <a:pt x="1409" y="959"/>
                    </a:cubicBezTo>
                    <a:cubicBezTo>
                      <a:pt x="1426" y="959"/>
                      <a:pt x="1442" y="958"/>
                      <a:pt x="1457" y="955"/>
                    </a:cubicBezTo>
                    <a:cubicBezTo>
                      <a:pt x="1641" y="939"/>
                      <a:pt x="1540" y="704"/>
                      <a:pt x="1205" y="453"/>
                    </a:cubicBezTo>
                    <a:cubicBezTo>
                      <a:pt x="884" y="196"/>
                      <a:pt x="454" y="0"/>
                      <a:pt x="243"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8" name="Google Shape;11328;p34"/>
              <p:cNvSpPr/>
              <p:nvPr/>
            </p:nvSpPr>
            <p:spPr>
              <a:xfrm>
                <a:off x="2274125" y="3890250"/>
                <a:ext cx="43525" cy="25125"/>
              </a:xfrm>
              <a:custGeom>
                <a:avLst/>
                <a:gdLst/>
                <a:ahLst/>
                <a:cxnLst/>
                <a:rect l="l" t="t" r="r" b="b"/>
                <a:pathLst>
                  <a:path w="1741" h="1005" extrusionOk="0">
                    <a:moveTo>
                      <a:pt x="218" y="0"/>
                    </a:moveTo>
                    <a:cubicBezTo>
                      <a:pt x="0" y="0"/>
                      <a:pt x="134" y="235"/>
                      <a:pt x="502" y="503"/>
                    </a:cubicBezTo>
                    <a:cubicBezTo>
                      <a:pt x="887" y="787"/>
                      <a:pt x="1339" y="1005"/>
                      <a:pt x="1557" y="1005"/>
                    </a:cubicBezTo>
                    <a:cubicBezTo>
                      <a:pt x="1741" y="1005"/>
                      <a:pt x="1624" y="804"/>
                      <a:pt x="1255" y="503"/>
                    </a:cubicBezTo>
                    <a:cubicBezTo>
                      <a:pt x="887" y="235"/>
                      <a:pt x="419" y="0"/>
                      <a:pt x="218"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9" name="Google Shape;11329;p34"/>
              <p:cNvSpPr/>
              <p:nvPr/>
            </p:nvSpPr>
            <p:spPr>
              <a:xfrm>
                <a:off x="2287925" y="3850400"/>
                <a:ext cx="481250" cy="193550"/>
              </a:xfrm>
              <a:custGeom>
                <a:avLst/>
                <a:gdLst/>
                <a:ahLst/>
                <a:cxnLst/>
                <a:rect l="l" t="t" r="r" b="b"/>
                <a:pathLst>
                  <a:path w="19250" h="7742" extrusionOk="0">
                    <a:moveTo>
                      <a:pt x="2419" y="1"/>
                    </a:moveTo>
                    <a:cubicBezTo>
                      <a:pt x="2353" y="1"/>
                      <a:pt x="2289" y="2"/>
                      <a:pt x="2227" y="4"/>
                    </a:cubicBezTo>
                    <a:cubicBezTo>
                      <a:pt x="0" y="88"/>
                      <a:pt x="1524" y="1594"/>
                      <a:pt x="5039" y="3586"/>
                    </a:cubicBezTo>
                    <a:cubicBezTo>
                      <a:pt x="8956" y="5779"/>
                      <a:pt x="13826" y="7737"/>
                      <a:pt x="16706" y="7737"/>
                    </a:cubicBezTo>
                    <a:cubicBezTo>
                      <a:pt x="16900" y="7737"/>
                      <a:pt x="17139" y="7742"/>
                      <a:pt x="17374" y="7742"/>
                    </a:cubicBezTo>
                    <a:cubicBezTo>
                      <a:pt x="17783" y="7742"/>
                      <a:pt x="18178" y="7728"/>
                      <a:pt x="18296" y="7654"/>
                    </a:cubicBezTo>
                    <a:cubicBezTo>
                      <a:pt x="19250" y="7101"/>
                      <a:pt x="16387" y="5310"/>
                      <a:pt x="12722" y="3436"/>
                    </a:cubicBezTo>
                    <a:cubicBezTo>
                      <a:pt x="8797" y="1449"/>
                      <a:pt x="4762" y="1"/>
                      <a:pt x="24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0" name="Google Shape;11330;p34"/>
              <p:cNvSpPr/>
              <p:nvPr/>
            </p:nvSpPr>
            <p:spPr>
              <a:xfrm>
                <a:off x="2405925" y="3919550"/>
                <a:ext cx="363250" cy="124400"/>
              </a:xfrm>
              <a:custGeom>
                <a:avLst/>
                <a:gdLst/>
                <a:ahLst/>
                <a:cxnLst/>
                <a:rect l="l" t="t" r="r" b="b"/>
                <a:pathLst>
                  <a:path w="14530" h="4976" extrusionOk="0">
                    <a:moveTo>
                      <a:pt x="6612" y="0"/>
                    </a:moveTo>
                    <a:cubicBezTo>
                      <a:pt x="5173" y="419"/>
                      <a:pt x="3348" y="670"/>
                      <a:pt x="1390" y="670"/>
                    </a:cubicBezTo>
                    <a:cubicBezTo>
                      <a:pt x="921" y="670"/>
                      <a:pt x="469" y="653"/>
                      <a:pt x="1" y="636"/>
                    </a:cubicBezTo>
                    <a:lnTo>
                      <a:pt x="1" y="636"/>
                    </a:lnTo>
                    <a:cubicBezTo>
                      <a:pt x="101" y="703"/>
                      <a:pt x="235" y="753"/>
                      <a:pt x="335" y="820"/>
                    </a:cubicBezTo>
                    <a:cubicBezTo>
                      <a:pt x="4252" y="3013"/>
                      <a:pt x="9123" y="4971"/>
                      <a:pt x="12019" y="4971"/>
                    </a:cubicBezTo>
                    <a:cubicBezTo>
                      <a:pt x="12208" y="4971"/>
                      <a:pt x="12445" y="4976"/>
                      <a:pt x="12680" y="4976"/>
                    </a:cubicBezTo>
                    <a:cubicBezTo>
                      <a:pt x="13090" y="4976"/>
                      <a:pt x="13492" y="4962"/>
                      <a:pt x="13609" y="4888"/>
                    </a:cubicBezTo>
                    <a:cubicBezTo>
                      <a:pt x="14530" y="4335"/>
                      <a:pt x="11667" y="2544"/>
                      <a:pt x="8002" y="670"/>
                    </a:cubicBezTo>
                    <a:cubicBezTo>
                      <a:pt x="7533" y="452"/>
                      <a:pt x="7081" y="218"/>
                      <a:pt x="6612"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1" name="Google Shape;11331;p34"/>
              <p:cNvSpPr/>
              <p:nvPr/>
            </p:nvSpPr>
            <p:spPr>
              <a:xfrm>
                <a:off x="2311775" y="3850400"/>
                <a:ext cx="492550" cy="193450"/>
              </a:xfrm>
              <a:custGeom>
                <a:avLst/>
                <a:gdLst/>
                <a:ahLst/>
                <a:cxnLst/>
                <a:rect l="l" t="t" r="r" b="b"/>
                <a:pathLst>
                  <a:path w="19702" h="7738" extrusionOk="0">
                    <a:moveTo>
                      <a:pt x="2435" y="1"/>
                    </a:moveTo>
                    <a:cubicBezTo>
                      <a:pt x="2370" y="1"/>
                      <a:pt x="2306" y="2"/>
                      <a:pt x="2243" y="4"/>
                    </a:cubicBezTo>
                    <a:cubicBezTo>
                      <a:pt x="1" y="88"/>
                      <a:pt x="1540" y="1594"/>
                      <a:pt x="5039" y="3586"/>
                    </a:cubicBezTo>
                    <a:cubicBezTo>
                      <a:pt x="8956" y="5779"/>
                      <a:pt x="13827" y="7737"/>
                      <a:pt x="16722" y="7737"/>
                    </a:cubicBezTo>
                    <a:cubicBezTo>
                      <a:pt x="19702" y="7737"/>
                      <a:pt x="17191" y="5695"/>
                      <a:pt x="12722" y="3436"/>
                    </a:cubicBezTo>
                    <a:cubicBezTo>
                      <a:pt x="8797" y="1449"/>
                      <a:pt x="4778" y="1"/>
                      <a:pt x="24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2" name="Google Shape;11332;p34"/>
              <p:cNvSpPr/>
              <p:nvPr/>
            </p:nvSpPr>
            <p:spPr>
              <a:xfrm>
                <a:off x="2355300" y="3868475"/>
                <a:ext cx="413875" cy="167850"/>
              </a:xfrm>
              <a:custGeom>
                <a:avLst/>
                <a:gdLst/>
                <a:ahLst/>
                <a:cxnLst/>
                <a:rect l="l" t="t" r="r" b="b"/>
                <a:pathLst>
                  <a:path w="16555" h="6714" extrusionOk="0">
                    <a:moveTo>
                      <a:pt x="134" y="1"/>
                    </a:moveTo>
                    <a:lnTo>
                      <a:pt x="134" y="1"/>
                    </a:lnTo>
                    <a:cubicBezTo>
                      <a:pt x="0" y="537"/>
                      <a:pt x="1390" y="1608"/>
                      <a:pt x="3666" y="2913"/>
                    </a:cubicBezTo>
                    <a:cubicBezTo>
                      <a:pt x="7248" y="4922"/>
                      <a:pt x="11734" y="6713"/>
                      <a:pt x="14395" y="6713"/>
                    </a:cubicBezTo>
                    <a:cubicBezTo>
                      <a:pt x="16555" y="6713"/>
                      <a:pt x="15584" y="5541"/>
                      <a:pt x="13056" y="4035"/>
                    </a:cubicBezTo>
                    <a:cubicBezTo>
                      <a:pt x="12989" y="4269"/>
                      <a:pt x="12621" y="4386"/>
                      <a:pt x="11885" y="4386"/>
                    </a:cubicBezTo>
                    <a:cubicBezTo>
                      <a:pt x="9240" y="4386"/>
                      <a:pt x="4754" y="2595"/>
                      <a:pt x="1155" y="587"/>
                    </a:cubicBezTo>
                    <a:cubicBezTo>
                      <a:pt x="787" y="369"/>
                      <a:pt x="436" y="185"/>
                      <a:pt x="13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3" name="Google Shape;11333;p34"/>
              <p:cNvSpPr/>
              <p:nvPr/>
            </p:nvSpPr>
            <p:spPr>
              <a:xfrm>
                <a:off x="2154175" y="3853825"/>
                <a:ext cx="39450" cy="29775"/>
              </a:xfrm>
              <a:custGeom>
                <a:avLst/>
                <a:gdLst/>
                <a:ahLst/>
                <a:cxnLst/>
                <a:rect l="l" t="t" r="r" b="b"/>
                <a:pathLst>
                  <a:path w="1578" h="1191" extrusionOk="0">
                    <a:moveTo>
                      <a:pt x="174" y="0"/>
                    </a:moveTo>
                    <a:cubicBezTo>
                      <a:pt x="0" y="0"/>
                      <a:pt x="90" y="214"/>
                      <a:pt x="413" y="537"/>
                    </a:cubicBezTo>
                    <a:cubicBezTo>
                      <a:pt x="731" y="872"/>
                      <a:pt x="1166" y="1156"/>
                      <a:pt x="1367" y="1190"/>
                    </a:cubicBezTo>
                    <a:cubicBezTo>
                      <a:pt x="1374" y="1190"/>
                      <a:pt x="1382" y="1190"/>
                      <a:pt x="1389" y="1190"/>
                    </a:cubicBezTo>
                    <a:cubicBezTo>
                      <a:pt x="1578" y="1190"/>
                      <a:pt x="1488" y="977"/>
                      <a:pt x="1166" y="654"/>
                    </a:cubicBezTo>
                    <a:cubicBezTo>
                      <a:pt x="848" y="319"/>
                      <a:pt x="413" y="35"/>
                      <a:pt x="195" y="1"/>
                    </a:cubicBezTo>
                    <a:cubicBezTo>
                      <a:pt x="188" y="1"/>
                      <a:pt x="181" y="0"/>
                      <a:pt x="174"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4" name="Google Shape;11334;p34"/>
              <p:cNvSpPr/>
              <p:nvPr/>
            </p:nvSpPr>
            <p:spPr>
              <a:xfrm>
                <a:off x="2117325" y="3785200"/>
                <a:ext cx="38400" cy="29900"/>
              </a:xfrm>
              <a:custGeom>
                <a:avLst/>
                <a:gdLst/>
                <a:ahLst/>
                <a:cxnLst/>
                <a:rect l="l" t="t" r="r" b="b"/>
                <a:pathLst>
                  <a:path w="1536" h="1196" extrusionOk="0">
                    <a:moveTo>
                      <a:pt x="192" y="0"/>
                    </a:moveTo>
                    <a:cubicBezTo>
                      <a:pt x="1" y="0"/>
                      <a:pt x="89" y="230"/>
                      <a:pt x="397" y="553"/>
                    </a:cubicBezTo>
                    <a:cubicBezTo>
                      <a:pt x="715" y="888"/>
                      <a:pt x="1150" y="1173"/>
                      <a:pt x="1334" y="1189"/>
                    </a:cubicBezTo>
                    <a:cubicBezTo>
                      <a:pt x="1353" y="1194"/>
                      <a:pt x="1369" y="1196"/>
                      <a:pt x="1384" y="1196"/>
                    </a:cubicBezTo>
                    <a:cubicBezTo>
                      <a:pt x="1536" y="1196"/>
                      <a:pt x="1441" y="960"/>
                      <a:pt x="1150" y="654"/>
                    </a:cubicBezTo>
                    <a:cubicBezTo>
                      <a:pt x="832" y="319"/>
                      <a:pt x="397" y="18"/>
                      <a:pt x="213" y="1"/>
                    </a:cubicBezTo>
                    <a:cubicBezTo>
                      <a:pt x="205" y="0"/>
                      <a:pt x="198" y="0"/>
                      <a:pt x="192"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5" name="Google Shape;11335;p34"/>
              <p:cNvSpPr/>
              <p:nvPr/>
            </p:nvSpPr>
            <p:spPr>
              <a:xfrm>
                <a:off x="2505100" y="3897275"/>
                <a:ext cx="44800" cy="23150"/>
              </a:xfrm>
              <a:custGeom>
                <a:avLst/>
                <a:gdLst/>
                <a:ahLst/>
                <a:cxnLst/>
                <a:rect l="l" t="t" r="r" b="b"/>
                <a:pathLst>
                  <a:path w="1792" h="926" extrusionOk="0">
                    <a:moveTo>
                      <a:pt x="250" y="1"/>
                    </a:moveTo>
                    <a:cubicBezTo>
                      <a:pt x="233" y="1"/>
                      <a:pt x="217" y="2"/>
                      <a:pt x="202" y="4"/>
                    </a:cubicBezTo>
                    <a:cubicBezTo>
                      <a:pt x="1" y="21"/>
                      <a:pt x="135" y="222"/>
                      <a:pt x="520" y="473"/>
                    </a:cubicBezTo>
                    <a:cubicBezTo>
                      <a:pt x="875" y="715"/>
                      <a:pt x="1338" y="925"/>
                      <a:pt x="1566" y="925"/>
                    </a:cubicBezTo>
                    <a:cubicBezTo>
                      <a:pt x="1575" y="925"/>
                      <a:pt x="1583" y="925"/>
                      <a:pt x="1591" y="925"/>
                    </a:cubicBezTo>
                    <a:cubicBezTo>
                      <a:pt x="1792" y="925"/>
                      <a:pt x="1641" y="690"/>
                      <a:pt x="1273" y="439"/>
                    </a:cubicBezTo>
                    <a:cubicBezTo>
                      <a:pt x="914" y="205"/>
                      <a:pt x="483" y="1"/>
                      <a:pt x="250"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6" name="Google Shape;11336;p34"/>
              <p:cNvSpPr/>
              <p:nvPr/>
            </p:nvSpPr>
            <p:spPr>
              <a:xfrm>
                <a:off x="2553225" y="3970500"/>
                <a:ext cx="42700" cy="21900"/>
              </a:xfrm>
              <a:custGeom>
                <a:avLst/>
                <a:gdLst/>
                <a:ahLst/>
                <a:cxnLst/>
                <a:rect l="l" t="t" r="r" b="b"/>
                <a:pathLst>
                  <a:path w="1708" h="876" extrusionOk="0">
                    <a:moveTo>
                      <a:pt x="247" y="1"/>
                    </a:moveTo>
                    <a:cubicBezTo>
                      <a:pt x="230" y="1"/>
                      <a:pt x="215" y="2"/>
                      <a:pt x="202" y="4"/>
                    </a:cubicBezTo>
                    <a:cubicBezTo>
                      <a:pt x="1" y="21"/>
                      <a:pt x="118" y="222"/>
                      <a:pt x="503" y="473"/>
                    </a:cubicBezTo>
                    <a:cubicBezTo>
                      <a:pt x="839" y="697"/>
                      <a:pt x="1268" y="876"/>
                      <a:pt x="1480" y="876"/>
                    </a:cubicBezTo>
                    <a:cubicBezTo>
                      <a:pt x="1490" y="876"/>
                      <a:pt x="1499" y="875"/>
                      <a:pt x="1507" y="875"/>
                    </a:cubicBezTo>
                    <a:cubicBezTo>
                      <a:pt x="1708" y="841"/>
                      <a:pt x="1557" y="624"/>
                      <a:pt x="1206" y="389"/>
                    </a:cubicBezTo>
                    <a:cubicBezTo>
                      <a:pt x="880" y="188"/>
                      <a:pt x="454" y="1"/>
                      <a:pt x="247"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7" name="Google Shape;11337;p34"/>
              <p:cNvSpPr/>
              <p:nvPr/>
            </p:nvSpPr>
            <p:spPr>
              <a:xfrm>
                <a:off x="2666225" y="4000700"/>
                <a:ext cx="42275" cy="22250"/>
              </a:xfrm>
              <a:custGeom>
                <a:avLst/>
                <a:gdLst/>
                <a:ahLst/>
                <a:cxnLst/>
                <a:rect l="l" t="t" r="r" b="b"/>
                <a:pathLst>
                  <a:path w="1691" h="890" extrusionOk="0">
                    <a:moveTo>
                      <a:pt x="226" y="0"/>
                    </a:moveTo>
                    <a:cubicBezTo>
                      <a:pt x="217" y="0"/>
                      <a:pt x="209" y="1"/>
                      <a:pt x="201" y="1"/>
                    </a:cubicBezTo>
                    <a:cubicBezTo>
                      <a:pt x="0" y="18"/>
                      <a:pt x="117" y="236"/>
                      <a:pt x="502" y="487"/>
                    </a:cubicBezTo>
                    <a:cubicBezTo>
                      <a:pt x="854" y="726"/>
                      <a:pt x="1266" y="890"/>
                      <a:pt x="1477" y="890"/>
                    </a:cubicBezTo>
                    <a:cubicBezTo>
                      <a:pt x="1488" y="890"/>
                      <a:pt x="1497" y="889"/>
                      <a:pt x="1507" y="888"/>
                    </a:cubicBezTo>
                    <a:cubicBezTo>
                      <a:pt x="1691" y="838"/>
                      <a:pt x="1557" y="637"/>
                      <a:pt x="1205" y="403"/>
                    </a:cubicBezTo>
                    <a:cubicBezTo>
                      <a:pt x="869" y="179"/>
                      <a:pt x="425" y="0"/>
                      <a:pt x="226"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8" name="Google Shape;11338;p34"/>
              <p:cNvSpPr/>
              <p:nvPr/>
            </p:nvSpPr>
            <p:spPr>
              <a:xfrm>
                <a:off x="2606375" y="3952150"/>
                <a:ext cx="42300" cy="21900"/>
              </a:xfrm>
              <a:custGeom>
                <a:avLst/>
                <a:gdLst/>
                <a:ahLst/>
                <a:cxnLst/>
                <a:rect l="l" t="t" r="r" b="b"/>
                <a:pathLst>
                  <a:path w="1692" h="876" extrusionOk="0">
                    <a:moveTo>
                      <a:pt x="243" y="1"/>
                    </a:moveTo>
                    <a:cubicBezTo>
                      <a:pt x="234" y="1"/>
                      <a:pt x="226" y="1"/>
                      <a:pt x="218" y="2"/>
                    </a:cubicBezTo>
                    <a:cubicBezTo>
                      <a:pt x="0" y="18"/>
                      <a:pt x="134" y="236"/>
                      <a:pt x="503" y="487"/>
                    </a:cubicBezTo>
                    <a:cubicBezTo>
                      <a:pt x="828" y="689"/>
                      <a:pt x="1254" y="876"/>
                      <a:pt x="1462" y="876"/>
                    </a:cubicBezTo>
                    <a:cubicBezTo>
                      <a:pt x="1478" y="876"/>
                      <a:pt x="1493" y="875"/>
                      <a:pt x="1507" y="872"/>
                    </a:cubicBezTo>
                    <a:cubicBezTo>
                      <a:pt x="1691" y="855"/>
                      <a:pt x="1574" y="654"/>
                      <a:pt x="1206" y="403"/>
                    </a:cubicBezTo>
                    <a:cubicBezTo>
                      <a:pt x="869" y="179"/>
                      <a:pt x="440" y="1"/>
                      <a:pt x="243"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9" name="Google Shape;11339;p34"/>
              <p:cNvSpPr/>
              <p:nvPr/>
            </p:nvSpPr>
            <p:spPr>
              <a:xfrm>
                <a:off x="2439000" y="3918675"/>
                <a:ext cx="46050" cy="22675"/>
              </a:xfrm>
              <a:custGeom>
                <a:avLst/>
                <a:gdLst/>
                <a:ahLst/>
                <a:cxnLst/>
                <a:rect l="l" t="t" r="r" b="b"/>
                <a:pathLst>
                  <a:path w="1842" h="907" extrusionOk="0">
                    <a:moveTo>
                      <a:pt x="245" y="1"/>
                    </a:moveTo>
                    <a:cubicBezTo>
                      <a:pt x="235" y="1"/>
                      <a:pt x="226" y="1"/>
                      <a:pt x="218" y="2"/>
                    </a:cubicBezTo>
                    <a:cubicBezTo>
                      <a:pt x="0" y="18"/>
                      <a:pt x="151" y="236"/>
                      <a:pt x="519" y="487"/>
                    </a:cubicBezTo>
                    <a:cubicBezTo>
                      <a:pt x="888" y="727"/>
                      <a:pt x="1364" y="907"/>
                      <a:pt x="1580" y="907"/>
                    </a:cubicBezTo>
                    <a:cubicBezTo>
                      <a:pt x="1589" y="907"/>
                      <a:pt x="1598" y="906"/>
                      <a:pt x="1607" y="905"/>
                    </a:cubicBezTo>
                    <a:cubicBezTo>
                      <a:pt x="1841" y="872"/>
                      <a:pt x="1691" y="654"/>
                      <a:pt x="1306" y="420"/>
                    </a:cubicBezTo>
                    <a:cubicBezTo>
                      <a:pt x="937" y="180"/>
                      <a:pt x="461" y="1"/>
                      <a:pt x="245"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0" name="Google Shape;11340;p34"/>
              <p:cNvSpPr/>
              <p:nvPr/>
            </p:nvSpPr>
            <p:spPr>
              <a:xfrm>
                <a:off x="2372025" y="3856775"/>
                <a:ext cx="44800" cy="23025"/>
              </a:xfrm>
              <a:custGeom>
                <a:avLst/>
                <a:gdLst/>
                <a:ahLst/>
                <a:cxnLst/>
                <a:rect l="l" t="t" r="r" b="b"/>
                <a:pathLst>
                  <a:path w="1792" h="921" extrusionOk="0">
                    <a:moveTo>
                      <a:pt x="202" y="0"/>
                    </a:moveTo>
                    <a:cubicBezTo>
                      <a:pt x="1" y="34"/>
                      <a:pt x="152" y="235"/>
                      <a:pt x="520" y="486"/>
                    </a:cubicBezTo>
                    <a:cubicBezTo>
                      <a:pt x="905" y="737"/>
                      <a:pt x="1373" y="921"/>
                      <a:pt x="1591" y="921"/>
                    </a:cubicBezTo>
                    <a:cubicBezTo>
                      <a:pt x="1792" y="921"/>
                      <a:pt x="1658" y="703"/>
                      <a:pt x="1273" y="452"/>
                    </a:cubicBezTo>
                    <a:cubicBezTo>
                      <a:pt x="905" y="201"/>
                      <a:pt x="419" y="0"/>
                      <a:pt x="202"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97">
          <a:extLst>
            <a:ext uri="{FF2B5EF4-FFF2-40B4-BE49-F238E27FC236}">
              <a16:creationId xmlns:a16="http://schemas.microsoft.com/office/drawing/2014/main" id="{B88C884B-C833-B0FD-23DA-2FA33B59AD17}"/>
            </a:ext>
          </a:extLst>
        </p:cNvPr>
        <p:cNvGrpSpPr/>
        <p:nvPr/>
      </p:nvGrpSpPr>
      <p:grpSpPr>
        <a:xfrm>
          <a:off x="0" y="0"/>
          <a:ext cx="0" cy="0"/>
          <a:chOff x="0" y="0"/>
          <a:chExt cx="0" cy="0"/>
        </a:xfrm>
      </p:grpSpPr>
      <p:sp>
        <p:nvSpPr>
          <p:cNvPr id="11006" name="Google Shape;11006;p30">
            <a:extLst>
              <a:ext uri="{FF2B5EF4-FFF2-40B4-BE49-F238E27FC236}">
                <a16:creationId xmlns:a16="http://schemas.microsoft.com/office/drawing/2014/main" id="{F1D3695F-58CF-32D1-A2ED-23D07EB04621}"/>
              </a:ext>
            </a:extLst>
          </p:cNvPr>
          <p:cNvSpPr txBox="1">
            <a:spLocks noGrp="1"/>
          </p:cNvSpPr>
          <p:nvPr>
            <p:ph type="title" idx="2"/>
          </p:nvPr>
        </p:nvSpPr>
        <p:spPr>
          <a:xfrm>
            <a:off x="916631" y="1378025"/>
            <a:ext cx="676200" cy="50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1013" name="Google Shape;11013;p30">
            <a:extLst>
              <a:ext uri="{FF2B5EF4-FFF2-40B4-BE49-F238E27FC236}">
                <a16:creationId xmlns:a16="http://schemas.microsoft.com/office/drawing/2014/main" id="{CB192F0C-3C24-17E2-0B05-B55A652D6E42}"/>
              </a:ext>
            </a:extLst>
          </p:cNvPr>
          <p:cNvSpPr txBox="1">
            <a:spLocks noGrp="1"/>
          </p:cNvSpPr>
          <p:nvPr>
            <p:ph type="title" idx="8"/>
          </p:nvPr>
        </p:nvSpPr>
        <p:spPr>
          <a:xfrm>
            <a:off x="916631" y="2656063"/>
            <a:ext cx="676200" cy="50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graphicFrame>
        <p:nvGraphicFramePr>
          <p:cNvPr id="6" name="Google Shape;10855;p29">
            <a:extLst>
              <a:ext uri="{FF2B5EF4-FFF2-40B4-BE49-F238E27FC236}">
                <a16:creationId xmlns:a16="http://schemas.microsoft.com/office/drawing/2014/main" id="{33A02A23-D3F3-1F4D-E431-9C79F98D8BFE}"/>
              </a:ext>
            </a:extLst>
          </p:cNvPr>
          <p:cNvGraphicFramePr/>
          <p:nvPr>
            <p:extLst>
              <p:ext uri="{D42A27DB-BD31-4B8C-83A1-F6EECF244321}">
                <p14:modId xmlns:p14="http://schemas.microsoft.com/office/powerpoint/2010/main" val="1071247649"/>
              </p:ext>
            </p:extLst>
          </p:nvPr>
        </p:nvGraphicFramePr>
        <p:xfrm>
          <a:off x="1254731" y="1629125"/>
          <a:ext cx="4712191" cy="3411000"/>
        </p:xfrm>
        <a:graphic>
          <a:graphicData uri="http://schemas.openxmlformats.org/drawingml/2006/table">
            <a:tbl>
              <a:tblPr>
                <a:noFill/>
                <a:tableStyleId>{5954A2F2-36C9-4180-BAE0-CAC374E1EE5A}</a:tableStyleId>
              </a:tblPr>
              <a:tblGrid>
                <a:gridCol w="4712191">
                  <a:extLst>
                    <a:ext uri="{9D8B030D-6E8A-4147-A177-3AD203B41FA5}">
                      <a16:colId xmlns:a16="http://schemas.microsoft.com/office/drawing/2014/main" val="20000"/>
                    </a:ext>
                  </a:extLst>
                </a:gridCol>
              </a:tblGrid>
              <a:tr h="444175">
                <a:tc>
                  <a:txBody>
                    <a:bodyPr/>
                    <a:lstStyle/>
                    <a:p>
                      <a:pPr algn="l">
                        <a:lnSpc>
                          <a:spcPct val="115000"/>
                        </a:lnSpc>
                        <a:spcAft>
                          <a:spcPts val="800"/>
                        </a:spcAft>
                      </a:pPr>
                      <a:r>
                        <a:rPr lang="en-US" sz="1600" b="1" kern="100">
                          <a:solidFill>
                            <a:schemeClr val="accent4"/>
                          </a:solidFill>
                          <a:effectLst/>
                          <a:latin typeface="Calibri" panose="020F0502020204030204" pitchFamily="34" charset="0"/>
                          <a:ea typeface="Calibri" panose="020F0502020204030204" pitchFamily="34" charset="0"/>
                          <a:cs typeface="Times New Roman" panose="02020603050405020304" pitchFamily="18" charset="0"/>
                        </a:rPr>
                        <a:t>SQL :</a:t>
                      </a:r>
                    </a:p>
                    <a:p>
                      <a:pPr algn="l">
                        <a:lnSpc>
                          <a:spcPct val="115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Create a dataset named PizzaSales, then right-clicked on it and selected Table Data Import Wizard. After that, I selected my CSV file and proceeded with the import process.</a:t>
                      </a:r>
                    </a:p>
                    <a:p>
                      <a:pPr algn="l">
                        <a:lnSpc>
                          <a:spcPct val="115000"/>
                        </a:lnSpc>
                        <a:spcAft>
                          <a:spcPts val="800"/>
                        </a:spcAft>
                      </a:pP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15000"/>
                        </a:lnSpc>
                        <a:spcAft>
                          <a:spcPts val="800"/>
                        </a:spcAft>
                      </a:pPr>
                      <a:r>
                        <a:rPr lang="en-IN" sz="1400" b="1" kern="100">
                          <a:solidFill>
                            <a:schemeClr val="accent4"/>
                          </a:solidFill>
                          <a:effectLst/>
                          <a:latin typeface="Calibri" panose="020F0502020204030204" pitchFamily="34" charset="0"/>
                          <a:ea typeface="Calibri" panose="020F0502020204030204" pitchFamily="34" charset="0"/>
                          <a:cs typeface="Times New Roman" panose="02020603050405020304" pitchFamily="18" charset="0"/>
                        </a:rPr>
                        <a:t>POWER BI :</a:t>
                      </a:r>
                    </a:p>
                    <a:p>
                      <a:pPr algn="l">
                        <a:lnSpc>
                          <a:spcPct val="115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To load data into Power BI, the Get Data option was used, and MySQL Database was selected. The server name was set to localhost, and the database name PizzaSales was entered. After establishing the connection, the data was successfully loaded into Power BI.</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114300" marT="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0"/>
                  </a:ext>
                </a:extLst>
              </a:tr>
              <a:tr h="319250">
                <a:tc>
                  <a:txBody>
                    <a:bodyPr/>
                    <a:lstStyle/>
                    <a:p>
                      <a:pPr marL="0" lvl="0" indent="0" algn="l" rtl="0">
                        <a:spcBef>
                          <a:spcPts val="0"/>
                        </a:spcBef>
                        <a:spcAft>
                          <a:spcPts val="0"/>
                        </a:spcAft>
                        <a:buNone/>
                      </a:pPr>
                      <a:endParaRPr sz="900">
                        <a:solidFill>
                          <a:schemeClr val="dk1"/>
                        </a:solidFill>
                        <a:latin typeface="Epilogue Black"/>
                        <a:ea typeface="Epilogue Black"/>
                        <a:cs typeface="Epilogue Black"/>
                        <a:sym typeface="Epilogue Black"/>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lgn="ctr">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 name="Google Shape;11272;p34">
            <a:extLst>
              <a:ext uri="{FF2B5EF4-FFF2-40B4-BE49-F238E27FC236}">
                <a16:creationId xmlns:a16="http://schemas.microsoft.com/office/drawing/2014/main" id="{021AB641-435C-A34B-AE7F-A68E9E54F5CF}"/>
              </a:ext>
            </a:extLst>
          </p:cNvPr>
          <p:cNvSpPr txBox="1">
            <a:spLocks/>
          </p:cNvSpPr>
          <p:nvPr/>
        </p:nvSpPr>
        <p:spPr>
          <a:xfrm>
            <a:off x="2681362" y="644003"/>
            <a:ext cx="4808009" cy="590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Epilogue"/>
              <a:buNone/>
              <a:defRPr sz="1400" b="0" i="0" u="none" strike="noStrike" cap="none">
                <a:solidFill>
                  <a:schemeClr val="dk1"/>
                </a:solidFill>
                <a:latin typeface="Epilogue"/>
                <a:ea typeface="Epilogue"/>
                <a:cs typeface="Epilogue"/>
                <a:sym typeface="Epilogue"/>
              </a:defRPr>
            </a:lvl1pPr>
            <a:lvl2pPr marL="914400" marR="0" lvl="1" indent="-317500" algn="ctr" rtl="0">
              <a:lnSpc>
                <a:spcPct val="100000"/>
              </a:lnSpc>
              <a:spcBef>
                <a:spcPts val="0"/>
              </a:spcBef>
              <a:spcAft>
                <a:spcPts val="0"/>
              </a:spcAft>
              <a:buClr>
                <a:schemeClr val="dk1"/>
              </a:buClr>
              <a:buSzPts val="1400"/>
              <a:buFont typeface="Epilogue"/>
              <a:buNone/>
              <a:defRPr sz="1400" b="0" i="0" u="none" strike="noStrike" cap="none">
                <a:solidFill>
                  <a:schemeClr val="dk1"/>
                </a:solidFill>
                <a:latin typeface="Epilogue"/>
                <a:ea typeface="Epilogue"/>
                <a:cs typeface="Epilogue"/>
                <a:sym typeface="Epilogue"/>
              </a:defRPr>
            </a:lvl2pPr>
            <a:lvl3pPr marL="1371600" marR="0" lvl="2" indent="-317500" algn="ctr" rtl="0">
              <a:lnSpc>
                <a:spcPct val="100000"/>
              </a:lnSpc>
              <a:spcBef>
                <a:spcPts val="0"/>
              </a:spcBef>
              <a:spcAft>
                <a:spcPts val="0"/>
              </a:spcAft>
              <a:buClr>
                <a:schemeClr val="dk1"/>
              </a:buClr>
              <a:buSzPts val="1400"/>
              <a:buFont typeface="Epilogue"/>
              <a:buNone/>
              <a:defRPr sz="1400" b="0" i="0" u="none" strike="noStrike" cap="none">
                <a:solidFill>
                  <a:schemeClr val="dk1"/>
                </a:solidFill>
                <a:latin typeface="Epilogue"/>
                <a:ea typeface="Epilogue"/>
                <a:cs typeface="Epilogue"/>
                <a:sym typeface="Epilogue"/>
              </a:defRPr>
            </a:lvl3pPr>
            <a:lvl4pPr marL="1828800" marR="0" lvl="3" indent="-317500" algn="ctr" rtl="0">
              <a:lnSpc>
                <a:spcPct val="100000"/>
              </a:lnSpc>
              <a:spcBef>
                <a:spcPts val="0"/>
              </a:spcBef>
              <a:spcAft>
                <a:spcPts val="0"/>
              </a:spcAft>
              <a:buClr>
                <a:schemeClr val="dk1"/>
              </a:buClr>
              <a:buSzPts val="1400"/>
              <a:buFont typeface="Epilogue"/>
              <a:buNone/>
              <a:defRPr sz="1400" b="0" i="0" u="none" strike="noStrike" cap="none">
                <a:solidFill>
                  <a:schemeClr val="dk1"/>
                </a:solidFill>
                <a:latin typeface="Epilogue"/>
                <a:ea typeface="Epilogue"/>
                <a:cs typeface="Epilogue"/>
                <a:sym typeface="Epilogue"/>
              </a:defRPr>
            </a:lvl4pPr>
            <a:lvl5pPr marL="2286000" marR="0" lvl="4" indent="-317500" algn="ctr" rtl="0">
              <a:lnSpc>
                <a:spcPct val="100000"/>
              </a:lnSpc>
              <a:spcBef>
                <a:spcPts val="0"/>
              </a:spcBef>
              <a:spcAft>
                <a:spcPts val="0"/>
              </a:spcAft>
              <a:buClr>
                <a:schemeClr val="dk1"/>
              </a:buClr>
              <a:buSzPts val="1400"/>
              <a:buFont typeface="Epilogue"/>
              <a:buNone/>
              <a:defRPr sz="1400" b="0" i="0" u="none" strike="noStrike" cap="none">
                <a:solidFill>
                  <a:schemeClr val="dk1"/>
                </a:solidFill>
                <a:latin typeface="Epilogue"/>
                <a:ea typeface="Epilogue"/>
                <a:cs typeface="Epilogue"/>
                <a:sym typeface="Epilogue"/>
              </a:defRPr>
            </a:lvl5pPr>
            <a:lvl6pPr marL="2743200" marR="0" lvl="5" indent="-317500" algn="ctr" rtl="0">
              <a:lnSpc>
                <a:spcPct val="100000"/>
              </a:lnSpc>
              <a:spcBef>
                <a:spcPts val="0"/>
              </a:spcBef>
              <a:spcAft>
                <a:spcPts val="0"/>
              </a:spcAft>
              <a:buClr>
                <a:schemeClr val="dk1"/>
              </a:buClr>
              <a:buSzPts val="1400"/>
              <a:buFont typeface="Epilogue"/>
              <a:buNone/>
              <a:defRPr sz="1400" b="0" i="0" u="none" strike="noStrike" cap="none">
                <a:solidFill>
                  <a:schemeClr val="dk1"/>
                </a:solidFill>
                <a:latin typeface="Epilogue"/>
                <a:ea typeface="Epilogue"/>
                <a:cs typeface="Epilogue"/>
                <a:sym typeface="Epilogue"/>
              </a:defRPr>
            </a:lvl6pPr>
            <a:lvl7pPr marL="3200400" marR="0" lvl="6" indent="-317500" algn="ctr" rtl="0">
              <a:lnSpc>
                <a:spcPct val="100000"/>
              </a:lnSpc>
              <a:spcBef>
                <a:spcPts val="0"/>
              </a:spcBef>
              <a:spcAft>
                <a:spcPts val="0"/>
              </a:spcAft>
              <a:buClr>
                <a:schemeClr val="dk1"/>
              </a:buClr>
              <a:buSzPts val="1400"/>
              <a:buFont typeface="Epilogue"/>
              <a:buNone/>
              <a:defRPr sz="1400" b="0" i="0" u="none" strike="noStrike" cap="none">
                <a:solidFill>
                  <a:schemeClr val="dk1"/>
                </a:solidFill>
                <a:latin typeface="Epilogue"/>
                <a:ea typeface="Epilogue"/>
                <a:cs typeface="Epilogue"/>
                <a:sym typeface="Epilogue"/>
              </a:defRPr>
            </a:lvl7pPr>
            <a:lvl8pPr marL="3657600" marR="0" lvl="7" indent="-317500" algn="ctr" rtl="0">
              <a:lnSpc>
                <a:spcPct val="100000"/>
              </a:lnSpc>
              <a:spcBef>
                <a:spcPts val="0"/>
              </a:spcBef>
              <a:spcAft>
                <a:spcPts val="0"/>
              </a:spcAft>
              <a:buClr>
                <a:schemeClr val="dk1"/>
              </a:buClr>
              <a:buSzPts val="1400"/>
              <a:buFont typeface="Epilogue"/>
              <a:buNone/>
              <a:defRPr sz="1400" b="0" i="0" u="none" strike="noStrike" cap="none">
                <a:solidFill>
                  <a:schemeClr val="dk1"/>
                </a:solidFill>
                <a:latin typeface="Epilogue"/>
                <a:ea typeface="Epilogue"/>
                <a:cs typeface="Epilogue"/>
                <a:sym typeface="Epilogue"/>
              </a:defRPr>
            </a:lvl8pPr>
            <a:lvl9pPr marL="4114800" marR="0" lvl="8" indent="-317500" algn="ctr" rtl="0">
              <a:lnSpc>
                <a:spcPct val="100000"/>
              </a:lnSpc>
              <a:spcBef>
                <a:spcPts val="0"/>
              </a:spcBef>
              <a:spcAft>
                <a:spcPts val="0"/>
              </a:spcAft>
              <a:buClr>
                <a:schemeClr val="dk1"/>
              </a:buClr>
              <a:buSzPts val="1400"/>
              <a:buFont typeface="Epilogue"/>
              <a:buNone/>
              <a:defRPr sz="1400" b="0" i="0" u="none" strike="noStrike" cap="none">
                <a:solidFill>
                  <a:schemeClr val="dk1"/>
                </a:solidFill>
                <a:latin typeface="Epilogue"/>
                <a:ea typeface="Epilogue"/>
                <a:cs typeface="Epilogue"/>
                <a:sym typeface="Epilogue"/>
              </a:defRPr>
            </a:lvl9pPr>
          </a:lstStyle>
          <a:p>
            <a:pPr marL="0" indent="0"/>
            <a:r>
              <a:rPr lang="en-IN" sz="1800"/>
              <a:t>Dataset Loading in SQL and POWER BI </a:t>
            </a:r>
          </a:p>
        </p:txBody>
      </p:sp>
    </p:spTree>
    <p:extLst>
      <p:ext uri="{BB962C8B-B14F-4D97-AF65-F5344CB8AC3E}">
        <p14:creationId xmlns:p14="http://schemas.microsoft.com/office/powerpoint/2010/main" val="1681791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26"/>
        <p:cNvGrpSpPr/>
        <p:nvPr/>
      </p:nvGrpSpPr>
      <p:grpSpPr>
        <a:xfrm>
          <a:off x="0" y="0"/>
          <a:ext cx="0" cy="0"/>
          <a:chOff x="0" y="0"/>
          <a:chExt cx="0" cy="0"/>
        </a:xfrm>
      </p:grpSpPr>
      <p:sp>
        <p:nvSpPr>
          <p:cNvPr id="11029" name="Google Shape;11029;p31"/>
          <p:cNvSpPr/>
          <p:nvPr/>
        </p:nvSpPr>
        <p:spPr>
          <a:xfrm>
            <a:off x="953725" y="3783825"/>
            <a:ext cx="3438000" cy="490800"/>
          </a:xfrm>
          <a:prstGeom prst="ellipse">
            <a:avLst/>
          </a:prstGeom>
          <a:solidFill>
            <a:srgbClr val="F4CE89">
              <a:alpha val="36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30" name="Google Shape;11030;p31"/>
          <p:cNvGrpSpPr/>
          <p:nvPr/>
        </p:nvGrpSpPr>
        <p:grpSpPr>
          <a:xfrm>
            <a:off x="639933" y="2430966"/>
            <a:ext cx="2214779" cy="2061802"/>
            <a:chOff x="1167758" y="1186150"/>
            <a:chExt cx="2988924" cy="2905174"/>
          </a:xfrm>
        </p:grpSpPr>
        <p:sp>
          <p:nvSpPr>
            <p:cNvPr id="11031" name="Google Shape;11031;p31"/>
            <p:cNvSpPr/>
            <p:nvPr/>
          </p:nvSpPr>
          <p:spPr>
            <a:xfrm>
              <a:off x="2521892" y="2185943"/>
              <a:ext cx="107060" cy="83152"/>
            </a:xfrm>
            <a:custGeom>
              <a:avLst/>
              <a:gdLst/>
              <a:ahLst/>
              <a:cxnLst/>
              <a:rect l="l" t="t" r="r" b="b"/>
              <a:pathLst>
                <a:path w="1424" h="1106" extrusionOk="0">
                  <a:moveTo>
                    <a:pt x="1423" y="1"/>
                  </a:moveTo>
                  <a:lnTo>
                    <a:pt x="0" y="185"/>
                  </a:lnTo>
                  <a:lnTo>
                    <a:pt x="486" y="1105"/>
                  </a:lnTo>
                  <a:cubicBezTo>
                    <a:pt x="938" y="838"/>
                    <a:pt x="1423" y="1"/>
                    <a:pt x="1423" y="1"/>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2" name="Google Shape;11032;p31"/>
            <p:cNvSpPr/>
            <p:nvPr/>
          </p:nvSpPr>
          <p:spPr>
            <a:xfrm>
              <a:off x="1885086" y="3187692"/>
              <a:ext cx="427939" cy="182543"/>
            </a:xfrm>
            <a:custGeom>
              <a:avLst/>
              <a:gdLst/>
              <a:ahLst/>
              <a:cxnLst/>
              <a:rect l="l" t="t" r="r" b="b"/>
              <a:pathLst>
                <a:path w="5692" h="2428" extrusionOk="0">
                  <a:moveTo>
                    <a:pt x="1926" y="1"/>
                  </a:moveTo>
                  <a:cubicBezTo>
                    <a:pt x="1926" y="1"/>
                    <a:pt x="503" y="854"/>
                    <a:pt x="1" y="2277"/>
                  </a:cubicBezTo>
                  <a:lnTo>
                    <a:pt x="587" y="2310"/>
                  </a:lnTo>
                  <a:cubicBezTo>
                    <a:pt x="972" y="1306"/>
                    <a:pt x="2060" y="469"/>
                    <a:pt x="2060" y="469"/>
                  </a:cubicBezTo>
                  <a:lnTo>
                    <a:pt x="4872" y="971"/>
                  </a:lnTo>
                  <a:cubicBezTo>
                    <a:pt x="4872" y="971"/>
                    <a:pt x="4520" y="1775"/>
                    <a:pt x="4453" y="2411"/>
                  </a:cubicBezTo>
                  <a:lnTo>
                    <a:pt x="5206" y="2428"/>
                  </a:lnTo>
                  <a:cubicBezTo>
                    <a:pt x="5223" y="1557"/>
                    <a:pt x="5692" y="670"/>
                    <a:pt x="5692" y="670"/>
                  </a:cubicBezTo>
                  <a:lnTo>
                    <a:pt x="192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3" name="Google Shape;11033;p31"/>
            <p:cNvSpPr/>
            <p:nvPr/>
          </p:nvSpPr>
          <p:spPr>
            <a:xfrm>
              <a:off x="1434585" y="3339939"/>
              <a:ext cx="1317648" cy="751374"/>
            </a:xfrm>
            <a:custGeom>
              <a:avLst/>
              <a:gdLst/>
              <a:ahLst/>
              <a:cxnLst/>
              <a:rect l="l" t="t" r="r" b="b"/>
              <a:pathLst>
                <a:path w="17526" h="9994" extrusionOk="0">
                  <a:moveTo>
                    <a:pt x="1323" y="1"/>
                  </a:moveTo>
                  <a:cubicBezTo>
                    <a:pt x="402" y="1926"/>
                    <a:pt x="0" y="5659"/>
                    <a:pt x="218" y="9994"/>
                  </a:cubicBezTo>
                  <a:lnTo>
                    <a:pt x="17526" y="9994"/>
                  </a:lnTo>
                  <a:cubicBezTo>
                    <a:pt x="17526" y="6094"/>
                    <a:pt x="17241" y="1725"/>
                    <a:pt x="165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4" name="Google Shape;11034;p31"/>
            <p:cNvSpPr/>
            <p:nvPr/>
          </p:nvSpPr>
          <p:spPr>
            <a:xfrm>
              <a:off x="1433307" y="3339939"/>
              <a:ext cx="816783" cy="751374"/>
            </a:xfrm>
            <a:custGeom>
              <a:avLst/>
              <a:gdLst/>
              <a:ahLst/>
              <a:cxnLst/>
              <a:rect l="l" t="t" r="r" b="b"/>
              <a:pathLst>
                <a:path w="10864" h="9994" extrusionOk="0">
                  <a:moveTo>
                    <a:pt x="1323" y="1"/>
                  </a:moveTo>
                  <a:cubicBezTo>
                    <a:pt x="402" y="1926"/>
                    <a:pt x="1" y="5659"/>
                    <a:pt x="218" y="9994"/>
                  </a:cubicBezTo>
                  <a:lnTo>
                    <a:pt x="10278" y="9994"/>
                  </a:lnTo>
                  <a:cubicBezTo>
                    <a:pt x="10094" y="5725"/>
                    <a:pt x="10027" y="2043"/>
                    <a:pt x="108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5" name="Google Shape;11035;p31"/>
            <p:cNvSpPr/>
            <p:nvPr/>
          </p:nvSpPr>
          <p:spPr>
            <a:xfrm>
              <a:off x="2261381" y="3392793"/>
              <a:ext cx="450569" cy="620481"/>
            </a:xfrm>
            <a:custGeom>
              <a:avLst/>
              <a:gdLst/>
              <a:ahLst/>
              <a:cxnLst/>
              <a:rect l="l" t="t" r="r" b="b"/>
              <a:pathLst>
                <a:path w="5993" h="8253" extrusionOk="0">
                  <a:moveTo>
                    <a:pt x="386" y="1"/>
                  </a:moveTo>
                  <a:cubicBezTo>
                    <a:pt x="101" y="1608"/>
                    <a:pt x="1" y="4688"/>
                    <a:pt x="84" y="8253"/>
                  </a:cubicBezTo>
                  <a:lnTo>
                    <a:pt x="5976" y="8253"/>
                  </a:lnTo>
                  <a:cubicBezTo>
                    <a:pt x="5993" y="4721"/>
                    <a:pt x="5608" y="1290"/>
                    <a:pt x="5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6" name="Google Shape;11036;p31"/>
            <p:cNvSpPr/>
            <p:nvPr/>
          </p:nvSpPr>
          <p:spPr>
            <a:xfrm>
              <a:off x="2261381" y="3394071"/>
              <a:ext cx="398994" cy="621759"/>
            </a:xfrm>
            <a:custGeom>
              <a:avLst/>
              <a:gdLst/>
              <a:ahLst/>
              <a:cxnLst/>
              <a:rect l="l" t="t" r="r" b="b"/>
              <a:pathLst>
                <a:path w="5307" h="8270" extrusionOk="0">
                  <a:moveTo>
                    <a:pt x="386" y="1"/>
                  </a:moveTo>
                  <a:cubicBezTo>
                    <a:pt x="101" y="1608"/>
                    <a:pt x="1" y="4687"/>
                    <a:pt x="84" y="8269"/>
                  </a:cubicBezTo>
                  <a:lnTo>
                    <a:pt x="1105" y="8269"/>
                  </a:lnTo>
                  <a:lnTo>
                    <a:pt x="5307" y="17"/>
                  </a:lnTo>
                  <a:lnTo>
                    <a:pt x="5307" y="1"/>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7" name="Google Shape;11037;p31"/>
            <p:cNvSpPr/>
            <p:nvPr/>
          </p:nvSpPr>
          <p:spPr>
            <a:xfrm>
              <a:off x="2273936" y="3883592"/>
              <a:ext cx="331104" cy="64281"/>
            </a:xfrm>
            <a:custGeom>
              <a:avLst/>
              <a:gdLst/>
              <a:ahLst/>
              <a:cxnLst/>
              <a:rect l="l" t="t" r="r" b="b"/>
              <a:pathLst>
                <a:path w="4404" h="855" extrusionOk="0">
                  <a:moveTo>
                    <a:pt x="1" y="1"/>
                  </a:moveTo>
                  <a:lnTo>
                    <a:pt x="1" y="855"/>
                  </a:lnTo>
                  <a:lnTo>
                    <a:pt x="4403" y="855"/>
                  </a:lnTo>
                  <a:lnTo>
                    <a:pt x="440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8" name="Google Shape;11038;p31"/>
            <p:cNvSpPr/>
            <p:nvPr/>
          </p:nvSpPr>
          <p:spPr>
            <a:xfrm>
              <a:off x="2273936" y="3820739"/>
              <a:ext cx="375161" cy="73002"/>
            </a:xfrm>
            <a:custGeom>
              <a:avLst/>
              <a:gdLst/>
              <a:ahLst/>
              <a:cxnLst/>
              <a:rect l="l" t="t" r="r" b="b"/>
              <a:pathLst>
                <a:path w="4990" h="971" extrusionOk="0">
                  <a:moveTo>
                    <a:pt x="1" y="0"/>
                  </a:moveTo>
                  <a:lnTo>
                    <a:pt x="1" y="837"/>
                  </a:lnTo>
                  <a:lnTo>
                    <a:pt x="4989" y="971"/>
                  </a:lnTo>
                  <a:lnTo>
                    <a:pt x="4989" y="318"/>
                  </a:lnTo>
                  <a:lnTo>
                    <a:pt x="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9" name="Google Shape;11039;p31"/>
            <p:cNvSpPr/>
            <p:nvPr/>
          </p:nvSpPr>
          <p:spPr>
            <a:xfrm>
              <a:off x="2273936" y="3946521"/>
              <a:ext cx="404106" cy="64281"/>
            </a:xfrm>
            <a:custGeom>
              <a:avLst/>
              <a:gdLst/>
              <a:ahLst/>
              <a:cxnLst/>
              <a:rect l="l" t="t" r="r" b="b"/>
              <a:pathLst>
                <a:path w="5375" h="855" extrusionOk="0">
                  <a:moveTo>
                    <a:pt x="1" y="1"/>
                  </a:moveTo>
                  <a:lnTo>
                    <a:pt x="1" y="855"/>
                  </a:lnTo>
                  <a:lnTo>
                    <a:pt x="5374" y="855"/>
                  </a:lnTo>
                  <a:lnTo>
                    <a:pt x="53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0" name="Google Shape;11040;p31"/>
            <p:cNvSpPr/>
            <p:nvPr/>
          </p:nvSpPr>
          <p:spPr>
            <a:xfrm>
              <a:off x="1565480" y="3494742"/>
              <a:ext cx="508459" cy="365011"/>
            </a:xfrm>
            <a:custGeom>
              <a:avLst/>
              <a:gdLst/>
              <a:ahLst/>
              <a:cxnLst/>
              <a:rect l="l" t="t" r="r" b="b"/>
              <a:pathLst>
                <a:path w="6763" h="4855" extrusionOk="0">
                  <a:moveTo>
                    <a:pt x="6595" y="1"/>
                  </a:moveTo>
                  <a:cubicBezTo>
                    <a:pt x="6244" y="2160"/>
                    <a:pt x="6244" y="4252"/>
                    <a:pt x="6244" y="4688"/>
                  </a:cubicBezTo>
                  <a:lnTo>
                    <a:pt x="335" y="4688"/>
                  </a:lnTo>
                  <a:cubicBezTo>
                    <a:pt x="318" y="4269"/>
                    <a:pt x="218" y="2127"/>
                    <a:pt x="804" y="118"/>
                  </a:cubicBezTo>
                  <a:lnTo>
                    <a:pt x="653" y="84"/>
                  </a:lnTo>
                  <a:cubicBezTo>
                    <a:pt x="0" y="2344"/>
                    <a:pt x="184" y="4754"/>
                    <a:pt x="184" y="4771"/>
                  </a:cubicBezTo>
                  <a:lnTo>
                    <a:pt x="184" y="4855"/>
                  </a:lnTo>
                  <a:lnTo>
                    <a:pt x="6411" y="4855"/>
                  </a:lnTo>
                  <a:lnTo>
                    <a:pt x="6411" y="4754"/>
                  </a:lnTo>
                  <a:cubicBezTo>
                    <a:pt x="6411" y="4721"/>
                    <a:pt x="6361" y="2411"/>
                    <a:pt x="6763" y="17"/>
                  </a:cubicBezTo>
                  <a:lnTo>
                    <a:pt x="65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1" name="Google Shape;11041;p31"/>
            <p:cNvSpPr/>
            <p:nvPr/>
          </p:nvSpPr>
          <p:spPr>
            <a:xfrm>
              <a:off x="2290326" y="3387756"/>
              <a:ext cx="432976" cy="628075"/>
            </a:xfrm>
            <a:custGeom>
              <a:avLst/>
              <a:gdLst/>
              <a:ahLst/>
              <a:cxnLst/>
              <a:rect l="l" t="t" r="r" b="b"/>
              <a:pathLst>
                <a:path w="5759" h="8354" extrusionOk="0">
                  <a:moveTo>
                    <a:pt x="1" y="1"/>
                  </a:moveTo>
                  <a:lnTo>
                    <a:pt x="1" y="168"/>
                  </a:lnTo>
                  <a:lnTo>
                    <a:pt x="4855" y="185"/>
                  </a:lnTo>
                  <a:cubicBezTo>
                    <a:pt x="5390" y="2830"/>
                    <a:pt x="5608" y="5592"/>
                    <a:pt x="5524" y="8353"/>
                  </a:cubicBezTo>
                  <a:lnTo>
                    <a:pt x="5692" y="8353"/>
                  </a:lnTo>
                  <a:cubicBezTo>
                    <a:pt x="5759" y="5541"/>
                    <a:pt x="5558" y="2763"/>
                    <a:pt x="5005" y="85"/>
                  </a:cubicBezTo>
                  <a:lnTo>
                    <a:pt x="4989" y="1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2" name="Google Shape;11042;p31"/>
            <p:cNvSpPr/>
            <p:nvPr/>
          </p:nvSpPr>
          <p:spPr>
            <a:xfrm>
              <a:off x="2252584" y="3858481"/>
              <a:ext cx="453125" cy="167507"/>
            </a:xfrm>
            <a:custGeom>
              <a:avLst/>
              <a:gdLst/>
              <a:ahLst/>
              <a:cxnLst/>
              <a:rect l="l" t="t" r="r" b="b"/>
              <a:pathLst>
                <a:path w="6027" h="2228" extrusionOk="0">
                  <a:moveTo>
                    <a:pt x="218" y="0"/>
                  </a:moveTo>
                  <a:lnTo>
                    <a:pt x="0" y="2193"/>
                  </a:lnTo>
                  <a:cubicBezTo>
                    <a:pt x="142" y="2218"/>
                    <a:pt x="495" y="2228"/>
                    <a:pt x="963" y="2228"/>
                  </a:cubicBezTo>
                  <a:cubicBezTo>
                    <a:pt x="2701" y="2228"/>
                    <a:pt x="6026" y="2092"/>
                    <a:pt x="6026" y="2092"/>
                  </a:cubicBezTo>
                  <a:lnTo>
                    <a:pt x="218" y="0"/>
                  </a:lnTo>
                  <a:close/>
                </a:path>
              </a:pathLst>
            </a:custGeom>
            <a:solidFill>
              <a:srgbClr val="604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3" name="Google Shape;11043;p31"/>
            <p:cNvSpPr/>
            <p:nvPr/>
          </p:nvSpPr>
          <p:spPr>
            <a:xfrm>
              <a:off x="2229954" y="3858481"/>
              <a:ext cx="475755" cy="232840"/>
            </a:xfrm>
            <a:custGeom>
              <a:avLst/>
              <a:gdLst/>
              <a:ahLst/>
              <a:cxnLst/>
              <a:rect l="l" t="t" r="r" b="b"/>
              <a:pathLst>
                <a:path w="6328" h="3097" extrusionOk="0">
                  <a:moveTo>
                    <a:pt x="519" y="0"/>
                  </a:moveTo>
                  <a:lnTo>
                    <a:pt x="0" y="3097"/>
                  </a:lnTo>
                  <a:lnTo>
                    <a:pt x="5608" y="3097"/>
                  </a:lnTo>
                  <a:lnTo>
                    <a:pt x="6327" y="2092"/>
                  </a:lnTo>
                  <a:lnTo>
                    <a:pt x="5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4" name="Google Shape;11044;p31"/>
            <p:cNvSpPr/>
            <p:nvPr/>
          </p:nvSpPr>
          <p:spPr>
            <a:xfrm>
              <a:off x="2268974" y="3858481"/>
              <a:ext cx="436735" cy="217729"/>
            </a:xfrm>
            <a:custGeom>
              <a:avLst/>
              <a:gdLst/>
              <a:ahLst/>
              <a:cxnLst/>
              <a:rect l="l" t="t" r="r" b="b"/>
              <a:pathLst>
                <a:path w="5809" h="2896" extrusionOk="0">
                  <a:moveTo>
                    <a:pt x="0" y="0"/>
                  </a:moveTo>
                  <a:lnTo>
                    <a:pt x="0" y="0"/>
                  </a:lnTo>
                  <a:cubicBezTo>
                    <a:pt x="485" y="1590"/>
                    <a:pt x="1456" y="2896"/>
                    <a:pt x="2461" y="2896"/>
                  </a:cubicBezTo>
                  <a:cubicBezTo>
                    <a:pt x="4386" y="2896"/>
                    <a:pt x="5808" y="2059"/>
                    <a:pt x="5808" y="2059"/>
                  </a:cubicBez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5" name="Google Shape;11045;p31"/>
            <p:cNvSpPr/>
            <p:nvPr/>
          </p:nvSpPr>
          <p:spPr>
            <a:xfrm>
              <a:off x="2266418" y="3857203"/>
              <a:ext cx="438013" cy="219007"/>
            </a:xfrm>
            <a:custGeom>
              <a:avLst/>
              <a:gdLst/>
              <a:ahLst/>
              <a:cxnLst/>
              <a:rect l="l" t="t" r="r" b="b"/>
              <a:pathLst>
                <a:path w="5826" h="2913" extrusionOk="0">
                  <a:moveTo>
                    <a:pt x="1" y="0"/>
                  </a:moveTo>
                  <a:lnTo>
                    <a:pt x="1" y="0"/>
                  </a:lnTo>
                  <a:cubicBezTo>
                    <a:pt x="486" y="1607"/>
                    <a:pt x="1474" y="2913"/>
                    <a:pt x="2478" y="2913"/>
                  </a:cubicBezTo>
                  <a:cubicBezTo>
                    <a:pt x="4403" y="2913"/>
                    <a:pt x="5826" y="2076"/>
                    <a:pt x="5826" y="2076"/>
                  </a:cubicBezTo>
                  <a:lnTo>
                    <a:pt x="5742" y="2043"/>
                  </a:lnTo>
                  <a:cubicBezTo>
                    <a:pt x="5323" y="2277"/>
                    <a:pt x="4118" y="2796"/>
                    <a:pt x="2578" y="2796"/>
                  </a:cubicBezTo>
                  <a:cubicBezTo>
                    <a:pt x="1591" y="2796"/>
                    <a:pt x="653" y="1557"/>
                    <a:pt x="151" y="51"/>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6" name="Google Shape;11046;p31"/>
            <p:cNvSpPr/>
            <p:nvPr/>
          </p:nvSpPr>
          <p:spPr>
            <a:xfrm>
              <a:off x="1771333" y="1742585"/>
              <a:ext cx="613414" cy="796408"/>
            </a:xfrm>
            <a:custGeom>
              <a:avLst/>
              <a:gdLst/>
              <a:ahLst/>
              <a:cxnLst/>
              <a:rect l="l" t="t" r="r" b="b"/>
              <a:pathLst>
                <a:path w="8159" h="10593" extrusionOk="0">
                  <a:moveTo>
                    <a:pt x="2398" y="1"/>
                  </a:moveTo>
                  <a:cubicBezTo>
                    <a:pt x="1" y="1"/>
                    <a:pt x="2643" y="10593"/>
                    <a:pt x="5015" y="10593"/>
                  </a:cubicBezTo>
                  <a:cubicBezTo>
                    <a:pt x="5053" y="10593"/>
                    <a:pt x="5091" y="10590"/>
                    <a:pt x="5129" y="10584"/>
                  </a:cubicBezTo>
                  <a:cubicBezTo>
                    <a:pt x="8159" y="10116"/>
                    <a:pt x="5849" y="1161"/>
                    <a:pt x="2769" y="73"/>
                  </a:cubicBezTo>
                  <a:cubicBezTo>
                    <a:pt x="2634" y="24"/>
                    <a:pt x="2511" y="1"/>
                    <a:pt x="23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7" name="Google Shape;11047;p31"/>
            <p:cNvSpPr/>
            <p:nvPr/>
          </p:nvSpPr>
          <p:spPr>
            <a:xfrm>
              <a:off x="1999591" y="2185567"/>
              <a:ext cx="551313" cy="346516"/>
            </a:xfrm>
            <a:custGeom>
              <a:avLst/>
              <a:gdLst/>
              <a:ahLst/>
              <a:cxnLst/>
              <a:rect l="l" t="t" r="r" b="b"/>
              <a:pathLst>
                <a:path w="7333" h="4609" extrusionOk="0">
                  <a:moveTo>
                    <a:pt x="5844" y="0"/>
                  </a:moveTo>
                  <a:cubicBezTo>
                    <a:pt x="4815" y="0"/>
                    <a:pt x="2403" y="61"/>
                    <a:pt x="1173" y="591"/>
                  </a:cubicBezTo>
                  <a:cubicBezTo>
                    <a:pt x="1" y="1094"/>
                    <a:pt x="419" y="4609"/>
                    <a:pt x="1591" y="4609"/>
                  </a:cubicBezTo>
                  <a:cubicBezTo>
                    <a:pt x="4001" y="4609"/>
                    <a:pt x="7332" y="1161"/>
                    <a:pt x="7332" y="1161"/>
                  </a:cubicBezTo>
                  <a:lnTo>
                    <a:pt x="6328" y="6"/>
                  </a:lnTo>
                  <a:cubicBezTo>
                    <a:pt x="6328" y="6"/>
                    <a:pt x="6145" y="0"/>
                    <a:pt x="58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8" name="Google Shape;11048;p31"/>
            <p:cNvSpPr/>
            <p:nvPr/>
          </p:nvSpPr>
          <p:spPr>
            <a:xfrm>
              <a:off x="2406109" y="2149479"/>
              <a:ext cx="158635" cy="198858"/>
            </a:xfrm>
            <a:custGeom>
              <a:avLst/>
              <a:gdLst/>
              <a:ahLst/>
              <a:cxnLst/>
              <a:rect l="l" t="t" r="r" b="b"/>
              <a:pathLst>
                <a:path w="2110" h="2645" extrusionOk="0">
                  <a:moveTo>
                    <a:pt x="1423" y="0"/>
                  </a:moveTo>
                  <a:lnTo>
                    <a:pt x="1" y="670"/>
                  </a:lnTo>
                  <a:lnTo>
                    <a:pt x="1038" y="2645"/>
                  </a:lnTo>
                  <a:lnTo>
                    <a:pt x="2110" y="1624"/>
                  </a:lnTo>
                  <a:lnTo>
                    <a:pt x="14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9" name="Google Shape;11049;p31"/>
            <p:cNvSpPr/>
            <p:nvPr/>
          </p:nvSpPr>
          <p:spPr>
            <a:xfrm>
              <a:off x="1559164" y="2540811"/>
              <a:ext cx="695964" cy="1534174"/>
            </a:xfrm>
            <a:custGeom>
              <a:avLst/>
              <a:gdLst/>
              <a:ahLst/>
              <a:cxnLst/>
              <a:rect l="l" t="t" r="r" b="b"/>
              <a:pathLst>
                <a:path w="9257" h="20406" extrusionOk="0">
                  <a:moveTo>
                    <a:pt x="7633" y="1"/>
                  </a:moveTo>
                  <a:lnTo>
                    <a:pt x="369" y="1892"/>
                  </a:lnTo>
                  <a:lnTo>
                    <a:pt x="0" y="20305"/>
                  </a:lnTo>
                  <a:lnTo>
                    <a:pt x="168" y="20305"/>
                  </a:lnTo>
                  <a:lnTo>
                    <a:pt x="4453" y="8504"/>
                  </a:lnTo>
                  <a:lnTo>
                    <a:pt x="4704" y="8404"/>
                  </a:lnTo>
                  <a:lnTo>
                    <a:pt x="6579" y="20405"/>
                  </a:lnTo>
                  <a:lnTo>
                    <a:pt x="6780" y="20405"/>
                  </a:lnTo>
                  <a:cubicBezTo>
                    <a:pt x="6780" y="20405"/>
                    <a:pt x="9257" y="5575"/>
                    <a:pt x="76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0" name="Google Shape;11050;p31"/>
            <p:cNvSpPr/>
            <p:nvPr/>
          </p:nvSpPr>
          <p:spPr>
            <a:xfrm>
              <a:off x="1559164" y="2540811"/>
              <a:ext cx="605369" cy="1526581"/>
            </a:xfrm>
            <a:custGeom>
              <a:avLst/>
              <a:gdLst/>
              <a:ahLst/>
              <a:cxnLst/>
              <a:rect l="l" t="t" r="r" b="b"/>
              <a:pathLst>
                <a:path w="8052" h="20305" extrusionOk="0">
                  <a:moveTo>
                    <a:pt x="7633" y="1"/>
                  </a:moveTo>
                  <a:lnTo>
                    <a:pt x="268" y="1892"/>
                  </a:lnTo>
                  <a:lnTo>
                    <a:pt x="0" y="20305"/>
                  </a:lnTo>
                  <a:lnTo>
                    <a:pt x="51" y="20305"/>
                  </a:lnTo>
                  <a:lnTo>
                    <a:pt x="2026" y="4671"/>
                  </a:lnTo>
                  <a:cubicBezTo>
                    <a:pt x="4654" y="3968"/>
                    <a:pt x="6328" y="3265"/>
                    <a:pt x="8052" y="2344"/>
                  </a:cubicBezTo>
                  <a:cubicBezTo>
                    <a:pt x="7968" y="1139"/>
                    <a:pt x="7884" y="871"/>
                    <a:pt x="763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1" name="Google Shape;11051;p31"/>
            <p:cNvSpPr/>
            <p:nvPr/>
          </p:nvSpPr>
          <p:spPr>
            <a:xfrm>
              <a:off x="1808323" y="3099576"/>
              <a:ext cx="258102" cy="975418"/>
            </a:xfrm>
            <a:custGeom>
              <a:avLst/>
              <a:gdLst/>
              <a:ahLst/>
              <a:cxnLst/>
              <a:rect l="l" t="t" r="r" b="b"/>
              <a:pathLst>
                <a:path w="3433" h="12974" extrusionOk="0">
                  <a:moveTo>
                    <a:pt x="2545" y="1"/>
                  </a:moveTo>
                  <a:lnTo>
                    <a:pt x="1223" y="654"/>
                  </a:lnTo>
                  <a:lnTo>
                    <a:pt x="1" y="352"/>
                  </a:lnTo>
                  <a:lnTo>
                    <a:pt x="1122" y="1239"/>
                  </a:lnTo>
                  <a:lnTo>
                    <a:pt x="1373" y="1122"/>
                  </a:lnTo>
                  <a:lnTo>
                    <a:pt x="3231" y="12973"/>
                  </a:lnTo>
                  <a:lnTo>
                    <a:pt x="3432" y="12973"/>
                  </a:lnTo>
                  <a:lnTo>
                    <a:pt x="1892" y="888"/>
                  </a:lnTo>
                  <a:lnTo>
                    <a:pt x="2545" y="1"/>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2" name="Google Shape;11052;p31"/>
            <p:cNvSpPr/>
            <p:nvPr/>
          </p:nvSpPr>
          <p:spPr>
            <a:xfrm>
              <a:off x="1533978" y="2490513"/>
              <a:ext cx="655742" cy="334562"/>
            </a:xfrm>
            <a:custGeom>
              <a:avLst/>
              <a:gdLst/>
              <a:ahLst/>
              <a:cxnLst/>
              <a:rect l="l" t="t" r="r" b="b"/>
              <a:pathLst>
                <a:path w="8722" h="4450" extrusionOk="0">
                  <a:moveTo>
                    <a:pt x="8487" y="0"/>
                  </a:moveTo>
                  <a:lnTo>
                    <a:pt x="1" y="1758"/>
                  </a:lnTo>
                  <a:cubicBezTo>
                    <a:pt x="1" y="1758"/>
                    <a:pt x="68" y="4168"/>
                    <a:pt x="503" y="4419"/>
                  </a:cubicBezTo>
                  <a:cubicBezTo>
                    <a:pt x="542" y="4440"/>
                    <a:pt x="613" y="4450"/>
                    <a:pt x="712" y="4450"/>
                  </a:cubicBezTo>
                  <a:cubicBezTo>
                    <a:pt x="2035" y="4450"/>
                    <a:pt x="8287" y="2681"/>
                    <a:pt x="8521" y="2260"/>
                  </a:cubicBezTo>
                  <a:cubicBezTo>
                    <a:pt x="8721" y="1892"/>
                    <a:pt x="8487" y="0"/>
                    <a:pt x="84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3" name="Google Shape;11053;p31"/>
            <p:cNvSpPr/>
            <p:nvPr/>
          </p:nvSpPr>
          <p:spPr>
            <a:xfrm>
              <a:off x="1532700" y="2487957"/>
              <a:ext cx="654464" cy="334412"/>
            </a:xfrm>
            <a:custGeom>
              <a:avLst/>
              <a:gdLst/>
              <a:ahLst/>
              <a:cxnLst/>
              <a:rect l="l" t="t" r="r" b="b"/>
              <a:pathLst>
                <a:path w="8705" h="4448" extrusionOk="0">
                  <a:moveTo>
                    <a:pt x="8471" y="1"/>
                  </a:moveTo>
                  <a:lnTo>
                    <a:pt x="1" y="1758"/>
                  </a:lnTo>
                  <a:cubicBezTo>
                    <a:pt x="1" y="1758"/>
                    <a:pt x="68" y="4169"/>
                    <a:pt x="503" y="4420"/>
                  </a:cubicBezTo>
                  <a:cubicBezTo>
                    <a:pt x="541" y="4439"/>
                    <a:pt x="608" y="4448"/>
                    <a:pt x="701" y="4448"/>
                  </a:cubicBezTo>
                  <a:cubicBezTo>
                    <a:pt x="1188" y="4448"/>
                    <a:pt x="2377" y="4205"/>
                    <a:pt x="3683" y="3867"/>
                  </a:cubicBezTo>
                  <a:cubicBezTo>
                    <a:pt x="4202" y="3382"/>
                    <a:pt x="5089" y="2880"/>
                    <a:pt x="6144" y="2545"/>
                  </a:cubicBezTo>
                  <a:cubicBezTo>
                    <a:pt x="6937" y="2310"/>
                    <a:pt x="7678" y="2204"/>
                    <a:pt x="8288" y="2204"/>
                  </a:cubicBezTo>
                  <a:cubicBezTo>
                    <a:pt x="8374" y="2204"/>
                    <a:pt x="8457" y="2206"/>
                    <a:pt x="8538" y="2210"/>
                  </a:cubicBezTo>
                  <a:cubicBezTo>
                    <a:pt x="8705" y="1742"/>
                    <a:pt x="8471" y="1"/>
                    <a:pt x="84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4" name="Google Shape;11054;p31"/>
            <p:cNvSpPr/>
            <p:nvPr/>
          </p:nvSpPr>
          <p:spPr>
            <a:xfrm>
              <a:off x="1370378" y="1686874"/>
              <a:ext cx="834451" cy="1034962"/>
            </a:xfrm>
            <a:custGeom>
              <a:avLst/>
              <a:gdLst/>
              <a:ahLst/>
              <a:cxnLst/>
              <a:rect l="l" t="t" r="r" b="b"/>
              <a:pathLst>
                <a:path w="11099" h="13766" extrusionOk="0">
                  <a:moveTo>
                    <a:pt x="5249" y="0"/>
                  </a:moveTo>
                  <a:cubicBezTo>
                    <a:pt x="4413" y="0"/>
                    <a:pt x="3614" y="184"/>
                    <a:pt x="2930" y="529"/>
                  </a:cubicBezTo>
                  <a:cubicBezTo>
                    <a:pt x="1" y="1969"/>
                    <a:pt x="1775" y="13702"/>
                    <a:pt x="1775" y="13702"/>
                  </a:cubicBezTo>
                  <a:cubicBezTo>
                    <a:pt x="1775" y="13702"/>
                    <a:pt x="2174" y="13765"/>
                    <a:pt x="2874" y="13765"/>
                  </a:cubicBezTo>
                  <a:cubicBezTo>
                    <a:pt x="4458" y="13765"/>
                    <a:pt x="7581" y="13443"/>
                    <a:pt x="11098" y="11342"/>
                  </a:cubicBezTo>
                  <a:cubicBezTo>
                    <a:pt x="11098" y="11342"/>
                    <a:pt x="10697" y="2554"/>
                    <a:pt x="8939" y="1266"/>
                  </a:cubicBezTo>
                  <a:cubicBezTo>
                    <a:pt x="7793" y="398"/>
                    <a:pt x="6480" y="0"/>
                    <a:pt x="52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5" name="Google Shape;11055;p31"/>
            <p:cNvSpPr/>
            <p:nvPr/>
          </p:nvSpPr>
          <p:spPr>
            <a:xfrm>
              <a:off x="1369100" y="1711534"/>
              <a:ext cx="833172" cy="1013610"/>
            </a:xfrm>
            <a:custGeom>
              <a:avLst/>
              <a:gdLst/>
              <a:ahLst/>
              <a:cxnLst/>
              <a:rect l="l" t="t" r="r" b="b"/>
              <a:pathLst>
                <a:path w="11082" h="13482" extrusionOk="0">
                  <a:moveTo>
                    <a:pt x="3416" y="0"/>
                  </a:moveTo>
                  <a:cubicBezTo>
                    <a:pt x="3248" y="67"/>
                    <a:pt x="3098" y="134"/>
                    <a:pt x="2930" y="218"/>
                  </a:cubicBezTo>
                  <a:cubicBezTo>
                    <a:pt x="1" y="1674"/>
                    <a:pt x="1775" y="13424"/>
                    <a:pt x="1775" y="13424"/>
                  </a:cubicBezTo>
                  <a:cubicBezTo>
                    <a:pt x="1775" y="13424"/>
                    <a:pt x="2169" y="13482"/>
                    <a:pt x="2853" y="13482"/>
                  </a:cubicBezTo>
                  <a:cubicBezTo>
                    <a:pt x="3146" y="13482"/>
                    <a:pt x="3493" y="13471"/>
                    <a:pt x="3884" y="13441"/>
                  </a:cubicBezTo>
                  <a:cubicBezTo>
                    <a:pt x="4554" y="12588"/>
                    <a:pt x="5525" y="11818"/>
                    <a:pt x="6713" y="11248"/>
                  </a:cubicBezTo>
                  <a:cubicBezTo>
                    <a:pt x="7898" y="10681"/>
                    <a:pt x="9093" y="10408"/>
                    <a:pt x="10126" y="10408"/>
                  </a:cubicBezTo>
                  <a:cubicBezTo>
                    <a:pt x="10464" y="10408"/>
                    <a:pt x="10785" y="10437"/>
                    <a:pt x="11082" y="10495"/>
                  </a:cubicBezTo>
                  <a:cubicBezTo>
                    <a:pt x="11032" y="9391"/>
                    <a:pt x="10814" y="6763"/>
                    <a:pt x="10379" y="4520"/>
                  </a:cubicBezTo>
                  <a:cubicBezTo>
                    <a:pt x="10278" y="4637"/>
                    <a:pt x="10145" y="4737"/>
                    <a:pt x="9994" y="4821"/>
                  </a:cubicBezTo>
                  <a:cubicBezTo>
                    <a:pt x="9494" y="5151"/>
                    <a:pt x="8919" y="5308"/>
                    <a:pt x="8321" y="5308"/>
                  </a:cubicBezTo>
                  <a:cubicBezTo>
                    <a:pt x="6916" y="5308"/>
                    <a:pt x="5379" y="4444"/>
                    <a:pt x="4370" y="2929"/>
                  </a:cubicBezTo>
                  <a:cubicBezTo>
                    <a:pt x="3750" y="1992"/>
                    <a:pt x="3432" y="971"/>
                    <a:pt x="3416"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6" name="Google Shape;11056;p31"/>
            <p:cNvSpPr/>
            <p:nvPr/>
          </p:nvSpPr>
          <p:spPr>
            <a:xfrm>
              <a:off x="1953052" y="1862503"/>
              <a:ext cx="91948" cy="779041"/>
            </a:xfrm>
            <a:custGeom>
              <a:avLst/>
              <a:gdLst/>
              <a:ahLst/>
              <a:cxnLst/>
              <a:rect l="l" t="t" r="r" b="b"/>
              <a:pathLst>
                <a:path w="1223" h="10362" extrusionOk="0">
                  <a:moveTo>
                    <a:pt x="201" y="1"/>
                  </a:moveTo>
                  <a:lnTo>
                    <a:pt x="1" y="68"/>
                  </a:lnTo>
                  <a:cubicBezTo>
                    <a:pt x="854" y="3097"/>
                    <a:pt x="1022" y="10312"/>
                    <a:pt x="1022" y="10362"/>
                  </a:cubicBezTo>
                  <a:lnTo>
                    <a:pt x="1223" y="10345"/>
                  </a:lnTo>
                  <a:cubicBezTo>
                    <a:pt x="1223" y="10278"/>
                    <a:pt x="1089" y="3064"/>
                    <a:pt x="201" y="1"/>
                  </a:cubicBezTo>
                  <a:close/>
                </a:path>
              </a:pathLst>
            </a:custGeom>
            <a:solidFill>
              <a:srgbClr val="F9D5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7" name="Google Shape;11057;p31"/>
            <p:cNvSpPr/>
            <p:nvPr/>
          </p:nvSpPr>
          <p:spPr>
            <a:xfrm>
              <a:off x="1167758" y="1722511"/>
              <a:ext cx="625218" cy="830466"/>
            </a:xfrm>
            <a:custGeom>
              <a:avLst/>
              <a:gdLst/>
              <a:ahLst/>
              <a:cxnLst/>
              <a:rect l="l" t="t" r="r" b="b"/>
              <a:pathLst>
                <a:path w="8316" h="11046" extrusionOk="0">
                  <a:moveTo>
                    <a:pt x="5905" y="0"/>
                  </a:moveTo>
                  <a:cubicBezTo>
                    <a:pt x="5795" y="0"/>
                    <a:pt x="5674" y="24"/>
                    <a:pt x="5541" y="72"/>
                  </a:cubicBezTo>
                  <a:cubicBezTo>
                    <a:pt x="2445" y="1227"/>
                    <a:pt x="1" y="10550"/>
                    <a:pt x="3014" y="11036"/>
                  </a:cubicBezTo>
                  <a:cubicBezTo>
                    <a:pt x="3053" y="11042"/>
                    <a:pt x="3093" y="11045"/>
                    <a:pt x="3133" y="11045"/>
                  </a:cubicBezTo>
                  <a:cubicBezTo>
                    <a:pt x="5512" y="11045"/>
                    <a:pt x="8315" y="0"/>
                    <a:pt x="59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8" name="Google Shape;11058;p31"/>
            <p:cNvSpPr/>
            <p:nvPr/>
          </p:nvSpPr>
          <p:spPr>
            <a:xfrm>
              <a:off x="1201741" y="1808446"/>
              <a:ext cx="466959" cy="745735"/>
            </a:xfrm>
            <a:custGeom>
              <a:avLst/>
              <a:gdLst/>
              <a:ahLst/>
              <a:cxnLst/>
              <a:rect l="l" t="t" r="r" b="b"/>
              <a:pathLst>
                <a:path w="6211" h="9919" extrusionOk="0">
                  <a:moveTo>
                    <a:pt x="3733" y="0"/>
                  </a:moveTo>
                  <a:lnTo>
                    <a:pt x="3733" y="0"/>
                  </a:lnTo>
                  <a:cubicBezTo>
                    <a:pt x="1390" y="2762"/>
                    <a:pt x="1" y="9508"/>
                    <a:pt x="2562" y="9909"/>
                  </a:cubicBezTo>
                  <a:cubicBezTo>
                    <a:pt x="2601" y="9916"/>
                    <a:pt x="2640" y="9919"/>
                    <a:pt x="2680" y="9919"/>
                  </a:cubicBezTo>
                  <a:cubicBezTo>
                    <a:pt x="4107" y="9919"/>
                    <a:pt x="5706" y="5870"/>
                    <a:pt x="6211" y="2645"/>
                  </a:cubicBezTo>
                  <a:lnTo>
                    <a:pt x="6211" y="2645"/>
                  </a:lnTo>
                  <a:cubicBezTo>
                    <a:pt x="5566" y="4342"/>
                    <a:pt x="3727" y="5980"/>
                    <a:pt x="2881" y="5980"/>
                  </a:cubicBezTo>
                  <a:cubicBezTo>
                    <a:pt x="2826" y="5980"/>
                    <a:pt x="2775" y="5973"/>
                    <a:pt x="2729" y="5959"/>
                  </a:cubicBezTo>
                  <a:cubicBezTo>
                    <a:pt x="1859" y="5691"/>
                    <a:pt x="2662" y="3197"/>
                    <a:pt x="3332" y="1071"/>
                  </a:cubicBezTo>
                  <a:cubicBezTo>
                    <a:pt x="3449" y="686"/>
                    <a:pt x="3583" y="335"/>
                    <a:pt x="37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9" name="Google Shape;11059;p31"/>
            <p:cNvSpPr/>
            <p:nvPr/>
          </p:nvSpPr>
          <p:spPr>
            <a:xfrm>
              <a:off x="1615778" y="1930469"/>
              <a:ext cx="1171719" cy="406587"/>
            </a:xfrm>
            <a:custGeom>
              <a:avLst/>
              <a:gdLst/>
              <a:ahLst/>
              <a:cxnLst/>
              <a:rect l="l" t="t" r="r" b="b"/>
              <a:pathLst>
                <a:path w="15585" h="5408" extrusionOk="0">
                  <a:moveTo>
                    <a:pt x="9759" y="1"/>
                  </a:moveTo>
                  <a:lnTo>
                    <a:pt x="34" y="2712"/>
                  </a:lnTo>
                  <a:lnTo>
                    <a:pt x="1" y="3733"/>
                  </a:lnTo>
                  <a:lnTo>
                    <a:pt x="7633" y="5407"/>
                  </a:lnTo>
                  <a:lnTo>
                    <a:pt x="15584" y="2830"/>
                  </a:lnTo>
                  <a:lnTo>
                    <a:pt x="15568" y="2344"/>
                  </a:lnTo>
                  <a:lnTo>
                    <a:pt x="97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0" name="Google Shape;11060;p31"/>
            <p:cNvSpPr/>
            <p:nvPr/>
          </p:nvSpPr>
          <p:spPr>
            <a:xfrm>
              <a:off x="1615778" y="1930469"/>
              <a:ext cx="1171719" cy="280731"/>
            </a:xfrm>
            <a:custGeom>
              <a:avLst/>
              <a:gdLst/>
              <a:ahLst/>
              <a:cxnLst/>
              <a:rect l="l" t="t" r="r" b="b"/>
              <a:pathLst>
                <a:path w="15585" h="3734" extrusionOk="0">
                  <a:moveTo>
                    <a:pt x="9759" y="1"/>
                  </a:moveTo>
                  <a:lnTo>
                    <a:pt x="34" y="2712"/>
                  </a:lnTo>
                  <a:lnTo>
                    <a:pt x="1" y="3733"/>
                  </a:lnTo>
                  <a:lnTo>
                    <a:pt x="10010" y="1072"/>
                  </a:lnTo>
                  <a:lnTo>
                    <a:pt x="15584" y="2846"/>
                  </a:lnTo>
                  <a:lnTo>
                    <a:pt x="15584" y="2830"/>
                  </a:lnTo>
                  <a:lnTo>
                    <a:pt x="15568" y="2344"/>
                  </a:lnTo>
                  <a:lnTo>
                    <a:pt x="975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1" name="Google Shape;11061;p31"/>
            <p:cNvSpPr/>
            <p:nvPr/>
          </p:nvSpPr>
          <p:spPr>
            <a:xfrm>
              <a:off x="1615778" y="1930469"/>
              <a:ext cx="752652" cy="280731"/>
            </a:xfrm>
            <a:custGeom>
              <a:avLst/>
              <a:gdLst/>
              <a:ahLst/>
              <a:cxnLst/>
              <a:rect l="l" t="t" r="r" b="b"/>
              <a:pathLst>
                <a:path w="10011" h="3734" extrusionOk="0">
                  <a:moveTo>
                    <a:pt x="9759" y="1"/>
                  </a:moveTo>
                  <a:lnTo>
                    <a:pt x="34" y="2712"/>
                  </a:lnTo>
                  <a:lnTo>
                    <a:pt x="1" y="3733"/>
                  </a:lnTo>
                  <a:lnTo>
                    <a:pt x="10010" y="1072"/>
                  </a:lnTo>
                  <a:lnTo>
                    <a:pt x="97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2" name="Google Shape;11062;p31"/>
            <p:cNvSpPr/>
            <p:nvPr/>
          </p:nvSpPr>
          <p:spPr>
            <a:xfrm>
              <a:off x="1301209" y="2165118"/>
              <a:ext cx="580183" cy="388393"/>
            </a:xfrm>
            <a:custGeom>
              <a:avLst/>
              <a:gdLst/>
              <a:ahLst/>
              <a:cxnLst/>
              <a:rect l="l" t="t" r="r" b="b"/>
              <a:pathLst>
                <a:path w="7717" h="5166" extrusionOk="0">
                  <a:moveTo>
                    <a:pt x="3967" y="0"/>
                  </a:moveTo>
                  <a:cubicBezTo>
                    <a:pt x="3059" y="0"/>
                    <a:pt x="2182" y="66"/>
                    <a:pt x="1590" y="261"/>
                  </a:cubicBezTo>
                  <a:cubicBezTo>
                    <a:pt x="301" y="696"/>
                    <a:pt x="0" y="4864"/>
                    <a:pt x="1222" y="5149"/>
                  </a:cubicBezTo>
                  <a:cubicBezTo>
                    <a:pt x="1269" y="5160"/>
                    <a:pt x="1322" y="5166"/>
                    <a:pt x="1381" y="5166"/>
                  </a:cubicBezTo>
                  <a:cubicBezTo>
                    <a:pt x="2841" y="5166"/>
                    <a:pt x="7683" y="1700"/>
                    <a:pt x="7683" y="1700"/>
                  </a:cubicBezTo>
                  <a:lnTo>
                    <a:pt x="7717" y="261"/>
                  </a:lnTo>
                  <a:cubicBezTo>
                    <a:pt x="7717" y="261"/>
                    <a:pt x="5782" y="0"/>
                    <a:pt x="39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3" name="Google Shape;11063;p31"/>
            <p:cNvSpPr/>
            <p:nvPr/>
          </p:nvSpPr>
          <p:spPr>
            <a:xfrm>
              <a:off x="1315043" y="2173388"/>
              <a:ext cx="568831" cy="381401"/>
            </a:xfrm>
            <a:custGeom>
              <a:avLst/>
              <a:gdLst/>
              <a:ahLst/>
              <a:cxnLst/>
              <a:rect l="l" t="t" r="r" b="b"/>
              <a:pathLst>
                <a:path w="7566" h="5073" extrusionOk="0">
                  <a:moveTo>
                    <a:pt x="6110" y="0"/>
                  </a:moveTo>
                  <a:cubicBezTo>
                    <a:pt x="5490" y="335"/>
                    <a:pt x="4553" y="603"/>
                    <a:pt x="3482" y="703"/>
                  </a:cubicBezTo>
                  <a:cubicBezTo>
                    <a:pt x="3101" y="748"/>
                    <a:pt x="2731" y="768"/>
                    <a:pt x="2381" y="768"/>
                  </a:cubicBezTo>
                  <a:cubicBezTo>
                    <a:pt x="1806" y="768"/>
                    <a:pt x="1287" y="713"/>
                    <a:pt x="871" y="620"/>
                  </a:cubicBezTo>
                  <a:lnTo>
                    <a:pt x="871" y="620"/>
                  </a:lnTo>
                  <a:cubicBezTo>
                    <a:pt x="50" y="1841"/>
                    <a:pt x="0" y="4804"/>
                    <a:pt x="1055" y="5055"/>
                  </a:cubicBezTo>
                  <a:cubicBezTo>
                    <a:pt x="1103" y="5067"/>
                    <a:pt x="1156" y="5073"/>
                    <a:pt x="1216" y="5073"/>
                  </a:cubicBezTo>
                  <a:cubicBezTo>
                    <a:pt x="2689" y="5073"/>
                    <a:pt x="7516" y="1607"/>
                    <a:pt x="7516" y="1607"/>
                  </a:cubicBezTo>
                  <a:lnTo>
                    <a:pt x="7566" y="168"/>
                  </a:lnTo>
                  <a:cubicBezTo>
                    <a:pt x="7566" y="151"/>
                    <a:pt x="6947" y="50"/>
                    <a:pt x="61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4" name="Google Shape;11064;p31"/>
            <p:cNvSpPr/>
            <p:nvPr/>
          </p:nvSpPr>
          <p:spPr>
            <a:xfrm>
              <a:off x="1727802" y="1682588"/>
              <a:ext cx="301331" cy="292009"/>
            </a:xfrm>
            <a:custGeom>
              <a:avLst/>
              <a:gdLst/>
              <a:ahLst/>
              <a:cxnLst/>
              <a:rect l="l" t="t" r="r" b="b"/>
              <a:pathLst>
                <a:path w="4008" h="3884" extrusionOk="0">
                  <a:moveTo>
                    <a:pt x="759" y="0"/>
                  </a:moveTo>
                  <a:cubicBezTo>
                    <a:pt x="487" y="0"/>
                    <a:pt x="237" y="33"/>
                    <a:pt x="0" y="84"/>
                  </a:cubicBezTo>
                  <a:cubicBezTo>
                    <a:pt x="904" y="586"/>
                    <a:pt x="2996" y="2928"/>
                    <a:pt x="3448" y="3883"/>
                  </a:cubicBezTo>
                  <a:lnTo>
                    <a:pt x="3448" y="3883"/>
                  </a:lnTo>
                  <a:cubicBezTo>
                    <a:pt x="3444" y="3839"/>
                    <a:pt x="4007" y="1730"/>
                    <a:pt x="2997" y="653"/>
                  </a:cubicBezTo>
                  <a:cubicBezTo>
                    <a:pt x="2092" y="166"/>
                    <a:pt x="1372" y="0"/>
                    <a:pt x="759" y="0"/>
                  </a:cubicBezTo>
                  <a:close/>
                  <a:moveTo>
                    <a:pt x="3448" y="3883"/>
                  </a:moveTo>
                  <a:cubicBezTo>
                    <a:pt x="3448" y="3883"/>
                    <a:pt x="3448" y="3884"/>
                    <a:pt x="3449" y="3884"/>
                  </a:cubicBezTo>
                  <a:cubicBezTo>
                    <a:pt x="3448" y="3883"/>
                    <a:pt x="3448" y="3883"/>
                    <a:pt x="3448" y="388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5" name="Google Shape;11065;p31"/>
            <p:cNvSpPr/>
            <p:nvPr/>
          </p:nvSpPr>
          <p:spPr>
            <a:xfrm>
              <a:off x="1726523" y="1682588"/>
              <a:ext cx="236675" cy="69393"/>
            </a:xfrm>
            <a:custGeom>
              <a:avLst/>
              <a:gdLst/>
              <a:ahLst/>
              <a:cxnLst/>
              <a:rect l="l" t="t" r="r" b="b"/>
              <a:pathLst>
                <a:path w="3148" h="923" extrusionOk="0">
                  <a:moveTo>
                    <a:pt x="758" y="0"/>
                  </a:moveTo>
                  <a:cubicBezTo>
                    <a:pt x="487" y="0"/>
                    <a:pt x="237" y="33"/>
                    <a:pt x="1" y="84"/>
                  </a:cubicBezTo>
                  <a:cubicBezTo>
                    <a:pt x="34" y="101"/>
                    <a:pt x="84" y="117"/>
                    <a:pt x="118" y="168"/>
                  </a:cubicBezTo>
                  <a:cubicBezTo>
                    <a:pt x="352" y="285"/>
                    <a:pt x="620" y="419"/>
                    <a:pt x="888" y="536"/>
                  </a:cubicBezTo>
                  <a:cubicBezTo>
                    <a:pt x="1554" y="789"/>
                    <a:pt x="2173" y="923"/>
                    <a:pt x="2631" y="923"/>
                  </a:cubicBezTo>
                  <a:cubicBezTo>
                    <a:pt x="2840" y="923"/>
                    <a:pt x="3016" y="895"/>
                    <a:pt x="3148" y="837"/>
                  </a:cubicBezTo>
                  <a:cubicBezTo>
                    <a:pt x="3114" y="770"/>
                    <a:pt x="3047" y="703"/>
                    <a:pt x="2980" y="653"/>
                  </a:cubicBezTo>
                  <a:cubicBezTo>
                    <a:pt x="2087" y="166"/>
                    <a:pt x="1370" y="0"/>
                    <a:pt x="7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6" name="Google Shape;11066;p31"/>
            <p:cNvSpPr/>
            <p:nvPr/>
          </p:nvSpPr>
          <p:spPr>
            <a:xfrm>
              <a:off x="1734117" y="1452300"/>
              <a:ext cx="195099" cy="267499"/>
            </a:xfrm>
            <a:custGeom>
              <a:avLst/>
              <a:gdLst/>
              <a:ahLst/>
              <a:cxnLst/>
              <a:rect l="l" t="t" r="r" b="b"/>
              <a:pathLst>
                <a:path w="2595" h="3558" extrusionOk="0">
                  <a:moveTo>
                    <a:pt x="201" y="0"/>
                  </a:moveTo>
                  <a:lnTo>
                    <a:pt x="0" y="3080"/>
                  </a:lnTo>
                  <a:cubicBezTo>
                    <a:pt x="621" y="3391"/>
                    <a:pt x="1386" y="3557"/>
                    <a:pt x="2249" y="3557"/>
                  </a:cubicBezTo>
                  <a:cubicBezTo>
                    <a:pt x="2362" y="3557"/>
                    <a:pt x="2478" y="3554"/>
                    <a:pt x="2595" y="3549"/>
                  </a:cubicBezTo>
                  <a:lnTo>
                    <a:pt x="2494" y="1289"/>
                  </a:lnTo>
                  <a:lnTo>
                    <a:pt x="201" y="0"/>
                  </a:ln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7" name="Google Shape;11067;p31"/>
            <p:cNvSpPr/>
            <p:nvPr/>
          </p:nvSpPr>
          <p:spPr>
            <a:xfrm>
              <a:off x="1732839" y="1281784"/>
              <a:ext cx="271860" cy="381777"/>
            </a:xfrm>
            <a:custGeom>
              <a:avLst/>
              <a:gdLst/>
              <a:ahLst/>
              <a:cxnLst/>
              <a:rect l="l" t="t" r="r" b="b"/>
              <a:pathLst>
                <a:path w="3616" h="5078" extrusionOk="0">
                  <a:moveTo>
                    <a:pt x="1859" y="0"/>
                  </a:moveTo>
                  <a:cubicBezTo>
                    <a:pt x="1175" y="0"/>
                    <a:pt x="456" y="340"/>
                    <a:pt x="302" y="812"/>
                  </a:cubicBezTo>
                  <a:cubicBezTo>
                    <a:pt x="0" y="1799"/>
                    <a:pt x="436" y="4059"/>
                    <a:pt x="687" y="4310"/>
                  </a:cubicBezTo>
                  <a:cubicBezTo>
                    <a:pt x="903" y="4526"/>
                    <a:pt x="2259" y="5077"/>
                    <a:pt x="2964" y="5077"/>
                  </a:cubicBezTo>
                  <a:cubicBezTo>
                    <a:pt x="3078" y="5077"/>
                    <a:pt x="3175" y="5063"/>
                    <a:pt x="3248" y="5030"/>
                  </a:cubicBezTo>
                  <a:cubicBezTo>
                    <a:pt x="3248" y="5030"/>
                    <a:pt x="3616" y="1264"/>
                    <a:pt x="2963" y="460"/>
                  </a:cubicBezTo>
                  <a:cubicBezTo>
                    <a:pt x="2710" y="136"/>
                    <a:pt x="2292" y="0"/>
                    <a:pt x="1859"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8" name="Google Shape;11068;p31"/>
            <p:cNvSpPr/>
            <p:nvPr/>
          </p:nvSpPr>
          <p:spPr>
            <a:xfrm>
              <a:off x="1744192" y="1282385"/>
              <a:ext cx="236599" cy="202692"/>
            </a:xfrm>
            <a:custGeom>
              <a:avLst/>
              <a:gdLst/>
              <a:ahLst/>
              <a:cxnLst/>
              <a:rect l="l" t="t" r="r" b="b"/>
              <a:pathLst>
                <a:path w="3147" h="2696" extrusionOk="0">
                  <a:moveTo>
                    <a:pt x="1723" y="0"/>
                  </a:moveTo>
                  <a:cubicBezTo>
                    <a:pt x="1029" y="0"/>
                    <a:pt x="296" y="338"/>
                    <a:pt x="151" y="804"/>
                  </a:cubicBezTo>
                  <a:cubicBezTo>
                    <a:pt x="0" y="1256"/>
                    <a:pt x="34" y="2009"/>
                    <a:pt x="117" y="2695"/>
                  </a:cubicBezTo>
                  <a:cubicBezTo>
                    <a:pt x="536" y="2310"/>
                    <a:pt x="1055" y="1975"/>
                    <a:pt x="1640" y="1791"/>
                  </a:cubicBezTo>
                  <a:cubicBezTo>
                    <a:pt x="2100" y="1638"/>
                    <a:pt x="2574" y="1555"/>
                    <a:pt x="3024" y="1555"/>
                  </a:cubicBezTo>
                  <a:cubicBezTo>
                    <a:pt x="3065" y="1555"/>
                    <a:pt x="3106" y="1556"/>
                    <a:pt x="3147" y="1557"/>
                  </a:cubicBezTo>
                  <a:cubicBezTo>
                    <a:pt x="3080" y="1072"/>
                    <a:pt x="2979" y="653"/>
                    <a:pt x="2812" y="436"/>
                  </a:cubicBezTo>
                  <a:cubicBezTo>
                    <a:pt x="2563" y="129"/>
                    <a:pt x="2150" y="0"/>
                    <a:pt x="1723"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9" name="Google Shape;11069;p31"/>
            <p:cNvSpPr/>
            <p:nvPr/>
          </p:nvSpPr>
          <p:spPr>
            <a:xfrm>
              <a:off x="1691337" y="1318849"/>
              <a:ext cx="148561" cy="256823"/>
            </a:xfrm>
            <a:custGeom>
              <a:avLst/>
              <a:gdLst/>
              <a:ahLst/>
              <a:cxnLst/>
              <a:rect l="l" t="t" r="r" b="b"/>
              <a:pathLst>
                <a:path w="1976" h="3416" extrusionOk="0">
                  <a:moveTo>
                    <a:pt x="0" y="1"/>
                  </a:moveTo>
                  <a:lnTo>
                    <a:pt x="0" y="1524"/>
                  </a:lnTo>
                  <a:lnTo>
                    <a:pt x="670" y="3415"/>
                  </a:lnTo>
                  <a:lnTo>
                    <a:pt x="1239" y="2662"/>
                  </a:lnTo>
                  <a:cubicBezTo>
                    <a:pt x="1239" y="2662"/>
                    <a:pt x="1423" y="336"/>
                    <a:pt x="1975" y="218"/>
                  </a:cubicBezTo>
                  <a:lnTo>
                    <a:pt x="0" y="1"/>
                  </a:lnTo>
                  <a:close/>
                </a:path>
              </a:pathLst>
            </a:custGeom>
            <a:solidFill>
              <a:srgbClr val="8E3C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0" name="Google Shape;11070;p31"/>
            <p:cNvSpPr/>
            <p:nvPr/>
          </p:nvSpPr>
          <p:spPr>
            <a:xfrm>
              <a:off x="1652317" y="1186150"/>
              <a:ext cx="309602" cy="247275"/>
            </a:xfrm>
            <a:custGeom>
              <a:avLst/>
              <a:gdLst/>
              <a:ahLst/>
              <a:cxnLst/>
              <a:rect l="l" t="t" r="r" b="b"/>
              <a:pathLst>
                <a:path w="4118" h="3289" extrusionOk="0">
                  <a:moveTo>
                    <a:pt x="2536" y="1"/>
                  </a:moveTo>
                  <a:cubicBezTo>
                    <a:pt x="1484" y="1"/>
                    <a:pt x="493" y="658"/>
                    <a:pt x="251" y="1247"/>
                  </a:cubicBezTo>
                  <a:cubicBezTo>
                    <a:pt x="101" y="1582"/>
                    <a:pt x="0" y="2318"/>
                    <a:pt x="519" y="3289"/>
                  </a:cubicBezTo>
                  <a:cubicBezTo>
                    <a:pt x="1339" y="2167"/>
                    <a:pt x="2695" y="1749"/>
                    <a:pt x="4118" y="1682"/>
                  </a:cubicBezTo>
                  <a:cubicBezTo>
                    <a:pt x="4118" y="1682"/>
                    <a:pt x="4101" y="192"/>
                    <a:pt x="2879" y="25"/>
                  </a:cubicBezTo>
                  <a:cubicBezTo>
                    <a:pt x="2765" y="9"/>
                    <a:pt x="2650" y="1"/>
                    <a:pt x="25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1" name="Google Shape;11071;p31"/>
            <p:cNvSpPr/>
            <p:nvPr/>
          </p:nvSpPr>
          <p:spPr>
            <a:xfrm>
              <a:off x="1649761" y="1213141"/>
              <a:ext cx="154876" cy="222841"/>
            </a:xfrm>
            <a:custGeom>
              <a:avLst/>
              <a:gdLst/>
              <a:ahLst/>
              <a:cxnLst/>
              <a:rect l="l" t="t" r="r" b="b"/>
              <a:pathLst>
                <a:path w="2060" h="2964" extrusionOk="0">
                  <a:moveTo>
                    <a:pt x="1206" y="1"/>
                  </a:moveTo>
                  <a:cubicBezTo>
                    <a:pt x="737" y="252"/>
                    <a:pt x="386" y="570"/>
                    <a:pt x="268" y="905"/>
                  </a:cubicBezTo>
                  <a:cubicBezTo>
                    <a:pt x="118" y="1239"/>
                    <a:pt x="1" y="1976"/>
                    <a:pt x="536" y="2963"/>
                  </a:cubicBezTo>
                  <a:cubicBezTo>
                    <a:pt x="921" y="2411"/>
                    <a:pt x="1474" y="2043"/>
                    <a:pt x="2059" y="1792"/>
                  </a:cubicBezTo>
                  <a:cubicBezTo>
                    <a:pt x="1976" y="1658"/>
                    <a:pt x="1892" y="1557"/>
                    <a:pt x="1792" y="1457"/>
                  </a:cubicBezTo>
                  <a:cubicBezTo>
                    <a:pt x="1407" y="988"/>
                    <a:pt x="1223" y="469"/>
                    <a:pt x="1206"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2" name="Google Shape;11072;p31"/>
            <p:cNvSpPr/>
            <p:nvPr/>
          </p:nvSpPr>
          <p:spPr>
            <a:xfrm>
              <a:off x="1736598" y="1212013"/>
              <a:ext cx="435532" cy="173596"/>
            </a:xfrm>
            <a:custGeom>
              <a:avLst/>
              <a:gdLst/>
              <a:ahLst/>
              <a:cxnLst/>
              <a:rect l="l" t="t" r="r" b="b"/>
              <a:pathLst>
                <a:path w="5793" h="2309" extrusionOk="0">
                  <a:moveTo>
                    <a:pt x="3663" y="0"/>
                  </a:moveTo>
                  <a:cubicBezTo>
                    <a:pt x="2229" y="0"/>
                    <a:pt x="900" y="1155"/>
                    <a:pt x="1" y="2309"/>
                  </a:cubicBezTo>
                  <a:cubicBezTo>
                    <a:pt x="727" y="1831"/>
                    <a:pt x="1529" y="1615"/>
                    <a:pt x="2152" y="1615"/>
                  </a:cubicBezTo>
                  <a:cubicBezTo>
                    <a:pt x="2663" y="1615"/>
                    <a:pt x="3053" y="1760"/>
                    <a:pt x="3181" y="2024"/>
                  </a:cubicBezTo>
                  <a:cubicBezTo>
                    <a:pt x="3181" y="2024"/>
                    <a:pt x="5792" y="350"/>
                    <a:pt x="4169" y="49"/>
                  </a:cubicBezTo>
                  <a:cubicBezTo>
                    <a:pt x="3999" y="16"/>
                    <a:pt x="3830" y="0"/>
                    <a:pt x="36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3" name="Google Shape;11073;p31"/>
            <p:cNvSpPr/>
            <p:nvPr/>
          </p:nvSpPr>
          <p:spPr>
            <a:xfrm>
              <a:off x="2037408" y="4044636"/>
              <a:ext cx="114578" cy="46688"/>
            </a:xfrm>
            <a:custGeom>
              <a:avLst/>
              <a:gdLst/>
              <a:ahLst/>
              <a:cxnLst/>
              <a:rect l="l" t="t" r="r" b="b"/>
              <a:pathLst>
                <a:path w="1524" h="621" extrusionOk="0">
                  <a:moveTo>
                    <a:pt x="361" y="0"/>
                  </a:moveTo>
                  <a:cubicBezTo>
                    <a:pt x="352" y="0"/>
                    <a:pt x="343" y="1"/>
                    <a:pt x="335" y="1"/>
                  </a:cubicBezTo>
                  <a:cubicBezTo>
                    <a:pt x="0" y="52"/>
                    <a:pt x="134" y="621"/>
                    <a:pt x="134" y="621"/>
                  </a:cubicBezTo>
                  <a:lnTo>
                    <a:pt x="1523" y="621"/>
                  </a:lnTo>
                  <a:cubicBezTo>
                    <a:pt x="1523" y="621"/>
                    <a:pt x="712" y="0"/>
                    <a:pt x="3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4" name="Google Shape;11074;p31"/>
            <p:cNvSpPr/>
            <p:nvPr/>
          </p:nvSpPr>
          <p:spPr>
            <a:xfrm>
              <a:off x="1473605" y="4044636"/>
              <a:ext cx="113300" cy="46688"/>
            </a:xfrm>
            <a:custGeom>
              <a:avLst/>
              <a:gdLst/>
              <a:ahLst/>
              <a:cxnLst/>
              <a:rect l="l" t="t" r="r" b="b"/>
              <a:pathLst>
                <a:path w="1507" h="621" extrusionOk="0">
                  <a:moveTo>
                    <a:pt x="1179" y="0"/>
                  </a:moveTo>
                  <a:cubicBezTo>
                    <a:pt x="828" y="0"/>
                    <a:pt x="0" y="621"/>
                    <a:pt x="0" y="621"/>
                  </a:cubicBezTo>
                  <a:lnTo>
                    <a:pt x="1406" y="621"/>
                  </a:lnTo>
                  <a:cubicBezTo>
                    <a:pt x="1406" y="621"/>
                    <a:pt x="1507" y="52"/>
                    <a:pt x="1205" y="1"/>
                  </a:cubicBezTo>
                  <a:cubicBezTo>
                    <a:pt x="1197" y="1"/>
                    <a:pt x="1188" y="0"/>
                    <a:pt x="11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5" name="Google Shape;11075;p31"/>
            <p:cNvSpPr/>
            <p:nvPr/>
          </p:nvSpPr>
          <p:spPr>
            <a:xfrm>
              <a:off x="2219879" y="1961971"/>
              <a:ext cx="93151" cy="65484"/>
            </a:xfrm>
            <a:custGeom>
              <a:avLst/>
              <a:gdLst/>
              <a:ahLst/>
              <a:cxnLst/>
              <a:rect l="l" t="t" r="r" b="b"/>
              <a:pathLst>
                <a:path w="1239" h="871" extrusionOk="0">
                  <a:moveTo>
                    <a:pt x="1189" y="0"/>
                  </a:moveTo>
                  <a:lnTo>
                    <a:pt x="0" y="251"/>
                  </a:lnTo>
                  <a:lnTo>
                    <a:pt x="0" y="871"/>
                  </a:lnTo>
                  <a:lnTo>
                    <a:pt x="1239" y="469"/>
                  </a:lnTo>
                  <a:lnTo>
                    <a:pt x="1189" y="0"/>
                  </a:ln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6" name="Google Shape;11076;p31"/>
            <p:cNvSpPr/>
            <p:nvPr/>
          </p:nvSpPr>
          <p:spPr>
            <a:xfrm>
              <a:off x="1839825" y="2190454"/>
              <a:ext cx="295242" cy="88189"/>
            </a:xfrm>
            <a:custGeom>
              <a:avLst/>
              <a:gdLst/>
              <a:ahLst/>
              <a:cxnLst/>
              <a:rect l="l" t="t" r="r" b="b"/>
              <a:pathLst>
                <a:path w="3927" h="1173" extrusionOk="0">
                  <a:moveTo>
                    <a:pt x="3672" y="0"/>
                  </a:moveTo>
                  <a:cubicBezTo>
                    <a:pt x="3648" y="0"/>
                    <a:pt x="3623" y="3"/>
                    <a:pt x="3599" y="8"/>
                  </a:cubicBezTo>
                  <a:cubicBezTo>
                    <a:pt x="3432" y="8"/>
                    <a:pt x="1088" y="460"/>
                    <a:pt x="0" y="1129"/>
                  </a:cubicBezTo>
                  <a:cubicBezTo>
                    <a:pt x="0" y="1129"/>
                    <a:pt x="345" y="1173"/>
                    <a:pt x="827" y="1173"/>
                  </a:cubicBezTo>
                  <a:cubicBezTo>
                    <a:pt x="1189" y="1173"/>
                    <a:pt x="1629" y="1148"/>
                    <a:pt x="2059" y="1062"/>
                  </a:cubicBezTo>
                  <a:cubicBezTo>
                    <a:pt x="2645" y="962"/>
                    <a:pt x="3817" y="359"/>
                    <a:pt x="3884" y="225"/>
                  </a:cubicBezTo>
                  <a:cubicBezTo>
                    <a:pt x="3926" y="82"/>
                    <a:pt x="3811" y="0"/>
                    <a:pt x="3672"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7" name="Google Shape;11077;p31"/>
            <p:cNvSpPr/>
            <p:nvPr/>
          </p:nvSpPr>
          <p:spPr>
            <a:xfrm>
              <a:off x="1963127" y="2149329"/>
              <a:ext cx="178258" cy="93301"/>
            </a:xfrm>
            <a:custGeom>
              <a:avLst/>
              <a:gdLst/>
              <a:ahLst/>
              <a:cxnLst/>
              <a:rect l="l" t="t" r="r" b="b"/>
              <a:pathLst>
                <a:path w="2371" h="1241" extrusionOk="0">
                  <a:moveTo>
                    <a:pt x="2009" y="0"/>
                  </a:moveTo>
                  <a:cubicBezTo>
                    <a:pt x="1993" y="0"/>
                    <a:pt x="1976" y="1"/>
                    <a:pt x="1959" y="2"/>
                  </a:cubicBezTo>
                  <a:cubicBezTo>
                    <a:pt x="1725" y="19"/>
                    <a:pt x="737" y="638"/>
                    <a:pt x="1" y="772"/>
                  </a:cubicBezTo>
                  <a:lnTo>
                    <a:pt x="84" y="1241"/>
                  </a:lnTo>
                  <a:cubicBezTo>
                    <a:pt x="720" y="1090"/>
                    <a:pt x="2210" y="437"/>
                    <a:pt x="2294" y="253"/>
                  </a:cubicBezTo>
                  <a:cubicBezTo>
                    <a:pt x="2370" y="84"/>
                    <a:pt x="2194" y="0"/>
                    <a:pt x="2009"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8" name="Google Shape;11078;p31"/>
            <p:cNvSpPr/>
            <p:nvPr/>
          </p:nvSpPr>
          <p:spPr>
            <a:xfrm>
              <a:off x="1905235" y="2134518"/>
              <a:ext cx="194948" cy="109391"/>
            </a:xfrm>
            <a:custGeom>
              <a:avLst/>
              <a:gdLst/>
              <a:ahLst/>
              <a:cxnLst/>
              <a:rect l="l" t="t" r="r" b="b"/>
              <a:pathLst>
                <a:path w="2593" h="1455" extrusionOk="0">
                  <a:moveTo>
                    <a:pt x="2379" y="1"/>
                  </a:moveTo>
                  <a:cubicBezTo>
                    <a:pt x="2344" y="1"/>
                    <a:pt x="2304" y="6"/>
                    <a:pt x="2260" y="15"/>
                  </a:cubicBezTo>
                  <a:cubicBezTo>
                    <a:pt x="2026" y="32"/>
                    <a:pt x="1055" y="634"/>
                    <a:pt x="319" y="785"/>
                  </a:cubicBezTo>
                  <a:lnTo>
                    <a:pt x="1" y="1455"/>
                  </a:lnTo>
                  <a:lnTo>
                    <a:pt x="1" y="1455"/>
                  </a:lnTo>
                  <a:lnTo>
                    <a:pt x="503" y="1388"/>
                  </a:lnTo>
                  <a:cubicBezTo>
                    <a:pt x="1139" y="1254"/>
                    <a:pt x="2428" y="450"/>
                    <a:pt x="2511" y="266"/>
                  </a:cubicBezTo>
                  <a:cubicBezTo>
                    <a:pt x="2593" y="89"/>
                    <a:pt x="2531" y="1"/>
                    <a:pt x="2379" y="1"/>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9" name="Google Shape;11079;p31"/>
            <p:cNvSpPr/>
            <p:nvPr/>
          </p:nvSpPr>
          <p:spPr>
            <a:xfrm>
              <a:off x="1828473" y="2109331"/>
              <a:ext cx="214571" cy="147132"/>
            </a:xfrm>
            <a:custGeom>
              <a:avLst/>
              <a:gdLst/>
              <a:ahLst/>
              <a:cxnLst/>
              <a:rect l="l" t="t" r="r" b="b"/>
              <a:pathLst>
                <a:path w="2854" h="1957" extrusionOk="0">
                  <a:moveTo>
                    <a:pt x="2472" y="0"/>
                  </a:moveTo>
                  <a:cubicBezTo>
                    <a:pt x="2439" y="0"/>
                    <a:pt x="2407" y="10"/>
                    <a:pt x="2377" y="32"/>
                  </a:cubicBezTo>
                  <a:cubicBezTo>
                    <a:pt x="1122" y="1020"/>
                    <a:pt x="837" y="384"/>
                    <a:pt x="1" y="1522"/>
                  </a:cubicBezTo>
                  <a:lnTo>
                    <a:pt x="1206" y="1957"/>
                  </a:lnTo>
                  <a:cubicBezTo>
                    <a:pt x="1206" y="1957"/>
                    <a:pt x="1356" y="1170"/>
                    <a:pt x="2511" y="517"/>
                  </a:cubicBezTo>
                  <a:cubicBezTo>
                    <a:pt x="2854" y="332"/>
                    <a:pt x="2661" y="0"/>
                    <a:pt x="2472"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0" name="Google Shape;11080;p31"/>
            <p:cNvSpPr/>
            <p:nvPr/>
          </p:nvSpPr>
          <p:spPr>
            <a:xfrm>
              <a:off x="1783137" y="2160757"/>
              <a:ext cx="119691" cy="195174"/>
            </a:xfrm>
            <a:custGeom>
              <a:avLst/>
              <a:gdLst/>
              <a:ahLst/>
              <a:cxnLst/>
              <a:rect l="l" t="t" r="r" b="b"/>
              <a:pathLst>
                <a:path w="1592" h="2596" extrusionOk="0">
                  <a:moveTo>
                    <a:pt x="1558" y="1"/>
                  </a:moveTo>
                  <a:lnTo>
                    <a:pt x="1" y="85"/>
                  </a:lnTo>
                  <a:lnTo>
                    <a:pt x="503" y="2595"/>
                  </a:lnTo>
                  <a:lnTo>
                    <a:pt x="1591" y="1792"/>
                  </a:lnTo>
                  <a:lnTo>
                    <a:pt x="15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1" name="Google Shape;11081;p31"/>
            <p:cNvSpPr/>
            <p:nvPr/>
          </p:nvSpPr>
          <p:spPr>
            <a:xfrm>
              <a:off x="1722764" y="1465834"/>
              <a:ext cx="57966" cy="82400"/>
            </a:xfrm>
            <a:custGeom>
              <a:avLst/>
              <a:gdLst/>
              <a:ahLst/>
              <a:cxnLst/>
              <a:rect l="l" t="t" r="r" b="b"/>
              <a:pathLst>
                <a:path w="771" h="1096" extrusionOk="0">
                  <a:moveTo>
                    <a:pt x="246" y="1"/>
                  </a:moveTo>
                  <a:cubicBezTo>
                    <a:pt x="219" y="1"/>
                    <a:pt x="193" y="7"/>
                    <a:pt x="168" y="21"/>
                  </a:cubicBezTo>
                  <a:cubicBezTo>
                    <a:pt x="17" y="105"/>
                    <a:pt x="0" y="389"/>
                    <a:pt x="134" y="690"/>
                  </a:cubicBezTo>
                  <a:cubicBezTo>
                    <a:pt x="232" y="928"/>
                    <a:pt x="400" y="1096"/>
                    <a:pt x="531" y="1096"/>
                  </a:cubicBezTo>
                  <a:cubicBezTo>
                    <a:pt x="557" y="1096"/>
                    <a:pt x="581" y="1089"/>
                    <a:pt x="603" y="1075"/>
                  </a:cubicBezTo>
                  <a:cubicBezTo>
                    <a:pt x="737" y="992"/>
                    <a:pt x="770" y="707"/>
                    <a:pt x="653" y="406"/>
                  </a:cubicBezTo>
                  <a:cubicBezTo>
                    <a:pt x="541" y="168"/>
                    <a:pt x="383" y="1"/>
                    <a:pt x="246"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2" name="Google Shape;11082;p31"/>
            <p:cNvSpPr/>
            <p:nvPr/>
          </p:nvSpPr>
          <p:spPr>
            <a:xfrm>
              <a:off x="1732839" y="1479893"/>
              <a:ext cx="37817" cy="54282"/>
            </a:xfrm>
            <a:custGeom>
              <a:avLst/>
              <a:gdLst/>
              <a:ahLst/>
              <a:cxnLst/>
              <a:rect l="l" t="t" r="r" b="b"/>
              <a:pathLst>
                <a:path w="503" h="722" extrusionOk="0">
                  <a:moveTo>
                    <a:pt x="151" y="1"/>
                  </a:moveTo>
                  <a:cubicBezTo>
                    <a:pt x="133" y="1"/>
                    <a:pt x="116" y="6"/>
                    <a:pt x="101" y="18"/>
                  </a:cubicBezTo>
                  <a:cubicBezTo>
                    <a:pt x="0" y="51"/>
                    <a:pt x="0" y="269"/>
                    <a:pt x="51" y="453"/>
                  </a:cubicBezTo>
                  <a:cubicBezTo>
                    <a:pt x="119" y="604"/>
                    <a:pt x="233" y="722"/>
                    <a:pt x="318" y="722"/>
                  </a:cubicBezTo>
                  <a:cubicBezTo>
                    <a:pt x="337" y="722"/>
                    <a:pt x="354" y="716"/>
                    <a:pt x="369" y="704"/>
                  </a:cubicBezTo>
                  <a:cubicBezTo>
                    <a:pt x="469" y="637"/>
                    <a:pt x="503" y="453"/>
                    <a:pt x="419" y="269"/>
                  </a:cubicBezTo>
                  <a:cubicBezTo>
                    <a:pt x="350" y="118"/>
                    <a:pt x="236" y="1"/>
                    <a:pt x="151"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3" name="Google Shape;11083;p31"/>
            <p:cNvSpPr/>
            <p:nvPr/>
          </p:nvSpPr>
          <p:spPr>
            <a:xfrm>
              <a:off x="1741635" y="1501170"/>
              <a:ext cx="29020" cy="38268"/>
            </a:xfrm>
            <a:custGeom>
              <a:avLst/>
              <a:gdLst/>
              <a:ahLst/>
              <a:cxnLst/>
              <a:rect l="l" t="t" r="r" b="b"/>
              <a:pathLst>
                <a:path w="386" h="509" extrusionOk="0">
                  <a:moveTo>
                    <a:pt x="110" y="0"/>
                  </a:moveTo>
                  <a:cubicBezTo>
                    <a:pt x="101" y="0"/>
                    <a:pt x="93" y="1"/>
                    <a:pt x="84" y="3"/>
                  </a:cubicBezTo>
                  <a:cubicBezTo>
                    <a:pt x="17" y="53"/>
                    <a:pt x="1" y="170"/>
                    <a:pt x="68" y="321"/>
                  </a:cubicBezTo>
                  <a:cubicBezTo>
                    <a:pt x="112" y="453"/>
                    <a:pt x="195" y="508"/>
                    <a:pt x="271" y="508"/>
                  </a:cubicBezTo>
                  <a:cubicBezTo>
                    <a:pt x="281" y="508"/>
                    <a:pt x="292" y="507"/>
                    <a:pt x="302" y="505"/>
                  </a:cubicBezTo>
                  <a:cubicBezTo>
                    <a:pt x="386" y="472"/>
                    <a:pt x="386" y="338"/>
                    <a:pt x="319" y="187"/>
                  </a:cubicBezTo>
                  <a:cubicBezTo>
                    <a:pt x="258" y="67"/>
                    <a:pt x="185" y="0"/>
                    <a:pt x="110"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4" name="Google Shape;11084;p31"/>
            <p:cNvSpPr/>
            <p:nvPr/>
          </p:nvSpPr>
          <p:spPr>
            <a:xfrm>
              <a:off x="2578506" y="2179478"/>
              <a:ext cx="68040" cy="60672"/>
            </a:xfrm>
            <a:custGeom>
              <a:avLst/>
              <a:gdLst/>
              <a:ahLst/>
              <a:cxnLst/>
              <a:rect l="l" t="t" r="r" b="b"/>
              <a:pathLst>
                <a:path w="905" h="807" extrusionOk="0">
                  <a:moveTo>
                    <a:pt x="280" y="0"/>
                  </a:moveTo>
                  <a:cubicBezTo>
                    <a:pt x="204" y="0"/>
                    <a:pt x="139" y="16"/>
                    <a:pt x="101" y="53"/>
                  </a:cubicBezTo>
                  <a:cubicBezTo>
                    <a:pt x="1" y="187"/>
                    <a:pt x="84" y="338"/>
                    <a:pt x="218" y="354"/>
                  </a:cubicBezTo>
                  <a:cubicBezTo>
                    <a:pt x="319" y="354"/>
                    <a:pt x="68" y="806"/>
                    <a:pt x="68" y="806"/>
                  </a:cubicBezTo>
                  <a:cubicBezTo>
                    <a:pt x="503" y="656"/>
                    <a:pt x="905" y="254"/>
                    <a:pt x="754" y="137"/>
                  </a:cubicBezTo>
                  <a:cubicBezTo>
                    <a:pt x="652" y="69"/>
                    <a:pt x="441" y="0"/>
                    <a:pt x="280"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5" name="Google Shape;11085;p31"/>
            <p:cNvSpPr/>
            <p:nvPr/>
          </p:nvSpPr>
          <p:spPr>
            <a:xfrm>
              <a:off x="1849900" y="1426964"/>
              <a:ext cx="25186" cy="44358"/>
            </a:xfrm>
            <a:custGeom>
              <a:avLst/>
              <a:gdLst/>
              <a:ahLst/>
              <a:cxnLst/>
              <a:rect l="l" t="t" r="r" b="b"/>
              <a:pathLst>
                <a:path w="335" h="590" extrusionOk="0">
                  <a:moveTo>
                    <a:pt x="126" y="1"/>
                  </a:moveTo>
                  <a:cubicBezTo>
                    <a:pt x="123" y="1"/>
                    <a:pt x="120" y="1"/>
                    <a:pt x="117" y="2"/>
                  </a:cubicBezTo>
                  <a:cubicBezTo>
                    <a:pt x="50" y="36"/>
                    <a:pt x="0" y="153"/>
                    <a:pt x="50" y="320"/>
                  </a:cubicBezTo>
                  <a:cubicBezTo>
                    <a:pt x="82" y="477"/>
                    <a:pt x="157" y="590"/>
                    <a:pt x="221" y="590"/>
                  </a:cubicBezTo>
                  <a:cubicBezTo>
                    <a:pt x="226" y="590"/>
                    <a:pt x="230" y="589"/>
                    <a:pt x="234" y="588"/>
                  </a:cubicBezTo>
                  <a:cubicBezTo>
                    <a:pt x="318" y="588"/>
                    <a:pt x="335" y="454"/>
                    <a:pt x="301" y="287"/>
                  </a:cubicBezTo>
                  <a:cubicBezTo>
                    <a:pt x="254" y="129"/>
                    <a:pt x="177" y="1"/>
                    <a:pt x="126" y="1"/>
                  </a:cubicBezTo>
                  <a:close/>
                </a:path>
              </a:pathLst>
            </a:custGeom>
            <a:solidFill>
              <a:srgbClr val="60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6" name="Google Shape;11086;p31"/>
            <p:cNvSpPr/>
            <p:nvPr/>
          </p:nvSpPr>
          <p:spPr>
            <a:xfrm>
              <a:off x="1951774" y="1427114"/>
              <a:ext cx="20224" cy="47891"/>
            </a:xfrm>
            <a:custGeom>
              <a:avLst/>
              <a:gdLst/>
              <a:ahLst/>
              <a:cxnLst/>
              <a:rect l="l" t="t" r="r" b="b"/>
              <a:pathLst>
                <a:path w="269" h="637" extrusionOk="0">
                  <a:moveTo>
                    <a:pt x="118" y="0"/>
                  </a:moveTo>
                  <a:cubicBezTo>
                    <a:pt x="51" y="0"/>
                    <a:pt x="1" y="151"/>
                    <a:pt x="1" y="318"/>
                  </a:cubicBezTo>
                  <a:cubicBezTo>
                    <a:pt x="18" y="502"/>
                    <a:pt x="85" y="636"/>
                    <a:pt x="152" y="636"/>
                  </a:cubicBezTo>
                  <a:cubicBezTo>
                    <a:pt x="218" y="620"/>
                    <a:pt x="269" y="486"/>
                    <a:pt x="252" y="302"/>
                  </a:cubicBezTo>
                  <a:cubicBezTo>
                    <a:pt x="252" y="134"/>
                    <a:pt x="185" y="0"/>
                    <a:pt x="118" y="0"/>
                  </a:cubicBezTo>
                  <a:close/>
                </a:path>
              </a:pathLst>
            </a:custGeom>
            <a:solidFill>
              <a:srgbClr val="60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7" name="Google Shape;11087;p31"/>
            <p:cNvSpPr/>
            <p:nvPr/>
          </p:nvSpPr>
          <p:spPr>
            <a:xfrm>
              <a:off x="1823435" y="1376515"/>
              <a:ext cx="60447" cy="44658"/>
            </a:xfrm>
            <a:custGeom>
              <a:avLst/>
              <a:gdLst/>
              <a:ahLst/>
              <a:cxnLst/>
              <a:rect l="l" t="t" r="r" b="b"/>
              <a:pathLst>
                <a:path w="804" h="594" extrusionOk="0">
                  <a:moveTo>
                    <a:pt x="613" y="0"/>
                  </a:moveTo>
                  <a:cubicBezTo>
                    <a:pt x="604" y="0"/>
                    <a:pt x="595" y="1"/>
                    <a:pt x="586" y="4"/>
                  </a:cubicBezTo>
                  <a:lnTo>
                    <a:pt x="84" y="188"/>
                  </a:lnTo>
                  <a:cubicBezTo>
                    <a:pt x="17" y="221"/>
                    <a:pt x="1" y="305"/>
                    <a:pt x="17" y="372"/>
                  </a:cubicBezTo>
                  <a:lnTo>
                    <a:pt x="68" y="506"/>
                  </a:lnTo>
                  <a:cubicBezTo>
                    <a:pt x="81" y="561"/>
                    <a:pt x="130" y="594"/>
                    <a:pt x="184" y="594"/>
                  </a:cubicBezTo>
                  <a:cubicBezTo>
                    <a:pt x="195" y="594"/>
                    <a:pt x="207" y="592"/>
                    <a:pt x="218" y="590"/>
                  </a:cubicBezTo>
                  <a:lnTo>
                    <a:pt x="720" y="405"/>
                  </a:lnTo>
                  <a:cubicBezTo>
                    <a:pt x="771" y="389"/>
                    <a:pt x="804" y="305"/>
                    <a:pt x="771" y="238"/>
                  </a:cubicBezTo>
                  <a:lnTo>
                    <a:pt x="737" y="87"/>
                  </a:lnTo>
                  <a:cubicBezTo>
                    <a:pt x="723" y="44"/>
                    <a:pt x="670" y="0"/>
                    <a:pt x="613" y="0"/>
                  </a:cubicBezTo>
                  <a:close/>
                </a:path>
              </a:pathLst>
            </a:custGeom>
            <a:solidFill>
              <a:srgbClr val="8E3C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8" name="Google Shape;11088;p31"/>
            <p:cNvSpPr/>
            <p:nvPr/>
          </p:nvSpPr>
          <p:spPr>
            <a:xfrm>
              <a:off x="1931700" y="1380274"/>
              <a:ext cx="49094" cy="38268"/>
            </a:xfrm>
            <a:custGeom>
              <a:avLst/>
              <a:gdLst/>
              <a:ahLst/>
              <a:cxnLst/>
              <a:rect l="l" t="t" r="r" b="b"/>
              <a:pathLst>
                <a:path w="653" h="509" extrusionOk="0">
                  <a:moveTo>
                    <a:pt x="92" y="1"/>
                  </a:moveTo>
                  <a:cubicBezTo>
                    <a:pt x="38" y="1"/>
                    <a:pt x="0" y="46"/>
                    <a:pt x="0" y="104"/>
                  </a:cubicBezTo>
                  <a:lnTo>
                    <a:pt x="0" y="255"/>
                  </a:lnTo>
                  <a:cubicBezTo>
                    <a:pt x="0" y="322"/>
                    <a:pt x="50" y="406"/>
                    <a:pt x="117" y="406"/>
                  </a:cubicBezTo>
                  <a:lnTo>
                    <a:pt x="552" y="506"/>
                  </a:lnTo>
                  <a:cubicBezTo>
                    <a:pt x="558" y="508"/>
                    <a:pt x="563" y="509"/>
                    <a:pt x="568" y="509"/>
                  </a:cubicBezTo>
                  <a:cubicBezTo>
                    <a:pt x="613" y="509"/>
                    <a:pt x="653" y="451"/>
                    <a:pt x="653" y="406"/>
                  </a:cubicBezTo>
                  <a:lnTo>
                    <a:pt x="653" y="255"/>
                  </a:lnTo>
                  <a:cubicBezTo>
                    <a:pt x="653" y="188"/>
                    <a:pt x="619" y="121"/>
                    <a:pt x="552" y="104"/>
                  </a:cubicBezTo>
                  <a:lnTo>
                    <a:pt x="117" y="4"/>
                  </a:lnTo>
                  <a:cubicBezTo>
                    <a:pt x="108" y="2"/>
                    <a:pt x="100" y="1"/>
                    <a:pt x="92" y="1"/>
                  </a:cubicBezTo>
                  <a:close/>
                </a:path>
              </a:pathLst>
            </a:custGeom>
            <a:solidFill>
              <a:srgbClr val="8E3C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9" name="Google Shape;11089;p31"/>
            <p:cNvSpPr/>
            <p:nvPr/>
          </p:nvSpPr>
          <p:spPr>
            <a:xfrm>
              <a:off x="1903957" y="1467337"/>
              <a:ext cx="38193" cy="53154"/>
            </a:xfrm>
            <a:custGeom>
              <a:avLst/>
              <a:gdLst/>
              <a:ahLst/>
              <a:cxnLst/>
              <a:rect l="l" t="t" r="r" b="b"/>
              <a:pathLst>
                <a:path w="508" h="707" extrusionOk="0">
                  <a:moveTo>
                    <a:pt x="202" y="1"/>
                  </a:moveTo>
                  <a:cubicBezTo>
                    <a:pt x="202" y="1"/>
                    <a:pt x="185" y="18"/>
                    <a:pt x="168" y="51"/>
                  </a:cubicBezTo>
                  <a:cubicBezTo>
                    <a:pt x="257" y="272"/>
                    <a:pt x="345" y="624"/>
                    <a:pt x="113" y="624"/>
                  </a:cubicBezTo>
                  <a:cubicBezTo>
                    <a:pt x="82" y="624"/>
                    <a:pt x="45" y="617"/>
                    <a:pt x="1" y="603"/>
                  </a:cubicBezTo>
                  <a:lnTo>
                    <a:pt x="1" y="637"/>
                  </a:lnTo>
                  <a:cubicBezTo>
                    <a:pt x="98" y="685"/>
                    <a:pt x="171" y="706"/>
                    <a:pt x="225" y="706"/>
                  </a:cubicBezTo>
                  <a:cubicBezTo>
                    <a:pt x="507" y="706"/>
                    <a:pt x="272" y="141"/>
                    <a:pt x="202"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0" name="Google Shape;11090;p31"/>
            <p:cNvSpPr/>
            <p:nvPr/>
          </p:nvSpPr>
          <p:spPr>
            <a:xfrm>
              <a:off x="1873808" y="1541619"/>
              <a:ext cx="76837" cy="45034"/>
            </a:xfrm>
            <a:custGeom>
              <a:avLst/>
              <a:gdLst/>
              <a:ahLst/>
              <a:cxnLst/>
              <a:rect l="l" t="t" r="r" b="b"/>
              <a:pathLst>
                <a:path w="1022" h="599" extrusionOk="0">
                  <a:moveTo>
                    <a:pt x="0" y="0"/>
                  </a:moveTo>
                  <a:cubicBezTo>
                    <a:pt x="0" y="302"/>
                    <a:pt x="201" y="553"/>
                    <a:pt x="469" y="586"/>
                  </a:cubicBezTo>
                  <a:cubicBezTo>
                    <a:pt x="503" y="594"/>
                    <a:pt x="537" y="598"/>
                    <a:pt x="571" y="598"/>
                  </a:cubicBezTo>
                  <a:cubicBezTo>
                    <a:pt x="811" y="598"/>
                    <a:pt x="1006" y="393"/>
                    <a:pt x="1021" y="84"/>
                  </a:cubicBezTo>
                  <a:lnTo>
                    <a:pt x="1021" y="17"/>
                  </a:lnTo>
                  <a:lnTo>
                    <a:pt x="0" y="0"/>
                  </a:lnTo>
                  <a:close/>
                </a:path>
              </a:pathLst>
            </a:custGeom>
            <a:solidFill>
              <a:srgbClr val="492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1" name="Google Shape;11091;p31"/>
            <p:cNvSpPr/>
            <p:nvPr/>
          </p:nvSpPr>
          <p:spPr>
            <a:xfrm>
              <a:off x="1878846" y="1545378"/>
              <a:ext cx="66762" cy="18946"/>
            </a:xfrm>
            <a:custGeom>
              <a:avLst/>
              <a:gdLst/>
              <a:ahLst/>
              <a:cxnLst/>
              <a:rect l="l" t="t" r="r" b="b"/>
              <a:pathLst>
                <a:path w="888" h="252" extrusionOk="0">
                  <a:moveTo>
                    <a:pt x="0" y="1"/>
                  </a:moveTo>
                  <a:cubicBezTo>
                    <a:pt x="0" y="84"/>
                    <a:pt x="34" y="185"/>
                    <a:pt x="84" y="252"/>
                  </a:cubicBezTo>
                  <a:lnTo>
                    <a:pt x="837" y="252"/>
                  </a:lnTo>
                  <a:cubicBezTo>
                    <a:pt x="870" y="185"/>
                    <a:pt x="887" y="135"/>
                    <a:pt x="887" y="68"/>
                  </a:cubicBezTo>
                  <a:lnTo>
                    <a:pt x="887" y="1"/>
                  </a:lnTo>
                  <a:close/>
                </a:path>
              </a:pathLst>
            </a:custGeom>
            <a:solidFill>
              <a:srgbClr val="F9EB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2" name="Google Shape;11092;p31"/>
            <p:cNvSpPr/>
            <p:nvPr/>
          </p:nvSpPr>
          <p:spPr>
            <a:xfrm>
              <a:off x="2956078" y="2091588"/>
              <a:ext cx="490867" cy="566350"/>
            </a:xfrm>
            <a:custGeom>
              <a:avLst/>
              <a:gdLst/>
              <a:ahLst/>
              <a:cxnLst/>
              <a:rect l="l" t="t" r="r" b="b"/>
              <a:pathLst>
                <a:path w="6529" h="7533" extrusionOk="0">
                  <a:moveTo>
                    <a:pt x="921" y="0"/>
                  </a:moveTo>
                  <a:lnTo>
                    <a:pt x="0" y="1406"/>
                  </a:lnTo>
                  <a:cubicBezTo>
                    <a:pt x="636" y="3632"/>
                    <a:pt x="2930" y="7265"/>
                    <a:pt x="3599" y="7516"/>
                  </a:cubicBezTo>
                  <a:cubicBezTo>
                    <a:pt x="3633" y="7527"/>
                    <a:pt x="3671" y="7532"/>
                    <a:pt x="3713" y="7532"/>
                  </a:cubicBezTo>
                  <a:cubicBezTo>
                    <a:pt x="4492" y="7532"/>
                    <a:pt x="6528" y="5676"/>
                    <a:pt x="6528" y="4754"/>
                  </a:cubicBezTo>
                  <a:cubicBezTo>
                    <a:pt x="6512" y="3766"/>
                    <a:pt x="921" y="0"/>
                    <a:pt x="921"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3" name="Google Shape;11093;p31"/>
            <p:cNvSpPr/>
            <p:nvPr/>
          </p:nvSpPr>
          <p:spPr>
            <a:xfrm>
              <a:off x="2956078" y="2197296"/>
              <a:ext cx="490867" cy="460643"/>
            </a:xfrm>
            <a:custGeom>
              <a:avLst/>
              <a:gdLst/>
              <a:ahLst/>
              <a:cxnLst/>
              <a:rect l="l" t="t" r="r" b="b"/>
              <a:pathLst>
                <a:path w="6529" h="6127" extrusionOk="0">
                  <a:moveTo>
                    <a:pt x="0" y="0"/>
                  </a:moveTo>
                  <a:cubicBezTo>
                    <a:pt x="636" y="2226"/>
                    <a:pt x="2930" y="5859"/>
                    <a:pt x="3599" y="6110"/>
                  </a:cubicBezTo>
                  <a:cubicBezTo>
                    <a:pt x="3633" y="6121"/>
                    <a:pt x="3671" y="6126"/>
                    <a:pt x="3713" y="6126"/>
                  </a:cubicBezTo>
                  <a:cubicBezTo>
                    <a:pt x="4492" y="6126"/>
                    <a:pt x="6528" y="4270"/>
                    <a:pt x="6528" y="3348"/>
                  </a:cubicBezTo>
                  <a:cubicBezTo>
                    <a:pt x="6528" y="3063"/>
                    <a:pt x="6177" y="2645"/>
                    <a:pt x="5658" y="2176"/>
                  </a:cubicBezTo>
                  <a:cubicBezTo>
                    <a:pt x="5180" y="2766"/>
                    <a:pt x="4610" y="3234"/>
                    <a:pt x="4283" y="3234"/>
                  </a:cubicBezTo>
                  <a:cubicBezTo>
                    <a:pt x="4266" y="3234"/>
                    <a:pt x="4250" y="3233"/>
                    <a:pt x="4235" y="3231"/>
                  </a:cubicBezTo>
                  <a:cubicBezTo>
                    <a:pt x="3666" y="3147"/>
                    <a:pt x="1" y="1"/>
                    <a:pt x="0"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4" name="Google Shape;11094;p31"/>
            <p:cNvSpPr/>
            <p:nvPr/>
          </p:nvSpPr>
          <p:spPr>
            <a:xfrm>
              <a:off x="3620552" y="1245996"/>
              <a:ext cx="393956" cy="469364"/>
            </a:xfrm>
            <a:custGeom>
              <a:avLst/>
              <a:gdLst/>
              <a:ahLst/>
              <a:cxnLst/>
              <a:rect l="l" t="t" r="r" b="b"/>
              <a:pathLst>
                <a:path w="5240" h="6243" extrusionOk="0">
                  <a:moveTo>
                    <a:pt x="2056" y="1"/>
                  </a:moveTo>
                  <a:cubicBezTo>
                    <a:pt x="1866" y="1"/>
                    <a:pt x="1659" y="33"/>
                    <a:pt x="1440" y="116"/>
                  </a:cubicBezTo>
                  <a:cubicBezTo>
                    <a:pt x="419" y="468"/>
                    <a:pt x="586" y="1321"/>
                    <a:pt x="586" y="1321"/>
                  </a:cubicBezTo>
                  <a:cubicBezTo>
                    <a:pt x="368" y="1455"/>
                    <a:pt x="0" y="2292"/>
                    <a:pt x="620" y="3079"/>
                  </a:cubicBezTo>
                  <a:lnTo>
                    <a:pt x="3013" y="6242"/>
                  </a:lnTo>
                  <a:cubicBezTo>
                    <a:pt x="3013" y="6242"/>
                    <a:pt x="5022" y="4920"/>
                    <a:pt x="5139" y="3966"/>
                  </a:cubicBezTo>
                  <a:cubicBezTo>
                    <a:pt x="5239" y="2978"/>
                    <a:pt x="4637" y="2577"/>
                    <a:pt x="4637" y="2577"/>
                  </a:cubicBezTo>
                  <a:cubicBezTo>
                    <a:pt x="4637" y="2577"/>
                    <a:pt x="5139" y="1874"/>
                    <a:pt x="4704" y="970"/>
                  </a:cubicBezTo>
                  <a:cubicBezTo>
                    <a:pt x="4467" y="468"/>
                    <a:pt x="4046" y="354"/>
                    <a:pt x="3712" y="354"/>
                  </a:cubicBezTo>
                  <a:cubicBezTo>
                    <a:pt x="3433" y="354"/>
                    <a:pt x="3214" y="434"/>
                    <a:pt x="3214" y="434"/>
                  </a:cubicBezTo>
                  <a:cubicBezTo>
                    <a:pt x="3214" y="434"/>
                    <a:pt x="2750" y="1"/>
                    <a:pt x="2056" y="1"/>
                  </a:cubicBezTo>
                  <a:close/>
                </a:path>
              </a:pathLst>
            </a:custGeom>
            <a:solidFill>
              <a:srgbClr val="8C45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5" name="Google Shape;11095;p31"/>
            <p:cNvSpPr/>
            <p:nvPr/>
          </p:nvSpPr>
          <p:spPr>
            <a:xfrm>
              <a:off x="3089755" y="2821472"/>
              <a:ext cx="594994" cy="1242165"/>
            </a:xfrm>
            <a:custGeom>
              <a:avLst/>
              <a:gdLst/>
              <a:ahLst/>
              <a:cxnLst/>
              <a:rect l="l" t="t" r="r" b="b"/>
              <a:pathLst>
                <a:path w="7914" h="16522" extrusionOk="0">
                  <a:moveTo>
                    <a:pt x="1068" y="1"/>
                  </a:moveTo>
                  <a:lnTo>
                    <a:pt x="1068" y="1"/>
                  </a:lnTo>
                  <a:cubicBezTo>
                    <a:pt x="1066" y="1"/>
                    <a:pt x="0" y="7793"/>
                    <a:pt x="3344" y="16522"/>
                  </a:cubicBezTo>
                  <a:lnTo>
                    <a:pt x="3662" y="16522"/>
                  </a:lnTo>
                  <a:lnTo>
                    <a:pt x="7914" y="1708"/>
                  </a:lnTo>
                  <a:lnTo>
                    <a:pt x="1068" y="1"/>
                  </a:lnTo>
                  <a:cubicBezTo>
                    <a:pt x="1068" y="1"/>
                    <a:pt x="1068" y="1"/>
                    <a:pt x="10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6" name="Google Shape;11096;p31"/>
            <p:cNvSpPr/>
            <p:nvPr/>
          </p:nvSpPr>
          <p:spPr>
            <a:xfrm>
              <a:off x="3343651" y="2900790"/>
              <a:ext cx="341103" cy="1161570"/>
            </a:xfrm>
            <a:custGeom>
              <a:avLst/>
              <a:gdLst/>
              <a:ahLst/>
              <a:cxnLst/>
              <a:rect l="l" t="t" r="r" b="b"/>
              <a:pathLst>
                <a:path w="4537" h="15450" extrusionOk="0">
                  <a:moveTo>
                    <a:pt x="2043" y="0"/>
                  </a:moveTo>
                  <a:cubicBezTo>
                    <a:pt x="17" y="2461"/>
                    <a:pt x="1" y="8855"/>
                    <a:pt x="51" y="15450"/>
                  </a:cubicBezTo>
                  <a:lnTo>
                    <a:pt x="285" y="15450"/>
                  </a:lnTo>
                  <a:lnTo>
                    <a:pt x="4537" y="636"/>
                  </a:lnTo>
                  <a:lnTo>
                    <a:pt x="20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7" name="Google Shape;11097;p31"/>
            <p:cNvSpPr/>
            <p:nvPr/>
          </p:nvSpPr>
          <p:spPr>
            <a:xfrm>
              <a:off x="3276963" y="2836584"/>
              <a:ext cx="624240" cy="1227054"/>
            </a:xfrm>
            <a:custGeom>
              <a:avLst/>
              <a:gdLst/>
              <a:ahLst/>
              <a:cxnLst/>
              <a:rect l="l" t="t" r="r" b="b"/>
              <a:pathLst>
                <a:path w="8303" h="16321" extrusionOk="0">
                  <a:moveTo>
                    <a:pt x="1" y="0"/>
                  </a:moveTo>
                  <a:cubicBezTo>
                    <a:pt x="1" y="0"/>
                    <a:pt x="1" y="0"/>
                    <a:pt x="1" y="0"/>
                  </a:cubicBezTo>
                  <a:lnTo>
                    <a:pt x="1" y="0"/>
                  </a:lnTo>
                  <a:lnTo>
                    <a:pt x="1" y="0"/>
                  </a:lnTo>
                  <a:cubicBezTo>
                    <a:pt x="1" y="0"/>
                    <a:pt x="1" y="0"/>
                    <a:pt x="1" y="0"/>
                  </a:cubicBezTo>
                  <a:close/>
                  <a:moveTo>
                    <a:pt x="1" y="0"/>
                  </a:moveTo>
                  <a:cubicBezTo>
                    <a:pt x="7" y="18"/>
                    <a:pt x="1437" y="7703"/>
                    <a:pt x="7533" y="16321"/>
                  </a:cubicBezTo>
                  <a:lnTo>
                    <a:pt x="7851" y="16321"/>
                  </a:lnTo>
                  <a:lnTo>
                    <a:pt x="8303" y="787"/>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8" name="Google Shape;11098;p31"/>
            <p:cNvSpPr/>
            <p:nvPr/>
          </p:nvSpPr>
          <p:spPr>
            <a:xfrm>
              <a:off x="3154864" y="2735912"/>
              <a:ext cx="746337" cy="1327723"/>
            </a:xfrm>
            <a:custGeom>
              <a:avLst/>
              <a:gdLst/>
              <a:ahLst/>
              <a:cxnLst/>
              <a:rect l="l" t="t" r="r" b="b"/>
              <a:pathLst>
                <a:path w="9927" h="17660" extrusionOk="0">
                  <a:moveTo>
                    <a:pt x="369" y="0"/>
                  </a:moveTo>
                  <a:cubicBezTo>
                    <a:pt x="369" y="0"/>
                    <a:pt x="1" y="1591"/>
                    <a:pt x="85" y="3499"/>
                  </a:cubicBezTo>
                  <a:cubicBezTo>
                    <a:pt x="1959" y="3599"/>
                    <a:pt x="5123" y="4386"/>
                    <a:pt x="8504" y="5256"/>
                  </a:cubicBezTo>
                  <a:lnTo>
                    <a:pt x="9257" y="17660"/>
                  </a:lnTo>
                  <a:lnTo>
                    <a:pt x="9475" y="17660"/>
                  </a:lnTo>
                  <a:lnTo>
                    <a:pt x="9927" y="2126"/>
                  </a:lnTo>
                  <a:lnTo>
                    <a:pt x="3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9" name="Google Shape;11099;p31"/>
            <p:cNvSpPr/>
            <p:nvPr/>
          </p:nvSpPr>
          <p:spPr>
            <a:xfrm>
              <a:off x="3133512" y="1790101"/>
              <a:ext cx="996770" cy="1303289"/>
            </a:xfrm>
            <a:custGeom>
              <a:avLst/>
              <a:gdLst/>
              <a:ahLst/>
              <a:cxnLst/>
              <a:rect l="l" t="t" r="r" b="b"/>
              <a:pathLst>
                <a:path w="13258" h="17335" extrusionOk="0">
                  <a:moveTo>
                    <a:pt x="8180" y="1"/>
                  </a:moveTo>
                  <a:cubicBezTo>
                    <a:pt x="7559" y="1"/>
                    <a:pt x="6992" y="167"/>
                    <a:pt x="6528" y="361"/>
                  </a:cubicBezTo>
                  <a:cubicBezTo>
                    <a:pt x="2796" y="1918"/>
                    <a:pt x="335" y="7961"/>
                    <a:pt x="0" y="14874"/>
                  </a:cubicBezTo>
                  <a:cubicBezTo>
                    <a:pt x="3767" y="16179"/>
                    <a:pt x="10362" y="17334"/>
                    <a:pt x="10362" y="17334"/>
                  </a:cubicBezTo>
                  <a:cubicBezTo>
                    <a:pt x="10362" y="17334"/>
                    <a:pt x="13257" y="4546"/>
                    <a:pt x="11500" y="2035"/>
                  </a:cubicBezTo>
                  <a:cubicBezTo>
                    <a:pt x="10400" y="464"/>
                    <a:pt x="9216" y="1"/>
                    <a:pt x="8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0" name="Google Shape;11100;p31"/>
            <p:cNvSpPr/>
            <p:nvPr/>
          </p:nvSpPr>
          <p:spPr>
            <a:xfrm>
              <a:off x="3590328" y="1790778"/>
              <a:ext cx="365011" cy="112097"/>
            </a:xfrm>
            <a:custGeom>
              <a:avLst/>
              <a:gdLst/>
              <a:ahLst/>
              <a:cxnLst/>
              <a:rect l="l" t="t" r="r" b="b"/>
              <a:pathLst>
                <a:path w="4855" h="1491" extrusionOk="0">
                  <a:moveTo>
                    <a:pt x="2118" y="0"/>
                  </a:moveTo>
                  <a:cubicBezTo>
                    <a:pt x="1503" y="0"/>
                    <a:pt x="942" y="163"/>
                    <a:pt x="486" y="352"/>
                  </a:cubicBezTo>
                  <a:cubicBezTo>
                    <a:pt x="319" y="419"/>
                    <a:pt x="151" y="503"/>
                    <a:pt x="0" y="587"/>
                  </a:cubicBezTo>
                  <a:cubicBezTo>
                    <a:pt x="352" y="1105"/>
                    <a:pt x="1624" y="1490"/>
                    <a:pt x="3131" y="1490"/>
                  </a:cubicBezTo>
                  <a:cubicBezTo>
                    <a:pt x="3767" y="1490"/>
                    <a:pt x="4353" y="1423"/>
                    <a:pt x="4855" y="1306"/>
                  </a:cubicBezTo>
                  <a:cubicBezTo>
                    <a:pt x="3930" y="314"/>
                    <a:pt x="2972" y="0"/>
                    <a:pt x="2118" y="0"/>
                  </a:cubicBezTo>
                  <a:close/>
                </a:path>
              </a:pathLst>
            </a:custGeom>
            <a:solidFill>
              <a:srgbClr val="F7D5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1" name="Google Shape;11101;p31"/>
            <p:cNvSpPr/>
            <p:nvPr/>
          </p:nvSpPr>
          <p:spPr>
            <a:xfrm>
              <a:off x="3326058" y="1930920"/>
              <a:ext cx="804227" cy="1162472"/>
            </a:xfrm>
            <a:custGeom>
              <a:avLst/>
              <a:gdLst/>
              <a:ahLst/>
              <a:cxnLst/>
              <a:rect l="l" t="t" r="r" b="b"/>
              <a:pathLst>
                <a:path w="10697" h="15462" extrusionOk="0">
                  <a:moveTo>
                    <a:pt x="8698" y="0"/>
                  </a:moveTo>
                  <a:cubicBezTo>
                    <a:pt x="7931" y="0"/>
                    <a:pt x="6645" y="3527"/>
                    <a:pt x="4721" y="8330"/>
                  </a:cubicBezTo>
                  <a:cubicBezTo>
                    <a:pt x="3700" y="10875"/>
                    <a:pt x="1624" y="12616"/>
                    <a:pt x="0" y="13771"/>
                  </a:cubicBezTo>
                  <a:cubicBezTo>
                    <a:pt x="3599" y="14725"/>
                    <a:pt x="7801" y="15461"/>
                    <a:pt x="7801" y="15461"/>
                  </a:cubicBezTo>
                  <a:cubicBezTo>
                    <a:pt x="7801" y="15461"/>
                    <a:pt x="10696" y="2673"/>
                    <a:pt x="8956" y="162"/>
                  </a:cubicBezTo>
                  <a:cubicBezTo>
                    <a:pt x="8877" y="53"/>
                    <a:pt x="8791" y="0"/>
                    <a:pt x="86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2" name="Google Shape;11102;p31"/>
            <p:cNvSpPr/>
            <p:nvPr/>
          </p:nvSpPr>
          <p:spPr>
            <a:xfrm>
              <a:off x="3541233" y="1790778"/>
              <a:ext cx="396513" cy="231637"/>
            </a:xfrm>
            <a:custGeom>
              <a:avLst/>
              <a:gdLst/>
              <a:ahLst/>
              <a:cxnLst/>
              <a:rect l="l" t="t" r="r" b="b"/>
              <a:pathLst>
                <a:path w="5274" h="3081" extrusionOk="0">
                  <a:moveTo>
                    <a:pt x="2757" y="1"/>
                  </a:moveTo>
                  <a:cubicBezTo>
                    <a:pt x="2148" y="1"/>
                    <a:pt x="1592" y="162"/>
                    <a:pt x="1139" y="352"/>
                  </a:cubicBezTo>
                  <a:cubicBezTo>
                    <a:pt x="804" y="503"/>
                    <a:pt x="486" y="670"/>
                    <a:pt x="168" y="888"/>
                  </a:cubicBezTo>
                  <a:cubicBezTo>
                    <a:pt x="1" y="1574"/>
                    <a:pt x="101" y="2578"/>
                    <a:pt x="352" y="3081"/>
                  </a:cubicBezTo>
                  <a:cubicBezTo>
                    <a:pt x="2294" y="2896"/>
                    <a:pt x="4068" y="1909"/>
                    <a:pt x="5273" y="1089"/>
                  </a:cubicBezTo>
                  <a:cubicBezTo>
                    <a:pt x="4416" y="269"/>
                    <a:pt x="3542" y="1"/>
                    <a:pt x="27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3" name="Google Shape;11103;p31"/>
            <p:cNvSpPr/>
            <p:nvPr/>
          </p:nvSpPr>
          <p:spPr>
            <a:xfrm>
              <a:off x="3571457" y="1790928"/>
              <a:ext cx="332307" cy="192467"/>
            </a:xfrm>
            <a:custGeom>
              <a:avLst/>
              <a:gdLst/>
              <a:ahLst/>
              <a:cxnLst/>
              <a:rect l="l" t="t" r="r" b="b"/>
              <a:pathLst>
                <a:path w="4420" h="2560" extrusionOk="0">
                  <a:moveTo>
                    <a:pt x="2359" y="0"/>
                  </a:moveTo>
                  <a:cubicBezTo>
                    <a:pt x="1749" y="0"/>
                    <a:pt x="1192" y="163"/>
                    <a:pt x="737" y="350"/>
                  </a:cubicBezTo>
                  <a:cubicBezTo>
                    <a:pt x="603" y="417"/>
                    <a:pt x="486" y="467"/>
                    <a:pt x="335" y="534"/>
                  </a:cubicBezTo>
                  <a:cubicBezTo>
                    <a:pt x="0" y="953"/>
                    <a:pt x="34" y="2074"/>
                    <a:pt x="285" y="2560"/>
                  </a:cubicBezTo>
                  <a:cubicBezTo>
                    <a:pt x="2026" y="2392"/>
                    <a:pt x="3549" y="1355"/>
                    <a:pt x="4419" y="718"/>
                  </a:cubicBezTo>
                  <a:cubicBezTo>
                    <a:pt x="3713" y="184"/>
                    <a:pt x="3006" y="0"/>
                    <a:pt x="2359"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4" name="Google Shape;11104;p31"/>
            <p:cNvSpPr/>
            <p:nvPr/>
          </p:nvSpPr>
          <p:spPr>
            <a:xfrm>
              <a:off x="3591606" y="1790251"/>
              <a:ext cx="313436" cy="112623"/>
            </a:xfrm>
            <a:custGeom>
              <a:avLst/>
              <a:gdLst/>
              <a:ahLst/>
              <a:cxnLst/>
              <a:rect l="l" t="t" r="r" b="b"/>
              <a:pathLst>
                <a:path w="4169" h="1498" extrusionOk="0">
                  <a:moveTo>
                    <a:pt x="2093" y="1"/>
                  </a:moveTo>
                  <a:cubicBezTo>
                    <a:pt x="1481" y="1"/>
                    <a:pt x="924" y="164"/>
                    <a:pt x="469" y="359"/>
                  </a:cubicBezTo>
                  <a:cubicBezTo>
                    <a:pt x="335" y="426"/>
                    <a:pt x="218" y="460"/>
                    <a:pt x="67" y="543"/>
                  </a:cubicBezTo>
                  <a:cubicBezTo>
                    <a:pt x="50" y="577"/>
                    <a:pt x="17" y="610"/>
                    <a:pt x="0" y="661"/>
                  </a:cubicBezTo>
                  <a:cubicBezTo>
                    <a:pt x="402" y="1112"/>
                    <a:pt x="1590" y="1481"/>
                    <a:pt x="3013" y="1497"/>
                  </a:cubicBezTo>
                  <a:cubicBezTo>
                    <a:pt x="3482" y="1230"/>
                    <a:pt x="3867" y="945"/>
                    <a:pt x="4168" y="711"/>
                  </a:cubicBezTo>
                  <a:cubicBezTo>
                    <a:pt x="3453" y="185"/>
                    <a:pt x="2742" y="1"/>
                    <a:pt x="2093" y="1"/>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5" name="Google Shape;11105;p31"/>
            <p:cNvSpPr/>
            <p:nvPr/>
          </p:nvSpPr>
          <p:spPr>
            <a:xfrm>
              <a:off x="3634386" y="1599510"/>
              <a:ext cx="247952" cy="264041"/>
            </a:xfrm>
            <a:custGeom>
              <a:avLst/>
              <a:gdLst/>
              <a:ahLst/>
              <a:cxnLst/>
              <a:rect l="l" t="t" r="r" b="b"/>
              <a:pathLst>
                <a:path w="3298" h="3512" extrusionOk="0">
                  <a:moveTo>
                    <a:pt x="3047" y="0"/>
                  </a:moveTo>
                  <a:lnTo>
                    <a:pt x="352" y="1189"/>
                  </a:lnTo>
                  <a:lnTo>
                    <a:pt x="0" y="2863"/>
                  </a:lnTo>
                  <a:cubicBezTo>
                    <a:pt x="95" y="3277"/>
                    <a:pt x="438" y="3512"/>
                    <a:pt x="1109" y="3512"/>
                  </a:cubicBezTo>
                  <a:cubicBezTo>
                    <a:pt x="1630" y="3512"/>
                    <a:pt x="2347" y="3371"/>
                    <a:pt x="3298" y="3064"/>
                  </a:cubicBezTo>
                  <a:lnTo>
                    <a:pt x="3047" y="0"/>
                  </a:ln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6" name="Google Shape;11106;p31"/>
            <p:cNvSpPr/>
            <p:nvPr/>
          </p:nvSpPr>
          <p:spPr>
            <a:xfrm>
              <a:off x="3582810" y="1393206"/>
              <a:ext cx="310880" cy="381401"/>
            </a:xfrm>
            <a:custGeom>
              <a:avLst/>
              <a:gdLst/>
              <a:ahLst/>
              <a:cxnLst/>
              <a:rect l="l" t="t" r="r" b="b"/>
              <a:pathLst>
                <a:path w="4135" h="5073" extrusionOk="0">
                  <a:moveTo>
                    <a:pt x="1734" y="0"/>
                  </a:moveTo>
                  <a:cubicBezTo>
                    <a:pt x="1546" y="0"/>
                    <a:pt x="1403" y="26"/>
                    <a:pt x="1339" y="83"/>
                  </a:cubicBezTo>
                  <a:cubicBezTo>
                    <a:pt x="368" y="870"/>
                    <a:pt x="0" y="3581"/>
                    <a:pt x="268" y="5021"/>
                  </a:cubicBezTo>
                  <a:cubicBezTo>
                    <a:pt x="432" y="5057"/>
                    <a:pt x="606" y="5072"/>
                    <a:pt x="784" y="5072"/>
                  </a:cubicBezTo>
                  <a:cubicBezTo>
                    <a:pt x="1860" y="5072"/>
                    <a:pt x="3094" y="4497"/>
                    <a:pt x="3281" y="4268"/>
                  </a:cubicBezTo>
                  <a:cubicBezTo>
                    <a:pt x="3515" y="4000"/>
                    <a:pt x="4134" y="1439"/>
                    <a:pt x="3934" y="836"/>
                  </a:cubicBezTo>
                  <a:cubicBezTo>
                    <a:pt x="3762" y="361"/>
                    <a:pt x="2435" y="0"/>
                    <a:pt x="1734"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7" name="Google Shape;11107;p31"/>
            <p:cNvSpPr/>
            <p:nvPr/>
          </p:nvSpPr>
          <p:spPr>
            <a:xfrm>
              <a:off x="3723704" y="1918289"/>
              <a:ext cx="432976" cy="808889"/>
            </a:xfrm>
            <a:custGeom>
              <a:avLst/>
              <a:gdLst/>
              <a:ahLst/>
              <a:cxnLst/>
              <a:rect l="l" t="t" r="r" b="b"/>
              <a:pathLst>
                <a:path w="5759" h="10759" extrusionOk="0">
                  <a:moveTo>
                    <a:pt x="3110" y="0"/>
                  </a:moveTo>
                  <a:cubicBezTo>
                    <a:pt x="2395" y="0"/>
                    <a:pt x="1258" y="880"/>
                    <a:pt x="1323" y="2155"/>
                  </a:cubicBezTo>
                  <a:cubicBezTo>
                    <a:pt x="1390" y="4013"/>
                    <a:pt x="1022" y="6256"/>
                    <a:pt x="1" y="7109"/>
                  </a:cubicBezTo>
                  <a:lnTo>
                    <a:pt x="2813" y="10758"/>
                  </a:lnTo>
                  <a:cubicBezTo>
                    <a:pt x="5625" y="8448"/>
                    <a:pt x="5759" y="3711"/>
                    <a:pt x="3583" y="230"/>
                  </a:cubicBezTo>
                  <a:cubicBezTo>
                    <a:pt x="3486" y="73"/>
                    <a:pt x="3315" y="0"/>
                    <a:pt x="31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8" name="Google Shape;11108;p31"/>
            <p:cNvSpPr/>
            <p:nvPr/>
          </p:nvSpPr>
          <p:spPr>
            <a:xfrm>
              <a:off x="3838209" y="1885810"/>
              <a:ext cx="318473" cy="842570"/>
            </a:xfrm>
            <a:custGeom>
              <a:avLst/>
              <a:gdLst/>
              <a:ahLst/>
              <a:cxnLst/>
              <a:rect l="l" t="t" r="r" b="b"/>
              <a:pathLst>
                <a:path w="4236" h="11207" extrusionOk="0">
                  <a:moveTo>
                    <a:pt x="1391" y="1"/>
                  </a:moveTo>
                  <a:cubicBezTo>
                    <a:pt x="1043" y="1"/>
                    <a:pt x="1081" y="768"/>
                    <a:pt x="1223" y="1147"/>
                  </a:cubicBezTo>
                  <a:cubicBezTo>
                    <a:pt x="2344" y="4110"/>
                    <a:pt x="1993" y="7524"/>
                    <a:pt x="1" y="9533"/>
                  </a:cubicBezTo>
                  <a:lnTo>
                    <a:pt x="1290" y="11207"/>
                  </a:lnTo>
                  <a:cubicBezTo>
                    <a:pt x="4102" y="8880"/>
                    <a:pt x="4236" y="4143"/>
                    <a:pt x="2060" y="662"/>
                  </a:cubicBezTo>
                  <a:cubicBezTo>
                    <a:pt x="1993" y="578"/>
                    <a:pt x="1658" y="59"/>
                    <a:pt x="1457" y="9"/>
                  </a:cubicBezTo>
                  <a:cubicBezTo>
                    <a:pt x="1434" y="3"/>
                    <a:pt x="1412" y="1"/>
                    <a:pt x="13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9" name="Google Shape;11109;p31"/>
            <p:cNvSpPr/>
            <p:nvPr/>
          </p:nvSpPr>
          <p:spPr>
            <a:xfrm>
              <a:off x="3270647" y="4044636"/>
              <a:ext cx="114653" cy="46688"/>
            </a:xfrm>
            <a:custGeom>
              <a:avLst/>
              <a:gdLst/>
              <a:ahLst/>
              <a:cxnLst/>
              <a:rect l="l" t="t" r="r" b="b"/>
              <a:pathLst>
                <a:path w="1525" h="621" extrusionOk="0">
                  <a:moveTo>
                    <a:pt x="1163" y="0"/>
                  </a:moveTo>
                  <a:cubicBezTo>
                    <a:pt x="812" y="0"/>
                    <a:pt x="1" y="621"/>
                    <a:pt x="1" y="621"/>
                  </a:cubicBezTo>
                  <a:lnTo>
                    <a:pt x="1407" y="621"/>
                  </a:lnTo>
                  <a:cubicBezTo>
                    <a:pt x="1407" y="621"/>
                    <a:pt x="1524" y="52"/>
                    <a:pt x="1189" y="1"/>
                  </a:cubicBezTo>
                  <a:cubicBezTo>
                    <a:pt x="1181" y="1"/>
                    <a:pt x="1172" y="0"/>
                    <a:pt x="1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0" name="Google Shape;11110;p31"/>
            <p:cNvSpPr/>
            <p:nvPr/>
          </p:nvSpPr>
          <p:spPr>
            <a:xfrm>
              <a:off x="3824375" y="4043358"/>
              <a:ext cx="94504" cy="47966"/>
            </a:xfrm>
            <a:custGeom>
              <a:avLst/>
              <a:gdLst/>
              <a:ahLst/>
              <a:cxnLst/>
              <a:rect l="l" t="t" r="r" b="b"/>
              <a:pathLst>
                <a:path w="1257" h="638" extrusionOk="0">
                  <a:moveTo>
                    <a:pt x="492" y="1"/>
                  </a:moveTo>
                  <a:cubicBezTo>
                    <a:pt x="484" y="1"/>
                    <a:pt x="477" y="1"/>
                    <a:pt x="470" y="2"/>
                  </a:cubicBezTo>
                  <a:cubicBezTo>
                    <a:pt x="152" y="52"/>
                    <a:pt x="1" y="638"/>
                    <a:pt x="1" y="638"/>
                  </a:cubicBezTo>
                  <a:lnTo>
                    <a:pt x="1256" y="638"/>
                  </a:lnTo>
                  <a:cubicBezTo>
                    <a:pt x="1256" y="638"/>
                    <a:pt x="794" y="1"/>
                    <a:pt x="4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1" name="Google Shape;11111;p31"/>
            <p:cNvSpPr/>
            <p:nvPr/>
          </p:nvSpPr>
          <p:spPr>
            <a:xfrm>
              <a:off x="3667091" y="2404728"/>
              <a:ext cx="387491" cy="367793"/>
            </a:xfrm>
            <a:custGeom>
              <a:avLst/>
              <a:gdLst/>
              <a:ahLst/>
              <a:cxnLst/>
              <a:rect l="l" t="t" r="r" b="b"/>
              <a:pathLst>
                <a:path w="5154" h="4892" extrusionOk="0">
                  <a:moveTo>
                    <a:pt x="2082" y="1"/>
                  </a:moveTo>
                  <a:cubicBezTo>
                    <a:pt x="1719" y="1"/>
                    <a:pt x="1352" y="59"/>
                    <a:pt x="1005" y="171"/>
                  </a:cubicBezTo>
                  <a:cubicBezTo>
                    <a:pt x="1005" y="171"/>
                    <a:pt x="1" y="2196"/>
                    <a:pt x="1356" y="4138"/>
                  </a:cubicBezTo>
                  <a:cubicBezTo>
                    <a:pt x="1725" y="4672"/>
                    <a:pt x="2187" y="4892"/>
                    <a:pt x="2655" y="4892"/>
                  </a:cubicBezTo>
                  <a:cubicBezTo>
                    <a:pt x="3886" y="4892"/>
                    <a:pt x="5153" y="3367"/>
                    <a:pt x="4838" y="2045"/>
                  </a:cubicBezTo>
                  <a:cubicBezTo>
                    <a:pt x="4477" y="642"/>
                    <a:pt x="3295" y="1"/>
                    <a:pt x="20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2" name="Google Shape;11112;p31"/>
            <p:cNvSpPr/>
            <p:nvPr/>
          </p:nvSpPr>
          <p:spPr>
            <a:xfrm>
              <a:off x="3444322" y="2306764"/>
              <a:ext cx="611159" cy="449516"/>
            </a:xfrm>
            <a:custGeom>
              <a:avLst/>
              <a:gdLst/>
              <a:ahLst/>
              <a:cxnLst/>
              <a:rect l="l" t="t" r="r" b="b"/>
              <a:pathLst>
                <a:path w="8129" h="5979" extrusionOk="0">
                  <a:moveTo>
                    <a:pt x="620" y="1"/>
                  </a:moveTo>
                  <a:lnTo>
                    <a:pt x="1" y="1725"/>
                  </a:lnTo>
                  <a:cubicBezTo>
                    <a:pt x="1524" y="3499"/>
                    <a:pt x="4437" y="5842"/>
                    <a:pt x="5140" y="5959"/>
                  </a:cubicBezTo>
                  <a:cubicBezTo>
                    <a:pt x="5218" y="5972"/>
                    <a:pt x="5296" y="5978"/>
                    <a:pt x="5372" y="5978"/>
                  </a:cubicBezTo>
                  <a:cubicBezTo>
                    <a:pt x="6937" y="5978"/>
                    <a:pt x="8128" y="3471"/>
                    <a:pt x="6613" y="2227"/>
                  </a:cubicBezTo>
                  <a:cubicBezTo>
                    <a:pt x="5859" y="1591"/>
                    <a:pt x="620" y="1"/>
                    <a:pt x="620"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3" name="Google Shape;11113;p31"/>
            <p:cNvSpPr/>
            <p:nvPr/>
          </p:nvSpPr>
          <p:spPr>
            <a:xfrm>
              <a:off x="3445600" y="2436380"/>
              <a:ext cx="601986" cy="319826"/>
            </a:xfrm>
            <a:custGeom>
              <a:avLst/>
              <a:gdLst/>
              <a:ahLst/>
              <a:cxnLst/>
              <a:rect l="l" t="t" r="r" b="b"/>
              <a:pathLst>
                <a:path w="8007" h="4254" extrusionOk="0">
                  <a:moveTo>
                    <a:pt x="1" y="1"/>
                  </a:moveTo>
                  <a:lnTo>
                    <a:pt x="1" y="1"/>
                  </a:lnTo>
                  <a:cubicBezTo>
                    <a:pt x="1524" y="1775"/>
                    <a:pt x="4436" y="4118"/>
                    <a:pt x="5139" y="4235"/>
                  </a:cubicBezTo>
                  <a:cubicBezTo>
                    <a:pt x="5215" y="4247"/>
                    <a:pt x="5289" y="4253"/>
                    <a:pt x="5363" y="4253"/>
                  </a:cubicBezTo>
                  <a:cubicBezTo>
                    <a:pt x="6850" y="4253"/>
                    <a:pt x="8007" y="1928"/>
                    <a:pt x="6763" y="637"/>
                  </a:cubicBezTo>
                  <a:lnTo>
                    <a:pt x="6763" y="637"/>
                  </a:lnTo>
                  <a:cubicBezTo>
                    <a:pt x="6462" y="1189"/>
                    <a:pt x="5976" y="1574"/>
                    <a:pt x="5374" y="1624"/>
                  </a:cubicBezTo>
                  <a:cubicBezTo>
                    <a:pt x="5365" y="1625"/>
                    <a:pt x="5355" y="1625"/>
                    <a:pt x="5344" y="1625"/>
                  </a:cubicBezTo>
                  <a:cubicBezTo>
                    <a:pt x="4631" y="1625"/>
                    <a:pt x="1" y="1"/>
                    <a:pt x="1" y="1"/>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4" name="Google Shape;11114;p31"/>
            <p:cNvSpPr/>
            <p:nvPr/>
          </p:nvSpPr>
          <p:spPr>
            <a:xfrm>
              <a:off x="3289518" y="3170099"/>
              <a:ext cx="192618" cy="74280"/>
            </a:xfrm>
            <a:custGeom>
              <a:avLst/>
              <a:gdLst/>
              <a:ahLst/>
              <a:cxnLst/>
              <a:rect l="l" t="t" r="r" b="b"/>
              <a:pathLst>
                <a:path w="2562" h="988" extrusionOk="0">
                  <a:moveTo>
                    <a:pt x="2562" y="0"/>
                  </a:moveTo>
                  <a:lnTo>
                    <a:pt x="1223" y="402"/>
                  </a:lnTo>
                  <a:lnTo>
                    <a:pt x="1" y="50"/>
                  </a:lnTo>
                  <a:lnTo>
                    <a:pt x="1407" y="988"/>
                  </a:lnTo>
                  <a:lnTo>
                    <a:pt x="25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5" name="Google Shape;11115;p31"/>
            <p:cNvSpPr/>
            <p:nvPr/>
          </p:nvSpPr>
          <p:spPr>
            <a:xfrm>
              <a:off x="3738816" y="1353133"/>
              <a:ext cx="197655" cy="250207"/>
            </a:xfrm>
            <a:custGeom>
              <a:avLst/>
              <a:gdLst/>
              <a:ahLst/>
              <a:cxnLst/>
              <a:rect l="l" t="t" r="r" b="b"/>
              <a:pathLst>
                <a:path w="2629" h="3328" extrusionOk="0">
                  <a:moveTo>
                    <a:pt x="995" y="0"/>
                  </a:moveTo>
                  <a:cubicBezTo>
                    <a:pt x="416" y="0"/>
                    <a:pt x="1" y="412"/>
                    <a:pt x="402" y="566"/>
                  </a:cubicBezTo>
                  <a:cubicBezTo>
                    <a:pt x="971" y="783"/>
                    <a:pt x="871" y="3328"/>
                    <a:pt x="871" y="3328"/>
                  </a:cubicBezTo>
                  <a:lnTo>
                    <a:pt x="1741" y="3294"/>
                  </a:lnTo>
                  <a:cubicBezTo>
                    <a:pt x="1741" y="3294"/>
                    <a:pt x="2629" y="901"/>
                    <a:pt x="1758" y="265"/>
                  </a:cubicBezTo>
                  <a:cubicBezTo>
                    <a:pt x="1507" y="72"/>
                    <a:pt x="1237" y="0"/>
                    <a:pt x="995" y="0"/>
                  </a:cubicBezTo>
                  <a:close/>
                </a:path>
              </a:pathLst>
            </a:custGeom>
            <a:solidFill>
              <a:srgbClr val="8C45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6" name="Google Shape;11116;p31"/>
            <p:cNvSpPr/>
            <p:nvPr/>
          </p:nvSpPr>
          <p:spPr>
            <a:xfrm>
              <a:off x="3821894" y="1537559"/>
              <a:ext cx="88189" cy="97512"/>
            </a:xfrm>
            <a:custGeom>
              <a:avLst/>
              <a:gdLst/>
              <a:ahLst/>
              <a:cxnLst/>
              <a:rect l="l" t="t" r="r" b="b"/>
              <a:pathLst>
                <a:path w="1173" h="1297" extrusionOk="0">
                  <a:moveTo>
                    <a:pt x="834" y="0"/>
                  </a:moveTo>
                  <a:cubicBezTo>
                    <a:pt x="649" y="0"/>
                    <a:pt x="409" y="160"/>
                    <a:pt x="251" y="423"/>
                  </a:cubicBezTo>
                  <a:cubicBezTo>
                    <a:pt x="34" y="757"/>
                    <a:pt x="0" y="1126"/>
                    <a:pt x="185" y="1260"/>
                  </a:cubicBezTo>
                  <a:cubicBezTo>
                    <a:pt x="224" y="1285"/>
                    <a:pt x="271" y="1297"/>
                    <a:pt x="322" y="1297"/>
                  </a:cubicBezTo>
                  <a:cubicBezTo>
                    <a:pt x="507" y="1297"/>
                    <a:pt x="750" y="1137"/>
                    <a:pt x="921" y="875"/>
                  </a:cubicBezTo>
                  <a:cubicBezTo>
                    <a:pt x="1122" y="540"/>
                    <a:pt x="1172" y="172"/>
                    <a:pt x="971" y="38"/>
                  </a:cubicBezTo>
                  <a:cubicBezTo>
                    <a:pt x="932" y="12"/>
                    <a:pt x="885" y="0"/>
                    <a:pt x="834"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7" name="Google Shape;11117;p31"/>
            <p:cNvSpPr/>
            <p:nvPr/>
          </p:nvSpPr>
          <p:spPr>
            <a:xfrm>
              <a:off x="3838209" y="1557182"/>
              <a:ext cx="57966" cy="63980"/>
            </a:xfrm>
            <a:custGeom>
              <a:avLst/>
              <a:gdLst/>
              <a:ahLst/>
              <a:cxnLst/>
              <a:rect l="l" t="t" r="r" b="b"/>
              <a:pathLst>
                <a:path w="771" h="851" extrusionOk="0">
                  <a:moveTo>
                    <a:pt x="563" y="1"/>
                  </a:moveTo>
                  <a:cubicBezTo>
                    <a:pt x="444" y="1"/>
                    <a:pt x="286" y="109"/>
                    <a:pt x="168" y="279"/>
                  </a:cubicBezTo>
                  <a:cubicBezTo>
                    <a:pt x="34" y="496"/>
                    <a:pt x="1" y="748"/>
                    <a:pt x="135" y="831"/>
                  </a:cubicBezTo>
                  <a:cubicBezTo>
                    <a:pt x="157" y="844"/>
                    <a:pt x="184" y="850"/>
                    <a:pt x="214" y="850"/>
                  </a:cubicBezTo>
                  <a:cubicBezTo>
                    <a:pt x="338" y="850"/>
                    <a:pt x="512" y="743"/>
                    <a:pt x="620" y="580"/>
                  </a:cubicBezTo>
                  <a:cubicBezTo>
                    <a:pt x="754" y="363"/>
                    <a:pt x="771" y="112"/>
                    <a:pt x="654" y="28"/>
                  </a:cubicBezTo>
                  <a:cubicBezTo>
                    <a:pt x="628" y="9"/>
                    <a:pt x="597" y="1"/>
                    <a:pt x="563"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8" name="Google Shape;11118;p31"/>
            <p:cNvSpPr/>
            <p:nvPr/>
          </p:nvSpPr>
          <p:spPr>
            <a:xfrm>
              <a:off x="3842044" y="1585676"/>
              <a:ext cx="36539" cy="36539"/>
            </a:xfrm>
            <a:custGeom>
              <a:avLst/>
              <a:gdLst/>
              <a:ahLst/>
              <a:cxnLst/>
              <a:rect l="l" t="t" r="r" b="b"/>
              <a:pathLst>
                <a:path w="486" h="486" extrusionOk="0">
                  <a:moveTo>
                    <a:pt x="338" y="0"/>
                  </a:moveTo>
                  <a:cubicBezTo>
                    <a:pt x="259" y="0"/>
                    <a:pt x="165" y="61"/>
                    <a:pt x="101" y="151"/>
                  </a:cubicBezTo>
                  <a:cubicBezTo>
                    <a:pt x="17" y="285"/>
                    <a:pt x="0" y="436"/>
                    <a:pt x="84" y="469"/>
                  </a:cubicBezTo>
                  <a:cubicBezTo>
                    <a:pt x="99" y="480"/>
                    <a:pt x="117" y="486"/>
                    <a:pt x="138" y="486"/>
                  </a:cubicBezTo>
                  <a:cubicBezTo>
                    <a:pt x="209" y="486"/>
                    <a:pt x="304" y="422"/>
                    <a:pt x="368" y="318"/>
                  </a:cubicBezTo>
                  <a:cubicBezTo>
                    <a:pt x="452" y="201"/>
                    <a:pt x="486" y="51"/>
                    <a:pt x="402" y="17"/>
                  </a:cubicBezTo>
                  <a:cubicBezTo>
                    <a:pt x="383" y="6"/>
                    <a:pt x="361" y="0"/>
                    <a:pt x="338"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9" name="Google Shape;11119;p31"/>
            <p:cNvSpPr/>
            <p:nvPr/>
          </p:nvSpPr>
          <p:spPr>
            <a:xfrm>
              <a:off x="3674609" y="1526507"/>
              <a:ext cx="29020" cy="44132"/>
            </a:xfrm>
            <a:custGeom>
              <a:avLst/>
              <a:gdLst/>
              <a:ahLst/>
              <a:cxnLst/>
              <a:rect l="l" t="t" r="r" b="b"/>
              <a:pathLst>
                <a:path w="386" h="587" extrusionOk="0">
                  <a:moveTo>
                    <a:pt x="235" y="1"/>
                  </a:moveTo>
                  <a:cubicBezTo>
                    <a:pt x="152" y="1"/>
                    <a:pt x="51" y="101"/>
                    <a:pt x="34" y="268"/>
                  </a:cubicBezTo>
                  <a:cubicBezTo>
                    <a:pt x="1" y="436"/>
                    <a:pt x="68" y="570"/>
                    <a:pt x="152" y="586"/>
                  </a:cubicBezTo>
                  <a:cubicBezTo>
                    <a:pt x="235" y="586"/>
                    <a:pt x="336" y="486"/>
                    <a:pt x="369" y="319"/>
                  </a:cubicBezTo>
                  <a:cubicBezTo>
                    <a:pt x="386" y="151"/>
                    <a:pt x="336" y="17"/>
                    <a:pt x="2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0" name="Google Shape;11120;p31"/>
            <p:cNvSpPr/>
            <p:nvPr/>
          </p:nvSpPr>
          <p:spPr>
            <a:xfrm>
              <a:off x="3668369" y="1477412"/>
              <a:ext cx="68040" cy="41952"/>
            </a:xfrm>
            <a:custGeom>
              <a:avLst/>
              <a:gdLst/>
              <a:ahLst/>
              <a:cxnLst/>
              <a:rect l="l" t="t" r="r" b="b"/>
              <a:pathLst>
                <a:path w="905" h="558" extrusionOk="0">
                  <a:moveTo>
                    <a:pt x="218" y="1"/>
                  </a:moveTo>
                  <a:cubicBezTo>
                    <a:pt x="168" y="1"/>
                    <a:pt x="117" y="34"/>
                    <a:pt x="84" y="68"/>
                  </a:cubicBezTo>
                  <a:lnTo>
                    <a:pt x="34" y="252"/>
                  </a:lnTo>
                  <a:cubicBezTo>
                    <a:pt x="0" y="319"/>
                    <a:pt x="51" y="369"/>
                    <a:pt x="84" y="386"/>
                  </a:cubicBezTo>
                  <a:lnTo>
                    <a:pt x="703" y="553"/>
                  </a:lnTo>
                  <a:cubicBezTo>
                    <a:pt x="712" y="556"/>
                    <a:pt x="721" y="558"/>
                    <a:pt x="730" y="558"/>
                  </a:cubicBezTo>
                  <a:cubicBezTo>
                    <a:pt x="770" y="558"/>
                    <a:pt x="807" y="528"/>
                    <a:pt x="820" y="486"/>
                  </a:cubicBezTo>
                  <a:lnTo>
                    <a:pt x="887" y="302"/>
                  </a:lnTo>
                  <a:cubicBezTo>
                    <a:pt x="904" y="235"/>
                    <a:pt x="871" y="202"/>
                    <a:pt x="820" y="168"/>
                  </a:cubicBezTo>
                  <a:lnTo>
                    <a:pt x="218" y="1"/>
                  </a:lnTo>
                  <a:close/>
                </a:path>
              </a:pathLst>
            </a:custGeom>
            <a:solidFill>
              <a:srgbClr val="8C45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1" name="Google Shape;11121;p31"/>
            <p:cNvSpPr/>
            <p:nvPr/>
          </p:nvSpPr>
          <p:spPr>
            <a:xfrm>
              <a:off x="3624311" y="1511019"/>
              <a:ext cx="18946" cy="40824"/>
            </a:xfrm>
            <a:custGeom>
              <a:avLst/>
              <a:gdLst/>
              <a:ahLst/>
              <a:cxnLst/>
              <a:rect l="l" t="t" r="r" b="b"/>
              <a:pathLst>
                <a:path w="252" h="543" extrusionOk="0">
                  <a:moveTo>
                    <a:pt x="201" y="1"/>
                  </a:moveTo>
                  <a:cubicBezTo>
                    <a:pt x="151" y="1"/>
                    <a:pt x="81" y="122"/>
                    <a:pt x="51" y="257"/>
                  </a:cubicBezTo>
                  <a:cubicBezTo>
                    <a:pt x="0" y="391"/>
                    <a:pt x="0" y="541"/>
                    <a:pt x="51" y="541"/>
                  </a:cubicBezTo>
                  <a:cubicBezTo>
                    <a:pt x="53" y="542"/>
                    <a:pt x="55" y="543"/>
                    <a:pt x="58" y="543"/>
                  </a:cubicBezTo>
                  <a:cubicBezTo>
                    <a:pt x="95" y="543"/>
                    <a:pt x="171" y="431"/>
                    <a:pt x="218" y="290"/>
                  </a:cubicBezTo>
                  <a:cubicBezTo>
                    <a:pt x="252" y="140"/>
                    <a:pt x="252" y="22"/>
                    <a:pt x="218" y="6"/>
                  </a:cubicBezTo>
                  <a:cubicBezTo>
                    <a:pt x="213" y="2"/>
                    <a:pt x="207" y="1"/>
                    <a:pt x="2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2" name="Google Shape;11122;p31"/>
            <p:cNvSpPr/>
            <p:nvPr/>
          </p:nvSpPr>
          <p:spPr>
            <a:xfrm>
              <a:off x="3616793" y="1469893"/>
              <a:ext cx="32780" cy="31501"/>
            </a:xfrm>
            <a:custGeom>
              <a:avLst/>
              <a:gdLst/>
              <a:ahLst/>
              <a:cxnLst/>
              <a:rect l="l" t="t" r="r" b="b"/>
              <a:pathLst>
                <a:path w="436" h="419" extrusionOk="0">
                  <a:moveTo>
                    <a:pt x="84" y="0"/>
                  </a:moveTo>
                  <a:cubicBezTo>
                    <a:pt x="50" y="0"/>
                    <a:pt x="17" y="51"/>
                    <a:pt x="17" y="84"/>
                  </a:cubicBezTo>
                  <a:lnTo>
                    <a:pt x="0" y="268"/>
                  </a:lnTo>
                  <a:cubicBezTo>
                    <a:pt x="0" y="335"/>
                    <a:pt x="17" y="385"/>
                    <a:pt x="50" y="385"/>
                  </a:cubicBezTo>
                  <a:lnTo>
                    <a:pt x="352" y="419"/>
                  </a:lnTo>
                  <a:cubicBezTo>
                    <a:pt x="385" y="419"/>
                    <a:pt x="418" y="385"/>
                    <a:pt x="418" y="335"/>
                  </a:cubicBezTo>
                  <a:lnTo>
                    <a:pt x="435" y="151"/>
                  </a:lnTo>
                  <a:cubicBezTo>
                    <a:pt x="435" y="84"/>
                    <a:pt x="418" y="51"/>
                    <a:pt x="402" y="51"/>
                  </a:cubicBezTo>
                  <a:lnTo>
                    <a:pt x="84" y="0"/>
                  </a:lnTo>
                  <a:close/>
                </a:path>
              </a:pathLst>
            </a:custGeom>
            <a:solidFill>
              <a:srgbClr val="8C45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3" name="Google Shape;11123;p31"/>
            <p:cNvSpPr/>
            <p:nvPr/>
          </p:nvSpPr>
          <p:spPr>
            <a:xfrm>
              <a:off x="3585291" y="1550415"/>
              <a:ext cx="64281" cy="75558"/>
            </a:xfrm>
            <a:custGeom>
              <a:avLst/>
              <a:gdLst/>
              <a:ahLst/>
              <a:cxnLst/>
              <a:rect l="l" t="t" r="r" b="b"/>
              <a:pathLst>
                <a:path w="855" h="1005" extrusionOk="0">
                  <a:moveTo>
                    <a:pt x="854" y="1"/>
                  </a:moveTo>
                  <a:cubicBezTo>
                    <a:pt x="319" y="402"/>
                    <a:pt x="1" y="670"/>
                    <a:pt x="67" y="804"/>
                  </a:cubicBezTo>
                  <a:cubicBezTo>
                    <a:pt x="134" y="1005"/>
                    <a:pt x="519" y="1005"/>
                    <a:pt x="519" y="1005"/>
                  </a:cubicBezTo>
                  <a:cubicBezTo>
                    <a:pt x="419" y="988"/>
                    <a:pt x="302" y="938"/>
                    <a:pt x="252" y="804"/>
                  </a:cubicBezTo>
                  <a:cubicBezTo>
                    <a:pt x="185" y="653"/>
                    <a:pt x="419" y="369"/>
                    <a:pt x="854"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4" name="Google Shape;11124;p31"/>
            <p:cNvSpPr/>
            <p:nvPr/>
          </p:nvSpPr>
          <p:spPr>
            <a:xfrm>
              <a:off x="3614237" y="1649808"/>
              <a:ext cx="79393" cy="48042"/>
            </a:xfrm>
            <a:custGeom>
              <a:avLst/>
              <a:gdLst/>
              <a:ahLst/>
              <a:cxnLst/>
              <a:rect l="l" t="t" r="r" b="b"/>
              <a:pathLst>
                <a:path w="1056" h="639" extrusionOk="0">
                  <a:moveTo>
                    <a:pt x="1" y="1"/>
                  </a:moveTo>
                  <a:cubicBezTo>
                    <a:pt x="1" y="1"/>
                    <a:pt x="16" y="638"/>
                    <a:pt x="437" y="638"/>
                  </a:cubicBezTo>
                  <a:cubicBezTo>
                    <a:pt x="447" y="638"/>
                    <a:pt x="458" y="638"/>
                    <a:pt x="469" y="637"/>
                  </a:cubicBezTo>
                  <a:cubicBezTo>
                    <a:pt x="1055" y="620"/>
                    <a:pt x="921" y="34"/>
                    <a:pt x="921" y="34"/>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5" name="Google Shape;11125;p31"/>
            <p:cNvSpPr/>
            <p:nvPr/>
          </p:nvSpPr>
          <p:spPr>
            <a:xfrm>
              <a:off x="3617996" y="1652364"/>
              <a:ext cx="56688" cy="23983"/>
            </a:xfrm>
            <a:custGeom>
              <a:avLst/>
              <a:gdLst/>
              <a:ahLst/>
              <a:cxnLst/>
              <a:rect l="l" t="t" r="r" b="b"/>
              <a:pathLst>
                <a:path w="754" h="319" extrusionOk="0">
                  <a:moveTo>
                    <a:pt x="1" y="0"/>
                  </a:moveTo>
                  <a:cubicBezTo>
                    <a:pt x="1" y="0"/>
                    <a:pt x="1" y="134"/>
                    <a:pt x="51" y="252"/>
                  </a:cubicBezTo>
                  <a:lnTo>
                    <a:pt x="704" y="318"/>
                  </a:lnTo>
                  <a:cubicBezTo>
                    <a:pt x="754" y="185"/>
                    <a:pt x="737" y="51"/>
                    <a:pt x="737" y="51"/>
                  </a:cubicBezTo>
                  <a:lnTo>
                    <a:pt x="1" y="0"/>
                  </a:lnTo>
                  <a:close/>
                </a:path>
              </a:pathLst>
            </a:custGeom>
            <a:solidFill>
              <a:srgbClr val="FFEF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6" name="Google Shape;11126;p31"/>
            <p:cNvSpPr/>
            <p:nvPr/>
          </p:nvSpPr>
          <p:spPr>
            <a:xfrm>
              <a:off x="2953071" y="1990616"/>
              <a:ext cx="91121" cy="135028"/>
            </a:xfrm>
            <a:custGeom>
              <a:avLst/>
              <a:gdLst/>
              <a:ahLst/>
              <a:cxnLst/>
              <a:rect l="l" t="t" r="r" b="b"/>
              <a:pathLst>
                <a:path w="1212" h="1796" extrusionOk="0">
                  <a:moveTo>
                    <a:pt x="225" y="0"/>
                  </a:moveTo>
                  <a:cubicBezTo>
                    <a:pt x="68" y="0"/>
                    <a:pt x="1" y="270"/>
                    <a:pt x="90" y="372"/>
                  </a:cubicBezTo>
                  <a:cubicBezTo>
                    <a:pt x="191" y="523"/>
                    <a:pt x="643" y="992"/>
                    <a:pt x="626" y="1611"/>
                  </a:cubicBezTo>
                  <a:lnTo>
                    <a:pt x="1212" y="1795"/>
                  </a:lnTo>
                  <a:cubicBezTo>
                    <a:pt x="1145" y="1226"/>
                    <a:pt x="844" y="439"/>
                    <a:pt x="392" y="88"/>
                  </a:cubicBezTo>
                  <a:cubicBezTo>
                    <a:pt x="329" y="25"/>
                    <a:pt x="273" y="0"/>
                    <a:pt x="225"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7" name="Google Shape;11127;p31"/>
            <p:cNvSpPr/>
            <p:nvPr/>
          </p:nvSpPr>
          <p:spPr>
            <a:xfrm>
              <a:off x="2879090" y="2044372"/>
              <a:ext cx="168935" cy="179385"/>
            </a:xfrm>
            <a:custGeom>
              <a:avLst/>
              <a:gdLst/>
              <a:ahLst/>
              <a:cxnLst/>
              <a:rect l="l" t="t" r="r" b="b"/>
              <a:pathLst>
                <a:path w="2247" h="2386" extrusionOk="0">
                  <a:moveTo>
                    <a:pt x="536" y="1"/>
                  </a:moveTo>
                  <a:cubicBezTo>
                    <a:pt x="315" y="1"/>
                    <a:pt x="1" y="1111"/>
                    <a:pt x="171" y="1482"/>
                  </a:cubicBezTo>
                  <a:cubicBezTo>
                    <a:pt x="238" y="1633"/>
                    <a:pt x="1041" y="2151"/>
                    <a:pt x="1459" y="2386"/>
                  </a:cubicBezTo>
                  <a:lnTo>
                    <a:pt x="2246" y="1063"/>
                  </a:lnTo>
                  <a:cubicBezTo>
                    <a:pt x="2246" y="1063"/>
                    <a:pt x="2129" y="662"/>
                    <a:pt x="1577" y="277"/>
                  </a:cubicBezTo>
                  <a:cubicBezTo>
                    <a:pt x="1577" y="277"/>
                    <a:pt x="1471" y="315"/>
                    <a:pt x="1310" y="315"/>
                  </a:cubicBezTo>
                  <a:cubicBezTo>
                    <a:pt x="1120" y="315"/>
                    <a:pt x="852" y="261"/>
                    <a:pt x="589" y="26"/>
                  </a:cubicBezTo>
                  <a:cubicBezTo>
                    <a:pt x="572" y="9"/>
                    <a:pt x="554" y="1"/>
                    <a:pt x="536"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8" name="Google Shape;11128;p31"/>
            <p:cNvSpPr/>
            <p:nvPr/>
          </p:nvSpPr>
          <p:spPr>
            <a:xfrm>
              <a:off x="2865181" y="1995503"/>
              <a:ext cx="94730" cy="89843"/>
            </a:xfrm>
            <a:custGeom>
              <a:avLst/>
              <a:gdLst/>
              <a:ahLst/>
              <a:cxnLst/>
              <a:rect l="l" t="t" r="r" b="b"/>
              <a:pathLst>
                <a:path w="1260" h="1195" extrusionOk="0">
                  <a:moveTo>
                    <a:pt x="327" y="1"/>
                  </a:moveTo>
                  <a:cubicBezTo>
                    <a:pt x="212" y="1"/>
                    <a:pt x="1" y="190"/>
                    <a:pt x="121" y="391"/>
                  </a:cubicBezTo>
                  <a:cubicBezTo>
                    <a:pt x="272" y="676"/>
                    <a:pt x="607" y="1111"/>
                    <a:pt x="858" y="1195"/>
                  </a:cubicBezTo>
                  <a:lnTo>
                    <a:pt x="1259" y="943"/>
                  </a:lnTo>
                  <a:cubicBezTo>
                    <a:pt x="674" y="676"/>
                    <a:pt x="456" y="173"/>
                    <a:pt x="389" y="40"/>
                  </a:cubicBezTo>
                  <a:cubicBezTo>
                    <a:pt x="379" y="13"/>
                    <a:pt x="356" y="1"/>
                    <a:pt x="327"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9" name="Google Shape;11129;p31"/>
            <p:cNvSpPr/>
            <p:nvPr/>
          </p:nvSpPr>
          <p:spPr>
            <a:xfrm>
              <a:off x="2833303" y="2019562"/>
              <a:ext cx="103977" cy="92249"/>
            </a:xfrm>
            <a:custGeom>
              <a:avLst/>
              <a:gdLst/>
              <a:ahLst/>
              <a:cxnLst/>
              <a:rect l="l" t="t" r="r" b="b"/>
              <a:pathLst>
                <a:path w="1383" h="1227" extrusionOk="0">
                  <a:moveTo>
                    <a:pt x="278" y="1"/>
                  </a:moveTo>
                  <a:cubicBezTo>
                    <a:pt x="165" y="1"/>
                    <a:pt x="1" y="212"/>
                    <a:pt x="177" y="456"/>
                  </a:cubicBezTo>
                  <a:cubicBezTo>
                    <a:pt x="361" y="724"/>
                    <a:pt x="713" y="1142"/>
                    <a:pt x="980" y="1226"/>
                  </a:cubicBezTo>
                  <a:lnTo>
                    <a:pt x="1382" y="958"/>
                  </a:lnTo>
                  <a:cubicBezTo>
                    <a:pt x="713" y="690"/>
                    <a:pt x="428" y="155"/>
                    <a:pt x="344" y="38"/>
                  </a:cubicBezTo>
                  <a:cubicBezTo>
                    <a:pt x="329" y="12"/>
                    <a:pt x="305" y="1"/>
                    <a:pt x="278"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0" name="Google Shape;11130;p31"/>
            <p:cNvSpPr/>
            <p:nvPr/>
          </p:nvSpPr>
          <p:spPr>
            <a:xfrm>
              <a:off x="2829018" y="2082791"/>
              <a:ext cx="128337" cy="93151"/>
            </a:xfrm>
            <a:custGeom>
              <a:avLst/>
              <a:gdLst/>
              <a:ahLst/>
              <a:cxnLst/>
              <a:rect l="l" t="t" r="r" b="b"/>
              <a:pathLst>
                <a:path w="1707" h="1239" extrusionOk="0">
                  <a:moveTo>
                    <a:pt x="254" y="1"/>
                  </a:moveTo>
                  <a:cubicBezTo>
                    <a:pt x="120" y="1"/>
                    <a:pt x="0" y="249"/>
                    <a:pt x="251" y="485"/>
                  </a:cubicBezTo>
                  <a:cubicBezTo>
                    <a:pt x="519" y="787"/>
                    <a:pt x="1021" y="1155"/>
                    <a:pt x="1339" y="1239"/>
                  </a:cubicBezTo>
                  <a:lnTo>
                    <a:pt x="1707" y="921"/>
                  </a:lnTo>
                  <a:cubicBezTo>
                    <a:pt x="920" y="686"/>
                    <a:pt x="452" y="151"/>
                    <a:pt x="334" y="34"/>
                  </a:cubicBezTo>
                  <a:cubicBezTo>
                    <a:pt x="309" y="11"/>
                    <a:pt x="281" y="1"/>
                    <a:pt x="254"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1" name="Google Shape;11131;p31"/>
            <p:cNvSpPr/>
            <p:nvPr/>
          </p:nvSpPr>
          <p:spPr>
            <a:xfrm>
              <a:off x="3435149" y="2222708"/>
              <a:ext cx="92324" cy="135704"/>
            </a:xfrm>
            <a:custGeom>
              <a:avLst/>
              <a:gdLst/>
              <a:ahLst/>
              <a:cxnLst/>
              <a:rect l="l" t="t" r="r" b="b"/>
              <a:pathLst>
                <a:path w="1228" h="1805" extrusionOk="0">
                  <a:moveTo>
                    <a:pt x="225" y="1"/>
                  </a:moveTo>
                  <a:cubicBezTo>
                    <a:pt x="65" y="1"/>
                    <a:pt x="1" y="268"/>
                    <a:pt x="89" y="382"/>
                  </a:cubicBezTo>
                  <a:cubicBezTo>
                    <a:pt x="207" y="533"/>
                    <a:pt x="658" y="1001"/>
                    <a:pt x="642" y="1621"/>
                  </a:cubicBezTo>
                  <a:lnTo>
                    <a:pt x="1228" y="1805"/>
                  </a:lnTo>
                  <a:cubicBezTo>
                    <a:pt x="1161" y="1236"/>
                    <a:pt x="843" y="449"/>
                    <a:pt x="407" y="97"/>
                  </a:cubicBezTo>
                  <a:cubicBezTo>
                    <a:pt x="338" y="28"/>
                    <a:pt x="277" y="1"/>
                    <a:pt x="225"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2" name="Google Shape;11132;p31"/>
            <p:cNvSpPr/>
            <p:nvPr/>
          </p:nvSpPr>
          <p:spPr>
            <a:xfrm>
              <a:off x="3361168" y="2277216"/>
              <a:ext cx="168860" cy="166830"/>
            </a:xfrm>
            <a:custGeom>
              <a:avLst/>
              <a:gdLst/>
              <a:ahLst/>
              <a:cxnLst/>
              <a:rect l="l" t="t" r="r" b="b"/>
              <a:pathLst>
                <a:path w="2246" h="2219" extrusionOk="0">
                  <a:moveTo>
                    <a:pt x="551" y="0"/>
                  </a:moveTo>
                  <a:cubicBezTo>
                    <a:pt x="328" y="0"/>
                    <a:pt x="1" y="1111"/>
                    <a:pt x="186" y="1482"/>
                  </a:cubicBezTo>
                  <a:cubicBezTo>
                    <a:pt x="236" y="1632"/>
                    <a:pt x="806" y="2118"/>
                    <a:pt x="1576" y="2218"/>
                  </a:cubicBezTo>
                  <a:lnTo>
                    <a:pt x="2245" y="1063"/>
                  </a:lnTo>
                  <a:cubicBezTo>
                    <a:pt x="2245" y="1063"/>
                    <a:pt x="2145" y="661"/>
                    <a:pt x="1576" y="276"/>
                  </a:cubicBezTo>
                  <a:cubicBezTo>
                    <a:pt x="1576" y="276"/>
                    <a:pt x="1470" y="315"/>
                    <a:pt x="1311" y="315"/>
                  </a:cubicBezTo>
                  <a:cubicBezTo>
                    <a:pt x="1122" y="315"/>
                    <a:pt x="859" y="261"/>
                    <a:pt x="605" y="25"/>
                  </a:cubicBezTo>
                  <a:cubicBezTo>
                    <a:pt x="588" y="8"/>
                    <a:pt x="570" y="0"/>
                    <a:pt x="551"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3" name="Google Shape;11133;p31"/>
            <p:cNvSpPr/>
            <p:nvPr/>
          </p:nvSpPr>
          <p:spPr>
            <a:xfrm>
              <a:off x="3347410" y="2228723"/>
              <a:ext cx="94504" cy="89467"/>
            </a:xfrm>
            <a:custGeom>
              <a:avLst/>
              <a:gdLst/>
              <a:ahLst/>
              <a:cxnLst/>
              <a:rect l="l" t="t" r="r" b="b"/>
              <a:pathLst>
                <a:path w="1257" h="1190" extrusionOk="0">
                  <a:moveTo>
                    <a:pt x="327" y="0"/>
                  </a:moveTo>
                  <a:cubicBezTo>
                    <a:pt x="199" y="0"/>
                    <a:pt x="1" y="171"/>
                    <a:pt x="135" y="386"/>
                  </a:cubicBezTo>
                  <a:cubicBezTo>
                    <a:pt x="286" y="670"/>
                    <a:pt x="620" y="1105"/>
                    <a:pt x="871" y="1189"/>
                  </a:cubicBezTo>
                  <a:lnTo>
                    <a:pt x="1256" y="938"/>
                  </a:lnTo>
                  <a:cubicBezTo>
                    <a:pt x="670" y="670"/>
                    <a:pt x="470" y="168"/>
                    <a:pt x="403" y="34"/>
                  </a:cubicBezTo>
                  <a:cubicBezTo>
                    <a:pt x="386" y="11"/>
                    <a:pt x="358" y="0"/>
                    <a:pt x="327"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4" name="Google Shape;11134;p31"/>
            <p:cNvSpPr/>
            <p:nvPr/>
          </p:nvSpPr>
          <p:spPr>
            <a:xfrm>
              <a:off x="3316434" y="2251880"/>
              <a:ext cx="104053" cy="92700"/>
            </a:xfrm>
            <a:custGeom>
              <a:avLst/>
              <a:gdLst/>
              <a:ahLst/>
              <a:cxnLst/>
              <a:rect l="l" t="t" r="r" b="b"/>
              <a:pathLst>
                <a:path w="1384" h="1233" extrusionOk="0">
                  <a:moveTo>
                    <a:pt x="255" y="1"/>
                  </a:moveTo>
                  <a:cubicBezTo>
                    <a:pt x="141" y="1"/>
                    <a:pt x="1" y="221"/>
                    <a:pt x="162" y="463"/>
                  </a:cubicBezTo>
                  <a:cubicBezTo>
                    <a:pt x="363" y="731"/>
                    <a:pt x="714" y="1149"/>
                    <a:pt x="982" y="1233"/>
                  </a:cubicBezTo>
                  <a:lnTo>
                    <a:pt x="1384" y="965"/>
                  </a:lnTo>
                  <a:cubicBezTo>
                    <a:pt x="714" y="697"/>
                    <a:pt x="413" y="161"/>
                    <a:pt x="329" y="44"/>
                  </a:cubicBezTo>
                  <a:cubicBezTo>
                    <a:pt x="309" y="14"/>
                    <a:pt x="283" y="1"/>
                    <a:pt x="255"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5" name="Google Shape;11135;p31"/>
            <p:cNvSpPr/>
            <p:nvPr/>
          </p:nvSpPr>
          <p:spPr>
            <a:xfrm>
              <a:off x="3310795" y="2315635"/>
              <a:ext cx="128562" cy="93151"/>
            </a:xfrm>
            <a:custGeom>
              <a:avLst/>
              <a:gdLst/>
              <a:ahLst/>
              <a:cxnLst/>
              <a:rect l="l" t="t" r="r" b="b"/>
              <a:pathLst>
                <a:path w="1710" h="1239" extrusionOk="0">
                  <a:moveTo>
                    <a:pt x="253" y="0"/>
                  </a:moveTo>
                  <a:cubicBezTo>
                    <a:pt x="134" y="0"/>
                    <a:pt x="0" y="249"/>
                    <a:pt x="237" y="485"/>
                  </a:cubicBezTo>
                  <a:cubicBezTo>
                    <a:pt x="521" y="786"/>
                    <a:pt x="1024" y="1155"/>
                    <a:pt x="1325" y="1238"/>
                  </a:cubicBezTo>
                  <a:lnTo>
                    <a:pt x="1710" y="937"/>
                  </a:lnTo>
                  <a:cubicBezTo>
                    <a:pt x="906" y="686"/>
                    <a:pt x="454" y="150"/>
                    <a:pt x="321" y="33"/>
                  </a:cubicBezTo>
                  <a:cubicBezTo>
                    <a:pt x="301" y="11"/>
                    <a:pt x="277" y="0"/>
                    <a:pt x="253"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38" name="Google Shape;11138;p31"/>
          <p:cNvSpPr txBox="1">
            <a:spLocks noGrp="1"/>
          </p:cNvSpPr>
          <p:nvPr>
            <p:ph type="title"/>
          </p:nvPr>
        </p:nvSpPr>
        <p:spPr>
          <a:xfrm>
            <a:off x="1663267" y="868875"/>
            <a:ext cx="6997513" cy="64861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5"/>
                </a:solidFill>
              </a:rPr>
              <a:t>Project Objective</a:t>
            </a:r>
            <a:endParaRPr>
              <a:solidFill>
                <a:schemeClr val="accent5"/>
              </a:solidFill>
            </a:endParaRPr>
          </a:p>
        </p:txBody>
      </p:sp>
      <p:sp>
        <p:nvSpPr>
          <p:cNvPr id="2" name="Subtitle 1">
            <a:extLst>
              <a:ext uri="{FF2B5EF4-FFF2-40B4-BE49-F238E27FC236}">
                <a16:creationId xmlns:a16="http://schemas.microsoft.com/office/drawing/2014/main" id="{94AA7FDF-0D2B-8D40-A85B-B0FEDDFE8411}"/>
              </a:ext>
            </a:extLst>
          </p:cNvPr>
          <p:cNvSpPr>
            <a:spLocks noGrp="1" noChangeArrowheads="1"/>
          </p:cNvSpPr>
          <p:nvPr>
            <p:ph type="subTitle" idx="1"/>
          </p:nvPr>
        </p:nvSpPr>
        <p:spPr bwMode="auto">
          <a:xfrm>
            <a:off x="3396343" y="1770586"/>
            <a:ext cx="5172892" cy="2670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Identify </a:t>
            </a:r>
            <a:r>
              <a:rPr kumimoji="0" lang="en-US" altLang="en-US" sz="1800" b="1" i="0" u="none" strike="noStrike" cap="none" normalizeH="0" baseline="0">
                <a:ln>
                  <a:noFill/>
                </a:ln>
                <a:solidFill>
                  <a:schemeClr val="tx1"/>
                </a:solidFill>
                <a:effectLst/>
                <a:latin typeface="Arial" panose="020B0604020202020204" pitchFamily="34" charset="0"/>
              </a:rPr>
              <a:t>best &amp; worst-selling pizzas</a:t>
            </a:r>
            <a:r>
              <a:rPr kumimoji="0" lang="en-US" altLang="en-US" sz="1800" b="0" i="0" u="none" strike="noStrike" cap="none" normalizeH="0" baseline="0">
                <a:ln>
                  <a:noFill/>
                </a:ln>
                <a:solidFill>
                  <a:schemeClr val="tx1"/>
                </a:solidFill>
                <a:effectLst/>
                <a:latin typeface="Arial" panose="020B0604020202020204" pitchFamily="34" charset="0"/>
              </a:rPr>
              <a:t> based on revenue, quantity, and orders.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Analyze </a:t>
            </a:r>
            <a:r>
              <a:rPr kumimoji="0" lang="en-US" altLang="en-US" sz="1800" b="1" i="0" u="none" strike="noStrike" cap="none" normalizeH="0" baseline="0">
                <a:ln>
                  <a:noFill/>
                </a:ln>
                <a:solidFill>
                  <a:schemeClr val="tx1"/>
                </a:solidFill>
                <a:effectLst/>
                <a:latin typeface="Arial" panose="020B0604020202020204" pitchFamily="34" charset="0"/>
              </a:rPr>
              <a:t>peak sales days, months, and time trends</a:t>
            </a:r>
            <a:r>
              <a:rPr kumimoji="0" lang="en-US" altLang="en-US" sz="1800" b="0" i="0" u="none" strike="noStrike" cap="none" normalizeH="0" baseline="0">
                <a:ln>
                  <a:noFill/>
                </a:ln>
                <a:solidFill>
                  <a:schemeClr val="tx1"/>
                </a:solidFill>
                <a:effectLst/>
                <a:latin typeface="Arial" panose="020B0604020202020204" pitchFamily="34" charset="0"/>
              </a:rPr>
              <a:t> to optimize marketing.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Understand </a:t>
            </a:r>
            <a:r>
              <a:rPr kumimoji="0" lang="en-US" altLang="en-US" sz="1800" b="1" i="0" u="none" strike="noStrike" cap="none" normalizeH="0" baseline="0">
                <a:ln>
                  <a:noFill/>
                </a:ln>
                <a:solidFill>
                  <a:schemeClr val="tx1"/>
                </a:solidFill>
                <a:effectLst/>
                <a:latin typeface="Arial" panose="020B0604020202020204" pitchFamily="34" charset="0"/>
              </a:rPr>
              <a:t>pizza size &amp; category preferences</a:t>
            </a:r>
            <a:r>
              <a:rPr kumimoji="0" lang="en-US" altLang="en-US" sz="1800" b="0" i="0" u="none" strike="noStrike" cap="none" normalizeH="0" baseline="0">
                <a:ln>
                  <a:noFill/>
                </a:ln>
                <a:solidFill>
                  <a:schemeClr val="tx1"/>
                </a:solidFill>
                <a:effectLst/>
                <a:latin typeface="Arial" panose="020B0604020202020204" pitchFamily="34" charset="0"/>
              </a:rPr>
              <a:t> to improve inventory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Use </a:t>
            </a:r>
            <a:r>
              <a:rPr kumimoji="0" lang="en-US" altLang="en-US" sz="1800" b="1" i="0" u="none" strike="noStrike" cap="none" normalizeH="0" baseline="0">
                <a:ln>
                  <a:noFill/>
                </a:ln>
                <a:solidFill>
                  <a:schemeClr val="tx1"/>
                </a:solidFill>
                <a:effectLst/>
                <a:latin typeface="Arial" panose="020B0604020202020204" pitchFamily="34" charset="0"/>
              </a:rPr>
              <a:t>SQL queries</a:t>
            </a:r>
            <a:r>
              <a:rPr kumimoji="0" lang="en-US" altLang="en-US" sz="1800" b="0" i="0" u="none" strike="noStrike" cap="none" normalizeH="0" baseline="0">
                <a:ln>
                  <a:noFill/>
                </a:ln>
                <a:solidFill>
                  <a:schemeClr val="tx1"/>
                </a:solidFill>
                <a:effectLst/>
                <a:latin typeface="Arial" panose="020B0604020202020204" pitchFamily="34" charset="0"/>
              </a:rPr>
              <a:t> to extract meaningful data and Power BI to create interactive dashboards.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93"/>
        <p:cNvGrpSpPr/>
        <p:nvPr/>
      </p:nvGrpSpPr>
      <p:grpSpPr>
        <a:xfrm>
          <a:off x="0" y="0"/>
          <a:ext cx="0" cy="0"/>
          <a:chOff x="0" y="0"/>
          <a:chExt cx="0" cy="0"/>
        </a:xfrm>
      </p:grpSpPr>
      <p:sp>
        <p:nvSpPr>
          <p:cNvPr id="12794" name="Google Shape;12794;p50"/>
          <p:cNvSpPr/>
          <p:nvPr/>
        </p:nvSpPr>
        <p:spPr>
          <a:xfrm>
            <a:off x="953725" y="3827585"/>
            <a:ext cx="2238166" cy="447040"/>
          </a:xfrm>
          <a:prstGeom prst="ellipse">
            <a:avLst/>
          </a:prstGeom>
          <a:solidFill>
            <a:srgbClr val="F4CE89">
              <a:alpha val="36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6" name="Google Shape;12796;p50"/>
          <p:cNvSpPr txBox="1">
            <a:spLocks noGrp="1"/>
          </p:cNvSpPr>
          <p:nvPr>
            <p:ph type="subTitle" idx="2"/>
          </p:nvPr>
        </p:nvSpPr>
        <p:spPr>
          <a:xfrm flipV="1">
            <a:off x="6927354" y="6491008"/>
            <a:ext cx="2371521" cy="4571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t>
            </a:r>
            <a:endParaRPr/>
          </a:p>
        </p:txBody>
      </p:sp>
      <p:grpSp>
        <p:nvGrpSpPr>
          <p:cNvPr id="12797" name="Google Shape;12797;p50"/>
          <p:cNvGrpSpPr/>
          <p:nvPr/>
        </p:nvGrpSpPr>
        <p:grpSpPr>
          <a:xfrm>
            <a:off x="1159525" y="1698171"/>
            <a:ext cx="2158441" cy="2326167"/>
            <a:chOff x="1159525" y="1119163"/>
            <a:chExt cx="3026401" cy="2905175"/>
          </a:xfrm>
        </p:grpSpPr>
        <p:sp>
          <p:nvSpPr>
            <p:cNvPr id="12798" name="Google Shape;12798;p50"/>
            <p:cNvSpPr/>
            <p:nvPr/>
          </p:nvSpPr>
          <p:spPr>
            <a:xfrm>
              <a:off x="2736854" y="2626639"/>
              <a:ext cx="116127" cy="77150"/>
            </a:xfrm>
            <a:custGeom>
              <a:avLst/>
              <a:gdLst/>
              <a:ahLst/>
              <a:cxnLst/>
              <a:rect l="l" t="t" r="r" b="b"/>
              <a:pathLst>
                <a:path w="1591" h="1057" extrusionOk="0">
                  <a:moveTo>
                    <a:pt x="452" y="0"/>
                  </a:moveTo>
                  <a:lnTo>
                    <a:pt x="0" y="134"/>
                  </a:lnTo>
                  <a:cubicBezTo>
                    <a:pt x="452" y="603"/>
                    <a:pt x="603" y="1038"/>
                    <a:pt x="787" y="1038"/>
                  </a:cubicBezTo>
                  <a:cubicBezTo>
                    <a:pt x="883" y="1038"/>
                    <a:pt x="1069" y="1057"/>
                    <a:pt x="1239" y="1057"/>
                  </a:cubicBezTo>
                  <a:cubicBezTo>
                    <a:pt x="1425" y="1057"/>
                    <a:pt x="1590" y="1034"/>
                    <a:pt x="1590" y="937"/>
                  </a:cubicBezTo>
                  <a:cubicBezTo>
                    <a:pt x="1590" y="753"/>
                    <a:pt x="452" y="0"/>
                    <a:pt x="452"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9" name="Google Shape;12799;p50"/>
            <p:cNvSpPr/>
            <p:nvPr/>
          </p:nvSpPr>
          <p:spPr>
            <a:xfrm>
              <a:off x="1692649" y="1119163"/>
              <a:ext cx="775446" cy="467793"/>
            </a:xfrm>
            <a:custGeom>
              <a:avLst/>
              <a:gdLst/>
              <a:ahLst/>
              <a:cxnLst/>
              <a:rect l="l" t="t" r="r" b="b"/>
              <a:pathLst>
                <a:path w="10624" h="6409" extrusionOk="0">
                  <a:moveTo>
                    <a:pt x="6237" y="1"/>
                  </a:moveTo>
                  <a:cubicBezTo>
                    <a:pt x="5126" y="1"/>
                    <a:pt x="4581" y="701"/>
                    <a:pt x="4581" y="701"/>
                  </a:cubicBezTo>
                  <a:cubicBezTo>
                    <a:pt x="4527" y="691"/>
                    <a:pt x="4464" y="686"/>
                    <a:pt x="4392" y="686"/>
                  </a:cubicBezTo>
                  <a:cubicBezTo>
                    <a:pt x="3355" y="686"/>
                    <a:pt x="624" y="1701"/>
                    <a:pt x="279" y="3580"/>
                  </a:cubicBezTo>
                  <a:cubicBezTo>
                    <a:pt x="1" y="5173"/>
                    <a:pt x="954" y="6408"/>
                    <a:pt x="2346" y="6408"/>
                  </a:cubicBezTo>
                  <a:cubicBezTo>
                    <a:pt x="2709" y="6408"/>
                    <a:pt x="3101" y="6324"/>
                    <a:pt x="3510" y="6141"/>
                  </a:cubicBezTo>
                  <a:lnTo>
                    <a:pt x="7427" y="5689"/>
                  </a:lnTo>
                  <a:cubicBezTo>
                    <a:pt x="7655" y="5752"/>
                    <a:pt x="7875" y="5781"/>
                    <a:pt x="8088" y="5781"/>
                  </a:cubicBezTo>
                  <a:cubicBezTo>
                    <a:pt x="9559" y="5781"/>
                    <a:pt x="10609" y="4399"/>
                    <a:pt x="10624" y="3580"/>
                  </a:cubicBezTo>
                  <a:cubicBezTo>
                    <a:pt x="10624" y="2659"/>
                    <a:pt x="9469" y="2659"/>
                    <a:pt x="9469" y="2659"/>
                  </a:cubicBezTo>
                  <a:cubicBezTo>
                    <a:pt x="9469" y="2659"/>
                    <a:pt x="9720" y="1236"/>
                    <a:pt x="7644" y="332"/>
                  </a:cubicBezTo>
                  <a:cubicBezTo>
                    <a:pt x="7103" y="90"/>
                    <a:pt x="6634" y="1"/>
                    <a:pt x="62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0" name="Google Shape;12800;p50"/>
            <p:cNvSpPr/>
            <p:nvPr/>
          </p:nvSpPr>
          <p:spPr>
            <a:xfrm>
              <a:off x="1701481" y="1133615"/>
              <a:ext cx="694573" cy="453779"/>
            </a:xfrm>
            <a:custGeom>
              <a:avLst/>
              <a:gdLst/>
              <a:ahLst/>
              <a:cxnLst/>
              <a:rect l="l" t="t" r="r" b="b"/>
              <a:pathLst>
                <a:path w="9516" h="6217" extrusionOk="0">
                  <a:moveTo>
                    <a:pt x="5197" y="0"/>
                  </a:moveTo>
                  <a:cubicBezTo>
                    <a:pt x="4728" y="201"/>
                    <a:pt x="4477" y="503"/>
                    <a:pt x="4477" y="503"/>
                  </a:cubicBezTo>
                  <a:lnTo>
                    <a:pt x="4410" y="503"/>
                  </a:lnTo>
                  <a:cubicBezTo>
                    <a:pt x="4745" y="854"/>
                    <a:pt x="4946" y="1273"/>
                    <a:pt x="4946" y="1708"/>
                  </a:cubicBezTo>
                  <a:cubicBezTo>
                    <a:pt x="4946" y="2896"/>
                    <a:pt x="3523" y="3884"/>
                    <a:pt x="1749" y="3884"/>
                  </a:cubicBezTo>
                  <a:cubicBezTo>
                    <a:pt x="1163" y="3884"/>
                    <a:pt x="627" y="3783"/>
                    <a:pt x="158" y="3599"/>
                  </a:cubicBezTo>
                  <a:lnTo>
                    <a:pt x="158" y="3599"/>
                  </a:lnTo>
                  <a:cubicBezTo>
                    <a:pt x="1" y="5083"/>
                    <a:pt x="924" y="6216"/>
                    <a:pt x="2243" y="6216"/>
                  </a:cubicBezTo>
                  <a:cubicBezTo>
                    <a:pt x="2605" y="6216"/>
                    <a:pt x="2998" y="6130"/>
                    <a:pt x="3406" y="5943"/>
                  </a:cubicBezTo>
                  <a:lnTo>
                    <a:pt x="7322" y="5491"/>
                  </a:lnTo>
                  <a:cubicBezTo>
                    <a:pt x="7551" y="5552"/>
                    <a:pt x="7772" y="5580"/>
                    <a:pt x="7983" y="5580"/>
                  </a:cubicBezTo>
                  <a:cubicBezTo>
                    <a:pt x="8576" y="5580"/>
                    <a:pt x="9096" y="5360"/>
                    <a:pt x="9515" y="5039"/>
                  </a:cubicBezTo>
                  <a:lnTo>
                    <a:pt x="9515" y="5039"/>
                  </a:lnTo>
                  <a:cubicBezTo>
                    <a:pt x="9476" y="5042"/>
                    <a:pt x="9439" y="5043"/>
                    <a:pt x="9403" y="5043"/>
                  </a:cubicBezTo>
                  <a:cubicBezTo>
                    <a:pt x="9226" y="5043"/>
                    <a:pt x="9091" y="5008"/>
                    <a:pt x="8980" y="4938"/>
                  </a:cubicBezTo>
                  <a:cubicBezTo>
                    <a:pt x="8427" y="4620"/>
                    <a:pt x="8427" y="3767"/>
                    <a:pt x="8980" y="3013"/>
                  </a:cubicBezTo>
                  <a:cubicBezTo>
                    <a:pt x="9113" y="2796"/>
                    <a:pt x="9314" y="2628"/>
                    <a:pt x="9482" y="2478"/>
                  </a:cubicBezTo>
                  <a:lnTo>
                    <a:pt x="9348" y="2478"/>
                  </a:lnTo>
                  <a:cubicBezTo>
                    <a:pt x="9348" y="2478"/>
                    <a:pt x="9381" y="2294"/>
                    <a:pt x="9331" y="2009"/>
                  </a:cubicBezTo>
                  <a:cubicBezTo>
                    <a:pt x="9281" y="2110"/>
                    <a:pt x="9247" y="2210"/>
                    <a:pt x="9164" y="2310"/>
                  </a:cubicBezTo>
                  <a:cubicBezTo>
                    <a:pt x="8946" y="2562"/>
                    <a:pt x="8610" y="2684"/>
                    <a:pt x="8220" y="2684"/>
                  </a:cubicBezTo>
                  <a:cubicBezTo>
                    <a:pt x="7648" y="2684"/>
                    <a:pt x="6958" y="2423"/>
                    <a:pt x="6352" y="1925"/>
                  </a:cubicBezTo>
                  <a:cubicBezTo>
                    <a:pt x="5649" y="1356"/>
                    <a:pt x="5230" y="603"/>
                    <a:pt x="519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1" name="Google Shape;12801;p50"/>
            <p:cNvSpPr/>
            <p:nvPr/>
          </p:nvSpPr>
          <p:spPr>
            <a:xfrm>
              <a:off x="1870308" y="1397549"/>
              <a:ext cx="423123" cy="341593"/>
            </a:xfrm>
            <a:custGeom>
              <a:avLst/>
              <a:gdLst/>
              <a:ahLst/>
              <a:cxnLst/>
              <a:rect l="l" t="t" r="r" b="b"/>
              <a:pathLst>
                <a:path w="5797" h="4680" extrusionOk="0">
                  <a:moveTo>
                    <a:pt x="4608" y="0"/>
                  </a:moveTo>
                  <a:cubicBezTo>
                    <a:pt x="2783" y="17"/>
                    <a:pt x="306" y="1624"/>
                    <a:pt x="139" y="2594"/>
                  </a:cubicBezTo>
                  <a:cubicBezTo>
                    <a:pt x="1" y="3381"/>
                    <a:pt x="693" y="4680"/>
                    <a:pt x="1813" y="4680"/>
                  </a:cubicBezTo>
                  <a:cubicBezTo>
                    <a:pt x="2051" y="4680"/>
                    <a:pt x="2309" y="4621"/>
                    <a:pt x="2582" y="4486"/>
                  </a:cubicBezTo>
                  <a:cubicBezTo>
                    <a:pt x="3168" y="4201"/>
                    <a:pt x="5445" y="1942"/>
                    <a:pt x="5712" y="770"/>
                  </a:cubicBezTo>
                  <a:cubicBezTo>
                    <a:pt x="5796" y="352"/>
                    <a:pt x="5461" y="0"/>
                    <a:pt x="4608" y="0"/>
                  </a:cubicBezTo>
                  <a:close/>
                </a:path>
              </a:pathLst>
            </a:custGeom>
            <a:solidFill>
              <a:srgbClr val="934D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2" name="Google Shape;12802;p50"/>
            <p:cNvSpPr/>
            <p:nvPr/>
          </p:nvSpPr>
          <p:spPr>
            <a:xfrm>
              <a:off x="2152855" y="1847099"/>
              <a:ext cx="292033" cy="634210"/>
            </a:xfrm>
            <a:custGeom>
              <a:avLst/>
              <a:gdLst/>
              <a:ahLst/>
              <a:cxnLst/>
              <a:rect l="l" t="t" r="r" b="b"/>
              <a:pathLst>
                <a:path w="4001" h="8689" extrusionOk="0">
                  <a:moveTo>
                    <a:pt x="502" y="1"/>
                  </a:moveTo>
                  <a:cubicBezTo>
                    <a:pt x="502" y="1"/>
                    <a:pt x="0" y="4554"/>
                    <a:pt x="218" y="5140"/>
                  </a:cubicBezTo>
                  <a:cubicBezTo>
                    <a:pt x="419" y="5725"/>
                    <a:pt x="2595" y="8688"/>
                    <a:pt x="2595" y="8688"/>
                  </a:cubicBezTo>
                  <a:lnTo>
                    <a:pt x="4001" y="7399"/>
                  </a:lnTo>
                  <a:cubicBezTo>
                    <a:pt x="4001" y="7399"/>
                    <a:pt x="1841" y="2579"/>
                    <a:pt x="5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3" name="Google Shape;12803;p50"/>
            <p:cNvSpPr/>
            <p:nvPr/>
          </p:nvSpPr>
          <p:spPr>
            <a:xfrm>
              <a:off x="2152855" y="1845931"/>
              <a:ext cx="217510" cy="634137"/>
            </a:xfrm>
            <a:custGeom>
              <a:avLst/>
              <a:gdLst/>
              <a:ahLst/>
              <a:cxnLst/>
              <a:rect l="l" t="t" r="r" b="b"/>
              <a:pathLst>
                <a:path w="2980" h="8688" extrusionOk="0">
                  <a:moveTo>
                    <a:pt x="502" y="0"/>
                  </a:moveTo>
                  <a:cubicBezTo>
                    <a:pt x="502" y="0"/>
                    <a:pt x="0" y="4553"/>
                    <a:pt x="218" y="5122"/>
                  </a:cubicBezTo>
                  <a:cubicBezTo>
                    <a:pt x="419" y="5708"/>
                    <a:pt x="2595" y="8687"/>
                    <a:pt x="2595" y="8687"/>
                  </a:cubicBezTo>
                  <a:lnTo>
                    <a:pt x="2980" y="8336"/>
                  </a:lnTo>
                  <a:cubicBezTo>
                    <a:pt x="2544" y="7700"/>
                    <a:pt x="2126" y="6645"/>
                    <a:pt x="1841" y="5407"/>
                  </a:cubicBezTo>
                  <a:cubicBezTo>
                    <a:pt x="1574" y="4168"/>
                    <a:pt x="1507" y="3046"/>
                    <a:pt x="1624" y="2243"/>
                  </a:cubicBezTo>
                  <a:cubicBezTo>
                    <a:pt x="1222" y="1423"/>
                    <a:pt x="837" y="653"/>
                    <a:pt x="50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4" name="Google Shape;12804;p50"/>
            <p:cNvSpPr/>
            <p:nvPr/>
          </p:nvSpPr>
          <p:spPr>
            <a:xfrm>
              <a:off x="1480903" y="1804034"/>
              <a:ext cx="562023" cy="186124"/>
            </a:xfrm>
            <a:custGeom>
              <a:avLst/>
              <a:gdLst/>
              <a:ahLst/>
              <a:cxnLst/>
              <a:rect l="l" t="t" r="r" b="b"/>
              <a:pathLst>
                <a:path w="7700" h="2550" extrusionOk="0">
                  <a:moveTo>
                    <a:pt x="5692" y="0"/>
                  </a:moveTo>
                  <a:cubicBezTo>
                    <a:pt x="2878" y="0"/>
                    <a:pt x="0" y="775"/>
                    <a:pt x="0" y="775"/>
                  </a:cubicBezTo>
                  <a:lnTo>
                    <a:pt x="485" y="2499"/>
                  </a:lnTo>
                  <a:cubicBezTo>
                    <a:pt x="485" y="2499"/>
                    <a:pt x="2001" y="2394"/>
                    <a:pt x="3651" y="2394"/>
                  </a:cubicBezTo>
                  <a:cubicBezTo>
                    <a:pt x="4631" y="2394"/>
                    <a:pt x="5659" y="2431"/>
                    <a:pt x="6444" y="2549"/>
                  </a:cubicBezTo>
                  <a:cubicBezTo>
                    <a:pt x="6444" y="2549"/>
                    <a:pt x="7700" y="139"/>
                    <a:pt x="7080" y="72"/>
                  </a:cubicBezTo>
                  <a:cubicBezTo>
                    <a:pt x="6628" y="22"/>
                    <a:pt x="6161" y="0"/>
                    <a:pt x="56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5" name="Google Shape;12805;p50"/>
            <p:cNvSpPr/>
            <p:nvPr/>
          </p:nvSpPr>
          <p:spPr>
            <a:xfrm>
              <a:off x="1491852" y="1805567"/>
              <a:ext cx="551075" cy="195540"/>
            </a:xfrm>
            <a:custGeom>
              <a:avLst/>
              <a:gdLst/>
              <a:ahLst/>
              <a:cxnLst/>
              <a:rect l="l" t="t" r="r" b="b"/>
              <a:pathLst>
                <a:path w="7550" h="2679" extrusionOk="0">
                  <a:moveTo>
                    <a:pt x="5541" y="1"/>
                  </a:moveTo>
                  <a:cubicBezTo>
                    <a:pt x="5524" y="469"/>
                    <a:pt x="3834" y="988"/>
                    <a:pt x="1691" y="1172"/>
                  </a:cubicBezTo>
                  <a:cubicBezTo>
                    <a:pt x="1250" y="1197"/>
                    <a:pt x="827" y="1212"/>
                    <a:pt x="428" y="1212"/>
                  </a:cubicBezTo>
                  <a:cubicBezTo>
                    <a:pt x="282" y="1212"/>
                    <a:pt x="140" y="1210"/>
                    <a:pt x="1" y="1206"/>
                  </a:cubicBezTo>
                  <a:lnTo>
                    <a:pt x="1" y="1206"/>
                  </a:lnTo>
                  <a:lnTo>
                    <a:pt x="352" y="2478"/>
                  </a:lnTo>
                  <a:cubicBezTo>
                    <a:pt x="352" y="2478"/>
                    <a:pt x="1036" y="2457"/>
                    <a:pt x="1985" y="2457"/>
                  </a:cubicBezTo>
                  <a:cubicBezTo>
                    <a:pt x="3272" y="2457"/>
                    <a:pt x="5047" y="2496"/>
                    <a:pt x="6261" y="2679"/>
                  </a:cubicBezTo>
                  <a:cubicBezTo>
                    <a:pt x="6261" y="2662"/>
                    <a:pt x="7550" y="118"/>
                    <a:pt x="6947" y="51"/>
                  </a:cubicBezTo>
                  <a:cubicBezTo>
                    <a:pt x="6495" y="17"/>
                    <a:pt x="6010" y="1"/>
                    <a:pt x="5541"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6" name="Google Shape;12806;p50"/>
            <p:cNvSpPr/>
            <p:nvPr/>
          </p:nvSpPr>
          <p:spPr>
            <a:xfrm>
              <a:off x="1578637" y="1808413"/>
              <a:ext cx="1010401" cy="2196415"/>
            </a:xfrm>
            <a:custGeom>
              <a:avLst/>
              <a:gdLst/>
              <a:ahLst/>
              <a:cxnLst/>
              <a:rect l="l" t="t" r="r" b="b"/>
              <a:pathLst>
                <a:path w="13843" h="30092" extrusionOk="0">
                  <a:moveTo>
                    <a:pt x="5631" y="0"/>
                  </a:moveTo>
                  <a:cubicBezTo>
                    <a:pt x="4335" y="0"/>
                    <a:pt x="4053" y="3755"/>
                    <a:pt x="2561" y="8281"/>
                  </a:cubicBezTo>
                  <a:cubicBezTo>
                    <a:pt x="0" y="15880"/>
                    <a:pt x="3549" y="30091"/>
                    <a:pt x="3549" y="30091"/>
                  </a:cubicBezTo>
                  <a:lnTo>
                    <a:pt x="3766" y="30091"/>
                  </a:lnTo>
                  <a:lnTo>
                    <a:pt x="5842" y="16165"/>
                  </a:lnTo>
                  <a:lnTo>
                    <a:pt x="6110" y="16198"/>
                  </a:lnTo>
                  <a:lnTo>
                    <a:pt x="13558" y="29940"/>
                  </a:lnTo>
                  <a:lnTo>
                    <a:pt x="13843" y="29940"/>
                  </a:lnTo>
                  <a:cubicBezTo>
                    <a:pt x="13843" y="29940"/>
                    <a:pt x="9123" y="10792"/>
                    <a:pt x="8738" y="8448"/>
                  </a:cubicBezTo>
                  <a:cubicBezTo>
                    <a:pt x="8336" y="6105"/>
                    <a:pt x="8487" y="765"/>
                    <a:pt x="8487" y="765"/>
                  </a:cubicBezTo>
                  <a:lnTo>
                    <a:pt x="5758" y="12"/>
                  </a:lnTo>
                  <a:cubicBezTo>
                    <a:pt x="5715" y="4"/>
                    <a:pt x="5672" y="0"/>
                    <a:pt x="56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7" name="Google Shape;12807;p50"/>
            <p:cNvSpPr/>
            <p:nvPr/>
          </p:nvSpPr>
          <p:spPr>
            <a:xfrm>
              <a:off x="1571265" y="1808413"/>
              <a:ext cx="647640" cy="2193933"/>
            </a:xfrm>
            <a:custGeom>
              <a:avLst/>
              <a:gdLst/>
              <a:ahLst/>
              <a:cxnLst/>
              <a:rect l="l" t="t" r="r" b="b"/>
              <a:pathLst>
                <a:path w="8873" h="30058" extrusionOk="0">
                  <a:moveTo>
                    <a:pt x="5749" y="0"/>
                  </a:moveTo>
                  <a:cubicBezTo>
                    <a:pt x="4455" y="0"/>
                    <a:pt x="3953" y="3739"/>
                    <a:pt x="2445" y="8264"/>
                  </a:cubicBezTo>
                  <a:cubicBezTo>
                    <a:pt x="1" y="15596"/>
                    <a:pt x="3449" y="29154"/>
                    <a:pt x="3666" y="30058"/>
                  </a:cubicBezTo>
                  <a:cubicBezTo>
                    <a:pt x="3231" y="27597"/>
                    <a:pt x="1892" y="16734"/>
                    <a:pt x="2478" y="12281"/>
                  </a:cubicBezTo>
                  <a:cubicBezTo>
                    <a:pt x="2980" y="8415"/>
                    <a:pt x="4001" y="6958"/>
                    <a:pt x="6027" y="6958"/>
                  </a:cubicBezTo>
                  <a:cubicBezTo>
                    <a:pt x="7182" y="6958"/>
                    <a:pt x="8203" y="7594"/>
                    <a:pt x="8872" y="8582"/>
                  </a:cubicBezTo>
                  <a:cubicBezTo>
                    <a:pt x="8872" y="8532"/>
                    <a:pt x="8855" y="8498"/>
                    <a:pt x="8855" y="8448"/>
                  </a:cubicBezTo>
                  <a:cubicBezTo>
                    <a:pt x="8454" y="6105"/>
                    <a:pt x="8604" y="765"/>
                    <a:pt x="8604" y="765"/>
                  </a:cubicBezTo>
                  <a:lnTo>
                    <a:pt x="5876" y="12"/>
                  </a:lnTo>
                  <a:cubicBezTo>
                    <a:pt x="5833" y="4"/>
                    <a:pt x="5790" y="0"/>
                    <a:pt x="5749"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8" name="Google Shape;12808;p50"/>
            <p:cNvSpPr/>
            <p:nvPr/>
          </p:nvSpPr>
          <p:spPr>
            <a:xfrm>
              <a:off x="1986655" y="2943054"/>
              <a:ext cx="593847" cy="1052005"/>
            </a:xfrm>
            <a:custGeom>
              <a:avLst/>
              <a:gdLst/>
              <a:ahLst/>
              <a:cxnLst/>
              <a:rect l="l" t="t" r="r" b="b"/>
              <a:pathLst>
                <a:path w="8136" h="14413" extrusionOk="0">
                  <a:moveTo>
                    <a:pt x="972" y="0"/>
                  </a:moveTo>
                  <a:cubicBezTo>
                    <a:pt x="754" y="34"/>
                    <a:pt x="553" y="51"/>
                    <a:pt x="336" y="51"/>
                  </a:cubicBezTo>
                  <a:cubicBezTo>
                    <a:pt x="235" y="51"/>
                    <a:pt x="101" y="51"/>
                    <a:pt x="1" y="34"/>
                  </a:cubicBezTo>
                  <a:lnTo>
                    <a:pt x="1" y="34"/>
                  </a:lnTo>
                  <a:lnTo>
                    <a:pt x="68" y="1975"/>
                  </a:lnTo>
                  <a:lnTo>
                    <a:pt x="269" y="620"/>
                  </a:lnTo>
                  <a:lnTo>
                    <a:pt x="553" y="670"/>
                  </a:lnTo>
                  <a:lnTo>
                    <a:pt x="8002" y="14412"/>
                  </a:lnTo>
                  <a:lnTo>
                    <a:pt x="8136" y="14412"/>
                  </a:lnTo>
                  <a:lnTo>
                    <a:pt x="972" y="0"/>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9" name="Google Shape;12809;p50"/>
            <p:cNvSpPr/>
            <p:nvPr/>
          </p:nvSpPr>
          <p:spPr>
            <a:xfrm>
              <a:off x="1896293" y="1820238"/>
              <a:ext cx="394657" cy="484873"/>
            </a:xfrm>
            <a:custGeom>
              <a:avLst/>
              <a:gdLst/>
              <a:ahLst/>
              <a:cxnLst/>
              <a:rect l="l" t="t" r="r" b="b"/>
              <a:pathLst>
                <a:path w="5407" h="6643" extrusionOk="0">
                  <a:moveTo>
                    <a:pt x="1456" y="1"/>
                  </a:moveTo>
                  <a:lnTo>
                    <a:pt x="0" y="5943"/>
                  </a:lnTo>
                  <a:cubicBezTo>
                    <a:pt x="1425" y="6497"/>
                    <a:pt x="2712" y="6643"/>
                    <a:pt x="3672" y="6643"/>
                  </a:cubicBezTo>
                  <a:cubicBezTo>
                    <a:pt x="4742" y="6643"/>
                    <a:pt x="5407" y="6462"/>
                    <a:pt x="5407" y="6462"/>
                  </a:cubicBezTo>
                  <a:lnTo>
                    <a:pt x="4017" y="369"/>
                  </a:lnTo>
                  <a:lnTo>
                    <a:pt x="14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0" name="Google Shape;12810;p50"/>
            <p:cNvSpPr/>
            <p:nvPr/>
          </p:nvSpPr>
          <p:spPr>
            <a:xfrm>
              <a:off x="1967094" y="1809216"/>
              <a:ext cx="226123" cy="102697"/>
            </a:xfrm>
            <a:custGeom>
              <a:avLst/>
              <a:gdLst/>
              <a:ahLst/>
              <a:cxnLst/>
              <a:rect l="l" t="t" r="r" b="b"/>
              <a:pathLst>
                <a:path w="3098" h="1407" extrusionOk="0">
                  <a:moveTo>
                    <a:pt x="436" y="1"/>
                  </a:moveTo>
                  <a:lnTo>
                    <a:pt x="1" y="1156"/>
                  </a:lnTo>
                  <a:cubicBezTo>
                    <a:pt x="336" y="1307"/>
                    <a:pt x="905" y="1407"/>
                    <a:pt x="1340" y="1407"/>
                  </a:cubicBezTo>
                  <a:cubicBezTo>
                    <a:pt x="2093" y="1407"/>
                    <a:pt x="2729" y="1139"/>
                    <a:pt x="3098" y="737"/>
                  </a:cubicBezTo>
                  <a:lnTo>
                    <a:pt x="3047" y="520"/>
                  </a:lnTo>
                  <a:lnTo>
                    <a:pt x="4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1" name="Google Shape;12811;p50"/>
            <p:cNvSpPr/>
            <p:nvPr/>
          </p:nvSpPr>
          <p:spPr>
            <a:xfrm>
              <a:off x="2015998" y="1539224"/>
              <a:ext cx="154009" cy="324660"/>
            </a:xfrm>
            <a:custGeom>
              <a:avLst/>
              <a:gdLst/>
              <a:ahLst/>
              <a:cxnLst/>
              <a:rect l="l" t="t" r="r" b="b"/>
              <a:pathLst>
                <a:path w="2110" h="4448" extrusionOk="0">
                  <a:moveTo>
                    <a:pt x="1022" y="1"/>
                  </a:moveTo>
                  <a:cubicBezTo>
                    <a:pt x="1022" y="1"/>
                    <a:pt x="369" y="1741"/>
                    <a:pt x="1" y="3817"/>
                  </a:cubicBezTo>
                  <a:cubicBezTo>
                    <a:pt x="257" y="4258"/>
                    <a:pt x="708" y="4448"/>
                    <a:pt x="1192" y="4448"/>
                  </a:cubicBezTo>
                  <a:cubicBezTo>
                    <a:pt x="1498" y="4448"/>
                    <a:pt x="1818" y="4372"/>
                    <a:pt x="2110" y="4236"/>
                  </a:cubicBezTo>
                  <a:cubicBezTo>
                    <a:pt x="1942" y="2947"/>
                    <a:pt x="1875" y="1842"/>
                    <a:pt x="2043" y="1239"/>
                  </a:cubicBezTo>
                  <a:lnTo>
                    <a:pt x="1022" y="1"/>
                  </a:ln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2" name="Google Shape;12812;p50"/>
            <p:cNvSpPr/>
            <p:nvPr/>
          </p:nvSpPr>
          <p:spPr>
            <a:xfrm>
              <a:off x="1450320" y="1822574"/>
              <a:ext cx="180869" cy="171526"/>
            </a:xfrm>
            <a:custGeom>
              <a:avLst/>
              <a:gdLst/>
              <a:ahLst/>
              <a:cxnLst/>
              <a:rect l="l" t="t" r="r" b="b"/>
              <a:pathLst>
                <a:path w="2478" h="2350" extrusionOk="0">
                  <a:moveTo>
                    <a:pt x="962" y="1"/>
                  </a:moveTo>
                  <a:cubicBezTo>
                    <a:pt x="669" y="1"/>
                    <a:pt x="160" y="168"/>
                    <a:pt x="1" y="805"/>
                  </a:cubicBezTo>
                  <a:lnTo>
                    <a:pt x="637" y="2245"/>
                  </a:lnTo>
                  <a:cubicBezTo>
                    <a:pt x="771" y="2329"/>
                    <a:pt x="1022" y="2350"/>
                    <a:pt x="1239" y="2350"/>
                  </a:cubicBezTo>
                  <a:cubicBezTo>
                    <a:pt x="1457" y="2350"/>
                    <a:pt x="1641" y="2329"/>
                    <a:pt x="1641" y="2329"/>
                  </a:cubicBezTo>
                  <a:cubicBezTo>
                    <a:pt x="2478" y="923"/>
                    <a:pt x="1474" y="52"/>
                    <a:pt x="1005" y="2"/>
                  </a:cubicBezTo>
                  <a:cubicBezTo>
                    <a:pt x="991" y="1"/>
                    <a:pt x="977" y="1"/>
                    <a:pt x="9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3" name="Google Shape;12813;p50"/>
            <p:cNvSpPr/>
            <p:nvPr/>
          </p:nvSpPr>
          <p:spPr>
            <a:xfrm>
              <a:off x="1280471" y="1858777"/>
              <a:ext cx="261742" cy="529615"/>
            </a:xfrm>
            <a:custGeom>
              <a:avLst/>
              <a:gdLst/>
              <a:ahLst/>
              <a:cxnLst/>
              <a:rect l="l" t="t" r="r" b="b"/>
              <a:pathLst>
                <a:path w="3586" h="7256" extrusionOk="0">
                  <a:moveTo>
                    <a:pt x="2896" y="0"/>
                  </a:moveTo>
                  <a:cubicBezTo>
                    <a:pt x="2823" y="0"/>
                    <a:pt x="2740" y="18"/>
                    <a:pt x="2646" y="58"/>
                  </a:cubicBezTo>
                  <a:cubicBezTo>
                    <a:pt x="704" y="879"/>
                    <a:pt x="1" y="7105"/>
                    <a:pt x="1" y="7105"/>
                  </a:cubicBezTo>
                  <a:lnTo>
                    <a:pt x="269" y="7256"/>
                  </a:lnTo>
                  <a:cubicBezTo>
                    <a:pt x="620" y="6051"/>
                    <a:pt x="3231" y="1632"/>
                    <a:pt x="3231" y="1632"/>
                  </a:cubicBezTo>
                  <a:cubicBezTo>
                    <a:pt x="3368" y="1617"/>
                    <a:pt x="3586" y="0"/>
                    <a:pt x="2896"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4" name="Google Shape;12814;p50"/>
            <p:cNvSpPr/>
            <p:nvPr/>
          </p:nvSpPr>
          <p:spPr>
            <a:xfrm>
              <a:off x="1281711" y="1881331"/>
              <a:ext cx="256633" cy="507062"/>
            </a:xfrm>
            <a:custGeom>
              <a:avLst/>
              <a:gdLst/>
              <a:ahLst/>
              <a:cxnLst/>
              <a:rect l="l" t="t" r="r" b="b"/>
              <a:pathLst>
                <a:path w="3516" h="6947" extrusionOk="0">
                  <a:moveTo>
                    <a:pt x="3281" y="0"/>
                  </a:moveTo>
                  <a:cubicBezTo>
                    <a:pt x="1541" y="787"/>
                    <a:pt x="252" y="5591"/>
                    <a:pt x="1" y="6780"/>
                  </a:cubicBezTo>
                  <a:lnTo>
                    <a:pt x="252" y="6947"/>
                  </a:lnTo>
                  <a:cubicBezTo>
                    <a:pt x="603" y="5742"/>
                    <a:pt x="3298" y="1440"/>
                    <a:pt x="3298" y="1440"/>
                  </a:cubicBezTo>
                  <a:cubicBezTo>
                    <a:pt x="3399" y="1423"/>
                    <a:pt x="3516" y="503"/>
                    <a:pt x="3281"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5" name="Google Shape;12815;p50"/>
            <p:cNvSpPr/>
            <p:nvPr/>
          </p:nvSpPr>
          <p:spPr>
            <a:xfrm>
              <a:off x="2041690" y="1413826"/>
              <a:ext cx="262691" cy="357651"/>
            </a:xfrm>
            <a:custGeom>
              <a:avLst/>
              <a:gdLst/>
              <a:ahLst/>
              <a:cxnLst/>
              <a:rect l="l" t="t" r="r" b="b"/>
              <a:pathLst>
                <a:path w="3599" h="4900" extrusionOk="0">
                  <a:moveTo>
                    <a:pt x="2537" y="0"/>
                  </a:moveTo>
                  <a:cubicBezTo>
                    <a:pt x="1752" y="0"/>
                    <a:pt x="707" y="616"/>
                    <a:pt x="519" y="1317"/>
                  </a:cubicBezTo>
                  <a:cubicBezTo>
                    <a:pt x="0" y="3292"/>
                    <a:pt x="552" y="4313"/>
                    <a:pt x="2109" y="4899"/>
                  </a:cubicBezTo>
                  <a:cubicBezTo>
                    <a:pt x="2109" y="4899"/>
                    <a:pt x="3599" y="3075"/>
                    <a:pt x="3431" y="781"/>
                  </a:cubicBezTo>
                  <a:cubicBezTo>
                    <a:pt x="3387" y="222"/>
                    <a:pt x="3009" y="0"/>
                    <a:pt x="2537"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6" name="Google Shape;12816;p50"/>
            <p:cNvSpPr/>
            <p:nvPr/>
          </p:nvSpPr>
          <p:spPr>
            <a:xfrm>
              <a:off x="1159525" y="2381025"/>
              <a:ext cx="2025764" cy="375169"/>
            </a:xfrm>
            <a:custGeom>
              <a:avLst/>
              <a:gdLst/>
              <a:ahLst/>
              <a:cxnLst/>
              <a:rect l="l" t="t" r="r" b="b"/>
              <a:pathLst>
                <a:path w="27754" h="5140" extrusionOk="0">
                  <a:moveTo>
                    <a:pt x="51" y="1"/>
                  </a:moveTo>
                  <a:lnTo>
                    <a:pt x="1" y="486"/>
                  </a:lnTo>
                  <a:lnTo>
                    <a:pt x="27720" y="5139"/>
                  </a:lnTo>
                  <a:lnTo>
                    <a:pt x="27753" y="4871"/>
                  </a:lnTo>
                  <a:lnTo>
                    <a:pt x="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7" name="Google Shape;12817;p50"/>
            <p:cNvSpPr/>
            <p:nvPr/>
          </p:nvSpPr>
          <p:spPr>
            <a:xfrm>
              <a:off x="2945753" y="2556933"/>
              <a:ext cx="1240173" cy="413050"/>
            </a:xfrm>
            <a:custGeom>
              <a:avLst/>
              <a:gdLst/>
              <a:ahLst/>
              <a:cxnLst/>
              <a:rect l="l" t="t" r="r" b="b"/>
              <a:pathLst>
                <a:path w="16991" h="5659" extrusionOk="0">
                  <a:moveTo>
                    <a:pt x="1" y="1"/>
                  </a:moveTo>
                  <a:lnTo>
                    <a:pt x="5625" y="5223"/>
                  </a:lnTo>
                  <a:lnTo>
                    <a:pt x="16990" y="5659"/>
                  </a:lnTo>
                  <a:lnTo>
                    <a:pt x="11266" y="838"/>
                  </a:ln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8" name="Google Shape;12818;p50"/>
            <p:cNvSpPr/>
            <p:nvPr/>
          </p:nvSpPr>
          <p:spPr>
            <a:xfrm>
              <a:off x="3408806" y="2596056"/>
              <a:ext cx="259114" cy="354366"/>
            </a:xfrm>
            <a:custGeom>
              <a:avLst/>
              <a:gdLst/>
              <a:ahLst/>
              <a:cxnLst/>
              <a:rect l="l" t="t" r="r" b="b"/>
              <a:pathLst>
                <a:path w="3550" h="4855" extrusionOk="0">
                  <a:moveTo>
                    <a:pt x="770" y="1"/>
                  </a:moveTo>
                  <a:lnTo>
                    <a:pt x="0" y="4704"/>
                  </a:lnTo>
                  <a:lnTo>
                    <a:pt x="3549" y="4855"/>
                  </a:lnTo>
                  <a:lnTo>
                    <a:pt x="3549" y="185"/>
                  </a:lnTo>
                  <a:lnTo>
                    <a:pt x="770" y="1"/>
                  </a:ln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9" name="Google Shape;12819;p50"/>
            <p:cNvSpPr/>
            <p:nvPr/>
          </p:nvSpPr>
          <p:spPr>
            <a:xfrm>
              <a:off x="3151003" y="2579195"/>
              <a:ext cx="976241" cy="351885"/>
            </a:xfrm>
            <a:custGeom>
              <a:avLst/>
              <a:gdLst/>
              <a:ahLst/>
              <a:cxnLst/>
              <a:rect l="l" t="t" r="r" b="b"/>
              <a:pathLst>
                <a:path w="13375" h="4821" extrusionOk="0">
                  <a:moveTo>
                    <a:pt x="3223" y="0"/>
                  </a:moveTo>
                  <a:cubicBezTo>
                    <a:pt x="1542" y="0"/>
                    <a:pt x="376" y="342"/>
                    <a:pt x="235" y="985"/>
                  </a:cubicBezTo>
                  <a:cubicBezTo>
                    <a:pt x="1" y="2056"/>
                    <a:pt x="2696" y="3563"/>
                    <a:pt x="6261" y="4349"/>
                  </a:cubicBezTo>
                  <a:cubicBezTo>
                    <a:pt x="7701" y="4667"/>
                    <a:pt x="9062" y="4821"/>
                    <a:pt x="10188" y="4821"/>
                  </a:cubicBezTo>
                  <a:cubicBezTo>
                    <a:pt x="11850" y="4821"/>
                    <a:pt x="13001" y="4486"/>
                    <a:pt x="13140" y="3847"/>
                  </a:cubicBezTo>
                  <a:cubicBezTo>
                    <a:pt x="13375" y="2776"/>
                    <a:pt x="10680" y="1269"/>
                    <a:pt x="7115" y="466"/>
                  </a:cubicBezTo>
                  <a:cubicBezTo>
                    <a:pt x="5690" y="151"/>
                    <a:pt x="4342" y="0"/>
                    <a:pt x="32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0" name="Google Shape;12820;p50"/>
            <p:cNvSpPr/>
            <p:nvPr/>
          </p:nvSpPr>
          <p:spPr>
            <a:xfrm>
              <a:off x="2549924" y="3972879"/>
              <a:ext cx="157658" cy="51458"/>
            </a:xfrm>
            <a:custGeom>
              <a:avLst/>
              <a:gdLst/>
              <a:ahLst/>
              <a:cxnLst/>
              <a:rect l="l" t="t" r="r" b="b"/>
              <a:pathLst>
                <a:path w="2160" h="705" extrusionOk="0">
                  <a:moveTo>
                    <a:pt x="579" y="0"/>
                  </a:moveTo>
                  <a:cubicBezTo>
                    <a:pt x="532" y="0"/>
                    <a:pt x="490" y="6"/>
                    <a:pt x="452" y="19"/>
                  </a:cubicBezTo>
                  <a:cubicBezTo>
                    <a:pt x="0" y="153"/>
                    <a:pt x="251" y="705"/>
                    <a:pt x="251" y="705"/>
                  </a:cubicBezTo>
                  <a:lnTo>
                    <a:pt x="2160" y="705"/>
                  </a:lnTo>
                  <a:cubicBezTo>
                    <a:pt x="2160" y="705"/>
                    <a:pt x="1103" y="0"/>
                    <a:pt x="5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1" name="Google Shape;12821;p50"/>
            <p:cNvSpPr/>
            <p:nvPr/>
          </p:nvSpPr>
          <p:spPr>
            <a:xfrm>
              <a:off x="3203556" y="2597516"/>
              <a:ext cx="912740" cy="296777"/>
            </a:xfrm>
            <a:custGeom>
              <a:avLst/>
              <a:gdLst/>
              <a:ahLst/>
              <a:cxnLst/>
              <a:rect l="l" t="t" r="r" b="b"/>
              <a:pathLst>
                <a:path w="12505" h="4066" extrusionOk="0">
                  <a:moveTo>
                    <a:pt x="2541" y="1"/>
                  </a:moveTo>
                  <a:cubicBezTo>
                    <a:pt x="1738" y="1"/>
                    <a:pt x="1123" y="122"/>
                    <a:pt x="821" y="399"/>
                  </a:cubicBezTo>
                  <a:cubicBezTo>
                    <a:pt x="0" y="1152"/>
                    <a:pt x="1038" y="2642"/>
                    <a:pt x="3984" y="3228"/>
                  </a:cubicBezTo>
                  <a:cubicBezTo>
                    <a:pt x="6038" y="3627"/>
                    <a:pt x="8488" y="4065"/>
                    <a:pt x="10100" y="4065"/>
                  </a:cubicBezTo>
                  <a:cubicBezTo>
                    <a:pt x="10853" y="4065"/>
                    <a:pt x="11423" y="3970"/>
                    <a:pt x="11684" y="3730"/>
                  </a:cubicBezTo>
                  <a:cubicBezTo>
                    <a:pt x="12504" y="2977"/>
                    <a:pt x="10596" y="1721"/>
                    <a:pt x="7683" y="884"/>
                  </a:cubicBezTo>
                  <a:cubicBezTo>
                    <a:pt x="5844" y="356"/>
                    <a:pt x="3917" y="1"/>
                    <a:pt x="25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2" name="Google Shape;12822;p50"/>
            <p:cNvSpPr/>
            <p:nvPr/>
          </p:nvSpPr>
          <p:spPr>
            <a:xfrm>
              <a:off x="3220636" y="2606421"/>
              <a:ext cx="877267" cy="274004"/>
            </a:xfrm>
            <a:custGeom>
              <a:avLst/>
              <a:gdLst/>
              <a:ahLst/>
              <a:cxnLst/>
              <a:rect l="l" t="t" r="r" b="b"/>
              <a:pathLst>
                <a:path w="12019" h="3754" extrusionOk="0">
                  <a:moveTo>
                    <a:pt x="2302" y="1"/>
                  </a:moveTo>
                  <a:cubicBezTo>
                    <a:pt x="1590" y="1"/>
                    <a:pt x="1044" y="100"/>
                    <a:pt x="771" y="327"/>
                  </a:cubicBezTo>
                  <a:cubicBezTo>
                    <a:pt x="1" y="963"/>
                    <a:pt x="988" y="2336"/>
                    <a:pt x="3834" y="2888"/>
                  </a:cubicBezTo>
                  <a:cubicBezTo>
                    <a:pt x="5858" y="3300"/>
                    <a:pt x="8313" y="3754"/>
                    <a:pt x="9860" y="3754"/>
                  </a:cubicBezTo>
                  <a:cubicBezTo>
                    <a:pt x="10513" y="3754"/>
                    <a:pt x="11004" y="3673"/>
                    <a:pt x="11232" y="3474"/>
                  </a:cubicBezTo>
                  <a:cubicBezTo>
                    <a:pt x="12019" y="2838"/>
                    <a:pt x="10178" y="1666"/>
                    <a:pt x="7382" y="863"/>
                  </a:cubicBezTo>
                  <a:cubicBezTo>
                    <a:pt x="5560" y="350"/>
                    <a:pt x="3637" y="1"/>
                    <a:pt x="23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3" name="Google Shape;12823;p50"/>
            <p:cNvSpPr/>
            <p:nvPr/>
          </p:nvSpPr>
          <p:spPr>
            <a:xfrm>
              <a:off x="3180272" y="2618975"/>
              <a:ext cx="778365" cy="214518"/>
            </a:xfrm>
            <a:custGeom>
              <a:avLst/>
              <a:gdLst/>
              <a:ahLst/>
              <a:cxnLst/>
              <a:rect l="l" t="t" r="r" b="b"/>
              <a:pathLst>
                <a:path w="10664" h="2939" extrusionOk="0">
                  <a:moveTo>
                    <a:pt x="2898" y="1"/>
                  </a:moveTo>
                  <a:cubicBezTo>
                    <a:pt x="1" y="1"/>
                    <a:pt x="2045" y="1765"/>
                    <a:pt x="4655" y="2616"/>
                  </a:cubicBezTo>
                  <a:cubicBezTo>
                    <a:pt x="5337" y="2843"/>
                    <a:pt x="5927" y="2939"/>
                    <a:pt x="6391" y="2939"/>
                  </a:cubicBezTo>
                  <a:cubicBezTo>
                    <a:pt x="8011" y="2939"/>
                    <a:pt x="8095" y="1777"/>
                    <a:pt x="5207" y="1009"/>
                  </a:cubicBezTo>
                  <a:cubicBezTo>
                    <a:pt x="3960" y="676"/>
                    <a:pt x="4059" y="526"/>
                    <a:pt x="4774" y="526"/>
                  </a:cubicBezTo>
                  <a:cubicBezTo>
                    <a:pt x="5498" y="526"/>
                    <a:pt x="6856" y="681"/>
                    <a:pt x="8086" y="959"/>
                  </a:cubicBezTo>
                  <a:cubicBezTo>
                    <a:pt x="9341" y="1260"/>
                    <a:pt x="10597" y="2130"/>
                    <a:pt x="10597" y="2130"/>
                  </a:cubicBezTo>
                  <a:cubicBezTo>
                    <a:pt x="10597" y="2130"/>
                    <a:pt x="10664" y="1042"/>
                    <a:pt x="4973" y="189"/>
                  </a:cubicBezTo>
                  <a:cubicBezTo>
                    <a:pt x="4103" y="58"/>
                    <a:pt x="3420" y="1"/>
                    <a:pt x="28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4" name="Google Shape;12824;p50"/>
            <p:cNvSpPr/>
            <p:nvPr/>
          </p:nvSpPr>
          <p:spPr>
            <a:xfrm>
              <a:off x="3792445" y="2812400"/>
              <a:ext cx="233422" cy="50363"/>
            </a:xfrm>
            <a:custGeom>
              <a:avLst/>
              <a:gdLst/>
              <a:ahLst/>
              <a:cxnLst/>
              <a:rect l="l" t="t" r="r" b="b"/>
              <a:pathLst>
                <a:path w="3198" h="690" extrusionOk="0">
                  <a:moveTo>
                    <a:pt x="1031" y="1"/>
                  </a:moveTo>
                  <a:cubicBezTo>
                    <a:pt x="484" y="1"/>
                    <a:pt x="26" y="40"/>
                    <a:pt x="17" y="150"/>
                  </a:cubicBezTo>
                  <a:cubicBezTo>
                    <a:pt x="0" y="368"/>
                    <a:pt x="636" y="585"/>
                    <a:pt x="1457" y="669"/>
                  </a:cubicBezTo>
                  <a:cubicBezTo>
                    <a:pt x="1628" y="683"/>
                    <a:pt x="1792" y="689"/>
                    <a:pt x="1946" y="689"/>
                  </a:cubicBezTo>
                  <a:cubicBezTo>
                    <a:pt x="2528" y="689"/>
                    <a:pt x="2950" y="593"/>
                    <a:pt x="2963" y="434"/>
                  </a:cubicBezTo>
                  <a:cubicBezTo>
                    <a:pt x="2980" y="217"/>
                    <a:pt x="3197" y="133"/>
                    <a:pt x="2377" y="66"/>
                  </a:cubicBezTo>
                  <a:cubicBezTo>
                    <a:pt x="2004" y="28"/>
                    <a:pt x="1486" y="1"/>
                    <a:pt x="10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5" name="Google Shape;12825;p50"/>
            <p:cNvSpPr/>
            <p:nvPr/>
          </p:nvSpPr>
          <p:spPr>
            <a:xfrm>
              <a:off x="3880034" y="2774372"/>
              <a:ext cx="129119" cy="51239"/>
            </a:xfrm>
            <a:custGeom>
              <a:avLst/>
              <a:gdLst/>
              <a:ahLst/>
              <a:cxnLst/>
              <a:rect l="l" t="t" r="r" b="b"/>
              <a:pathLst>
                <a:path w="1769" h="702" extrusionOk="0">
                  <a:moveTo>
                    <a:pt x="370" y="0"/>
                  </a:moveTo>
                  <a:cubicBezTo>
                    <a:pt x="143" y="0"/>
                    <a:pt x="0" y="59"/>
                    <a:pt x="22" y="169"/>
                  </a:cubicBezTo>
                  <a:cubicBezTo>
                    <a:pt x="73" y="336"/>
                    <a:pt x="491" y="554"/>
                    <a:pt x="960" y="654"/>
                  </a:cubicBezTo>
                  <a:cubicBezTo>
                    <a:pt x="1113" y="687"/>
                    <a:pt x="1253" y="702"/>
                    <a:pt x="1372" y="702"/>
                  </a:cubicBezTo>
                  <a:cubicBezTo>
                    <a:pt x="1617" y="702"/>
                    <a:pt x="1769" y="638"/>
                    <a:pt x="1746" y="537"/>
                  </a:cubicBezTo>
                  <a:cubicBezTo>
                    <a:pt x="1696" y="370"/>
                    <a:pt x="1278" y="152"/>
                    <a:pt x="792" y="52"/>
                  </a:cubicBezTo>
                  <a:cubicBezTo>
                    <a:pt x="636" y="17"/>
                    <a:pt x="491" y="0"/>
                    <a:pt x="3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6" name="Google Shape;12826;p50"/>
            <p:cNvSpPr/>
            <p:nvPr/>
          </p:nvSpPr>
          <p:spPr>
            <a:xfrm>
              <a:off x="3704126" y="2680944"/>
              <a:ext cx="129995" cy="51823"/>
            </a:xfrm>
            <a:custGeom>
              <a:avLst/>
              <a:gdLst/>
              <a:ahLst/>
              <a:cxnLst/>
              <a:rect l="l" t="t" r="r" b="b"/>
              <a:pathLst>
                <a:path w="1781" h="710" extrusionOk="0">
                  <a:moveTo>
                    <a:pt x="376" y="0"/>
                  </a:moveTo>
                  <a:cubicBezTo>
                    <a:pt x="143" y="0"/>
                    <a:pt x="0" y="67"/>
                    <a:pt x="22" y="177"/>
                  </a:cubicBezTo>
                  <a:cubicBezTo>
                    <a:pt x="72" y="344"/>
                    <a:pt x="491" y="562"/>
                    <a:pt x="976" y="662"/>
                  </a:cubicBezTo>
                  <a:cubicBezTo>
                    <a:pt x="1132" y="694"/>
                    <a:pt x="1272" y="709"/>
                    <a:pt x="1389" y="709"/>
                  </a:cubicBezTo>
                  <a:cubicBezTo>
                    <a:pt x="1637" y="709"/>
                    <a:pt x="1780" y="642"/>
                    <a:pt x="1746" y="528"/>
                  </a:cubicBezTo>
                  <a:cubicBezTo>
                    <a:pt x="1696" y="361"/>
                    <a:pt x="1277" y="160"/>
                    <a:pt x="809" y="59"/>
                  </a:cubicBezTo>
                  <a:cubicBezTo>
                    <a:pt x="647" y="19"/>
                    <a:pt x="499" y="0"/>
                    <a:pt x="3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7" name="Google Shape;12827;p50"/>
            <p:cNvSpPr/>
            <p:nvPr/>
          </p:nvSpPr>
          <p:spPr>
            <a:xfrm>
              <a:off x="3383989" y="2627734"/>
              <a:ext cx="128681" cy="51604"/>
            </a:xfrm>
            <a:custGeom>
              <a:avLst/>
              <a:gdLst/>
              <a:ahLst/>
              <a:cxnLst/>
              <a:rect l="l" t="t" r="r" b="b"/>
              <a:pathLst>
                <a:path w="1763" h="707" extrusionOk="0">
                  <a:moveTo>
                    <a:pt x="370" y="0"/>
                  </a:moveTo>
                  <a:cubicBezTo>
                    <a:pt x="143" y="0"/>
                    <a:pt x="1" y="60"/>
                    <a:pt x="22" y="169"/>
                  </a:cubicBezTo>
                  <a:cubicBezTo>
                    <a:pt x="56" y="337"/>
                    <a:pt x="474" y="554"/>
                    <a:pt x="960" y="655"/>
                  </a:cubicBezTo>
                  <a:cubicBezTo>
                    <a:pt x="1128" y="689"/>
                    <a:pt x="1278" y="706"/>
                    <a:pt x="1401" y="706"/>
                  </a:cubicBezTo>
                  <a:cubicBezTo>
                    <a:pt x="1631" y="706"/>
                    <a:pt x="1763" y="647"/>
                    <a:pt x="1730" y="537"/>
                  </a:cubicBezTo>
                  <a:cubicBezTo>
                    <a:pt x="1696" y="370"/>
                    <a:pt x="1278" y="152"/>
                    <a:pt x="792" y="52"/>
                  </a:cubicBezTo>
                  <a:cubicBezTo>
                    <a:pt x="636" y="17"/>
                    <a:pt x="491" y="0"/>
                    <a:pt x="3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8" name="Google Shape;12828;p50"/>
            <p:cNvSpPr/>
            <p:nvPr/>
          </p:nvSpPr>
          <p:spPr>
            <a:xfrm>
              <a:off x="3449170" y="2743789"/>
              <a:ext cx="129557" cy="51312"/>
            </a:xfrm>
            <a:custGeom>
              <a:avLst/>
              <a:gdLst/>
              <a:ahLst/>
              <a:cxnLst/>
              <a:rect l="l" t="t" r="r" b="b"/>
              <a:pathLst>
                <a:path w="1775" h="703" extrusionOk="0">
                  <a:moveTo>
                    <a:pt x="377" y="1"/>
                  </a:moveTo>
                  <a:cubicBezTo>
                    <a:pt x="146" y="1"/>
                    <a:pt x="1" y="60"/>
                    <a:pt x="33" y="169"/>
                  </a:cubicBezTo>
                  <a:cubicBezTo>
                    <a:pt x="67" y="337"/>
                    <a:pt x="485" y="554"/>
                    <a:pt x="971" y="655"/>
                  </a:cubicBezTo>
                  <a:cubicBezTo>
                    <a:pt x="1129" y="688"/>
                    <a:pt x="1272" y="702"/>
                    <a:pt x="1390" y="702"/>
                  </a:cubicBezTo>
                  <a:cubicBezTo>
                    <a:pt x="1634" y="702"/>
                    <a:pt x="1774" y="639"/>
                    <a:pt x="1741" y="538"/>
                  </a:cubicBezTo>
                  <a:cubicBezTo>
                    <a:pt x="1707" y="370"/>
                    <a:pt x="1289" y="153"/>
                    <a:pt x="803" y="52"/>
                  </a:cubicBezTo>
                  <a:cubicBezTo>
                    <a:pt x="647" y="17"/>
                    <a:pt x="500" y="1"/>
                    <a:pt x="3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9" name="Google Shape;12829;p50"/>
            <p:cNvSpPr/>
            <p:nvPr/>
          </p:nvSpPr>
          <p:spPr>
            <a:xfrm>
              <a:off x="3579458" y="2707148"/>
              <a:ext cx="129119" cy="51604"/>
            </a:xfrm>
            <a:custGeom>
              <a:avLst/>
              <a:gdLst/>
              <a:ahLst/>
              <a:cxnLst/>
              <a:rect l="l" t="t" r="r" b="b"/>
              <a:pathLst>
                <a:path w="1769" h="707" extrusionOk="0">
                  <a:moveTo>
                    <a:pt x="371" y="0"/>
                  </a:moveTo>
                  <a:cubicBezTo>
                    <a:pt x="143" y="0"/>
                    <a:pt x="1" y="60"/>
                    <a:pt x="23" y="169"/>
                  </a:cubicBezTo>
                  <a:cubicBezTo>
                    <a:pt x="73" y="337"/>
                    <a:pt x="491" y="554"/>
                    <a:pt x="960" y="655"/>
                  </a:cubicBezTo>
                  <a:cubicBezTo>
                    <a:pt x="1128" y="689"/>
                    <a:pt x="1278" y="706"/>
                    <a:pt x="1401" y="706"/>
                  </a:cubicBezTo>
                  <a:cubicBezTo>
                    <a:pt x="1633" y="706"/>
                    <a:pt x="1769" y="647"/>
                    <a:pt x="1747" y="537"/>
                  </a:cubicBezTo>
                  <a:cubicBezTo>
                    <a:pt x="1696" y="370"/>
                    <a:pt x="1278" y="152"/>
                    <a:pt x="793" y="52"/>
                  </a:cubicBezTo>
                  <a:cubicBezTo>
                    <a:pt x="636" y="17"/>
                    <a:pt x="491" y="0"/>
                    <a:pt x="3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0" name="Google Shape;12830;p50"/>
            <p:cNvSpPr/>
            <p:nvPr/>
          </p:nvSpPr>
          <p:spPr>
            <a:xfrm>
              <a:off x="3025167" y="2695031"/>
              <a:ext cx="165030" cy="72114"/>
            </a:xfrm>
            <a:custGeom>
              <a:avLst/>
              <a:gdLst/>
              <a:ahLst/>
              <a:cxnLst/>
              <a:rect l="l" t="t" r="r" b="b"/>
              <a:pathLst>
                <a:path w="2261" h="988" extrusionOk="0">
                  <a:moveTo>
                    <a:pt x="1" y="0"/>
                  </a:moveTo>
                  <a:lnTo>
                    <a:pt x="319" y="720"/>
                  </a:lnTo>
                  <a:lnTo>
                    <a:pt x="2260" y="988"/>
                  </a:lnTo>
                  <a:lnTo>
                    <a:pt x="1507" y="285"/>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1" name="Google Shape;12831;p50"/>
            <p:cNvSpPr/>
            <p:nvPr/>
          </p:nvSpPr>
          <p:spPr>
            <a:xfrm>
              <a:off x="2003808" y="1410833"/>
              <a:ext cx="179628" cy="207876"/>
            </a:xfrm>
            <a:custGeom>
              <a:avLst/>
              <a:gdLst/>
              <a:ahLst/>
              <a:cxnLst/>
              <a:rect l="l" t="t" r="r" b="b"/>
              <a:pathLst>
                <a:path w="2461" h="2848" extrusionOk="0">
                  <a:moveTo>
                    <a:pt x="2390" y="0"/>
                  </a:moveTo>
                  <a:cubicBezTo>
                    <a:pt x="2144" y="0"/>
                    <a:pt x="1310" y="60"/>
                    <a:pt x="703" y="822"/>
                  </a:cubicBezTo>
                  <a:cubicBezTo>
                    <a:pt x="0" y="1726"/>
                    <a:pt x="603" y="2848"/>
                    <a:pt x="603" y="2848"/>
                  </a:cubicBezTo>
                  <a:cubicBezTo>
                    <a:pt x="2427" y="2078"/>
                    <a:pt x="1590" y="822"/>
                    <a:pt x="2461" y="2"/>
                  </a:cubicBezTo>
                  <a:cubicBezTo>
                    <a:pt x="2461" y="2"/>
                    <a:pt x="2435" y="0"/>
                    <a:pt x="2390" y="0"/>
                  </a:cubicBezTo>
                  <a:close/>
                </a:path>
              </a:pathLst>
            </a:custGeom>
            <a:solidFill>
              <a:srgbClr val="934D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2" name="Google Shape;12832;p50"/>
            <p:cNvSpPr/>
            <p:nvPr/>
          </p:nvSpPr>
          <p:spPr>
            <a:xfrm>
              <a:off x="2035559" y="1501342"/>
              <a:ext cx="70946" cy="117441"/>
            </a:xfrm>
            <a:custGeom>
              <a:avLst/>
              <a:gdLst/>
              <a:ahLst/>
              <a:cxnLst/>
              <a:rect l="l" t="t" r="r" b="b"/>
              <a:pathLst>
                <a:path w="972" h="1609" extrusionOk="0">
                  <a:moveTo>
                    <a:pt x="420" y="0"/>
                  </a:moveTo>
                  <a:cubicBezTo>
                    <a:pt x="414" y="0"/>
                    <a:pt x="408" y="0"/>
                    <a:pt x="402" y="1"/>
                  </a:cubicBezTo>
                  <a:cubicBezTo>
                    <a:pt x="168" y="18"/>
                    <a:pt x="0" y="386"/>
                    <a:pt x="67" y="854"/>
                  </a:cubicBezTo>
                  <a:cubicBezTo>
                    <a:pt x="100" y="1279"/>
                    <a:pt x="324" y="1608"/>
                    <a:pt x="568" y="1608"/>
                  </a:cubicBezTo>
                  <a:cubicBezTo>
                    <a:pt x="574" y="1608"/>
                    <a:pt x="580" y="1608"/>
                    <a:pt x="586" y="1608"/>
                  </a:cubicBezTo>
                  <a:cubicBezTo>
                    <a:pt x="821" y="1591"/>
                    <a:pt x="971" y="1206"/>
                    <a:pt x="921" y="754"/>
                  </a:cubicBezTo>
                  <a:cubicBezTo>
                    <a:pt x="888" y="329"/>
                    <a:pt x="664" y="0"/>
                    <a:pt x="420"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3" name="Google Shape;12833;p50"/>
            <p:cNvSpPr/>
            <p:nvPr/>
          </p:nvSpPr>
          <p:spPr>
            <a:xfrm>
              <a:off x="2051398" y="1527983"/>
              <a:ext cx="42845" cy="70216"/>
            </a:xfrm>
            <a:custGeom>
              <a:avLst/>
              <a:gdLst/>
              <a:ahLst/>
              <a:cxnLst/>
              <a:rect l="l" t="t" r="r" b="b"/>
              <a:pathLst>
                <a:path w="587" h="962" extrusionOk="0">
                  <a:moveTo>
                    <a:pt x="235" y="0"/>
                  </a:moveTo>
                  <a:cubicBezTo>
                    <a:pt x="224" y="0"/>
                    <a:pt x="213" y="2"/>
                    <a:pt x="202" y="4"/>
                  </a:cubicBezTo>
                  <a:cubicBezTo>
                    <a:pt x="51" y="38"/>
                    <a:pt x="1" y="255"/>
                    <a:pt x="34" y="540"/>
                  </a:cubicBezTo>
                  <a:cubicBezTo>
                    <a:pt x="81" y="772"/>
                    <a:pt x="199" y="962"/>
                    <a:pt x="336" y="962"/>
                  </a:cubicBezTo>
                  <a:cubicBezTo>
                    <a:pt x="347" y="962"/>
                    <a:pt x="358" y="961"/>
                    <a:pt x="369" y="958"/>
                  </a:cubicBezTo>
                  <a:cubicBezTo>
                    <a:pt x="520" y="925"/>
                    <a:pt x="587" y="707"/>
                    <a:pt x="537" y="423"/>
                  </a:cubicBezTo>
                  <a:cubicBezTo>
                    <a:pt x="506" y="190"/>
                    <a:pt x="374" y="0"/>
                    <a:pt x="235" y="0"/>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4" name="Google Shape;12834;p50"/>
            <p:cNvSpPr/>
            <p:nvPr/>
          </p:nvSpPr>
          <p:spPr>
            <a:xfrm>
              <a:off x="2063661" y="1558785"/>
              <a:ext cx="25692" cy="42845"/>
            </a:xfrm>
            <a:custGeom>
              <a:avLst/>
              <a:gdLst/>
              <a:ahLst/>
              <a:cxnLst/>
              <a:rect l="l" t="t" r="r" b="b"/>
              <a:pathLst>
                <a:path w="352" h="587" extrusionOk="0">
                  <a:moveTo>
                    <a:pt x="117" y="1"/>
                  </a:moveTo>
                  <a:cubicBezTo>
                    <a:pt x="34" y="34"/>
                    <a:pt x="0" y="168"/>
                    <a:pt x="17" y="319"/>
                  </a:cubicBezTo>
                  <a:cubicBezTo>
                    <a:pt x="34" y="486"/>
                    <a:pt x="134" y="586"/>
                    <a:pt x="218" y="586"/>
                  </a:cubicBezTo>
                  <a:cubicBezTo>
                    <a:pt x="302" y="570"/>
                    <a:pt x="352" y="419"/>
                    <a:pt x="335" y="285"/>
                  </a:cubicBezTo>
                  <a:cubicBezTo>
                    <a:pt x="302" y="118"/>
                    <a:pt x="201" y="1"/>
                    <a:pt x="117"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5" name="Google Shape;12835;p50"/>
            <p:cNvSpPr/>
            <p:nvPr/>
          </p:nvSpPr>
          <p:spPr>
            <a:xfrm>
              <a:off x="1907241" y="2921010"/>
              <a:ext cx="254224" cy="42772"/>
            </a:xfrm>
            <a:custGeom>
              <a:avLst/>
              <a:gdLst/>
              <a:ahLst/>
              <a:cxnLst/>
              <a:rect l="l" t="t" r="r" b="b"/>
              <a:pathLst>
                <a:path w="3483" h="586" extrusionOk="0">
                  <a:moveTo>
                    <a:pt x="3482" y="1"/>
                  </a:moveTo>
                  <a:lnTo>
                    <a:pt x="1" y="219"/>
                  </a:lnTo>
                  <a:cubicBezTo>
                    <a:pt x="668" y="489"/>
                    <a:pt x="1239" y="585"/>
                    <a:pt x="1716" y="585"/>
                  </a:cubicBezTo>
                  <a:cubicBezTo>
                    <a:pt x="2889" y="585"/>
                    <a:pt x="3482" y="1"/>
                    <a:pt x="3482"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6" name="Google Shape;12836;p50"/>
            <p:cNvSpPr/>
            <p:nvPr/>
          </p:nvSpPr>
          <p:spPr>
            <a:xfrm>
              <a:off x="2289640" y="2338034"/>
              <a:ext cx="171162" cy="149338"/>
            </a:xfrm>
            <a:custGeom>
              <a:avLst/>
              <a:gdLst/>
              <a:ahLst/>
              <a:cxnLst/>
              <a:rect l="l" t="t" r="r" b="b"/>
              <a:pathLst>
                <a:path w="2345" h="2046" extrusionOk="0">
                  <a:moveTo>
                    <a:pt x="1934" y="0"/>
                  </a:moveTo>
                  <a:cubicBezTo>
                    <a:pt x="712" y="0"/>
                    <a:pt x="1" y="1343"/>
                    <a:pt x="1" y="1343"/>
                  </a:cubicBezTo>
                  <a:cubicBezTo>
                    <a:pt x="1" y="1343"/>
                    <a:pt x="168" y="1862"/>
                    <a:pt x="938" y="2046"/>
                  </a:cubicBezTo>
                  <a:lnTo>
                    <a:pt x="2227" y="975"/>
                  </a:lnTo>
                  <a:cubicBezTo>
                    <a:pt x="2344" y="690"/>
                    <a:pt x="2043" y="4"/>
                    <a:pt x="2043" y="4"/>
                  </a:cubicBezTo>
                  <a:cubicBezTo>
                    <a:pt x="2006" y="1"/>
                    <a:pt x="1970" y="0"/>
                    <a:pt x="19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7" name="Google Shape;12837;p50"/>
            <p:cNvSpPr/>
            <p:nvPr/>
          </p:nvSpPr>
          <p:spPr>
            <a:xfrm>
              <a:off x="2311537" y="2380514"/>
              <a:ext cx="464435" cy="264516"/>
            </a:xfrm>
            <a:custGeom>
              <a:avLst/>
              <a:gdLst/>
              <a:ahLst/>
              <a:cxnLst/>
              <a:rect l="l" t="t" r="r" b="b"/>
              <a:pathLst>
                <a:path w="6363" h="3624" extrusionOk="0">
                  <a:moveTo>
                    <a:pt x="1635" y="1"/>
                  </a:moveTo>
                  <a:cubicBezTo>
                    <a:pt x="1102" y="1"/>
                    <a:pt x="0" y="960"/>
                    <a:pt x="421" y="1380"/>
                  </a:cubicBezTo>
                  <a:cubicBezTo>
                    <a:pt x="1626" y="2552"/>
                    <a:pt x="6062" y="3623"/>
                    <a:pt x="6062" y="3623"/>
                  </a:cubicBezTo>
                  <a:lnTo>
                    <a:pt x="6363" y="3439"/>
                  </a:lnTo>
                  <a:cubicBezTo>
                    <a:pt x="6363" y="3439"/>
                    <a:pt x="2262" y="359"/>
                    <a:pt x="1793" y="41"/>
                  </a:cubicBezTo>
                  <a:cubicBezTo>
                    <a:pt x="1750" y="13"/>
                    <a:pt x="1696" y="1"/>
                    <a:pt x="1635"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8" name="Google Shape;12838;p50"/>
            <p:cNvSpPr/>
            <p:nvPr/>
          </p:nvSpPr>
          <p:spPr>
            <a:xfrm>
              <a:off x="2321464" y="2394456"/>
              <a:ext cx="452100" cy="250575"/>
            </a:xfrm>
            <a:custGeom>
              <a:avLst/>
              <a:gdLst/>
              <a:ahLst/>
              <a:cxnLst/>
              <a:rect l="l" t="t" r="r" b="b"/>
              <a:pathLst>
                <a:path w="6194" h="3433" extrusionOk="0">
                  <a:moveTo>
                    <a:pt x="1004" y="1"/>
                  </a:moveTo>
                  <a:cubicBezTo>
                    <a:pt x="502" y="285"/>
                    <a:pt x="0" y="871"/>
                    <a:pt x="318" y="1189"/>
                  </a:cubicBezTo>
                  <a:cubicBezTo>
                    <a:pt x="1507" y="2361"/>
                    <a:pt x="5942" y="3432"/>
                    <a:pt x="5942" y="3432"/>
                  </a:cubicBezTo>
                  <a:lnTo>
                    <a:pt x="6193" y="3281"/>
                  </a:lnTo>
                  <a:cubicBezTo>
                    <a:pt x="4871" y="2779"/>
                    <a:pt x="1791" y="1557"/>
                    <a:pt x="988" y="570"/>
                  </a:cubicBezTo>
                  <a:cubicBezTo>
                    <a:pt x="854" y="419"/>
                    <a:pt x="871" y="202"/>
                    <a:pt x="1004" y="1"/>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9" name="Google Shape;12839;p50"/>
            <p:cNvSpPr/>
            <p:nvPr/>
          </p:nvSpPr>
          <p:spPr>
            <a:xfrm>
              <a:off x="2161395" y="1552581"/>
              <a:ext cx="31824" cy="47006"/>
            </a:xfrm>
            <a:custGeom>
              <a:avLst/>
              <a:gdLst/>
              <a:ahLst/>
              <a:cxnLst/>
              <a:rect l="l" t="t" r="r" b="b"/>
              <a:pathLst>
                <a:path w="436" h="644" extrusionOk="0">
                  <a:moveTo>
                    <a:pt x="268" y="0"/>
                  </a:moveTo>
                  <a:cubicBezTo>
                    <a:pt x="173" y="0"/>
                    <a:pt x="81" y="128"/>
                    <a:pt x="34" y="286"/>
                  </a:cubicBezTo>
                  <a:cubicBezTo>
                    <a:pt x="0" y="470"/>
                    <a:pt x="34" y="621"/>
                    <a:pt x="134" y="638"/>
                  </a:cubicBezTo>
                  <a:cubicBezTo>
                    <a:pt x="148" y="642"/>
                    <a:pt x="161" y="644"/>
                    <a:pt x="174" y="644"/>
                  </a:cubicBezTo>
                  <a:cubicBezTo>
                    <a:pt x="274" y="644"/>
                    <a:pt x="356" y="533"/>
                    <a:pt x="385" y="370"/>
                  </a:cubicBezTo>
                  <a:cubicBezTo>
                    <a:pt x="436" y="203"/>
                    <a:pt x="385" y="35"/>
                    <a:pt x="285" y="2"/>
                  </a:cubicBezTo>
                  <a:cubicBezTo>
                    <a:pt x="279" y="1"/>
                    <a:pt x="274" y="0"/>
                    <a:pt x="268" y="0"/>
                  </a:cubicBezTo>
                  <a:close/>
                </a:path>
              </a:pathLst>
            </a:custGeom>
            <a:solidFill>
              <a:srgbClr val="60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0" name="Google Shape;12840;p50"/>
            <p:cNvSpPr/>
            <p:nvPr/>
          </p:nvSpPr>
          <p:spPr>
            <a:xfrm>
              <a:off x="2249349" y="1573092"/>
              <a:ext cx="29415" cy="47225"/>
            </a:xfrm>
            <a:custGeom>
              <a:avLst/>
              <a:gdLst/>
              <a:ahLst/>
              <a:cxnLst/>
              <a:rect l="l" t="t" r="r" b="b"/>
              <a:pathLst>
                <a:path w="403" h="647" extrusionOk="0">
                  <a:moveTo>
                    <a:pt x="242" y="0"/>
                  </a:moveTo>
                  <a:cubicBezTo>
                    <a:pt x="165" y="0"/>
                    <a:pt x="81" y="125"/>
                    <a:pt x="51" y="290"/>
                  </a:cubicBezTo>
                  <a:cubicBezTo>
                    <a:pt x="1" y="474"/>
                    <a:pt x="51" y="625"/>
                    <a:pt x="118" y="641"/>
                  </a:cubicBezTo>
                  <a:cubicBezTo>
                    <a:pt x="127" y="645"/>
                    <a:pt x="137" y="646"/>
                    <a:pt x="146" y="646"/>
                  </a:cubicBezTo>
                  <a:cubicBezTo>
                    <a:pt x="237" y="646"/>
                    <a:pt x="322" y="508"/>
                    <a:pt x="352" y="357"/>
                  </a:cubicBezTo>
                  <a:cubicBezTo>
                    <a:pt x="402" y="173"/>
                    <a:pt x="352" y="22"/>
                    <a:pt x="268" y="5"/>
                  </a:cubicBezTo>
                  <a:cubicBezTo>
                    <a:pt x="260" y="2"/>
                    <a:pt x="251" y="0"/>
                    <a:pt x="242" y="0"/>
                  </a:cubicBezTo>
                  <a:close/>
                </a:path>
              </a:pathLst>
            </a:custGeom>
            <a:solidFill>
              <a:srgbClr val="60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1" name="Google Shape;12841;p50"/>
            <p:cNvSpPr/>
            <p:nvPr/>
          </p:nvSpPr>
          <p:spPr>
            <a:xfrm>
              <a:off x="2156505" y="1516013"/>
              <a:ext cx="63574" cy="28174"/>
            </a:xfrm>
            <a:custGeom>
              <a:avLst/>
              <a:gdLst/>
              <a:ahLst/>
              <a:cxnLst/>
              <a:rect l="l" t="t" r="r" b="b"/>
              <a:pathLst>
                <a:path w="871" h="386" extrusionOk="0">
                  <a:moveTo>
                    <a:pt x="168" y="1"/>
                  </a:moveTo>
                  <a:cubicBezTo>
                    <a:pt x="84" y="1"/>
                    <a:pt x="17" y="51"/>
                    <a:pt x="17" y="118"/>
                  </a:cubicBezTo>
                  <a:lnTo>
                    <a:pt x="0" y="235"/>
                  </a:lnTo>
                  <a:cubicBezTo>
                    <a:pt x="0" y="302"/>
                    <a:pt x="34" y="369"/>
                    <a:pt x="118" y="369"/>
                  </a:cubicBezTo>
                  <a:lnTo>
                    <a:pt x="703" y="386"/>
                  </a:lnTo>
                  <a:cubicBezTo>
                    <a:pt x="770" y="386"/>
                    <a:pt x="837" y="335"/>
                    <a:pt x="854" y="285"/>
                  </a:cubicBezTo>
                  <a:lnTo>
                    <a:pt x="871" y="151"/>
                  </a:lnTo>
                  <a:cubicBezTo>
                    <a:pt x="854" y="118"/>
                    <a:pt x="821" y="51"/>
                    <a:pt x="754" y="51"/>
                  </a:cubicBezTo>
                  <a:lnTo>
                    <a:pt x="168" y="1"/>
                  </a:lnTo>
                  <a:close/>
                </a:path>
              </a:pathLst>
            </a:custGeom>
            <a:solidFill>
              <a:srgbClr val="934D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2" name="Google Shape;12842;p50"/>
            <p:cNvSpPr/>
            <p:nvPr/>
          </p:nvSpPr>
          <p:spPr>
            <a:xfrm>
              <a:off x="2257889" y="1537545"/>
              <a:ext cx="45327" cy="38904"/>
            </a:xfrm>
            <a:custGeom>
              <a:avLst/>
              <a:gdLst/>
              <a:ahLst/>
              <a:cxnLst/>
              <a:rect l="l" t="t" r="r" b="b"/>
              <a:pathLst>
                <a:path w="621" h="533" extrusionOk="0">
                  <a:moveTo>
                    <a:pt x="186" y="0"/>
                  </a:moveTo>
                  <a:cubicBezTo>
                    <a:pt x="151" y="0"/>
                    <a:pt x="109" y="16"/>
                    <a:pt x="84" y="40"/>
                  </a:cubicBezTo>
                  <a:lnTo>
                    <a:pt x="34" y="158"/>
                  </a:lnTo>
                  <a:cubicBezTo>
                    <a:pt x="1" y="208"/>
                    <a:pt x="1" y="275"/>
                    <a:pt x="51" y="292"/>
                  </a:cubicBezTo>
                  <a:lnTo>
                    <a:pt x="386" y="526"/>
                  </a:lnTo>
                  <a:cubicBezTo>
                    <a:pt x="395" y="530"/>
                    <a:pt x="406" y="532"/>
                    <a:pt x="419" y="532"/>
                  </a:cubicBezTo>
                  <a:cubicBezTo>
                    <a:pt x="453" y="532"/>
                    <a:pt x="495" y="517"/>
                    <a:pt x="520" y="492"/>
                  </a:cubicBezTo>
                  <a:lnTo>
                    <a:pt x="570" y="375"/>
                  </a:lnTo>
                  <a:cubicBezTo>
                    <a:pt x="620" y="342"/>
                    <a:pt x="603" y="275"/>
                    <a:pt x="553" y="241"/>
                  </a:cubicBezTo>
                  <a:lnTo>
                    <a:pt x="218" y="7"/>
                  </a:lnTo>
                  <a:cubicBezTo>
                    <a:pt x="209" y="2"/>
                    <a:pt x="198" y="0"/>
                    <a:pt x="186" y="0"/>
                  </a:cubicBezTo>
                  <a:close/>
                </a:path>
              </a:pathLst>
            </a:custGeom>
            <a:solidFill>
              <a:srgbClr val="934D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3" name="Google Shape;12843;p50"/>
            <p:cNvSpPr/>
            <p:nvPr/>
          </p:nvSpPr>
          <p:spPr>
            <a:xfrm>
              <a:off x="2210226" y="1593018"/>
              <a:ext cx="34305" cy="45546"/>
            </a:xfrm>
            <a:custGeom>
              <a:avLst/>
              <a:gdLst/>
              <a:ahLst/>
              <a:cxnLst/>
              <a:rect l="l" t="t" r="r" b="b"/>
              <a:pathLst>
                <a:path w="470" h="624" extrusionOk="0">
                  <a:moveTo>
                    <a:pt x="219" y="0"/>
                  </a:moveTo>
                  <a:lnTo>
                    <a:pt x="219" y="0"/>
                  </a:lnTo>
                  <a:cubicBezTo>
                    <a:pt x="219" y="0"/>
                    <a:pt x="202" y="17"/>
                    <a:pt x="185" y="67"/>
                  </a:cubicBezTo>
                  <a:cubicBezTo>
                    <a:pt x="258" y="242"/>
                    <a:pt x="318" y="558"/>
                    <a:pt x="110" y="558"/>
                  </a:cubicBezTo>
                  <a:cubicBezTo>
                    <a:pt x="80" y="558"/>
                    <a:pt x="44" y="551"/>
                    <a:pt x="1" y="536"/>
                  </a:cubicBezTo>
                  <a:lnTo>
                    <a:pt x="1" y="569"/>
                  </a:lnTo>
                  <a:cubicBezTo>
                    <a:pt x="81" y="607"/>
                    <a:pt x="144" y="623"/>
                    <a:pt x="193" y="623"/>
                  </a:cubicBezTo>
                  <a:cubicBezTo>
                    <a:pt x="470" y="623"/>
                    <a:pt x="290" y="100"/>
                    <a:pt x="219" y="0"/>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4" name="Google Shape;12844;p50"/>
            <p:cNvSpPr/>
            <p:nvPr/>
          </p:nvSpPr>
          <p:spPr>
            <a:xfrm>
              <a:off x="2158913" y="1652870"/>
              <a:ext cx="64888" cy="49925"/>
            </a:xfrm>
            <a:custGeom>
              <a:avLst/>
              <a:gdLst/>
              <a:ahLst/>
              <a:cxnLst/>
              <a:rect l="l" t="t" r="r" b="b"/>
              <a:pathLst>
                <a:path w="889" h="684" extrusionOk="0">
                  <a:moveTo>
                    <a:pt x="68" y="0"/>
                  </a:moveTo>
                  <a:lnTo>
                    <a:pt x="68" y="0"/>
                  </a:lnTo>
                  <a:cubicBezTo>
                    <a:pt x="1" y="218"/>
                    <a:pt x="85" y="503"/>
                    <a:pt x="285" y="620"/>
                  </a:cubicBezTo>
                  <a:cubicBezTo>
                    <a:pt x="350" y="662"/>
                    <a:pt x="421" y="683"/>
                    <a:pt x="491" y="683"/>
                  </a:cubicBezTo>
                  <a:cubicBezTo>
                    <a:pt x="642" y="683"/>
                    <a:pt x="792" y="590"/>
                    <a:pt x="871" y="419"/>
                  </a:cubicBezTo>
                  <a:cubicBezTo>
                    <a:pt x="871" y="385"/>
                    <a:pt x="888" y="369"/>
                    <a:pt x="888" y="352"/>
                  </a:cubicBezTo>
                  <a:lnTo>
                    <a:pt x="68" y="0"/>
                  </a:lnTo>
                  <a:close/>
                </a:path>
              </a:pathLst>
            </a:custGeom>
            <a:solidFill>
              <a:srgbClr val="492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5" name="Google Shape;12845;p50"/>
            <p:cNvSpPr/>
            <p:nvPr/>
          </p:nvSpPr>
          <p:spPr>
            <a:xfrm>
              <a:off x="2162636" y="1656520"/>
              <a:ext cx="55034" cy="41896"/>
            </a:xfrm>
            <a:custGeom>
              <a:avLst/>
              <a:gdLst/>
              <a:ahLst/>
              <a:cxnLst/>
              <a:rect l="l" t="t" r="r" b="b"/>
              <a:pathLst>
                <a:path w="754" h="574" extrusionOk="0">
                  <a:moveTo>
                    <a:pt x="34" y="1"/>
                  </a:moveTo>
                  <a:lnTo>
                    <a:pt x="34" y="1"/>
                  </a:lnTo>
                  <a:cubicBezTo>
                    <a:pt x="0" y="185"/>
                    <a:pt x="67" y="402"/>
                    <a:pt x="234" y="503"/>
                  </a:cubicBezTo>
                  <a:cubicBezTo>
                    <a:pt x="301" y="551"/>
                    <a:pt x="374" y="573"/>
                    <a:pt x="444" y="573"/>
                  </a:cubicBezTo>
                  <a:cubicBezTo>
                    <a:pt x="568" y="573"/>
                    <a:pt x="683" y="503"/>
                    <a:pt x="737" y="386"/>
                  </a:cubicBezTo>
                  <a:cubicBezTo>
                    <a:pt x="753" y="369"/>
                    <a:pt x="753" y="335"/>
                    <a:pt x="753" y="319"/>
                  </a:cubicBezTo>
                  <a:lnTo>
                    <a:pt x="34" y="1"/>
                  </a:lnTo>
                  <a:close/>
                </a:path>
              </a:pathLst>
            </a:custGeom>
            <a:solidFill>
              <a:srgbClr val="F9EB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6" name="Google Shape;12846;p50"/>
            <p:cNvSpPr/>
            <p:nvPr/>
          </p:nvSpPr>
          <p:spPr>
            <a:xfrm>
              <a:off x="2100302" y="2118332"/>
              <a:ext cx="24525" cy="42845"/>
            </a:xfrm>
            <a:custGeom>
              <a:avLst/>
              <a:gdLst/>
              <a:ahLst/>
              <a:cxnLst/>
              <a:rect l="l" t="t" r="r" b="b"/>
              <a:pathLst>
                <a:path w="336" h="587" extrusionOk="0">
                  <a:moveTo>
                    <a:pt x="168" y="1"/>
                  </a:moveTo>
                  <a:cubicBezTo>
                    <a:pt x="51" y="1"/>
                    <a:pt x="0" y="118"/>
                    <a:pt x="0" y="285"/>
                  </a:cubicBezTo>
                  <a:cubicBezTo>
                    <a:pt x="0" y="453"/>
                    <a:pt x="67" y="587"/>
                    <a:pt x="168" y="587"/>
                  </a:cubicBezTo>
                  <a:cubicBezTo>
                    <a:pt x="252" y="587"/>
                    <a:pt x="335" y="453"/>
                    <a:pt x="335" y="285"/>
                  </a:cubicBezTo>
                  <a:cubicBezTo>
                    <a:pt x="335" y="118"/>
                    <a:pt x="252" y="1"/>
                    <a:pt x="1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7" name="Google Shape;12847;p50"/>
            <p:cNvSpPr/>
            <p:nvPr/>
          </p:nvSpPr>
          <p:spPr>
            <a:xfrm>
              <a:off x="2101543" y="2029137"/>
              <a:ext cx="24452" cy="42845"/>
            </a:xfrm>
            <a:custGeom>
              <a:avLst/>
              <a:gdLst/>
              <a:ahLst/>
              <a:cxnLst/>
              <a:rect l="l" t="t" r="r" b="b"/>
              <a:pathLst>
                <a:path w="335" h="587" extrusionOk="0">
                  <a:moveTo>
                    <a:pt x="168" y="1"/>
                  </a:moveTo>
                  <a:cubicBezTo>
                    <a:pt x="84" y="1"/>
                    <a:pt x="0" y="135"/>
                    <a:pt x="0" y="302"/>
                  </a:cubicBezTo>
                  <a:cubicBezTo>
                    <a:pt x="0" y="470"/>
                    <a:pt x="84" y="587"/>
                    <a:pt x="168" y="587"/>
                  </a:cubicBezTo>
                  <a:cubicBezTo>
                    <a:pt x="251" y="587"/>
                    <a:pt x="335" y="436"/>
                    <a:pt x="335" y="302"/>
                  </a:cubicBezTo>
                  <a:cubicBezTo>
                    <a:pt x="335" y="135"/>
                    <a:pt x="251" y="1"/>
                    <a:pt x="1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8" name="Google Shape;12848;p50"/>
            <p:cNvSpPr/>
            <p:nvPr/>
          </p:nvSpPr>
          <p:spPr>
            <a:xfrm>
              <a:off x="2102711" y="1939943"/>
              <a:ext cx="24525" cy="42845"/>
            </a:xfrm>
            <a:custGeom>
              <a:avLst/>
              <a:gdLst/>
              <a:ahLst/>
              <a:cxnLst/>
              <a:rect l="l" t="t" r="r" b="b"/>
              <a:pathLst>
                <a:path w="336" h="587" extrusionOk="0">
                  <a:moveTo>
                    <a:pt x="168" y="1"/>
                  </a:moveTo>
                  <a:cubicBezTo>
                    <a:pt x="68" y="1"/>
                    <a:pt x="1" y="118"/>
                    <a:pt x="1" y="285"/>
                  </a:cubicBezTo>
                  <a:cubicBezTo>
                    <a:pt x="1" y="453"/>
                    <a:pt x="85" y="587"/>
                    <a:pt x="168" y="587"/>
                  </a:cubicBezTo>
                  <a:cubicBezTo>
                    <a:pt x="252" y="587"/>
                    <a:pt x="336" y="453"/>
                    <a:pt x="336" y="285"/>
                  </a:cubicBezTo>
                  <a:cubicBezTo>
                    <a:pt x="336" y="118"/>
                    <a:pt x="252" y="1"/>
                    <a:pt x="1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9" name="Google Shape;12849;p50"/>
            <p:cNvSpPr/>
            <p:nvPr/>
          </p:nvSpPr>
          <p:spPr>
            <a:xfrm>
              <a:off x="2768604" y="2662769"/>
              <a:ext cx="30583" cy="41312"/>
            </a:xfrm>
            <a:custGeom>
              <a:avLst/>
              <a:gdLst/>
              <a:ahLst/>
              <a:cxnLst/>
              <a:rect l="l" t="t" r="r" b="b"/>
              <a:pathLst>
                <a:path w="419" h="566" extrusionOk="0">
                  <a:moveTo>
                    <a:pt x="95" y="1"/>
                  </a:moveTo>
                  <a:cubicBezTo>
                    <a:pt x="85" y="1"/>
                    <a:pt x="76" y="3"/>
                    <a:pt x="67" y="7"/>
                  </a:cubicBezTo>
                  <a:cubicBezTo>
                    <a:pt x="0" y="57"/>
                    <a:pt x="17" y="191"/>
                    <a:pt x="101" y="342"/>
                  </a:cubicBezTo>
                  <a:cubicBezTo>
                    <a:pt x="174" y="473"/>
                    <a:pt x="272" y="566"/>
                    <a:pt x="329" y="566"/>
                  </a:cubicBezTo>
                  <a:cubicBezTo>
                    <a:pt x="338" y="566"/>
                    <a:pt x="345" y="564"/>
                    <a:pt x="352" y="560"/>
                  </a:cubicBezTo>
                  <a:cubicBezTo>
                    <a:pt x="419" y="509"/>
                    <a:pt x="402" y="359"/>
                    <a:pt x="318" y="225"/>
                  </a:cubicBezTo>
                  <a:cubicBezTo>
                    <a:pt x="246" y="94"/>
                    <a:pt x="160" y="1"/>
                    <a:pt x="95"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0" name="Google Shape;12850;p50"/>
            <p:cNvSpPr/>
            <p:nvPr/>
          </p:nvSpPr>
          <p:spPr>
            <a:xfrm>
              <a:off x="2757583" y="2651018"/>
              <a:ext cx="46495" cy="18393"/>
            </a:xfrm>
            <a:custGeom>
              <a:avLst/>
              <a:gdLst/>
              <a:ahLst/>
              <a:cxnLst/>
              <a:rect l="l" t="t" r="r" b="b"/>
              <a:pathLst>
                <a:path w="637" h="252" extrusionOk="0">
                  <a:moveTo>
                    <a:pt x="319" y="1"/>
                  </a:moveTo>
                  <a:cubicBezTo>
                    <a:pt x="151" y="1"/>
                    <a:pt x="1" y="51"/>
                    <a:pt x="1" y="101"/>
                  </a:cubicBezTo>
                  <a:cubicBezTo>
                    <a:pt x="1" y="185"/>
                    <a:pt x="135" y="252"/>
                    <a:pt x="319" y="252"/>
                  </a:cubicBezTo>
                  <a:cubicBezTo>
                    <a:pt x="486" y="252"/>
                    <a:pt x="637" y="218"/>
                    <a:pt x="637" y="151"/>
                  </a:cubicBezTo>
                  <a:cubicBezTo>
                    <a:pt x="637" y="84"/>
                    <a:pt x="503" y="18"/>
                    <a:pt x="319"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1" name="Google Shape;12851;p50"/>
            <p:cNvSpPr/>
            <p:nvPr/>
          </p:nvSpPr>
          <p:spPr>
            <a:xfrm>
              <a:off x="2794224" y="2667952"/>
              <a:ext cx="28174" cy="35035"/>
            </a:xfrm>
            <a:custGeom>
              <a:avLst/>
              <a:gdLst/>
              <a:ahLst/>
              <a:cxnLst/>
              <a:rect l="l" t="t" r="r" b="b"/>
              <a:pathLst>
                <a:path w="386" h="480" extrusionOk="0">
                  <a:moveTo>
                    <a:pt x="89" y="1"/>
                  </a:moveTo>
                  <a:cubicBezTo>
                    <a:pt x="82" y="1"/>
                    <a:pt x="75" y="1"/>
                    <a:pt x="68" y="3"/>
                  </a:cubicBezTo>
                  <a:cubicBezTo>
                    <a:pt x="1" y="20"/>
                    <a:pt x="1" y="170"/>
                    <a:pt x="85" y="288"/>
                  </a:cubicBezTo>
                  <a:cubicBezTo>
                    <a:pt x="142" y="402"/>
                    <a:pt x="223" y="479"/>
                    <a:pt x="287" y="479"/>
                  </a:cubicBezTo>
                  <a:cubicBezTo>
                    <a:pt x="298" y="479"/>
                    <a:pt x="309" y="477"/>
                    <a:pt x="319" y="472"/>
                  </a:cubicBezTo>
                  <a:cubicBezTo>
                    <a:pt x="386" y="438"/>
                    <a:pt x="369" y="321"/>
                    <a:pt x="302" y="187"/>
                  </a:cubicBezTo>
                  <a:cubicBezTo>
                    <a:pt x="242" y="67"/>
                    <a:pt x="155" y="1"/>
                    <a:pt x="89"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2" name="Google Shape;12852;p50"/>
            <p:cNvSpPr/>
            <p:nvPr/>
          </p:nvSpPr>
          <p:spPr>
            <a:xfrm>
              <a:off x="2823566" y="2669193"/>
              <a:ext cx="28174" cy="35838"/>
            </a:xfrm>
            <a:custGeom>
              <a:avLst/>
              <a:gdLst/>
              <a:ahLst/>
              <a:cxnLst/>
              <a:rect l="l" t="t" r="r" b="b"/>
              <a:pathLst>
                <a:path w="386" h="491" extrusionOk="0">
                  <a:moveTo>
                    <a:pt x="86" y="1"/>
                  </a:moveTo>
                  <a:cubicBezTo>
                    <a:pt x="79" y="1"/>
                    <a:pt x="73" y="1"/>
                    <a:pt x="68" y="3"/>
                  </a:cubicBezTo>
                  <a:cubicBezTo>
                    <a:pt x="1" y="53"/>
                    <a:pt x="1" y="170"/>
                    <a:pt x="84" y="304"/>
                  </a:cubicBezTo>
                  <a:cubicBezTo>
                    <a:pt x="146" y="411"/>
                    <a:pt x="235" y="490"/>
                    <a:pt x="301" y="490"/>
                  </a:cubicBezTo>
                  <a:cubicBezTo>
                    <a:pt x="307" y="490"/>
                    <a:pt x="313" y="490"/>
                    <a:pt x="319" y="488"/>
                  </a:cubicBezTo>
                  <a:cubicBezTo>
                    <a:pt x="386" y="455"/>
                    <a:pt x="352" y="338"/>
                    <a:pt x="302" y="187"/>
                  </a:cubicBezTo>
                  <a:cubicBezTo>
                    <a:pt x="241" y="80"/>
                    <a:pt x="152" y="1"/>
                    <a:pt x="86"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3" name="Google Shape;12853;p50"/>
            <p:cNvSpPr/>
            <p:nvPr/>
          </p:nvSpPr>
          <p:spPr>
            <a:xfrm>
              <a:off x="2741744" y="2618099"/>
              <a:ext cx="62333" cy="44743"/>
            </a:xfrm>
            <a:custGeom>
              <a:avLst/>
              <a:gdLst/>
              <a:ahLst/>
              <a:cxnLst/>
              <a:rect l="l" t="t" r="r" b="b"/>
              <a:pathLst>
                <a:path w="854" h="613" extrusionOk="0">
                  <a:moveTo>
                    <a:pt x="87" y="0"/>
                  </a:moveTo>
                  <a:cubicBezTo>
                    <a:pt x="63" y="0"/>
                    <a:pt x="45" y="6"/>
                    <a:pt x="34" y="17"/>
                  </a:cubicBezTo>
                  <a:cubicBezTo>
                    <a:pt x="0" y="84"/>
                    <a:pt x="134" y="251"/>
                    <a:pt x="352" y="418"/>
                  </a:cubicBezTo>
                  <a:cubicBezTo>
                    <a:pt x="514" y="553"/>
                    <a:pt x="687" y="612"/>
                    <a:pt x="765" y="612"/>
                  </a:cubicBezTo>
                  <a:cubicBezTo>
                    <a:pt x="784" y="612"/>
                    <a:pt x="797" y="609"/>
                    <a:pt x="804" y="602"/>
                  </a:cubicBezTo>
                  <a:cubicBezTo>
                    <a:pt x="854" y="535"/>
                    <a:pt x="720" y="368"/>
                    <a:pt x="502" y="201"/>
                  </a:cubicBezTo>
                  <a:cubicBezTo>
                    <a:pt x="332" y="70"/>
                    <a:pt x="172" y="0"/>
                    <a:pt x="87"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4" name="Google Shape;12854;p50"/>
            <p:cNvSpPr/>
            <p:nvPr/>
          </p:nvSpPr>
          <p:spPr>
            <a:xfrm>
              <a:off x="1293974" y="2381025"/>
              <a:ext cx="34232" cy="48246"/>
            </a:xfrm>
            <a:custGeom>
              <a:avLst/>
              <a:gdLst/>
              <a:ahLst/>
              <a:cxnLst/>
              <a:rect l="l" t="t" r="r" b="b"/>
              <a:pathLst>
                <a:path w="469" h="661" extrusionOk="0">
                  <a:moveTo>
                    <a:pt x="50" y="1"/>
                  </a:moveTo>
                  <a:lnTo>
                    <a:pt x="0" y="653"/>
                  </a:lnTo>
                  <a:cubicBezTo>
                    <a:pt x="0" y="653"/>
                    <a:pt x="42" y="660"/>
                    <a:pt x="100" y="660"/>
                  </a:cubicBezTo>
                  <a:cubicBezTo>
                    <a:pt x="195" y="660"/>
                    <a:pt x="333" y="641"/>
                    <a:pt x="385" y="536"/>
                  </a:cubicBezTo>
                  <a:cubicBezTo>
                    <a:pt x="469" y="369"/>
                    <a:pt x="218" y="201"/>
                    <a:pt x="50"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5" name="Google Shape;12855;p50"/>
            <p:cNvSpPr/>
            <p:nvPr/>
          </p:nvSpPr>
          <p:spPr>
            <a:xfrm>
              <a:off x="1783887" y="3979156"/>
              <a:ext cx="108755" cy="45181"/>
            </a:xfrm>
            <a:custGeom>
              <a:avLst/>
              <a:gdLst/>
              <a:ahLst/>
              <a:cxnLst/>
              <a:rect l="l" t="t" r="r" b="b"/>
              <a:pathLst>
                <a:path w="1490" h="619" extrusionOk="0">
                  <a:moveTo>
                    <a:pt x="913" y="0"/>
                  </a:moveTo>
                  <a:cubicBezTo>
                    <a:pt x="507" y="0"/>
                    <a:pt x="0" y="619"/>
                    <a:pt x="0" y="619"/>
                  </a:cubicBezTo>
                  <a:lnTo>
                    <a:pt x="1490" y="619"/>
                  </a:lnTo>
                  <a:cubicBezTo>
                    <a:pt x="1490" y="619"/>
                    <a:pt x="1423" y="133"/>
                    <a:pt x="1021" y="16"/>
                  </a:cubicBezTo>
                  <a:cubicBezTo>
                    <a:pt x="986" y="5"/>
                    <a:pt x="950" y="0"/>
                    <a:pt x="9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6" name="Google Shape;12856;p50"/>
            <p:cNvSpPr/>
            <p:nvPr/>
          </p:nvSpPr>
          <p:spPr>
            <a:xfrm>
              <a:off x="1259741" y="2367595"/>
              <a:ext cx="62333" cy="81603"/>
            </a:xfrm>
            <a:custGeom>
              <a:avLst/>
              <a:gdLst/>
              <a:ahLst/>
              <a:cxnLst/>
              <a:rect l="l" t="t" r="r" b="b"/>
              <a:pathLst>
                <a:path w="854" h="1118" extrusionOk="0">
                  <a:moveTo>
                    <a:pt x="352" y="0"/>
                  </a:moveTo>
                  <a:cubicBezTo>
                    <a:pt x="352" y="0"/>
                    <a:pt x="0" y="871"/>
                    <a:pt x="134" y="1005"/>
                  </a:cubicBezTo>
                  <a:cubicBezTo>
                    <a:pt x="172" y="1042"/>
                    <a:pt x="370" y="1118"/>
                    <a:pt x="537" y="1118"/>
                  </a:cubicBezTo>
                  <a:cubicBezTo>
                    <a:pt x="592" y="1118"/>
                    <a:pt x="645" y="1109"/>
                    <a:pt x="687" y="1088"/>
                  </a:cubicBezTo>
                  <a:cubicBezTo>
                    <a:pt x="854" y="1005"/>
                    <a:pt x="636" y="687"/>
                    <a:pt x="569" y="218"/>
                  </a:cubicBezTo>
                  <a:lnTo>
                    <a:pt x="352" y="0"/>
                  </a:ln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4BAC1B89-274B-FAD3-E837-10678517C9BA}"/>
              </a:ext>
            </a:extLst>
          </p:cNvPr>
          <p:cNvSpPr>
            <a:spLocks noGrp="1"/>
          </p:cNvSpPr>
          <p:nvPr>
            <p:ph type="subTitle" idx="1"/>
          </p:nvPr>
        </p:nvSpPr>
        <p:spPr>
          <a:xfrm>
            <a:off x="3769123" y="280708"/>
            <a:ext cx="3498600" cy="406500"/>
          </a:xfrm>
        </p:spPr>
        <p:txBody>
          <a:bodyPr/>
          <a:lstStyle/>
          <a:p>
            <a:r>
              <a:rPr lang="en-IN"/>
              <a:t>Dataset and Tools </a:t>
            </a:r>
          </a:p>
        </p:txBody>
      </p:sp>
      <p:sp>
        <p:nvSpPr>
          <p:cNvPr id="2" name="Rectangle 1">
            <a:extLst>
              <a:ext uri="{FF2B5EF4-FFF2-40B4-BE49-F238E27FC236}">
                <a16:creationId xmlns:a16="http://schemas.microsoft.com/office/drawing/2014/main" id="{E4CC6710-7DB6-7124-733E-E1A93B36E9DE}"/>
              </a:ext>
            </a:extLst>
          </p:cNvPr>
          <p:cNvSpPr>
            <a:spLocks noChangeArrowheads="1"/>
          </p:cNvSpPr>
          <p:nvPr/>
        </p:nvSpPr>
        <p:spPr bwMode="auto">
          <a:xfrm>
            <a:off x="3459980" y="1271402"/>
            <a:ext cx="50119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Dataset:</a:t>
            </a:r>
            <a:r>
              <a:rPr kumimoji="0" lang="en-US" altLang="en-US" sz="1800" b="0" i="0" u="none" strike="noStrike" cap="none" normalizeH="0" baseline="0">
                <a:ln>
                  <a:noFill/>
                </a:ln>
                <a:solidFill>
                  <a:schemeClr val="tx1"/>
                </a:solidFill>
                <a:effectLst/>
                <a:latin typeface="Arial" panose="020B0604020202020204" pitchFamily="34" charset="0"/>
              </a:rPr>
              <a:t> Pizza Sales Dataset (Orders,    Pizzas, Categories, Sizes, Revenue).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Tools:</a:t>
            </a:r>
            <a:r>
              <a:rPr kumimoji="0" lang="en-US" altLang="en-US" sz="1800" b="0" i="0" u="none" strike="noStrike" cap="none" normalizeH="0" baseline="0">
                <a:ln>
                  <a:noFill/>
                </a:ln>
                <a:solidFill>
                  <a:schemeClr val="tx1"/>
                </a:solidFill>
                <a:effectLst/>
                <a:latin typeface="Arial" panose="020B0604020202020204" pitchFamily="34" charset="0"/>
              </a:rPr>
              <a:t> SQL (for data analysis) &amp; Power BI (for data visualization).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KPIs:</a:t>
            </a:r>
            <a:r>
              <a:rPr kumimoji="0" lang="en-US" altLang="en-US" sz="1800" b="0" i="0" u="none" strike="noStrike" cap="none" normalizeH="0" baseline="0">
                <a:ln>
                  <a:noFill/>
                </a:ln>
                <a:solidFill>
                  <a:schemeClr val="tx1"/>
                </a:solidFill>
                <a:effectLst/>
                <a:latin typeface="Arial" panose="020B0604020202020204" pitchFamily="34" charset="0"/>
              </a:rPr>
              <a:t> Total Revenue, Orders, Pizzas Sold, Average Order Value, and Best/Worst Selling Items.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42"/>
        <p:cNvGrpSpPr/>
        <p:nvPr/>
      </p:nvGrpSpPr>
      <p:grpSpPr>
        <a:xfrm>
          <a:off x="0" y="0"/>
          <a:ext cx="0" cy="0"/>
          <a:chOff x="0" y="0"/>
          <a:chExt cx="0" cy="0"/>
        </a:xfrm>
      </p:grpSpPr>
      <p:sp>
        <p:nvSpPr>
          <p:cNvPr id="11144" name="Google Shape;11144;p32"/>
          <p:cNvSpPr txBox="1">
            <a:spLocks noGrp="1"/>
          </p:cNvSpPr>
          <p:nvPr>
            <p:ph type="title"/>
          </p:nvPr>
        </p:nvSpPr>
        <p:spPr>
          <a:xfrm>
            <a:off x="3374979" y="737213"/>
            <a:ext cx="4049400" cy="35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4"/>
                </a:solidFill>
              </a:rPr>
              <a:t>SQL QUERIES</a:t>
            </a:r>
            <a:endParaRPr>
              <a:solidFill>
                <a:schemeClr val="accent5"/>
              </a:solidFill>
            </a:endParaRPr>
          </a:p>
        </p:txBody>
      </p:sp>
      <p:sp>
        <p:nvSpPr>
          <p:cNvPr id="11145" name="Google Shape;11145;p32"/>
          <p:cNvSpPr/>
          <p:nvPr/>
        </p:nvSpPr>
        <p:spPr>
          <a:xfrm>
            <a:off x="6972300" y="3559087"/>
            <a:ext cx="2823600" cy="490800"/>
          </a:xfrm>
          <a:prstGeom prst="ellipse">
            <a:avLst/>
          </a:prstGeom>
          <a:solidFill>
            <a:srgbClr val="F4CE89">
              <a:alpha val="36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46" name="Google Shape;11146;p32"/>
          <p:cNvGrpSpPr/>
          <p:nvPr/>
        </p:nvGrpSpPr>
        <p:grpSpPr>
          <a:xfrm>
            <a:off x="7751769" y="1690526"/>
            <a:ext cx="1392231" cy="2333774"/>
            <a:chOff x="5393313" y="1369533"/>
            <a:chExt cx="2272127" cy="2688644"/>
          </a:xfrm>
        </p:grpSpPr>
        <p:sp>
          <p:nvSpPr>
            <p:cNvPr id="11147" name="Google Shape;11147;p32"/>
            <p:cNvSpPr/>
            <p:nvPr/>
          </p:nvSpPr>
          <p:spPr>
            <a:xfrm>
              <a:off x="7183811" y="2375996"/>
              <a:ext cx="73420" cy="176788"/>
            </a:xfrm>
            <a:custGeom>
              <a:avLst/>
              <a:gdLst/>
              <a:ahLst/>
              <a:cxnLst/>
              <a:rect l="l" t="t" r="r" b="b"/>
              <a:pathLst>
                <a:path w="939" h="2261" extrusionOk="0">
                  <a:moveTo>
                    <a:pt x="1" y="1"/>
                  </a:moveTo>
                  <a:lnTo>
                    <a:pt x="118" y="2261"/>
                  </a:lnTo>
                  <a:lnTo>
                    <a:pt x="938" y="2261"/>
                  </a:lnTo>
                  <a:lnTo>
                    <a:pt x="6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8" name="Google Shape;11148;p32"/>
            <p:cNvSpPr/>
            <p:nvPr/>
          </p:nvSpPr>
          <p:spPr>
            <a:xfrm>
              <a:off x="6910206" y="2436202"/>
              <a:ext cx="627006" cy="1382165"/>
            </a:xfrm>
            <a:custGeom>
              <a:avLst/>
              <a:gdLst/>
              <a:ahLst/>
              <a:cxnLst/>
              <a:rect l="l" t="t" r="r" b="b"/>
              <a:pathLst>
                <a:path w="8019" h="17677" extrusionOk="0">
                  <a:moveTo>
                    <a:pt x="2662" y="1"/>
                  </a:moveTo>
                  <a:cubicBezTo>
                    <a:pt x="3833" y="2696"/>
                    <a:pt x="3532" y="13375"/>
                    <a:pt x="0" y="17677"/>
                  </a:cubicBezTo>
                  <a:lnTo>
                    <a:pt x="4687" y="16739"/>
                  </a:lnTo>
                  <a:cubicBezTo>
                    <a:pt x="8018" y="7885"/>
                    <a:pt x="3683" y="1"/>
                    <a:pt x="36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9" name="Google Shape;11149;p32"/>
            <p:cNvSpPr/>
            <p:nvPr/>
          </p:nvSpPr>
          <p:spPr>
            <a:xfrm>
              <a:off x="6353957" y="2695402"/>
              <a:ext cx="596902" cy="960721"/>
            </a:xfrm>
            <a:custGeom>
              <a:avLst/>
              <a:gdLst/>
              <a:ahLst/>
              <a:cxnLst/>
              <a:rect l="l" t="t" r="r" b="b"/>
              <a:pathLst>
                <a:path w="7634" h="12287" extrusionOk="0">
                  <a:moveTo>
                    <a:pt x="3934" y="0"/>
                  </a:moveTo>
                  <a:lnTo>
                    <a:pt x="1" y="1791"/>
                  </a:lnTo>
                  <a:lnTo>
                    <a:pt x="4252" y="4436"/>
                  </a:lnTo>
                  <a:lnTo>
                    <a:pt x="5257" y="12286"/>
                  </a:lnTo>
                  <a:lnTo>
                    <a:pt x="5474" y="12269"/>
                  </a:lnTo>
                  <a:lnTo>
                    <a:pt x="7633" y="3231"/>
                  </a:lnTo>
                  <a:lnTo>
                    <a:pt x="39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0" name="Google Shape;11150;p32"/>
            <p:cNvSpPr/>
            <p:nvPr/>
          </p:nvSpPr>
          <p:spPr>
            <a:xfrm>
              <a:off x="6353538" y="2682802"/>
              <a:ext cx="596902" cy="960721"/>
            </a:xfrm>
            <a:custGeom>
              <a:avLst/>
              <a:gdLst/>
              <a:ahLst/>
              <a:cxnLst/>
              <a:rect l="l" t="t" r="r" b="b"/>
              <a:pathLst>
                <a:path w="7634" h="12287" extrusionOk="0">
                  <a:moveTo>
                    <a:pt x="3934" y="0"/>
                  </a:moveTo>
                  <a:lnTo>
                    <a:pt x="1" y="1791"/>
                  </a:lnTo>
                  <a:lnTo>
                    <a:pt x="4252" y="4436"/>
                  </a:lnTo>
                  <a:lnTo>
                    <a:pt x="5257" y="12286"/>
                  </a:lnTo>
                  <a:lnTo>
                    <a:pt x="5474" y="12269"/>
                  </a:lnTo>
                  <a:lnTo>
                    <a:pt x="7633" y="3231"/>
                  </a:lnTo>
                  <a:lnTo>
                    <a:pt x="3934" y="0"/>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1" name="Google Shape;11151;p32"/>
            <p:cNvSpPr/>
            <p:nvPr/>
          </p:nvSpPr>
          <p:spPr>
            <a:xfrm>
              <a:off x="6473041" y="2311880"/>
              <a:ext cx="701599" cy="494943"/>
            </a:xfrm>
            <a:custGeom>
              <a:avLst/>
              <a:gdLst/>
              <a:ahLst/>
              <a:cxnLst/>
              <a:rect l="l" t="t" r="r" b="b"/>
              <a:pathLst>
                <a:path w="8973" h="6330" extrusionOk="0">
                  <a:moveTo>
                    <a:pt x="7416" y="1"/>
                  </a:moveTo>
                  <a:cubicBezTo>
                    <a:pt x="7299" y="1"/>
                    <a:pt x="7198" y="1"/>
                    <a:pt x="7098" y="17"/>
                  </a:cubicBezTo>
                  <a:cubicBezTo>
                    <a:pt x="7031" y="17"/>
                    <a:pt x="6964" y="17"/>
                    <a:pt x="6914" y="51"/>
                  </a:cubicBezTo>
                  <a:cubicBezTo>
                    <a:pt x="6797" y="51"/>
                    <a:pt x="6696" y="68"/>
                    <a:pt x="6613" y="84"/>
                  </a:cubicBezTo>
                  <a:cubicBezTo>
                    <a:pt x="6546" y="84"/>
                    <a:pt x="6495" y="101"/>
                    <a:pt x="6428" y="101"/>
                  </a:cubicBezTo>
                  <a:cubicBezTo>
                    <a:pt x="6328" y="135"/>
                    <a:pt x="6211" y="151"/>
                    <a:pt x="6110" y="151"/>
                  </a:cubicBezTo>
                  <a:cubicBezTo>
                    <a:pt x="6043" y="151"/>
                    <a:pt x="6010" y="168"/>
                    <a:pt x="5943" y="168"/>
                  </a:cubicBezTo>
                  <a:cubicBezTo>
                    <a:pt x="5826" y="185"/>
                    <a:pt x="5692" y="218"/>
                    <a:pt x="5575" y="252"/>
                  </a:cubicBezTo>
                  <a:cubicBezTo>
                    <a:pt x="5541" y="252"/>
                    <a:pt x="5508" y="268"/>
                    <a:pt x="5491" y="268"/>
                  </a:cubicBezTo>
                  <a:lnTo>
                    <a:pt x="5039" y="402"/>
                  </a:lnTo>
                  <a:cubicBezTo>
                    <a:pt x="5022" y="402"/>
                    <a:pt x="5006" y="419"/>
                    <a:pt x="4989" y="419"/>
                  </a:cubicBezTo>
                  <a:cubicBezTo>
                    <a:pt x="4855" y="469"/>
                    <a:pt x="4738" y="486"/>
                    <a:pt x="4621" y="520"/>
                  </a:cubicBezTo>
                  <a:cubicBezTo>
                    <a:pt x="4587" y="553"/>
                    <a:pt x="4537" y="553"/>
                    <a:pt x="4504" y="570"/>
                  </a:cubicBezTo>
                  <a:cubicBezTo>
                    <a:pt x="4403" y="603"/>
                    <a:pt x="4286" y="637"/>
                    <a:pt x="4202" y="670"/>
                  </a:cubicBezTo>
                  <a:cubicBezTo>
                    <a:pt x="4169" y="687"/>
                    <a:pt x="4119" y="687"/>
                    <a:pt x="4085" y="720"/>
                  </a:cubicBezTo>
                  <a:cubicBezTo>
                    <a:pt x="3985" y="754"/>
                    <a:pt x="3901" y="804"/>
                    <a:pt x="3784" y="838"/>
                  </a:cubicBezTo>
                  <a:cubicBezTo>
                    <a:pt x="3750" y="854"/>
                    <a:pt x="3734" y="854"/>
                    <a:pt x="3683" y="888"/>
                  </a:cubicBezTo>
                  <a:cubicBezTo>
                    <a:pt x="3583" y="921"/>
                    <a:pt x="3482" y="972"/>
                    <a:pt x="3399" y="1022"/>
                  </a:cubicBezTo>
                  <a:cubicBezTo>
                    <a:pt x="3365" y="1055"/>
                    <a:pt x="3349" y="1055"/>
                    <a:pt x="3332" y="1072"/>
                  </a:cubicBezTo>
                  <a:cubicBezTo>
                    <a:pt x="2696" y="1390"/>
                    <a:pt x="2143" y="1741"/>
                    <a:pt x="1675" y="2076"/>
                  </a:cubicBezTo>
                  <a:cubicBezTo>
                    <a:pt x="587" y="2913"/>
                    <a:pt x="1" y="3733"/>
                    <a:pt x="85" y="4001"/>
                  </a:cubicBezTo>
                  <a:cubicBezTo>
                    <a:pt x="269" y="4621"/>
                    <a:pt x="1558" y="6211"/>
                    <a:pt x="2595" y="6328"/>
                  </a:cubicBezTo>
                  <a:cubicBezTo>
                    <a:pt x="2613" y="6329"/>
                    <a:pt x="2631" y="6330"/>
                    <a:pt x="2649" y="6330"/>
                  </a:cubicBezTo>
                  <a:cubicBezTo>
                    <a:pt x="3740" y="6330"/>
                    <a:pt x="7327" y="3956"/>
                    <a:pt x="8973" y="1356"/>
                  </a:cubicBezTo>
                  <a:lnTo>
                    <a:pt x="8722" y="419"/>
                  </a:lnTo>
                  <a:lnTo>
                    <a:pt x="8621" y="17"/>
                  </a:lnTo>
                  <a:cubicBezTo>
                    <a:pt x="8454" y="1"/>
                    <a:pt x="8270" y="1"/>
                    <a:pt x="8102"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2" name="Google Shape;11152;p32"/>
            <p:cNvSpPr/>
            <p:nvPr/>
          </p:nvSpPr>
          <p:spPr>
            <a:xfrm>
              <a:off x="7342125" y="2518693"/>
              <a:ext cx="94297" cy="209471"/>
            </a:xfrm>
            <a:custGeom>
              <a:avLst/>
              <a:gdLst/>
              <a:ahLst/>
              <a:cxnLst/>
              <a:rect l="l" t="t" r="r" b="b"/>
              <a:pathLst>
                <a:path w="1206" h="2679" extrusionOk="0">
                  <a:moveTo>
                    <a:pt x="603" y="0"/>
                  </a:moveTo>
                  <a:cubicBezTo>
                    <a:pt x="268" y="0"/>
                    <a:pt x="0" y="603"/>
                    <a:pt x="0" y="1339"/>
                  </a:cubicBezTo>
                  <a:cubicBezTo>
                    <a:pt x="0" y="2059"/>
                    <a:pt x="268" y="2679"/>
                    <a:pt x="603" y="2679"/>
                  </a:cubicBezTo>
                  <a:cubicBezTo>
                    <a:pt x="938" y="2679"/>
                    <a:pt x="1205" y="2059"/>
                    <a:pt x="1205" y="1339"/>
                  </a:cubicBezTo>
                  <a:cubicBezTo>
                    <a:pt x="1205" y="603"/>
                    <a:pt x="938" y="0"/>
                    <a:pt x="6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3" name="Google Shape;11153;p32"/>
            <p:cNvSpPr/>
            <p:nvPr/>
          </p:nvSpPr>
          <p:spPr>
            <a:xfrm>
              <a:off x="6329093" y="1967453"/>
              <a:ext cx="484309" cy="752892"/>
            </a:xfrm>
            <a:custGeom>
              <a:avLst/>
              <a:gdLst/>
              <a:ahLst/>
              <a:cxnLst/>
              <a:rect l="l" t="t" r="r" b="b"/>
              <a:pathLst>
                <a:path w="6194" h="9629" extrusionOk="0">
                  <a:moveTo>
                    <a:pt x="3632" y="0"/>
                  </a:moveTo>
                  <a:cubicBezTo>
                    <a:pt x="2968" y="0"/>
                    <a:pt x="2262" y="351"/>
                    <a:pt x="1741" y="1091"/>
                  </a:cubicBezTo>
                  <a:cubicBezTo>
                    <a:pt x="771" y="2464"/>
                    <a:pt x="1" y="7419"/>
                    <a:pt x="3532" y="9628"/>
                  </a:cubicBezTo>
                  <a:lnTo>
                    <a:pt x="6160" y="5510"/>
                  </a:lnTo>
                  <a:cubicBezTo>
                    <a:pt x="5273" y="4590"/>
                    <a:pt x="6194" y="2146"/>
                    <a:pt x="5072" y="706"/>
                  </a:cubicBezTo>
                  <a:cubicBezTo>
                    <a:pt x="4708" y="243"/>
                    <a:pt x="4184" y="0"/>
                    <a:pt x="36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4" name="Google Shape;11154;p32"/>
            <p:cNvSpPr/>
            <p:nvPr/>
          </p:nvSpPr>
          <p:spPr>
            <a:xfrm>
              <a:off x="6079119" y="1933675"/>
              <a:ext cx="829830" cy="706056"/>
            </a:xfrm>
            <a:custGeom>
              <a:avLst/>
              <a:gdLst/>
              <a:ahLst/>
              <a:cxnLst/>
              <a:rect l="l" t="t" r="r" b="b"/>
              <a:pathLst>
                <a:path w="10613" h="9030" extrusionOk="0">
                  <a:moveTo>
                    <a:pt x="7734" y="0"/>
                  </a:moveTo>
                  <a:lnTo>
                    <a:pt x="6796" y="302"/>
                  </a:lnTo>
                  <a:cubicBezTo>
                    <a:pt x="9175" y="1441"/>
                    <a:pt x="6762" y="8725"/>
                    <a:pt x="265" y="8725"/>
                  </a:cubicBezTo>
                  <a:cubicBezTo>
                    <a:pt x="177" y="8725"/>
                    <a:pt x="89" y="8724"/>
                    <a:pt x="1" y="8721"/>
                  </a:cubicBezTo>
                  <a:lnTo>
                    <a:pt x="1" y="8721"/>
                  </a:lnTo>
                  <a:lnTo>
                    <a:pt x="34" y="9022"/>
                  </a:lnTo>
                  <a:cubicBezTo>
                    <a:pt x="34" y="9022"/>
                    <a:pt x="136" y="9030"/>
                    <a:pt x="319" y="9030"/>
                  </a:cubicBezTo>
                  <a:cubicBezTo>
                    <a:pt x="1367" y="9030"/>
                    <a:pt x="5080" y="8787"/>
                    <a:pt x="7617" y="5524"/>
                  </a:cubicBezTo>
                  <a:cubicBezTo>
                    <a:pt x="10613" y="1691"/>
                    <a:pt x="7734" y="0"/>
                    <a:pt x="7734" y="0"/>
                  </a:cubicBezTo>
                  <a:close/>
                </a:path>
              </a:pathLst>
            </a:custGeom>
            <a:solidFill>
              <a:srgbClr val="CE3E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5" name="Google Shape;11155;p32"/>
            <p:cNvSpPr/>
            <p:nvPr/>
          </p:nvSpPr>
          <p:spPr>
            <a:xfrm>
              <a:off x="6081777" y="3786936"/>
              <a:ext cx="1239468" cy="104775"/>
            </a:xfrm>
            <a:custGeom>
              <a:avLst/>
              <a:gdLst/>
              <a:ahLst/>
              <a:cxnLst/>
              <a:rect l="l" t="t" r="r" b="b"/>
              <a:pathLst>
                <a:path w="15852" h="1340" extrusionOk="0">
                  <a:moveTo>
                    <a:pt x="0" y="0"/>
                  </a:moveTo>
                  <a:lnTo>
                    <a:pt x="0" y="1339"/>
                  </a:lnTo>
                  <a:lnTo>
                    <a:pt x="15851" y="1339"/>
                  </a:lnTo>
                  <a:lnTo>
                    <a:pt x="158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6" name="Google Shape;11156;p32"/>
            <p:cNvSpPr/>
            <p:nvPr/>
          </p:nvSpPr>
          <p:spPr>
            <a:xfrm>
              <a:off x="5393313" y="1664075"/>
              <a:ext cx="1212023" cy="1171443"/>
            </a:xfrm>
            <a:custGeom>
              <a:avLst/>
              <a:gdLst/>
              <a:ahLst/>
              <a:cxnLst/>
              <a:rect l="l" t="t" r="r" b="b"/>
              <a:pathLst>
                <a:path w="15501" h="14982" extrusionOk="0">
                  <a:moveTo>
                    <a:pt x="7600" y="0"/>
                  </a:moveTo>
                  <a:cubicBezTo>
                    <a:pt x="1" y="3482"/>
                    <a:pt x="854" y="12721"/>
                    <a:pt x="854" y="12721"/>
                  </a:cubicBezTo>
                  <a:cubicBezTo>
                    <a:pt x="854" y="12721"/>
                    <a:pt x="3599" y="14312"/>
                    <a:pt x="8253" y="14981"/>
                  </a:cubicBezTo>
                  <a:lnTo>
                    <a:pt x="15500" y="3264"/>
                  </a:lnTo>
                  <a:cubicBezTo>
                    <a:pt x="13709" y="1523"/>
                    <a:pt x="7600" y="0"/>
                    <a:pt x="76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7" name="Google Shape;11157;p32"/>
            <p:cNvSpPr/>
            <p:nvPr/>
          </p:nvSpPr>
          <p:spPr>
            <a:xfrm>
              <a:off x="5416848" y="1862991"/>
              <a:ext cx="1188488" cy="972527"/>
            </a:xfrm>
            <a:custGeom>
              <a:avLst/>
              <a:gdLst/>
              <a:ahLst/>
              <a:cxnLst/>
              <a:rect l="l" t="t" r="r" b="b"/>
              <a:pathLst>
                <a:path w="15200" h="12438" extrusionOk="0">
                  <a:moveTo>
                    <a:pt x="3767" y="0"/>
                  </a:moveTo>
                  <a:cubicBezTo>
                    <a:pt x="1" y="4152"/>
                    <a:pt x="553" y="10177"/>
                    <a:pt x="553" y="10177"/>
                  </a:cubicBezTo>
                  <a:cubicBezTo>
                    <a:pt x="553" y="10177"/>
                    <a:pt x="3298" y="11768"/>
                    <a:pt x="7952" y="12437"/>
                  </a:cubicBezTo>
                  <a:lnTo>
                    <a:pt x="15199" y="720"/>
                  </a:lnTo>
                  <a:cubicBezTo>
                    <a:pt x="15015" y="536"/>
                    <a:pt x="14781" y="369"/>
                    <a:pt x="14530" y="201"/>
                  </a:cubicBezTo>
                  <a:cubicBezTo>
                    <a:pt x="13224" y="703"/>
                    <a:pt x="11400" y="988"/>
                    <a:pt x="9374" y="988"/>
                  </a:cubicBezTo>
                  <a:cubicBezTo>
                    <a:pt x="7115" y="988"/>
                    <a:pt x="5106" y="620"/>
                    <a:pt x="3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8" name="Google Shape;11158;p32"/>
            <p:cNvSpPr/>
            <p:nvPr/>
          </p:nvSpPr>
          <p:spPr>
            <a:xfrm>
              <a:off x="7211234" y="3698347"/>
              <a:ext cx="358658" cy="359830"/>
            </a:xfrm>
            <a:custGeom>
              <a:avLst/>
              <a:gdLst/>
              <a:ahLst/>
              <a:cxnLst/>
              <a:rect l="l" t="t" r="r" b="b"/>
              <a:pathLst>
                <a:path w="4587" h="4602" extrusionOk="0">
                  <a:moveTo>
                    <a:pt x="2651" y="0"/>
                  </a:moveTo>
                  <a:cubicBezTo>
                    <a:pt x="1866" y="0"/>
                    <a:pt x="1035" y="554"/>
                    <a:pt x="586" y="1451"/>
                  </a:cubicBezTo>
                  <a:cubicBezTo>
                    <a:pt x="0" y="2656"/>
                    <a:pt x="285" y="3962"/>
                    <a:pt x="1239" y="4431"/>
                  </a:cubicBezTo>
                  <a:cubicBezTo>
                    <a:pt x="1463" y="4546"/>
                    <a:pt x="1703" y="4601"/>
                    <a:pt x="1948" y="4601"/>
                  </a:cubicBezTo>
                  <a:cubicBezTo>
                    <a:pt x="2730" y="4601"/>
                    <a:pt x="3555" y="4043"/>
                    <a:pt x="4001" y="3125"/>
                  </a:cubicBezTo>
                  <a:cubicBezTo>
                    <a:pt x="4587" y="1936"/>
                    <a:pt x="4285" y="614"/>
                    <a:pt x="3348" y="162"/>
                  </a:cubicBezTo>
                  <a:cubicBezTo>
                    <a:pt x="3128" y="52"/>
                    <a:pt x="2892" y="0"/>
                    <a:pt x="26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9" name="Google Shape;11159;p32"/>
            <p:cNvSpPr/>
            <p:nvPr/>
          </p:nvSpPr>
          <p:spPr>
            <a:xfrm>
              <a:off x="7293647" y="3780212"/>
              <a:ext cx="193833" cy="194693"/>
            </a:xfrm>
            <a:custGeom>
              <a:avLst/>
              <a:gdLst/>
              <a:ahLst/>
              <a:cxnLst/>
              <a:rect l="l" t="t" r="r" b="b"/>
              <a:pathLst>
                <a:path w="2479" h="2490" extrusionOk="0">
                  <a:moveTo>
                    <a:pt x="1439" y="0"/>
                  </a:moveTo>
                  <a:cubicBezTo>
                    <a:pt x="1015" y="0"/>
                    <a:pt x="563" y="304"/>
                    <a:pt x="319" y="806"/>
                  </a:cubicBezTo>
                  <a:cubicBezTo>
                    <a:pt x="1" y="1459"/>
                    <a:pt x="152" y="2162"/>
                    <a:pt x="687" y="2413"/>
                  </a:cubicBezTo>
                  <a:cubicBezTo>
                    <a:pt x="799" y="2465"/>
                    <a:pt x="920" y="2490"/>
                    <a:pt x="1043" y="2490"/>
                  </a:cubicBezTo>
                  <a:cubicBezTo>
                    <a:pt x="1470" y="2490"/>
                    <a:pt x="1926" y="2191"/>
                    <a:pt x="2160" y="1710"/>
                  </a:cubicBezTo>
                  <a:cubicBezTo>
                    <a:pt x="2478" y="1057"/>
                    <a:pt x="2328" y="354"/>
                    <a:pt x="1809" y="86"/>
                  </a:cubicBezTo>
                  <a:cubicBezTo>
                    <a:pt x="1692" y="28"/>
                    <a:pt x="1567" y="0"/>
                    <a:pt x="14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0" name="Google Shape;11160;p32"/>
            <p:cNvSpPr/>
            <p:nvPr/>
          </p:nvSpPr>
          <p:spPr>
            <a:xfrm>
              <a:off x="5765029" y="3663317"/>
              <a:ext cx="388761" cy="394156"/>
            </a:xfrm>
            <a:custGeom>
              <a:avLst/>
              <a:gdLst/>
              <a:ahLst/>
              <a:cxnLst/>
              <a:rect l="l" t="t" r="r" b="b"/>
              <a:pathLst>
                <a:path w="4972" h="5041" extrusionOk="0">
                  <a:moveTo>
                    <a:pt x="2871" y="1"/>
                  </a:moveTo>
                  <a:cubicBezTo>
                    <a:pt x="2014" y="1"/>
                    <a:pt x="1106" y="595"/>
                    <a:pt x="620" y="1581"/>
                  </a:cubicBezTo>
                  <a:cubicBezTo>
                    <a:pt x="0" y="2887"/>
                    <a:pt x="318" y="4360"/>
                    <a:pt x="1339" y="4862"/>
                  </a:cubicBezTo>
                  <a:cubicBezTo>
                    <a:pt x="1578" y="4983"/>
                    <a:pt x="1834" y="5040"/>
                    <a:pt x="2095" y="5040"/>
                  </a:cubicBezTo>
                  <a:cubicBezTo>
                    <a:pt x="2949" y="5040"/>
                    <a:pt x="3852" y="4426"/>
                    <a:pt x="4352" y="3439"/>
                  </a:cubicBezTo>
                  <a:cubicBezTo>
                    <a:pt x="4972" y="2133"/>
                    <a:pt x="4670" y="677"/>
                    <a:pt x="3633" y="175"/>
                  </a:cubicBezTo>
                  <a:cubicBezTo>
                    <a:pt x="3393" y="57"/>
                    <a:pt x="3134" y="1"/>
                    <a:pt x="28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1" name="Google Shape;11161;p32"/>
            <p:cNvSpPr/>
            <p:nvPr/>
          </p:nvSpPr>
          <p:spPr>
            <a:xfrm>
              <a:off x="5850100" y="3748701"/>
              <a:ext cx="218619" cy="223780"/>
            </a:xfrm>
            <a:custGeom>
              <a:avLst/>
              <a:gdLst/>
              <a:ahLst/>
              <a:cxnLst/>
              <a:rect l="l" t="t" r="r" b="b"/>
              <a:pathLst>
                <a:path w="2796" h="2862" extrusionOk="0">
                  <a:moveTo>
                    <a:pt x="1613" y="1"/>
                  </a:moveTo>
                  <a:cubicBezTo>
                    <a:pt x="1128" y="1"/>
                    <a:pt x="622" y="359"/>
                    <a:pt x="352" y="924"/>
                  </a:cubicBezTo>
                  <a:cubicBezTo>
                    <a:pt x="0" y="1644"/>
                    <a:pt x="168" y="2464"/>
                    <a:pt x="754" y="2765"/>
                  </a:cubicBezTo>
                  <a:cubicBezTo>
                    <a:pt x="888" y="2831"/>
                    <a:pt x="1031" y="2862"/>
                    <a:pt x="1176" y="2862"/>
                  </a:cubicBezTo>
                  <a:cubicBezTo>
                    <a:pt x="1664" y="2862"/>
                    <a:pt x="2173" y="2513"/>
                    <a:pt x="2444" y="1945"/>
                  </a:cubicBezTo>
                  <a:cubicBezTo>
                    <a:pt x="2796" y="1209"/>
                    <a:pt x="2628" y="389"/>
                    <a:pt x="2042" y="104"/>
                  </a:cubicBezTo>
                  <a:cubicBezTo>
                    <a:pt x="1906" y="34"/>
                    <a:pt x="1761" y="1"/>
                    <a:pt x="16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2" name="Google Shape;11162;p32"/>
            <p:cNvSpPr/>
            <p:nvPr/>
          </p:nvSpPr>
          <p:spPr>
            <a:xfrm>
              <a:off x="5490190" y="2985879"/>
              <a:ext cx="1786563" cy="867831"/>
            </a:xfrm>
            <a:custGeom>
              <a:avLst/>
              <a:gdLst/>
              <a:ahLst/>
              <a:cxnLst/>
              <a:rect l="l" t="t" r="r" b="b"/>
              <a:pathLst>
                <a:path w="22849" h="11099" extrusionOk="0">
                  <a:moveTo>
                    <a:pt x="7214" y="1"/>
                  </a:moveTo>
                  <a:cubicBezTo>
                    <a:pt x="7156" y="1"/>
                    <a:pt x="1516" y="1624"/>
                    <a:pt x="0" y="11099"/>
                  </a:cubicBezTo>
                  <a:lnTo>
                    <a:pt x="21409" y="11099"/>
                  </a:lnTo>
                  <a:lnTo>
                    <a:pt x="22848" y="9642"/>
                  </a:lnTo>
                  <a:lnTo>
                    <a:pt x="12721" y="9642"/>
                  </a:lnTo>
                  <a:lnTo>
                    <a:pt x="15249" y="1"/>
                  </a:lnTo>
                  <a:lnTo>
                    <a:pt x="7215" y="1"/>
                  </a:lnTo>
                  <a:cubicBezTo>
                    <a:pt x="7215" y="1"/>
                    <a:pt x="7214" y="1"/>
                    <a:pt x="72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3" name="Google Shape;11163;p32"/>
            <p:cNvSpPr/>
            <p:nvPr/>
          </p:nvSpPr>
          <p:spPr>
            <a:xfrm>
              <a:off x="5491441" y="2984627"/>
              <a:ext cx="1785312" cy="869082"/>
            </a:xfrm>
            <a:custGeom>
              <a:avLst/>
              <a:gdLst/>
              <a:ahLst/>
              <a:cxnLst/>
              <a:rect l="l" t="t" r="r" b="b"/>
              <a:pathLst>
                <a:path w="22833" h="11115" extrusionOk="0">
                  <a:moveTo>
                    <a:pt x="7199" y="0"/>
                  </a:moveTo>
                  <a:cubicBezTo>
                    <a:pt x="7199" y="0"/>
                    <a:pt x="1524" y="1590"/>
                    <a:pt x="1" y="11081"/>
                  </a:cubicBezTo>
                  <a:lnTo>
                    <a:pt x="1474" y="11081"/>
                  </a:lnTo>
                  <a:cubicBezTo>
                    <a:pt x="1608" y="9960"/>
                    <a:pt x="1909" y="8755"/>
                    <a:pt x="2361" y="7566"/>
                  </a:cubicBezTo>
                  <a:cubicBezTo>
                    <a:pt x="3958" y="3484"/>
                    <a:pt x="6980" y="617"/>
                    <a:pt x="9498" y="617"/>
                  </a:cubicBezTo>
                  <a:cubicBezTo>
                    <a:pt x="9830" y="617"/>
                    <a:pt x="10153" y="667"/>
                    <a:pt x="10463" y="770"/>
                  </a:cubicBezTo>
                  <a:cubicBezTo>
                    <a:pt x="13141" y="1657"/>
                    <a:pt x="13827" y="6110"/>
                    <a:pt x="12036" y="10746"/>
                  </a:cubicBezTo>
                  <a:cubicBezTo>
                    <a:pt x="11986" y="10880"/>
                    <a:pt x="11936" y="10981"/>
                    <a:pt x="11885" y="11115"/>
                  </a:cubicBezTo>
                  <a:lnTo>
                    <a:pt x="21426" y="11115"/>
                  </a:lnTo>
                  <a:lnTo>
                    <a:pt x="22832" y="9658"/>
                  </a:lnTo>
                  <a:lnTo>
                    <a:pt x="12705" y="9658"/>
                  </a:lnTo>
                  <a:lnTo>
                    <a:pt x="12705" y="9642"/>
                  </a:lnTo>
                  <a:lnTo>
                    <a:pt x="15233" y="0"/>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4" name="Google Shape;11164;p32"/>
            <p:cNvSpPr/>
            <p:nvPr/>
          </p:nvSpPr>
          <p:spPr>
            <a:xfrm>
              <a:off x="6911531" y="2436202"/>
              <a:ext cx="627006" cy="1382165"/>
            </a:xfrm>
            <a:custGeom>
              <a:avLst/>
              <a:gdLst/>
              <a:ahLst/>
              <a:cxnLst/>
              <a:rect l="l" t="t" r="r" b="b"/>
              <a:pathLst>
                <a:path w="8019" h="17677" extrusionOk="0">
                  <a:moveTo>
                    <a:pt x="2662" y="1"/>
                  </a:moveTo>
                  <a:cubicBezTo>
                    <a:pt x="3833" y="2696"/>
                    <a:pt x="3532" y="13375"/>
                    <a:pt x="0" y="17677"/>
                  </a:cubicBezTo>
                  <a:lnTo>
                    <a:pt x="4687" y="16739"/>
                  </a:lnTo>
                  <a:cubicBezTo>
                    <a:pt x="8018" y="7885"/>
                    <a:pt x="3683" y="1"/>
                    <a:pt x="368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5" name="Google Shape;11165;p32"/>
            <p:cNvSpPr/>
            <p:nvPr/>
          </p:nvSpPr>
          <p:spPr>
            <a:xfrm>
              <a:off x="7213815" y="2737234"/>
              <a:ext cx="212129" cy="1013108"/>
            </a:xfrm>
            <a:custGeom>
              <a:avLst/>
              <a:gdLst/>
              <a:ahLst/>
              <a:cxnLst/>
              <a:rect l="l" t="t" r="r" b="b"/>
              <a:pathLst>
                <a:path w="2713" h="12957" extrusionOk="0">
                  <a:moveTo>
                    <a:pt x="1290" y="1"/>
                  </a:moveTo>
                  <a:lnTo>
                    <a:pt x="1290" y="1"/>
                  </a:lnTo>
                  <a:cubicBezTo>
                    <a:pt x="537" y="1591"/>
                    <a:pt x="1" y="4587"/>
                    <a:pt x="1" y="8002"/>
                  </a:cubicBezTo>
                  <a:cubicBezTo>
                    <a:pt x="1" y="9810"/>
                    <a:pt x="152" y="11517"/>
                    <a:pt x="403" y="12956"/>
                  </a:cubicBezTo>
                  <a:lnTo>
                    <a:pt x="804" y="12873"/>
                  </a:lnTo>
                  <a:cubicBezTo>
                    <a:pt x="2713" y="7851"/>
                    <a:pt x="2143" y="3148"/>
                    <a:pt x="12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6" name="Google Shape;11166;p32"/>
            <p:cNvSpPr/>
            <p:nvPr/>
          </p:nvSpPr>
          <p:spPr>
            <a:xfrm>
              <a:off x="7132731" y="3457052"/>
              <a:ext cx="532708" cy="396658"/>
            </a:xfrm>
            <a:custGeom>
              <a:avLst/>
              <a:gdLst/>
              <a:ahLst/>
              <a:cxnLst/>
              <a:rect l="l" t="t" r="r" b="b"/>
              <a:pathLst>
                <a:path w="6813" h="5073" extrusionOk="0">
                  <a:moveTo>
                    <a:pt x="3365" y="1"/>
                  </a:moveTo>
                  <a:cubicBezTo>
                    <a:pt x="1507" y="1"/>
                    <a:pt x="0" y="1507"/>
                    <a:pt x="0" y="3365"/>
                  </a:cubicBezTo>
                  <a:cubicBezTo>
                    <a:pt x="0" y="4001"/>
                    <a:pt x="167" y="4571"/>
                    <a:pt x="452" y="5073"/>
                  </a:cubicBezTo>
                  <a:lnTo>
                    <a:pt x="6813" y="3750"/>
                  </a:lnTo>
                  <a:cubicBezTo>
                    <a:pt x="6428" y="905"/>
                    <a:pt x="4620" y="1"/>
                    <a:pt x="33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7" name="Google Shape;11167;p32"/>
            <p:cNvSpPr/>
            <p:nvPr/>
          </p:nvSpPr>
          <p:spPr>
            <a:xfrm>
              <a:off x="7113028" y="3457052"/>
              <a:ext cx="328633" cy="396658"/>
            </a:xfrm>
            <a:custGeom>
              <a:avLst/>
              <a:gdLst/>
              <a:ahLst/>
              <a:cxnLst/>
              <a:rect l="l" t="t" r="r" b="b"/>
              <a:pathLst>
                <a:path w="4203" h="5073" extrusionOk="0">
                  <a:moveTo>
                    <a:pt x="3617" y="1"/>
                  </a:moveTo>
                  <a:cubicBezTo>
                    <a:pt x="1759" y="1"/>
                    <a:pt x="1" y="1507"/>
                    <a:pt x="1" y="3365"/>
                  </a:cubicBezTo>
                  <a:cubicBezTo>
                    <a:pt x="1" y="4001"/>
                    <a:pt x="419" y="4571"/>
                    <a:pt x="704" y="5073"/>
                  </a:cubicBezTo>
                  <a:lnTo>
                    <a:pt x="2277" y="4738"/>
                  </a:lnTo>
                  <a:cubicBezTo>
                    <a:pt x="2160" y="4504"/>
                    <a:pt x="2043" y="4253"/>
                    <a:pt x="1959" y="4001"/>
                  </a:cubicBezTo>
                  <a:cubicBezTo>
                    <a:pt x="1256" y="1892"/>
                    <a:pt x="2177" y="135"/>
                    <a:pt x="4035" y="68"/>
                  </a:cubicBezTo>
                  <a:lnTo>
                    <a:pt x="4202" y="68"/>
                  </a:lnTo>
                  <a:cubicBezTo>
                    <a:pt x="3985" y="18"/>
                    <a:pt x="3801" y="1"/>
                    <a:pt x="361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8" name="Google Shape;11168;p32"/>
            <p:cNvSpPr/>
            <p:nvPr/>
          </p:nvSpPr>
          <p:spPr>
            <a:xfrm>
              <a:off x="6064732" y="2652163"/>
              <a:ext cx="903173" cy="1034063"/>
            </a:xfrm>
            <a:custGeom>
              <a:avLst/>
              <a:gdLst/>
              <a:ahLst/>
              <a:cxnLst/>
              <a:rect l="l" t="t" r="r" b="b"/>
              <a:pathLst>
                <a:path w="11551" h="13225" extrusionOk="0">
                  <a:moveTo>
                    <a:pt x="6913" y="1"/>
                  </a:moveTo>
                  <a:lnTo>
                    <a:pt x="185" y="1541"/>
                  </a:lnTo>
                  <a:cubicBezTo>
                    <a:pt x="0" y="2763"/>
                    <a:pt x="218" y="4252"/>
                    <a:pt x="1591" y="4319"/>
                  </a:cubicBezTo>
                  <a:lnTo>
                    <a:pt x="6980" y="4989"/>
                  </a:lnTo>
                  <a:cubicBezTo>
                    <a:pt x="6980" y="4989"/>
                    <a:pt x="6646" y="12973"/>
                    <a:pt x="6646" y="13124"/>
                  </a:cubicBezTo>
                  <a:lnTo>
                    <a:pt x="6830" y="13224"/>
                  </a:lnTo>
                  <a:cubicBezTo>
                    <a:pt x="6813" y="13207"/>
                    <a:pt x="11550" y="4336"/>
                    <a:pt x="11332" y="3784"/>
                  </a:cubicBezTo>
                  <a:cubicBezTo>
                    <a:pt x="11148" y="3215"/>
                    <a:pt x="6913" y="1"/>
                    <a:pt x="69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9" name="Google Shape;11169;p32"/>
            <p:cNvSpPr/>
            <p:nvPr/>
          </p:nvSpPr>
          <p:spPr>
            <a:xfrm>
              <a:off x="6067312" y="2650834"/>
              <a:ext cx="700270" cy="1026166"/>
            </a:xfrm>
            <a:custGeom>
              <a:avLst/>
              <a:gdLst/>
              <a:ahLst/>
              <a:cxnLst/>
              <a:rect l="l" t="t" r="r" b="b"/>
              <a:pathLst>
                <a:path w="8956" h="13124" extrusionOk="0">
                  <a:moveTo>
                    <a:pt x="6931" y="1"/>
                  </a:moveTo>
                  <a:lnTo>
                    <a:pt x="185" y="1541"/>
                  </a:lnTo>
                  <a:cubicBezTo>
                    <a:pt x="1" y="2763"/>
                    <a:pt x="235" y="4253"/>
                    <a:pt x="1591" y="4303"/>
                  </a:cubicBezTo>
                  <a:lnTo>
                    <a:pt x="6981" y="4972"/>
                  </a:lnTo>
                  <a:cubicBezTo>
                    <a:pt x="6981" y="4972"/>
                    <a:pt x="6646" y="12973"/>
                    <a:pt x="6646" y="13124"/>
                  </a:cubicBezTo>
                  <a:lnTo>
                    <a:pt x="6864" y="12906"/>
                  </a:lnTo>
                  <a:lnTo>
                    <a:pt x="6864" y="12906"/>
                  </a:lnTo>
                  <a:cubicBezTo>
                    <a:pt x="6864" y="12906"/>
                    <a:pt x="6864" y="12906"/>
                    <a:pt x="6864" y="12906"/>
                  </a:cubicBezTo>
                  <a:cubicBezTo>
                    <a:pt x="6835" y="12906"/>
                    <a:pt x="8956" y="5324"/>
                    <a:pt x="8889" y="5039"/>
                  </a:cubicBezTo>
                  <a:cubicBezTo>
                    <a:pt x="8839" y="4705"/>
                    <a:pt x="7450" y="3767"/>
                    <a:pt x="6261" y="2780"/>
                  </a:cubicBezTo>
                  <a:cubicBezTo>
                    <a:pt x="6110" y="2662"/>
                    <a:pt x="8220" y="1039"/>
                    <a:pt x="8102" y="922"/>
                  </a:cubicBezTo>
                  <a:cubicBezTo>
                    <a:pt x="7433" y="403"/>
                    <a:pt x="6931" y="1"/>
                    <a:pt x="6931"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0" name="Google Shape;11170;p32"/>
            <p:cNvSpPr/>
            <p:nvPr/>
          </p:nvSpPr>
          <p:spPr>
            <a:xfrm>
              <a:off x="6730912" y="3608428"/>
              <a:ext cx="134878" cy="130108"/>
            </a:xfrm>
            <a:custGeom>
              <a:avLst/>
              <a:gdLst/>
              <a:ahLst/>
              <a:cxnLst/>
              <a:rect l="l" t="t" r="r" b="b"/>
              <a:pathLst>
                <a:path w="1725" h="1664" extrusionOk="0">
                  <a:moveTo>
                    <a:pt x="485" y="0"/>
                  </a:moveTo>
                  <a:cubicBezTo>
                    <a:pt x="248" y="0"/>
                    <a:pt x="0" y="743"/>
                    <a:pt x="0" y="743"/>
                  </a:cubicBezTo>
                  <a:lnTo>
                    <a:pt x="636" y="1664"/>
                  </a:lnTo>
                  <a:lnTo>
                    <a:pt x="1724" y="1664"/>
                  </a:lnTo>
                  <a:lnTo>
                    <a:pt x="921" y="1178"/>
                  </a:lnTo>
                  <a:cubicBezTo>
                    <a:pt x="921" y="1178"/>
                    <a:pt x="770" y="325"/>
                    <a:pt x="636" y="124"/>
                  </a:cubicBezTo>
                  <a:cubicBezTo>
                    <a:pt x="588" y="36"/>
                    <a:pt x="537" y="0"/>
                    <a:pt x="4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1" name="Google Shape;11171;p32"/>
            <p:cNvSpPr/>
            <p:nvPr/>
          </p:nvSpPr>
          <p:spPr>
            <a:xfrm>
              <a:off x="6551622" y="3612103"/>
              <a:ext cx="134878" cy="126433"/>
            </a:xfrm>
            <a:custGeom>
              <a:avLst/>
              <a:gdLst/>
              <a:ahLst/>
              <a:cxnLst/>
              <a:rect l="l" t="t" r="r" b="b"/>
              <a:pathLst>
                <a:path w="1725" h="1617" extrusionOk="0">
                  <a:moveTo>
                    <a:pt x="437" y="0"/>
                  </a:moveTo>
                  <a:cubicBezTo>
                    <a:pt x="132" y="0"/>
                    <a:pt x="0" y="696"/>
                    <a:pt x="0" y="696"/>
                  </a:cubicBezTo>
                  <a:lnTo>
                    <a:pt x="619" y="1617"/>
                  </a:lnTo>
                  <a:lnTo>
                    <a:pt x="1724" y="1617"/>
                  </a:lnTo>
                  <a:lnTo>
                    <a:pt x="971" y="1064"/>
                  </a:lnTo>
                  <a:cubicBezTo>
                    <a:pt x="971" y="1064"/>
                    <a:pt x="1071" y="412"/>
                    <a:pt x="619" y="77"/>
                  </a:cubicBezTo>
                  <a:cubicBezTo>
                    <a:pt x="553" y="23"/>
                    <a:pt x="492" y="0"/>
                    <a:pt x="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2" name="Google Shape;11172;p32"/>
            <p:cNvSpPr/>
            <p:nvPr/>
          </p:nvSpPr>
          <p:spPr>
            <a:xfrm>
              <a:off x="5933841" y="1919366"/>
              <a:ext cx="880889" cy="1024758"/>
            </a:xfrm>
            <a:custGeom>
              <a:avLst/>
              <a:gdLst/>
              <a:ahLst/>
              <a:cxnLst/>
              <a:rect l="l" t="t" r="r" b="b"/>
              <a:pathLst>
                <a:path w="11266" h="13106" extrusionOk="0">
                  <a:moveTo>
                    <a:pt x="8415" y="1"/>
                  </a:moveTo>
                  <a:cubicBezTo>
                    <a:pt x="7215" y="1"/>
                    <a:pt x="5560" y="638"/>
                    <a:pt x="3633" y="2476"/>
                  </a:cubicBezTo>
                  <a:cubicBezTo>
                    <a:pt x="1" y="5908"/>
                    <a:pt x="419" y="13105"/>
                    <a:pt x="419" y="13105"/>
                  </a:cubicBezTo>
                  <a:cubicBezTo>
                    <a:pt x="1674" y="13105"/>
                    <a:pt x="5959" y="12436"/>
                    <a:pt x="9307" y="9724"/>
                  </a:cubicBezTo>
                  <a:cubicBezTo>
                    <a:pt x="8320" y="7013"/>
                    <a:pt x="11266" y="3481"/>
                    <a:pt x="10412" y="1104"/>
                  </a:cubicBezTo>
                  <a:cubicBezTo>
                    <a:pt x="10184" y="499"/>
                    <a:pt x="9477" y="1"/>
                    <a:pt x="84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3" name="Google Shape;11173;p32"/>
            <p:cNvSpPr/>
            <p:nvPr/>
          </p:nvSpPr>
          <p:spPr>
            <a:xfrm>
              <a:off x="6326512" y="1918662"/>
              <a:ext cx="488218" cy="863139"/>
            </a:xfrm>
            <a:custGeom>
              <a:avLst/>
              <a:gdLst/>
              <a:ahLst/>
              <a:cxnLst/>
              <a:rect l="l" t="t" r="r" b="b"/>
              <a:pathLst>
                <a:path w="6244" h="11039" extrusionOk="0">
                  <a:moveTo>
                    <a:pt x="3391" y="1"/>
                  </a:moveTo>
                  <a:cubicBezTo>
                    <a:pt x="2792" y="1"/>
                    <a:pt x="2079" y="159"/>
                    <a:pt x="1272" y="544"/>
                  </a:cubicBezTo>
                  <a:cubicBezTo>
                    <a:pt x="502" y="1699"/>
                    <a:pt x="0" y="3373"/>
                    <a:pt x="0" y="5231"/>
                  </a:cubicBezTo>
                  <a:cubicBezTo>
                    <a:pt x="0" y="7875"/>
                    <a:pt x="954" y="10118"/>
                    <a:pt x="2310" y="11039"/>
                  </a:cubicBezTo>
                  <a:cubicBezTo>
                    <a:pt x="2980" y="10654"/>
                    <a:pt x="3632" y="10235"/>
                    <a:pt x="4268" y="9716"/>
                  </a:cubicBezTo>
                  <a:cubicBezTo>
                    <a:pt x="3298" y="7022"/>
                    <a:pt x="6244" y="3490"/>
                    <a:pt x="5390" y="1113"/>
                  </a:cubicBezTo>
                  <a:cubicBezTo>
                    <a:pt x="5165" y="502"/>
                    <a:pt x="4459" y="1"/>
                    <a:pt x="33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4" name="Google Shape;11174;p32"/>
            <p:cNvSpPr/>
            <p:nvPr/>
          </p:nvSpPr>
          <p:spPr>
            <a:xfrm>
              <a:off x="6546383" y="1918584"/>
              <a:ext cx="216039" cy="275620"/>
            </a:xfrm>
            <a:custGeom>
              <a:avLst/>
              <a:gdLst/>
              <a:ahLst/>
              <a:cxnLst/>
              <a:rect l="l" t="t" r="r" b="b"/>
              <a:pathLst>
                <a:path w="2763" h="3525" extrusionOk="0">
                  <a:moveTo>
                    <a:pt x="561" y="1"/>
                  </a:moveTo>
                  <a:cubicBezTo>
                    <a:pt x="383" y="1"/>
                    <a:pt x="196" y="14"/>
                    <a:pt x="0" y="43"/>
                  </a:cubicBezTo>
                  <a:lnTo>
                    <a:pt x="0" y="394"/>
                  </a:lnTo>
                  <a:cubicBezTo>
                    <a:pt x="0" y="2118"/>
                    <a:pt x="753" y="3524"/>
                    <a:pt x="1674" y="3524"/>
                  </a:cubicBezTo>
                  <a:cubicBezTo>
                    <a:pt x="2059" y="3524"/>
                    <a:pt x="2394" y="3290"/>
                    <a:pt x="2678" y="2905"/>
                  </a:cubicBezTo>
                  <a:cubicBezTo>
                    <a:pt x="2762" y="2269"/>
                    <a:pt x="2762" y="1666"/>
                    <a:pt x="2578" y="1114"/>
                  </a:cubicBezTo>
                  <a:cubicBezTo>
                    <a:pt x="2362" y="496"/>
                    <a:pt x="1640" y="1"/>
                    <a:pt x="56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5" name="Google Shape;11175;p32"/>
            <p:cNvSpPr/>
            <p:nvPr/>
          </p:nvSpPr>
          <p:spPr>
            <a:xfrm>
              <a:off x="5956125" y="1907481"/>
              <a:ext cx="829830" cy="706056"/>
            </a:xfrm>
            <a:custGeom>
              <a:avLst/>
              <a:gdLst/>
              <a:ahLst/>
              <a:cxnLst/>
              <a:rect l="l" t="t" r="r" b="b"/>
              <a:pathLst>
                <a:path w="10613" h="9030" extrusionOk="0">
                  <a:moveTo>
                    <a:pt x="7750" y="0"/>
                  </a:moveTo>
                  <a:lnTo>
                    <a:pt x="6796" y="302"/>
                  </a:lnTo>
                  <a:cubicBezTo>
                    <a:pt x="9174" y="1425"/>
                    <a:pt x="6761" y="8725"/>
                    <a:pt x="264" y="8725"/>
                  </a:cubicBezTo>
                  <a:cubicBezTo>
                    <a:pt x="177" y="8725"/>
                    <a:pt x="89" y="8724"/>
                    <a:pt x="0" y="8721"/>
                  </a:cubicBezTo>
                  <a:lnTo>
                    <a:pt x="0" y="8721"/>
                  </a:lnTo>
                  <a:lnTo>
                    <a:pt x="50" y="9023"/>
                  </a:lnTo>
                  <a:cubicBezTo>
                    <a:pt x="50" y="9023"/>
                    <a:pt x="152" y="9030"/>
                    <a:pt x="335" y="9030"/>
                  </a:cubicBezTo>
                  <a:cubicBezTo>
                    <a:pt x="1383" y="9030"/>
                    <a:pt x="5094" y="8787"/>
                    <a:pt x="7616" y="5524"/>
                  </a:cubicBezTo>
                  <a:cubicBezTo>
                    <a:pt x="10612" y="1691"/>
                    <a:pt x="7750" y="1"/>
                    <a:pt x="7750" y="0"/>
                  </a:cubicBezTo>
                  <a:close/>
                </a:path>
              </a:pathLst>
            </a:custGeom>
            <a:solidFill>
              <a:srgbClr val="CE3E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6" name="Google Shape;11176;p32"/>
            <p:cNvSpPr/>
            <p:nvPr/>
          </p:nvSpPr>
          <p:spPr>
            <a:xfrm>
              <a:off x="6490086" y="1907481"/>
              <a:ext cx="153174" cy="99536"/>
            </a:xfrm>
            <a:custGeom>
              <a:avLst/>
              <a:gdLst/>
              <a:ahLst/>
              <a:cxnLst/>
              <a:rect l="l" t="t" r="r" b="b"/>
              <a:pathLst>
                <a:path w="1959" h="1273" extrusionOk="0">
                  <a:moveTo>
                    <a:pt x="938" y="0"/>
                  </a:moveTo>
                  <a:lnTo>
                    <a:pt x="0" y="302"/>
                  </a:lnTo>
                  <a:cubicBezTo>
                    <a:pt x="352" y="486"/>
                    <a:pt x="620" y="821"/>
                    <a:pt x="754" y="1256"/>
                  </a:cubicBezTo>
                  <a:cubicBezTo>
                    <a:pt x="938" y="1239"/>
                    <a:pt x="1105" y="1222"/>
                    <a:pt x="1306" y="1222"/>
                  </a:cubicBezTo>
                  <a:cubicBezTo>
                    <a:pt x="1540" y="1222"/>
                    <a:pt x="1758" y="1239"/>
                    <a:pt x="1959" y="1273"/>
                  </a:cubicBezTo>
                  <a:cubicBezTo>
                    <a:pt x="1607" y="419"/>
                    <a:pt x="938" y="0"/>
                    <a:pt x="938" y="0"/>
                  </a:cubicBezTo>
                  <a:close/>
                </a:path>
              </a:pathLst>
            </a:custGeom>
            <a:solidFill>
              <a:srgbClr val="B22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7" name="Google Shape;11177;p32"/>
            <p:cNvSpPr/>
            <p:nvPr/>
          </p:nvSpPr>
          <p:spPr>
            <a:xfrm>
              <a:off x="5957377" y="2225480"/>
              <a:ext cx="665006" cy="388057"/>
            </a:xfrm>
            <a:custGeom>
              <a:avLst/>
              <a:gdLst/>
              <a:ahLst/>
              <a:cxnLst/>
              <a:rect l="l" t="t" r="r" b="b"/>
              <a:pathLst>
                <a:path w="8505" h="4963" extrusionOk="0">
                  <a:moveTo>
                    <a:pt x="7282" y="1"/>
                  </a:moveTo>
                  <a:cubicBezTo>
                    <a:pt x="6383" y="2274"/>
                    <a:pt x="3998" y="4658"/>
                    <a:pt x="268" y="4658"/>
                  </a:cubicBezTo>
                  <a:cubicBezTo>
                    <a:pt x="180" y="4658"/>
                    <a:pt x="91" y="4657"/>
                    <a:pt x="1" y="4654"/>
                  </a:cubicBezTo>
                  <a:lnTo>
                    <a:pt x="1" y="4654"/>
                  </a:lnTo>
                  <a:lnTo>
                    <a:pt x="51" y="4956"/>
                  </a:lnTo>
                  <a:cubicBezTo>
                    <a:pt x="51" y="4956"/>
                    <a:pt x="153" y="4963"/>
                    <a:pt x="336" y="4963"/>
                  </a:cubicBezTo>
                  <a:cubicBezTo>
                    <a:pt x="1384" y="4963"/>
                    <a:pt x="5095" y="4720"/>
                    <a:pt x="7617" y="1457"/>
                  </a:cubicBezTo>
                  <a:cubicBezTo>
                    <a:pt x="8002" y="955"/>
                    <a:pt x="8286" y="520"/>
                    <a:pt x="8504" y="85"/>
                  </a:cubicBezTo>
                  <a:lnTo>
                    <a:pt x="8504" y="85"/>
                  </a:lnTo>
                  <a:cubicBezTo>
                    <a:pt x="8370" y="101"/>
                    <a:pt x="8253" y="101"/>
                    <a:pt x="8119" y="101"/>
                  </a:cubicBezTo>
                  <a:cubicBezTo>
                    <a:pt x="7834" y="101"/>
                    <a:pt x="7533" y="51"/>
                    <a:pt x="7282" y="1"/>
                  </a:cubicBezTo>
                  <a:close/>
                </a:path>
              </a:pathLst>
            </a:custGeom>
            <a:solidFill>
              <a:srgbClr val="B22F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8" name="Google Shape;11178;p32"/>
            <p:cNvSpPr/>
            <p:nvPr/>
          </p:nvSpPr>
          <p:spPr>
            <a:xfrm>
              <a:off x="7186370" y="2495158"/>
              <a:ext cx="214710" cy="248722"/>
            </a:xfrm>
            <a:custGeom>
              <a:avLst/>
              <a:gdLst/>
              <a:ahLst/>
              <a:cxnLst/>
              <a:rect l="l" t="t" r="r" b="b"/>
              <a:pathLst>
                <a:path w="2746" h="3181" extrusionOk="0">
                  <a:moveTo>
                    <a:pt x="2695" y="0"/>
                  </a:moveTo>
                  <a:cubicBezTo>
                    <a:pt x="1222" y="0"/>
                    <a:pt x="0" y="703"/>
                    <a:pt x="0" y="1590"/>
                  </a:cubicBezTo>
                  <a:cubicBezTo>
                    <a:pt x="0" y="2477"/>
                    <a:pt x="1222" y="3180"/>
                    <a:pt x="2695" y="3180"/>
                  </a:cubicBezTo>
                  <a:lnTo>
                    <a:pt x="2745" y="3180"/>
                  </a:lnTo>
                  <a:lnTo>
                    <a:pt x="27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9" name="Google Shape;11179;p32"/>
            <p:cNvSpPr/>
            <p:nvPr/>
          </p:nvSpPr>
          <p:spPr>
            <a:xfrm>
              <a:off x="7185041" y="2526512"/>
              <a:ext cx="150594" cy="213459"/>
            </a:xfrm>
            <a:custGeom>
              <a:avLst/>
              <a:gdLst/>
              <a:ahLst/>
              <a:cxnLst/>
              <a:rect l="l" t="t" r="r" b="b"/>
              <a:pathLst>
                <a:path w="1926" h="2730" extrusionOk="0">
                  <a:moveTo>
                    <a:pt x="938" y="1"/>
                  </a:moveTo>
                  <a:cubicBezTo>
                    <a:pt x="352" y="285"/>
                    <a:pt x="1" y="737"/>
                    <a:pt x="1" y="1206"/>
                  </a:cubicBezTo>
                  <a:cubicBezTo>
                    <a:pt x="1" y="1926"/>
                    <a:pt x="821" y="2528"/>
                    <a:pt x="1926" y="2729"/>
                  </a:cubicBezTo>
                  <a:cubicBezTo>
                    <a:pt x="1708" y="2411"/>
                    <a:pt x="1541" y="2043"/>
                    <a:pt x="1373" y="1675"/>
                  </a:cubicBezTo>
                  <a:cubicBezTo>
                    <a:pt x="1156" y="1089"/>
                    <a:pt x="1005" y="520"/>
                    <a:pt x="93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0" name="Google Shape;11180;p32"/>
            <p:cNvSpPr/>
            <p:nvPr/>
          </p:nvSpPr>
          <p:spPr>
            <a:xfrm>
              <a:off x="6094835" y="1936880"/>
              <a:ext cx="566799" cy="766418"/>
            </a:xfrm>
            <a:custGeom>
              <a:avLst/>
              <a:gdLst/>
              <a:ahLst/>
              <a:cxnLst/>
              <a:rect l="l" t="t" r="r" b="b"/>
              <a:pathLst>
                <a:path w="7249" h="9802" extrusionOk="0">
                  <a:moveTo>
                    <a:pt x="4984" y="1"/>
                  </a:moveTo>
                  <a:cubicBezTo>
                    <a:pt x="4303" y="1"/>
                    <a:pt x="3517" y="361"/>
                    <a:pt x="2846" y="1114"/>
                  </a:cubicBezTo>
                  <a:cubicBezTo>
                    <a:pt x="1641" y="2503"/>
                    <a:pt x="0" y="7542"/>
                    <a:pt x="3231" y="9802"/>
                  </a:cubicBezTo>
                  <a:lnTo>
                    <a:pt x="6612" y="5617"/>
                  </a:lnTo>
                  <a:cubicBezTo>
                    <a:pt x="5859" y="4680"/>
                    <a:pt x="7248" y="2202"/>
                    <a:pt x="6328" y="712"/>
                  </a:cubicBezTo>
                  <a:cubicBezTo>
                    <a:pt x="6033" y="244"/>
                    <a:pt x="5544" y="1"/>
                    <a:pt x="49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1" name="Google Shape;11181;p32"/>
            <p:cNvSpPr/>
            <p:nvPr/>
          </p:nvSpPr>
          <p:spPr>
            <a:xfrm>
              <a:off x="6094835" y="1936802"/>
              <a:ext cx="463354" cy="766497"/>
            </a:xfrm>
            <a:custGeom>
              <a:avLst/>
              <a:gdLst/>
              <a:ahLst/>
              <a:cxnLst/>
              <a:rect l="l" t="t" r="r" b="b"/>
              <a:pathLst>
                <a:path w="5926" h="9803" extrusionOk="0">
                  <a:moveTo>
                    <a:pt x="4991" y="0"/>
                  </a:moveTo>
                  <a:cubicBezTo>
                    <a:pt x="4315" y="0"/>
                    <a:pt x="3530" y="354"/>
                    <a:pt x="2846" y="1115"/>
                  </a:cubicBezTo>
                  <a:cubicBezTo>
                    <a:pt x="1641" y="2504"/>
                    <a:pt x="0" y="7543"/>
                    <a:pt x="3231" y="9803"/>
                  </a:cubicBezTo>
                  <a:lnTo>
                    <a:pt x="5005" y="7610"/>
                  </a:lnTo>
                  <a:cubicBezTo>
                    <a:pt x="4152" y="7158"/>
                    <a:pt x="3549" y="5702"/>
                    <a:pt x="3549" y="3961"/>
                  </a:cubicBezTo>
                  <a:cubicBezTo>
                    <a:pt x="3549" y="1885"/>
                    <a:pt x="4419" y="195"/>
                    <a:pt x="5507" y="195"/>
                  </a:cubicBezTo>
                  <a:cubicBezTo>
                    <a:pt x="5658" y="195"/>
                    <a:pt x="5809" y="211"/>
                    <a:pt x="5926" y="278"/>
                  </a:cubicBezTo>
                  <a:cubicBezTo>
                    <a:pt x="5663" y="95"/>
                    <a:pt x="5342" y="0"/>
                    <a:pt x="49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2" name="Google Shape;11182;p32"/>
            <p:cNvSpPr/>
            <p:nvPr/>
          </p:nvSpPr>
          <p:spPr>
            <a:xfrm>
              <a:off x="6281240" y="2298510"/>
              <a:ext cx="735064" cy="501667"/>
            </a:xfrm>
            <a:custGeom>
              <a:avLst/>
              <a:gdLst/>
              <a:ahLst/>
              <a:cxnLst/>
              <a:rect l="l" t="t" r="r" b="b"/>
              <a:pathLst>
                <a:path w="9401" h="6416" extrusionOk="0">
                  <a:moveTo>
                    <a:pt x="8382" y="0"/>
                  </a:moveTo>
                  <a:cubicBezTo>
                    <a:pt x="3345" y="0"/>
                    <a:pt x="1" y="3546"/>
                    <a:pt x="177" y="4155"/>
                  </a:cubicBezTo>
                  <a:cubicBezTo>
                    <a:pt x="362" y="4775"/>
                    <a:pt x="1701" y="6348"/>
                    <a:pt x="2772" y="6415"/>
                  </a:cubicBezTo>
                  <a:cubicBezTo>
                    <a:pt x="2783" y="6416"/>
                    <a:pt x="2794" y="6416"/>
                    <a:pt x="2805" y="6416"/>
                  </a:cubicBezTo>
                  <a:cubicBezTo>
                    <a:pt x="3919" y="6416"/>
                    <a:pt x="7677" y="3962"/>
                    <a:pt x="9400" y="1327"/>
                  </a:cubicBezTo>
                  <a:lnTo>
                    <a:pt x="9049" y="21"/>
                  </a:lnTo>
                  <a:cubicBezTo>
                    <a:pt x="8823" y="7"/>
                    <a:pt x="8601" y="0"/>
                    <a:pt x="8382"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3" name="Google Shape;11183;p32"/>
            <p:cNvSpPr/>
            <p:nvPr/>
          </p:nvSpPr>
          <p:spPr>
            <a:xfrm>
              <a:off x="6424641" y="2297337"/>
              <a:ext cx="578528" cy="274603"/>
            </a:xfrm>
            <a:custGeom>
              <a:avLst/>
              <a:gdLst/>
              <a:ahLst/>
              <a:cxnLst/>
              <a:rect l="l" t="t" r="r" b="b"/>
              <a:pathLst>
                <a:path w="7399" h="3512" extrusionOk="0">
                  <a:moveTo>
                    <a:pt x="6574" y="0"/>
                  </a:moveTo>
                  <a:cubicBezTo>
                    <a:pt x="3750" y="0"/>
                    <a:pt x="1433" y="1105"/>
                    <a:pt x="1" y="2195"/>
                  </a:cubicBezTo>
                  <a:cubicBezTo>
                    <a:pt x="469" y="2798"/>
                    <a:pt x="1172" y="3400"/>
                    <a:pt x="1775" y="3501"/>
                  </a:cubicBezTo>
                  <a:cubicBezTo>
                    <a:pt x="1827" y="3508"/>
                    <a:pt x="1887" y="3512"/>
                    <a:pt x="1953" y="3512"/>
                  </a:cubicBezTo>
                  <a:cubicBezTo>
                    <a:pt x="2953" y="3512"/>
                    <a:pt x="5500" y="2683"/>
                    <a:pt x="7399" y="957"/>
                  </a:cubicBezTo>
                  <a:lnTo>
                    <a:pt x="7215" y="19"/>
                  </a:lnTo>
                  <a:cubicBezTo>
                    <a:pt x="6998" y="6"/>
                    <a:pt x="6785" y="0"/>
                    <a:pt x="6574"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4" name="Google Shape;11184;p32"/>
            <p:cNvSpPr/>
            <p:nvPr/>
          </p:nvSpPr>
          <p:spPr>
            <a:xfrm>
              <a:off x="6627466" y="1683701"/>
              <a:ext cx="230426" cy="405806"/>
            </a:xfrm>
            <a:custGeom>
              <a:avLst/>
              <a:gdLst/>
              <a:ahLst/>
              <a:cxnLst/>
              <a:rect l="l" t="t" r="r" b="b"/>
              <a:pathLst>
                <a:path w="2947" h="5190" extrusionOk="0">
                  <a:moveTo>
                    <a:pt x="1692" y="0"/>
                  </a:moveTo>
                  <a:lnTo>
                    <a:pt x="1" y="3047"/>
                  </a:lnTo>
                  <a:lnTo>
                    <a:pt x="1708" y="5189"/>
                  </a:lnTo>
                  <a:lnTo>
                    <a:pt x="2947" y="2846"/>
                  </a:lnTo>
                  <a:lnTo>
                    <a:pt x="1692" y="0"/>
                  </a:ln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5" name="Google Shape;11185;p32"/>
            <p:cNvSpPr/>
            <p:nvPr/>
          </p:nvSpPr>
          <p:spPr>
            <a:xfrm>
              <a:off x="6719105" y="1548276"/>
              <a:ext cx="367884" cy="487515"/>
            </a:xfrm>
            <a:custGeom>
              <a:avLst/>
              <a:gdLst/>
              <a:ahLst/>
              <a:cxnLst/>
              <a:rect l="l" t="t" r="r" b="b"/>
              <a:pathLst>
                <a:path w="4705" h="6235" extrusionOk="0">
                  <a:moveTo>
                    <a:pt x="3161" y="0"/>
                  </a:moveTo>
                  <a:cubicBezTo>
                    <a:pt x="2281" y="0"/>
                    <a:pt x="1049" y="657"/>
                    <a:pt x="603" y="1498"/>
                  </a:cubicBezTo>
                  <a:cubicBezTo>
                    <a:pt x="1" y="2619"/>
                    <a:pt x="369" y="4879"/>
                    <a:pt x="369" y="4879"/>
                  </a:cubicBezTo>
                  <a:cubicBezTo>
                    <a:pt x="369" y="4879"/>
                    <a:pt x="1206" y="6101"/>
                    <a:pt x="2629" y="6235"/>
                  </a:cubicBezTo>
                  <a:cubicBezTo>
                    <a:pt x="3449" y="5716"/>
                    <a:pt x="4704" y="912"/>
                    <a:pt x="3851" y="209"/>
                  </a:cubicBezTo>
                  <a:cubicBezTo>
                    <a:pt x="3679" y="65"/>
                    <a:pt x="3437" y="0"/>
                    <a:pt x="3161"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6" name="Google Shape;11186;p32"/>
            <p:cNvSpPr/>
            <p:nvPr/>
          </p:nvSpPr>
          <p:spPr>
            <a:xfrm>
              <a:off x="6736151" y="1548276"/>
              <a:ext cx="310258" cy="320032"/>
            </a:xfrm>
            <a:custGeom>
              <a:avLst/>
              <a:gdLst/>
              <a:ahLst/>
              <a:cxnLst/>
              <a:rect l="l" t="t" r="r" b="b"/>
              <a:pathLst>
                <a:path w="3968" h="4093" extrusionOk="0">
                  <a:moveTo>
                    <a:pt x="2943" y="0"/>
                  </a:moveTo>
                  <a:cubicBezTo>
                    <a:pt x="2063" y="0"/>
                    <a:pt x="831" y="657"/>
                    <a:pt x="385" y="1498"/>
                  </a:cubicBezTo>
                  <a:cubicBezTo>
                    <a:pt x="0" y="2201"/>
                    <a:pt x="34" y="3339"/>
                    <a:pt x="67" y="4092"/>
                  </a:cubicBezTo>
                  <a:cubicBezTo>
                    <a:pt x="452" y="3339"/>
                    <a:pt x="1239" y="2619"/>
                    <a:pt x="2310" y="2167"/>
                  </a:cubicBezTo>
                  <a:cubicBezTo>
                    <a:pt x="2846" y="1933"/>
                    <a:pt x="3381" y="1833"/>
                    <a:pt x="3900" y="1799"/>
                  </a:cubicBezTo>
                  <a:cubicBezTo>
                    <a:pt x="3967" y="1046"/>
                    <a:pt x="3900" y="410"/>
                    <a:pt x="3633" y="209"/>
                  </a:cubicBezTo>
                  <a:cubicBezTo>
                    <a:pt x="3461" y="65"/>
                    <a:pt x="3219" y="0"/>
                    <a:pt x="2943"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7" name="Google Shape;11187;p32"/>
            <p:cNvSpPr/>
            <p:nvPr/>
          </p:nvSpPr>
          <p:spPr>
            <a:xfrm>
              <a:off x="6916770" y="1737261"/>
              <a:ext cx="38000" cy="54186"/>
            </a:xfrm>
            <a:custGeom>
              <a:avLst/>
              <a:gdLst/>
              <a:ahLst/>
              <a:cxnLst/>
              <a:rect l="l" t="t" r="r" b="b"/>
              <a:pathLst>
                <a:path w="486" h="693" extrusionOk="0">
                  <a:moveTo>
                    <a:pt x="298" y="0"/>
                  </a:moveTo>
                  <a:cubicBezTo>
                    <a:pt x="188" y="0"/>
                    <a:pt x="81" y="129"/>
                    <a:pt x="34" y="303"/>
                  </a:cubicBezTo>
                  <a:cubicBezTo>
                    <a:pt x="0" y="487"/>
                    <a:pt x="67" y="654"/>
                    <a:pt x="168" y="688"/>
                  </a:cubicBezTo>
                  <a:cubicBezTo>
                    <a:pt x="178" y="691"/>
                    <a:pt x="189" y="693"/>
                    <a:pt x="200" y="693"/>
                  </a:cubicBezTo>
                  <a:cubicBezTo>
                    <a:pt x="295" y="693"/>
                    <a:pt x="405" y="568"/>
                    <a:pt x="435" y="403"/>
                  </a:cubicBezTo>
                  <a:cubicBezTo>
                    <a:pt x="486" y="219"/>
                    <a:pt x="419" y="52"/>
                    <a:pt x="318" y="1"/>
                  </a:cubicBezTo>
                  <a:cubicBezTo>
                    <a:pt x="312" y="1"/>
                    <a:pt x="305" y="0"/>
                    <a:pt x="298" y="0"/>
                  </a:cubicBezTo>
                  <a:close/>
                </a:path>
              </a:pathLst>
            </a:custGeom>
            <a:solidFill>
              <a:srgbClr val="60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8" name="Google Shape;11188;p32"/>
            <p:cNvSpPr/>
            <p:nvPr/>
          </p:nvSpPr>
          <p:spPr>
            <a:xfrm>
              <a:off x="6902383" y="1678462"/>
              <a:ext cx="75922" cy="43239"/>
            </a:xfrm>
            <a:custGeom>
              <a:avLst/>
              <a:gdLst/>
              <a:ahLst/>
              <a:cxnLst/>
              <a:rect l="l" t="t" r="r" b="b"/>
              <a:pathLst>
                <a:path w="971" h="553" extrusionOk="0">
                  <a:moveTo>
                    <a:pt x="134" y="0"/>
                  </a:moveTo>
                  <a:cubicBezTo>
                    <a:pt x="84" y="0"/>
                    <a:pt x="17" y="50"/>
                    <a:pt x="17" y="117"/>
                  </a:cubicBezTo>
                  <a:lnTo>
                    <a:pt x="0" y="335"/>
                  </a:lnTo>
                  <a:cubicBezTo>
                    <a:pt x="0" y="402"/>
                    <a:pt x="34" y="469"/>
                    <a:pt x="101" y="469"/>
                  </a:cubicBezTo>
                  <a:lnTo>
                    <a:pt x="837" y="553"/>
                  </a:lnTo>
                  <a:cubicBezTo>
                    <a:pt x="887" y="553"/>
                    <a:pt x="954" y="502"/>
                    <a:pt x="954" y="452"/>
                  </a:cubicBezTo>
                  <a:lnTo>
                    <a:pt x="971" y="218"/>
                  </a:lnTo>
                  <a:cubicBezTo>
                    <a:pt x="971" y="151"/>
                    <a:pt x="937" y="117"/>
                    <a:pt x="870" y="84"/>
                  </a:cubicBezTo>
                  <a:lnTo>
                    <a:pt x="134" y="0"/>
                  </a:lnTo>
                  <a:close/>
                </a:path>
              </a:pathLst>
            </a:custGeom>
            <a:solidFill>
              <a:srgbClr val="6045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9" name="Google Shape;11189;p32"/>
            <p:cNvSpPr/>
            <p:nvPr/>
          </p:nvSpPr>
          <p:spPr>
            <a:xfrm>
              <a:off x="6996602" y="1743907"/>
              <a:ext cx="18375" cy="55046"/>
            </a:xfrm>
            <a:custGeom>
              <a:avLst/>
              <a:gdLst/>
              <a:ahLst/>
              <a:cxnLst/>
              <a:rect l="l" t="t" r="r" b="b"/>
              <a:pathLst>
                <a:path w="235" h="704" extrusionOk="0">
                  <a:moveTo>
                    <a:pt x="151" y="0"/>
                  </a:moveTo>
                  <a:cubicBezTo>
                    <a:pt x="101" y="0"/>
                    <a:pt x="50" y="151"/>
                    <a:pt x="17" y="335"/>
                  </a:cubicBezTo>
                  <a:cubicBezTo>
                    <a:pt x="0" y="536"/>
                    <a:pt x="50" y="703"/>
                    <a:pt x="84" y="703"/>
                  </a:cubicBezTo>
                  <a:cubicBezTo>
                    <a:pt x="117" y="703"/>
                    <a:pt x="218" y="553"/>
                    <a:pt x="218" y="368"/>
                  </a:cubicBezTo>
                  <a:cubicBezTo>
                    <a:pt x="235" y="168"/>
                    <a:pt x="184" y="0"/>
                    <a:pt x="151" y="0"/>
                  </a:cubicBezTo>
                  <a:close/>
                </a:path>
              </a:pathLst>
            </a:custGeom>
            <a:solidFill>
              <a:srgbClr val="60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0" name="Google Shape;11190;p32"/>
            <p:cNvSpPr/>
            <p:nvPr/>
          </p:nvSpPr>
          <p:spPr>
            <a:xfrm>
              <a:off x="7003092" y="1698088"/>
              <a:ext cx="34169" cy="41910"/>
            </a:xfrm>
            <a:custGeom>
              <a:avLst/>
              <a:gdLst/>
              <a:ahLst/>
              <a:cxnLst/>
              <a:rect l="l" t="t" r="r" b="b"/>
              <a:pathLst>
                <a:path w="437" h="536" extrusionOk="0">
                  <a:moveTo>
                    <a:pt x="152" y="0"/>
                  </a:moveTo>
                  <a:cubicBezTo>
                    <a:pt x="135" y="0"/>
                    <a:pt x="85" y="51"/>
                    <a:pt x="85" y="117"/>
                  </a:cubicBezTo>
                  <a:lnTo>
                    <a:pt x="18" y="335"/>
                  </a:lnTo>
                  <a:cubicBezTo>
                    <a:pt x="1" y="402"/>
                    <a:pt x="18" y="452"/>
                    <a:pt x="51" y="469"/>
                  </a:cubicBezTo>
                  <a:lnTo>
                    <a:pt x="319" y="536"/>
                  </a:lnTo>
                  <a:cubicBezTo>
                    <a:pt x="336" y="536"/>
                    <a:pt x="386" y="486"/>
                    <a:pt x="386" y="419"/>
                  </a:cubicBezTo>
                  <a:lnTo>
                    <a:pt x="436" y="201"/>
                  </a:lnTo>
                  <a:cubicBezTo>
                    <a:pt x="436" y="117"/>
                    <a:pt x="436" y="67"/>
                    <a:pt x="419" y="67"/>
                  </a:cubicBezTo>
                  <a:lnTo>
                    <a:pt x="152" y="0"/>
                  </a:lnTo>
                  <a:close/>
                </a:path>
              </a:pathLst>
            </a:custGeom>
            <a:solidFill>
              <a:srgbClr val="6045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1" name="Google Shape;11191;p32"/>
            <p:cNvSpPr/>
            <p:nvPr/>
          </p:nvSpPr>
          <p:spPr>
            <a:xfrm>
              <a:off x="6967828" y="1783159"/>
              <a:ext cx="56297" cy="106104"/>
            </a:xfrm>
            <a:custGeom>
              <a:avLst/>
              <a:gdLst/>
              <a:ahLst/>
              <a:cxnLst/>
              <a:rect l="l" t="t" r="r" b="b"/>
              <a:pathLst>
                <a:path w="720" h="1357" extrusionOk="0">
                  <a:moveTo>
                    <a:pt x="50" y="0"/>
                  </a:moveTo>
                  <a:lnTo>
                    <a:pt x="50" y="0"/>
                  </a:lnTo>
                  <a:cubicBezTo>
                    <a:pt x="352" y="603"/>
                    <a:pt x="368" y="1021"/>
                    <a:pt x="368" y="1172"/>
                  </a:cubicBezTo>
                  <a:cubicBezTo>
                    <a:pt x="368" y="1258"/>
                    <a:pt x="286" y="1284"/>
                    <a:pt x="193" y="1284"/>
                  </a:cubicBezTo>
                  <a:cubicBezTo>
                    <a:pt x="124" y="1284"/>
                    <a:pt x="50" y="1270"/>
                    <a:pt x="0" y="1256"/>
                  </a:cubicBezTo>
                  <a:lnTo>
                    <a:pt x="0" y="1289"/>
                  </a:lnTo>
                  <a:cubicBezTo>
                    <a:pt x="0" y="1289"/>
                    <a:pt x="186" y="1356"/>
                    <a:pt x="360" y="1356"/>
                  </a:cubicBezTo>
                  <a:cubicBezTo>
                    <a:pt x="446" y="1356"/>
                    <a:pt x="530" y="1339"/>
                    <a:pt x="586" y="1289"/>
                  </a:cubicBezTo>
                  <a:cubicBezTo>
                    <a:pt x="720" y="1122"/>
                    <a:pt x="502" y="703"/>
                    <a:pt x="50" y="0"/>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2" name="Google Shape;11192;p32"/>
            <p:cNvSpPr/>
            <p:nvPr/>
          </p:nvSpPr>
          <p:spPr>
            <a:xfrm>
              <a:off x="6870951" y="1889184"/>
              <a:ext cx="107355" cy="72560"/>
            </a:xfrm>
            <a:custGeom>
              <a:avLst/>
              <a:gdLst/>
              <a:ahLst/>
              <a:cxnLst/>
              <a:rect l="l" t="t" r="r" b="b"/>
              <a:pathLst>
                <a:path w="1373" h="928" extrusionOk="0">
                  <a:moveTo>
                    <a:pt x="369" y="0"/>
                  </a:moveTo>
                  <a:lnTo>
                    <a:pt x="369" y="0"/>
                  </a:lnTo>
                  <a:cubicBezTo>
                    <a:pt x="369" y="0"/>
                    <a:pt x="0" y="586"/>
                    <a:pt x="620" y="887"/>
                  </a:cubicBezTo>
                  <a:cubicBezTo>
                    <a:pt x="680" y="915"/>
                    <a:pt x="737" y="927"/>
                    <a:pt x="791" y="927"/>
                  </a:cubicBezTo>
                  <a:cubicBezTo>
                    <a:pt x="1157" y="927"/>
                    <a:pt x="1373" y="368"/>
                    <a:pt x="1373" y="368"/>
                  </a:cubicBezTo>
                  <a:lnTo>
                    <a:pt x="369" y="0"/>
                  </a:lnTo>
                  <a:close/>
                </a:path>
              </a:pathLst>
            </a:custGeom>
            <a:solidFill>
              <a:srgbClr val="4229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3" name="Google Shape;11193;p32"/>
            <p:cNvSpPr/>
            <p:nvPr/>
          </p:nvSpPr>
          <p:spPr>
            <a:xfrm>
              <a:off x="6902383" y="1897003"/>
              <a:ext cx="69433" cy="40659"/>
            </a:xfrm>
            <a:custGeom>
              <a:avLst/>
              <a:gdLst/>
              <a:ahLst/>
              <a:cxnLst/>
              <a:rect l="l" t="t" r="r" b="b"/>
              <a:pathLst>
                <a:path w="888" h="520" extrusionOk="0">
                  <a:moveTo>
                    <a:pt x="84" y="1"/>
                  </a:moveTo>
                  <a:cubicBezTo>
                    <a:pt x="84" y="1"/>
                    <a:pt x="0" y="134"/>
                    <a:pt x="17" y="335"/>
                  </a:cubicBezTo>
                  <a:lnTo>
                    <a:pt x="753" y="519"/>
                  </a:lnTo>
                  <a:cubicBezTo>
                    <a:pt x="854" y="386"/>
                    <a:pt x="887" y="268"/>
                    <a:pt x="887" y="268"/>
                  </a:cubicBezTo>
                  <a:lnTo>
                    <a:pt x="84" y="1"/>
                  </a:lnTo>
                  <a:close/>
                </a:path>
              </a:pathLst>
            </a:custGeom>
            <a:solidFill>
              <a:srgbClr val="FFEF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4" name="Google Shape;11194;p32"/>
            <p:cNvSpPr/>
            <p:nvPr/>
          </p:nvSpPr>
          <p:spPr>
            <a:xfrm>
              <a:off x="6630125" y="1514810"/>
              <a:ext cx="285393" cy="323394"/>
            </a:xfrm>
            <a:custGeom>
              <a:avLst/>
              <a:gdLst/>
              <a:ahLst/>
              <a:cxnLst/>
              <a:rect l="l" t="t" r="r" b="b"/>
              <a:pathLst>
                <a:path w="3650" h="4136" extrusionOk="0">
                  <a:moveTo>
                    <a:pt x="3649" y="1"/>
                  </a:moveTo>
                  <a:lnTo>
                    <a:pt x="0" y="1892"/>
                  </a:lnTo>
                  <a:lnTo>
                    <a:pt x="570" y="4135"/>
                  </a:lnTo>
                  <a:lnTo>
                    <a:pt x="1641" y="3315"/>
                  </a:lnTo>
                  <a:lnTo>
                    <a:pt x="2260" y="3382"/>
                  </a:lnTo>
                  <a:lnTo>
                    <a:pt x="3649" y="1"/>
                  </a:lnTo>
                  <a:close/>
                </a:path>
              </a:pathLst>
            </a:custGeom>
            <a:solidFill>
              <a:srgbClr val="7532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5" name="Google Shape;11195;p32"/>
            <p:cNvSpPr/>
            <p:nvPr/>
          </p:nvSpPr>
          <p:spPr>
            <a:xfrm>
              <a:off x="6681183" y="1695117"/>
              <a:ext cx="96877" cy="125104"/>
            </a:xfrm>
            <a:custGeom>
              <a:avLst/>
              <a:gdLst/>
              <a:ahLst/>
              <a:cxnLst/>
              <a:rect l="l" t="t" r="r" b="b"/>
              <a:pathLst>
                <a:path w="1239" h="1600" extrusionOk="0">
                  <a:moveTo>
                    <a:pt x="453" y="0"/>
                  </a:moveTo>
                  <a:cubicBezTo>
                    <a:pt x="413" y="0"/>
                    <a:pt x="373" y="7"/>
                    <a:pt x="335" y="22"/>
                  </a:cubicBezTo>
                  <a:cubicBezTo>
                    <a:pt x="84" y="122"/>
                    <a:pt x="0" y="540"/>
                    <a:pt x="151" y="992"/>
                  </a:cubicBezTo>
                  <a:cubicBezTo>
                    <a:pt x="266" y="1351"/>
                    <a:pt x="528" y="1599"/>
                    <a:pt x="780" y="1599"/>
                  </a:cubicBezTo>
                  <a:cubicBezTo>
                    <a:pt x="822" y="1599"/>
                    <a:pt x="864" y="1593"/>
                    <a:pt x="904" y="1578"/>
                  </a:cubicBezTo>
                  <a:cubicBezTo>
                    <a:pt x="1172" y="1461"/>
                    <a:pt x="1239" y="1043"/>
                    <a:pt x="1088" y="607"/>
                  </a:cubicBezTo>
                  <a:cubicBezTo>
                    <a:pt x="959" y="249"/>
                    <a:pt x="694" y="0"/>
                    <a:pt x="453"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6" name="Google Shape;11196;p32"/>
            <p:cNvSpPr/>
            <p:nvPr/>
          </p:nvSpPr>
          <p:spPr>
            <a:xfrm>
              <a:off x="6695570" y="1716228"/>
              <a:ext cx="66852" cy="85618"/>
            </a:xfrm>
            <a:custGeom>
              <a:avLst/>
              <a:gdLst/>
              <a:ahLst/>
              <a:cxnLst/>
              <a:rect l="l" t="t" r="r" b="b"/>
              <a:pathLst>
                <a:path w="855" h="1095" extrusionOk="0">
                  <a:moveTo>
                    <a:pt x="324" y="0"/>
                  </a:moveTo>
                  <a:cubicBezTo>
                    <a:pt x="293" y="0"/>
                    <a:pt x="263" y="6"/>
                    <a:pt x="235" y="19"/>
                  </a:cubicBezTo>
                  <a:cubicBezTo>
                    <a:pt x="51" y="86"/>
                    <a:pt x="0" y="388"/>
                    <a:pt x="101" y="672"/>
                  </a:cubicBezTo>
                  <a:cubicBezTo>
                    <a:pt x="199" y="924"/>
                    <a:pt x="367" y="1094"/>
                    <a:pt x="537" y="1094"/>
                  </a:cubicBezTo>
                  <a:cubicBezTo>
                    <a:pt x="570" y="1094"/>
                    <a:pt x="604" y="1088"/>
                    <a:pt x="636" y="1074"/>
                  </a:cubicBezTo>
                  <a:cubicBezTo>
                    <a:pt x="804" y="1024"/>
                    <a:pt x="854" y="722"/>
                    <a:pt x="754" y="421"/>
                  </a:cubicBezTo>
                  <a:cubicBezTo>
                    <a:pt x="669" y="181"/>
                    <a:pt x="489" y="0"/>
                    <a:pt x="324" y="0"/>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7" name="Google Shape;11197;p32"/>
            <p:cNvSpPr/>
            <p:nvPr/>
          </p:nvSpPr>
          <p:spPr>
            <a:xfrm>
              <a:off x="6716525" y="1752195"/>
              <a:ext cx="45898" cy="56688"/>
            </a:xfrm>
            <a:custGeom>
              <a:avLst/>
              <a:gdLst/>
              <a:ahLst/>
              <a:cxnLst/>
              <a:rect l="l" t="t" r="r" b="b"/>
              <a:pathLst>
                <a:path w="587" h="725" extrusionOk="0">
                  <a:moveTo>
                    <a:pt x="227" y="1"/>
                  </a:moveTo>
                  <a:cubicBezTo>
                    <a:pt x="207" y="1"/>
                    <a:pt x="187" y="4"/>
                    <a:pt x="168" y="11"/>
                  </a:cubicBezTo>
                  <a:cubicBezTo>
                    <a:pt x="50" y="45"/>
                    <a:pt x="0" y="262"/>
                    <a:pt x="84" y="447"/>
                  </a:cubicBezTo>
                  <a:cubicBezTo>
                    <a:pt x="141" y="604"/>
                    <a:pt x="272" y="725"/>
                    <a:pt x="393" y="725"/>
                  </a:cubicBezTo>
                  <a:cubicBezTo>
                    <a:pt x="413" y="725"/>
                    <a:pt x="433" y="722"/>
                    <a:pt x="452" y="714"/>
                  </a:cubicBezTo>
                  <a:cubicBezTo>
                    <a:pt x="569" y="681"/>
                    <a:pt x="586" y="480"/>
                    <a:pt x="536" y="279"/>
                  </a:cubicBezTo>
                  <a:cubicBezTo>
                    <a:pt x="479" y="121"/>
                    <a:pt x="348" y="1"/>
                    <a:pt x="227"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8" name="Google Shape;11198;p32"/>
            <p:cNvSpPr/>
            <p:nvPr/>
          </p:nvSpPr>
          <p:spPr>
            <a:xfrm>
              <a:off x="7183711" y="2375996"/>
              <a:ext cx="73420" cy="176788"/>
            </a:xfrm>
            <a:custGeom>
              <a:avLst/>
              <a:gdLst/>
              <a:ahLst/>
              <a:cxnLst/>
              <a:rect l="l" t="t" r="r" b="b"/>
              <a:pathLst>
                <a:path w="939" h="2261" extrusionOk="0">
                  <a:moveTo>
                    <a:pt x="1" y="1"/>
                  </a:moveTo>
                  <a:lnTo>
                    <a:pt x="118" y="2261"/>
                  </a:lnTo>
                  <a:lnTo>
                    <a:pt x="938" y="2261"/>
                  </a:lnTo>
                  <a:lnTo>
                    <a:pt x="620" y="1"/>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9" name="Google Shape;11199;p32"/>
            <p:cNvSpPr/>
            <p:nvPr/>
          </p:nvSpPr>
          <p:spPr>
            <a:xfrm>
              <a:off x="7225621" y="2375996"/>
              <a:ext cx="43239" cy="176788"/>
            </a:xfrm>
            <a:custGeom>
              <a:avLst/>
              <a:gdLst/>
              <a:ahLst/>
              <a:cxnLst/>
              <a:rect l="l" t="t" r="r" b="b"/>
              <a:pathLst>
                <a:path w="553" h="2261" extrusionOk="0">
                  <a:moveTo>
                    <a:pt x="1" y="1"/>
                  </a:moveTo>
                  <a:lnTo>
                    <a:pt x="67" y="2261"/>
                  </a:lnTo>
                  <a:lnTo>
                    <a:pt x="553" y="2261"/>
                  </a:ln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0" name="Google Shape;11200;p32"/>
            <p:cNvSpPr/>
            <p:nvPr/>
          </p:nvSpPr>
          <p:spPr>
            <a:xfrm>
              <a:off x="7099970" y="2052758"/>
              <a:ext cx="153252" cy="333793"/>
            </a:xfrm>
            <a:custGeom>
              <a:avLst/>
              <a:gdLst/>
              <a:ahLst/>
              <a:cxnLst/>
              <a:rect l="l" t="t" r="r" b="b"/>
              <a:pathLst>
                <a:path w="1960" h="4269" extrusionOk="0">
                  <a:moveTo>
                    <a:pt x="1" y="0"/>
                  </a:moveTo>
                  <a:lnTo>
                    <a:pt x="486" y="4269"/>
                  </a:lnTo>
                  <a:lnTo>
                    <a:pt x="1959" y="4269"/>
                  </a:lnTo>
                  <a:cubicBezTo>
                    <a:pt x="1955" y="4252"/>
                    <a:pt x="1567" y="717"/>
                    <a:pt x="1" y="0"/>
                  </a:cubicBezTo>
                  <a:close/>
                  <a:moveTo>
                    <a:pt x="1959" y="4269"/>
                  </a:moveTo>
                  <a:cubicBezTo>
                    <a:pt x="1959" y="4269"/>
                    <a:pt x="1959" y="4269"/>
                    <a:pt x="1959" y="4269"/>
                  </a:cubicBezTo>
                  <a:cubicBezTo>
                    <a:pt x="1959" y="4269"/>
                    <a:pt x="1959" y="4269"/>
                    <a:pt x="1959" y="426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1" name="Google Shape;11201;p32"/>
            <p:cNvSpPr/>
            <p:nvPr/>
          </p:nvSpPr>
          <p:spPr>
            <a:xfrm>
              <a:off x="7099970" y="2057997"/>
              <a:ext cx="124400" cy="329884"/>
            </a:xfrm>
            <a:custGeom>
              <a:avLst/>
              <a:gdLst/>
              <a:ahLst/>
              <a:cxnLst/>
              <a:rect l="l" t="t" r="r" b="b"/>
              <a:pathLst>
                <a:path w="1591" h="4219" extrusionOk="0">
                  <a:moveTo>
                    <a:pt x="1" y="0"/>
                  </a:moveTo>
                  <a:lnTo>
                    <a:pt x="486" y="4219"/>
                  </a:lnTo>
                  <a:lnTo>
                    <a:pt x="1591" y="4219"/>
                  </a:lnTo>
                  <a:cubicBezTo>
                    <a:pt x="1457" y="3298"/>
                    <a:pt x="921" y="1072"/>
                    <a:pt x="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2" name="Google Shape;11202;p32"/>
            <p:cNvSpPr/>
            <p:nvPr/>
          </p:nvSpPr>
          <p:spPr>
            <a:xfrm>
              <a:off x="7137970" y="2374745"/>
              <a:ext cx="138787" cy="36671"/>
            </a:xfrm>
            <a:custGeom>
              <a:avLst/>
              <a:gdLst/>
              <a:ahLst/>
              <a:cxnLst/>
              <a:rect l="l" t="t" r="r" b="b"/>
              <a:pathLst>
                <a:path w="1775" h="469" extrusionOk="0">
                  <a:moveTo>
                    <a:pt x="0" y="0"/>
                  </a:moveTo>
                  <a:lnTo>
                    <a:pt x="0" y="469"/>
                  </a:lnTo>
                  <a:lnTo>
                    <a:pt x="1774" y="469"/>
                  </a:lnTo>
                  <a:lnTo>
                    <a:pt x="17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3" name="Google Shape;11203;p32"/>
            <p:cNvSpPr/>
            <p:nvPr/>
          </p:nvSpPr>
          <p:spPr>
            <a:xfrm>
              <a:off x="7017557" y="2372086"/>
              <a:ext cx="180619" cy="100865"/>
            </a:xfrm>
            <a:custGeom>
              <a:avLst/>
              <a:gdLst/>
              <a:ahLst/>
              <a:cxnLst/>
              <a:rect l="l" t="t" r="r" b="b"/>
              <a:pathLst>
                <a:path w="2310" h="1290" extrusionOk="0">
                  <a:moveTo>
                    <a:pt x="0" y="1"/>
                  </a:moveTo>
                  <a:lnTo>
                    <a:pt x="0" y="1290"/>
                  </a:lnTo>
                  <a:lnTo>
                    <a:pt x="1339" y="1290"/>
                  </a:lnTo>
                  <a:cubicBezTo>
                    <a:pt x="2310" y="1290"/>
                    <a:pt x="2310" y="1"/>
                    <a:pt x="1339" y="1"/>
                  </a:cubicBezTo>
                  <a:close/>
                </a:path>
              </a:pathLst>
            </a:custGeom>
            <a:solidFill>
              <a:srgbClr val="7532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4" name="Google Shape;11204;p32"/>
            <p:cNvSpPr/>
            <p:nvPr/>
          </p:nvSpPr>
          <p:spPr>
            <a:xfrm>
              <a:off x="7361750" y="2487260"/>
              <a:ext cx="47149" cy="269677"/>
            </a:xfrm>
            <a:custGeom>
              <a:avLst/>
              <a:gdLst/>
              <a:ahLst/>
              <a:cxnLst/>
              <a:rect l="l" t="t" r="r" b="b"/>
              <a:pathLst>
                <a:path w="603" h="3449" extrusionOk="0">
                  <a:moveTo>
                    <a:pt x="0" y="1"/>
                  </a:moveTo>
                  <a:lnTo>
                    <a:pt x="0" y="3449"/>
                  </a:lnTo>
                  <a:lnTo>
                    <a:pt x="603" y="3449"/>
                  </a:lnTo>
                  <a:lnTo>
                    <a:pt x="6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5" name="Google Shape;11205;p32"/>
            <p:cNvSpPr/>
            <p:nvPr/>
          </p:nvSpPr>
          <p:spPr>
            <a:xfrm>
              <a:off x="6976977" y="2285686"/>
              <a:ext cx="263109" cy="145355"/>
            </a:xfrm>
            <a:custGeom>
              <a:avLst/>
              <a:gdLst/>
              <a:ahLst/>
              <a:cxnLst/>
              <a:rect l="l" t="t" r="r" b="b"/>
              <a:pathLst>
                <a:path w="3365" h="1859" extrusionOk="0">
                  <a:moveTo>
                    <a:pt x="1588" y="1"/>
                  </a:moveTo>
                  <a:cubicBezTo>
                    <a:pt x="1113" y="1"/>
                    <a:pt x="569" y="126"/>
                    <a:pt x="0" y="168"/>
                  </a:cubicBezTo>
                  <a:lnTo>
                    <a:pt x="151" y="1307"/>
                  </a:lnTo>
                  <a:cubicBezTo>
                    <a:pt x="202" y="1222"/>
                    <a:pt x="372" y="1108"/>
                    <a:pt x="594" y="1108"/>
                  </a:cubicBezTo>
                  <a:cubicBezTo>
                    <a:pt x="813" y="1108"/>
                    <a:pt x="1082" y="1218"/>
                    <a:pt x="1339" y="1574"/>
                  </a:cubicBezTo>
                  <a:lnTo>
                    <a:pt x="2913" y="1859"/>
                  </a:lnTo>
                  <a:cubicBezTo>
                    <a:pt x="2913" y="1859"/>
                    <a:pt x="3365" y="1491"/>
                    <a:pt x="2762" y="587"/>
                  </a:cubicBezTo>
                  <a:cubicBezTo>
                    <a:pt x="2469" y="126"/>
                    <a:pt x="2063" y="1"/>
                    <a:pt x="1588"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6" name="Google Shape;11206;p32"/>
            <p:cNvSpPr/>
            <p:nvPr/>
          </p:nvSpPr>
          <p:spPr>
            <a:xfrm>
              <a:off x="7050241" y="2365206"/>
              <a:ext cx="86478" cy="122836"/>
            </a:xfrm>
            <a:custGeom>
              <a:avLst/>
              <a:gdLst/>
              <a:ahLst/>
              <a:cxnLst/>
              <a:rect l="l" t="t" r="r" b="b"/>
              <a:pathLst>
                <a:path w="1106" h="1571" extrusionOk="0">
                  <a:moveTo>
                    <a:pt x="679" y="0"/>
                  </a:moveTo>
                  <a:cubicBezTo>
                    <a:pt x="506" y="0"/>
                    <a:pt x="369" y="156"/>
                    <a:pt x="369" y="156"/>
                  </a:cubicBezTo>
                  <a:cubicBezTo>
                    <a:pt x="553" y="708"/>
                    <a:pt x="1" y="1093"/>
                    <a:pt x="101" y="1378"/>
                  </a:cubicBezTo>
                  <a:cubicBezTo>
                    <a:pt x="156" y="1504"/>
                    <a:pt x="238" y="1571"/>
                    <a:pt x="336" y="1571"/>
                  </a:cubicBezTo>
                  <a:cubicBezTo>
                    <a:pt x="447" y="1571"/>
                    <a:pt x="579" y="1487"/>
                    <a:pt x="720" y="1311"/>
                  </a:cubicBezTo>
                  <a:cubicBezTo>
                    <a:pt x="988" y="976"/>
                    <a:pt x="1105" y="256"/>
                    <a:pt x="871" y="72"/>
                  </a:cubicBezTo>
                  <a:cubicBezTo>
                    <a:pt x="805" y="20"/>
                    <a:pt x="740" y="0"/>
                    <a:pt x="679"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7" name="Google Shape;11207;p32"/>
            <p:cNvSpPr/>
            <p:nvPr/>
          </p:nvSpPr>
          <p:spPr>
            <a:xfrm>
              <a:off x="7099970" y="2368959"/>
              <a:ext cx="77330" cy="122289"/>
            </a:xfrm>
            <a:custGeom>
              <a:avLst/>
              <a:gdLst/>
              <a:ahLst/>
              <a:cxnLst/>
              <a:rect l="l" t="t" r="r" b="b"/>
              <a:pathLst>
                <a:path w="989" h="1564" extrusionOk="0">
                  <a:moveTo>
                    <a:pt x="589" y="1"/>
                  </a:moveTo>
                  <a:cubicBezTo>
                    <a:pt x="469" y="1"/>
                    <a:pt x="369" y="108"/>
                    <a:pt x="369" y="108"/>
                  </a:cubicBezTo>
                  <a:cubicBezTo>
                    <a:pt x="486" y="710"/>
                    <a:pt x="1" y="995"/>
                    <a:pt x="34" y="1296"/>
                  </a:cubicBezTo>
                  <a:cubicBezTo>
                    <a:pt x="71" y="1470"/>
                    <a:pt x="142" y="1564"/>
                    <a:pt x="241" y="1564"/>
                  </a:cubicBezTo>
                  <a:cubicBezTo>
                    <a:pt x="323" y="1564"/>
                    <a:pt x="423" y="1499"/>
                    <a:pt x="536" y="1363"/>
                  </a:cubicBezTo>
                  <a:cubicBezTo>
                    <a:pt x="787" y="1078"/>
                    <a:pt x="988" y="375"/>
                    <a:pt x="787" y="124"/>
                  </a:cubicBezTo>
                  <a:cubicBezTo>
                    <a:pt x="723" y="31"/>
                    <a:pt x="653" y="1"/>
                    <a:pt x="589"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8" name="Google Shape;11208;p32"/>
            <p:cNvSpPr/>
            <p:nvPr/>
          </p:nvSpPr>
          <p:spPr>
            <a:xfrm>
              <a:off x="7141880" y="2363016"/>
              <a:ext cx="81239" cy="121742"/>
            </a:xfrm>
            <a:custGeom>
              <a:avLst/>
              <a:gdLst/>
              <a:ahLst/>
              <a:cxnLst/>
              <a:rect l="l" t="t" r="r" b="b"/>
              <a:pathLst>
                <a:path w="1039" h="1557" extrusionOk="0">
                  <a:moveTo>
                    <a:pt x="634" y="1"/>
                  </a:moveTo>
                  <a:cubicBezTo>
                    <a:pt x="508" y="1"/>
                    <a:pt x="402" y="100"/>
                    <a:pt x="402" y="100"/>
                  </a:cubicBezTo>
                  <a:cubicBezTo>
                    <a:pt x="502" y="702"/>
                    <a:pt x="0" y="987"/>
                    <a:pt x="67" y="1288"/>
                  </a:cubicBezTo>
                  <a:cubicBezTo>
                    <a:pt x="104" y="1462"/>
                    <a:pt x="181" y="1556"/>
                    <a:pt x="284" y="1556"/>
                  </a:cubicBezTo>
                  <a:cubicBezTo>
                    <a:pt x="369" y="1556"/>
                    <a:pt x="472" y="1492"/>
                    <a:pt x="586" y="1355"/>
                  </a:cubicBezTo>
                  <a:cubicBezTo>
                    <a:pt x="837" y="1071"/>
                    <a:pt x="1038" y="368"/>
                    <a:pt x="837" y="117"/>
                  </a:cubicBezTo>
                  <a:cubicBezTo>
                    <a:pt x="773" y="29"/>
                    <a:pt x="701" y="1"/>
                    <a:pt x="634"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9" name="Google Shape;11209;p32"/>
            <p:cNvSpPr/>
            <p:nvPr/>
          </p:nvSpPr>
          <p:spPr>
            <a:xfrm>
              <a:off x="6967828" y="2372086"/>
              <a:ext cx="91639" cy="98441"/>
            </a:xfrm>
            <a:custGeom>
              <a:avLst/>
              <a:gdLst/>
              <a:ahLst/>
              <a:cxnLst/>
              <a:rect l="l" t="t" r="r" b="b"/>
              <a:pathLst>
                <a:path w="1172" h="1259" extrusionOk="0">
                  <a:moveTo>
                    <a:pt x="586" y="1"/>
                  </a:moveTo>
                  <a:cubicBezTo>
                    <a:pt x="268" y="1"/>
                    <a:pt x="0" y="302"/>
                    <a:pt x="0" y="637"/>
                  </a:cubicBezTo>
                  <a:cubicBezTo>
                    <a:pt x="0" y="988"/>
                    <a:pt x="268" y="1256"/>
                    <a:pt x="586" y="1256"/>
                  </a:cubicBezTo>
                  <a:cubicBezTo>
                    <a:pt x="603" y="1258"/>
                    <a:pt x="620" y="1259"/>
                    <a:pt x="637" y="1259"/>
                  </a:cubicBezTo>
                  <a:cubicBezTo>
                    <a:pt x="946" y="1259"/>
                    <a:pt x="1172" y="970"/>
                    <a:pt x="1172" y="637"/>
                  </a:cubicBezTo>
                  <a:cubicBezTo>
                    <a:pt x="1172" y="268"/>
                    <a:pt x="887" y="1"/>
                    <a:pt x="586" y="1"/>
                  </a:cubicBezTo>
                  <a:close/>
                </a:path>
              </a:pathLst>
            </a:custGeom>
            <a:solidFill>
              <a:srgbClr val="5E23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0" name="Google Shape;11210;p32"/>
            <p:cNvSpPr/>
            <p:nvPr/>
          </p:nvSpPr>
          <p:spPr>
            <a:xfrm>
              <a:off x="6152383" y="3075172"/>
              <a:ext cx="346929" cy="707854"/>
            </a:xfrm>
            <a:custGeom>
              <a:avLst/>
              <a:gdLst/>
              <a:ahLst/>
              <a:cxnLst/>
              <a:rect l="l" t="t" r="r" b="b"/>
              <a:pathLst>
                <a:path w="4437" h="9053" extrusionOk="0">
                  <a:moveTo>
                    <a:pt x="1320" y="0"/>
                  </a:moveTo>
                  <a:cubicBezTo>
                    <a:pt x="880" y="0"/>
                    <a:pt x="440" y="153"/>
                    <a:pt x="1" y="432"/>
                  </a:cubicBezTo>
                  <a:cubicBezTo>
                    <a:pt x="101" y="399"/>
                    <a:pt x="235" y="399"/>
                    <a:pt x="352" y="399"/>
                  </a:cubicBezTo>
                  <a:cubicBezTo>
                    <a:pt x="2194" y="516"/>
                    <a:pt x="3566" y="3462"/>
                    <a:pt x="3365" y="7044"/>
                  </a:cubicBezTo>
                  <a:cubicBezTo>
                    <a:pt x="3332" y="7747"/>
                    <a:pt x="3248" y="8417"/>
                    <a:pt x="3098" y="9053"/>
                  </a:cubicBezTo>
                  <a:cubicBezTo>
                    <a:pt x="3416" y="8333"/>
                    <a:pt x="3667" y="7530"/>
                    <a:pt x="3834" y="6659"/>
                  </a:cubicBezTo>
                  <a:cubicBezTo>
                    <a:pt x="4437" y="3345"/>
                    <a:pt x="3483" y="366"/>
                    <a:pt x="1658" y="31"/>
                  </a:cubicBezTo>
                  <a:cubicBezTo>
                    <a:pt x="1545" y="10"/>
                    <a:pt x="1432" y="0"/>
                    <a:pt x="1320"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1" name="Google Shape;11211;p32"/>
            <p:cNvSpPr/>
            <p:nvPr/>
          </p:nvSpPr>
          <p:spPr>
            <a:xfrm>
              <a:off x="5751893" y="3659955"/>
              <a:ext cx="346929" cy="19704"/>
            </a:xfrm>
            <a:custGeom>
              <a:avLst/>
              <a:gdLst/>
              <a:ahLst/>
              <a:cxnLst/>
              <a:rect l="l" t="t" r="r" b="b"/>
              <a:pathLst>
                <a:path w="4437" h="252" extrusionOk="0">
                  <a:moveTo>
                    <a:pt x="2210" y="0"/>
                  </a:moveTo>
                  <a:cubicBezTo>
                    <a:pt x="988" y="0"/>
                    <a:pt x="1" y="51"/>
                    <a:pt x="1" y="118"/>
                  </a:cubicBezTo>
                  <a:cubicBezTo>
                    <a:pt x="1" y="201"/>
                    <a:pt x="988" y="251"/>
                    <a:pt x="2210" y="251"/>
                  </a:cubicBezTo>
                  <a:cubicBezTo>
                    <a:pt x="3432" y="251"/>
                    <a:pt x="4437" y="201"/>
                    <a:pt x="4437" y="118"/>
                  </a:cubicBezTo>
                  <a:cubicBezTo>
                    <a:pt x="4437" y="51"/>
                    <a:pt x="3432" y="0"/>
                    <a:pt x="2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2" name="Google Shape;11212;p32"/>
            <p:cNvSpPr/>
            <p:nvPr/>
          </p:nvSpPr>
          <p:spPr>
            <a:xfrm>
              <a:off x="5799041" y="3612807"/>
              <a:ext cx="346929" cy="19704"/>
            </a:xfrm>
            <a:custGeom>
              <a:avLst/>
              <a:gdLst/>
              <a:ahLst/>
              <a:cxnLst/>
              <a:rect l="l" t="t" r="r" b="b"/>
              <a:pathLst>
                <a:path w="4437" h="252" extrusionOk="0">
                  <a:moveTo>
                    <a:pt x="2227" y="1"/>
                  </a:moveTo>
                  <a:cubicBezTo>
                    <a:pt x="988" y="1"/>
                    <a:pt x="0" y="51"/>
                    <a:pt x="0" y="118"/>
                  </a:cubicBezTo>
                  <a:cubicBezTo>
                    <a:pt x="0" y="185"/>
                    <a:pt x="988" y="252"/>
                    <a:pt x="2227" y="252"/>
                  </a:cubicBezTo>
                  <a:cubicBezTo>
                    <a:pt x="3449" y="252"/>
                    <a:pt x="4436" y="185"/>
                    <a:pt x="4436" y="118"/>
                  </a:cubicBezTo>
                  <a:cubicBezTo>
                    <a:pt x="4436" y="51"/>
                    <a:pt x="3449" y="1"/>
                    <a:pt x="22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3" name="Google Shape;11213;p32"/>
            <p:cNvSpPr/>
            <p:nvPr/>
          </p:nvSpPr>
          <p:spPr>
            <a:xfrm>
              <a:off x="5847441" y="3563078"/>
              <a:ext cx="348258" cy="20408"/>
            </a:xfrm>
            <a:custGeom>
              <a:avLst/>
              <a:gdLst/>
              <a:ahLst/>
              <a:cxnLst/>
              <a:rect l="l" t="t" r="r" b="b"/>
              <a:pathLst>
                <a:path w="4454" h="261" extrusionOk="0">
                  <a:moveTo>
                    <a:pt x="2227" y="1"/>
                  </a:moveTo>
                  <a:cubicBezTo>
                    <a:pt x="988" y="1"/>
                    <a:pt x="1" y="68"/>
                    <a:pt x="1" y="135"/>
                  </a:cubicBezTo>
                  <a:cubicBezTo>
                    <a:pt x="1" y="218"/>
                    <a:pt x="1005" y="252"/>
                    <a:pt x="2227" y="252"/>
                  </a:cubicBezTo>
                  <a:cubicBezTo>
                    <a:pt x="2450" y="258"/>
                    <a:pt x="2665" y="261"/>
                    <a:pt x="2868" y="261"/>
                  </a:cubicBezTo>
                  <a:cubicBezTo>
                    <a:pt x="3790" y="261"/>
                    <a:pt x="4453" y="203"/>
                    <a:pt x="4453" y="135"/>
                  </a:cubicBezTo>
                  <a:cubicBezTo>
                    <a:pt x="4453" y="51"/>
                    <a:pt x="3449" y="1"/>
                    <a:pt x="222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4" name="Google Shape;11214;p32"/>
            <p:cNvSpPr/>
            <p:nvPr/>
          </p:nvSpPr>
          <p:spPr>
            <a:xfrm>
              <a:off x="5437803" y="3765981"/>
              <a:ext cx="151923" cy="85149"/>
            </a:xfrm>
            <a:custGeom>
              <a:avLst/>
              <a:gdLst/>
              <a:ahLst/>
              <a:cxnLst/>
              <a:rect l="l" t="t" r="r" b="b"/>
              <a:pathLst>
                <a:path w="1943" h="1089" extrusionOk="0">
                  <a:moveTo>
                    <a:pt x="1055" y="0"/>
                  </a:moveTo>
                  <a:cubicBezTo>
                    <a:pt x="486" y="0"/>
                    <a:pt x="1" y="486"/>
                    <a:pt x="1" y="1071"/>
                  </a:cubicBezTo>
                  <a:lnTo>
                    <a:pt x="1" y="1088"/>
                  </a:lnTo>
                  <a:lnTo>
                    <a:pt x="1942" y="1088"/>
                  </a:lnTo>
                  <a:lnTo>
                    <a:pt x="19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5" name="Google Shape;11215;p32"/>
            <p:cNvSpPr/>
            <p:nvPr/>
          </p:nvSpPr>
          <p:spPr>
            <a:xfrm>
              <a:off x="5609274" y="3300046"/>
              <a:ext cx="155833" cy="85149"/>
            </a:xfrm>
            <a:custGeom>
              <a:avLst/>
              <a:gdLst/>
              <a:ahLst/>
              <a:cxnLst/>
              <a:rect l="l" t="t" r="r" b="b"/>
              <a:pathLst>
                <a:path w="1993" h="1089" extrusionOk="0">
                  <a:moveTo>
                    <a:pt x="737" y="0"/>
                  </a:moveTo>
                  <a:cubicBezTo>
                    <a:pt x="469" y="0"/>
                    <a:pt x="218" y="51"/>
                    <a:pt x="0" y="101"/>
                  </a:cubicBezTo>
                  <a:lnTo>
                    <a:pt x="0" y="988"/>
                  </a:lnTo>
                  <a:cubicBezTo>
                    <a:pt x="218" y="1055"/>
                    <a:pt x="469" y="1088"/>
                    <a:pt x="737" y="1088"/>
                  </a:cubicBezTo>
                  <a:cubicBezTo>
                    <a:pt x="1423" y="1088"/>
                    <a:pt x="1992" y="837"/>
                    <a:pt x="1992" y="553"/>
                  </a:cubicBezTo>
                  <a:cubicBezTo>
                    <a:pt x="1992" y="251"/>
                    <a:pt x="1423" y="0"/>
                    <a:pt x="73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6" name="Google Shape;11216;p32"/>
            <p:cNvSpPr/>
            <p:nvPr/>
          </p:nvSpPr>
          <p:spPr>
            <a:xfrm>
              <a:off x="7338215" y="3497633"/>
              <a:ext cx="297122" cy="239574"/>
            </a:xfrm>
            <a:custGeom>
              <a:avLst/>
              <a:gdLst/>
              <a:ahLst/>
              <a:cxnLst/>
              <a:rect l="l" t="t" r="r" b="b"/>
              <a:pathLst>
                <a:path w="3800" h="3064" extrusionOk="0">
                  <a:moveTo>
                    <a:pt x="1122" y="1"/>
                  </a:moveTo>
                  <a:cubicBezTo>
                    <a:pt x="720" y="1"/>
                    <a:pt x="335" y="85"/>
                    <a:pt x="0" y="252"/>
                  </a:cubicBezTo>
                  <a:cubicBezTo>
                    <a:pt x="134" y="235"/>
                    <a:pt x="251" y="218"/>
                    <a:pt x="402" y="218"/>
                  </a:cubicBezTo>
                  <a:cubicBezTo>
                    <a:pt x="1389" y="218"/>
                    <a:pt x="2745" y="888"/>
                    <a:pt x="3080" y="3064"/>
                  </a:cubicBezTo>
                  <a:lnTo>
                    <a:pt x="3800" y="2913"/>
                  </a:lnTo>
                  <a:cubicBezTo>
                    <a:pt x="3482" y="704"/>
                    <a:pt x="2092" y="1"/>
                    <a:pt x="1122"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7" name="Google Shape;11217;p32"/>
            <p:cNvSpPr/>
            <p:nvPr/>
          </p:nvSpPr>
          <p:spPr>
            <a:xfrm>
              <a:off x="5508487" y="1729520"/>
              <a:ext cx="795818" cy="1007791"/>
            </a:xfrm>
            <a:custGeom>
              <a:avLst/>
              <a:gdLst/>
              <a:ahLst/>
              <a:cxnLst/>
              <a:rect l="l" t="t" r="r" b="b"/>
              <a:pathLst>
                <a:path w="10178" h="12889" extrusionOk="0">
                  <a:moveTo>
                    <a:pt x="5290" y="184"/>
                  </a:moveTo>
                  <a:lnTo>
                    <a:pt x="9893" y="2360"/>
                  </a:lnTo>
                  <a:cubicBezTo>
                    <a:pt x="9290" y="3013"/>
                    <a:pt x="5390" y="7382"/>
                    <a:pt x="4553" y="12688"/>
                  </a:cubicBezTo>
                  <a:lnTo>
                    <a:pt x="134" y="11114"/>
                  </a:lnTo>
                  <a:cubicBezTo>
                    <a:pt x="252" y="4168"/>
                    <a:pt x="4821" y="519"/>
                    <a:pt x="5290" y="184"/>
                  </a:cubicBezTo>
                  <a:close/>
                  <a:moveTo>
                    <a:pt x="5290" y="0"/>
                  </a:moveTo>
                  <a:lnTo>
                    <a:pt x="5240" y="17"/>
                  </a:lnTo>
                  <a:cubicBezTo>
                    <a:pt x="5173" y="50"/>
                    <a:pt x="84" y="3766"/>
                    <a:pt x="1" y="11148"/>
                  </a:cubicBezTo>
                  <a:lnTo>
                    <a:pt x="1" y="11215"/>
                  </a:lnTo>
                  <a:lnTo>
                    <a:pt x="4704" y="12889"/>
                  </a:lnTo>
                  <a:lnTo>
                    <a:pt x="4721" y="12805"/>
                  </a:lnTo>
                  <a:cubicBezTo>
                    <a:pt x="5574" y="7097"/>
                    <a:pt x="10060" y="2444"/>
                    <a:pt x="10094" y="2410"/>
                  </a:cubicBezTo>
                  <a:lnTo>
                    <a:pt x="10178" y="2327"/>
                  </a:lnTo>
                  <a:lnTo>
                    <a:pt x="5323" y="17"/>
                  </a:lnTo>
                  <a:lnTo>
                    <a:pt x="529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8" name="Google Shape;11218;p32"/>
            <p:cNvSpPr/>
            <p:nvPr/>
          </p:nvSpPr>
          <p:spPr>
            <a:xfrm>
              <a:off x="6762345" y="1695429"/>
              <a:ext cx="91639" cy="327303"/>
            </a:xfrm>
            <a:custGeom>
              <a:avLst/>
              <a:gdLst/>
              <a:ahLst/>
              <a:cxnLst/>
              <a:rect l="l" t="t" r="r" b="b"/>
              <a:pathLst>
                <a:path w="1172" h="4186" extrusionOk="0">
                  <a:moveTo>
                    <a:pt x="569" y="1"/>
                  </a:moveTo>
                  <a:lnTo>
                    <a:pt x="0" y="18"/>
                  </a:lnTo>
                  <a:cubicBezTo>
                    <a:pt x="167" y="2127"/>
                    <a:pt x="653" y="3918"/>
                    <a:pt x="653" y="3918"/>
                  </a:cubicBezTo>
                  <a:lnTo>
                    <a:pt x="1155" y="4185"/>
                  </a:lnTo>
                  <a:cubicBezTo>
                    <a:pt x="1172" y="4185"/>
                    <a:pt x="385" y="1457"/>
                    <a:pt x="5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9" name="Google Shape;11219;p32"/>
            <p:cNvSpPr/>
            <p:nvPr/>
          </p:nvSpPr>
          <p:spPr>
            <a:xfrm>
              <a:off x="6542865" y="1370550"/>
              <a:ext cx="525750" cy="382584"/>
            </a:xfrm>
            <a:custGeom>
              <a:avLst/>
              <a:gdLst/>
              <a:ahLst/>
              <a:cxnLst/>
              <a:rect l="l" t="t" r="r" b="b"/>
              <a:pathLst>
                <a:path w="6724" h="4893" extrusionOk="0">
                  <a:moveTo>
                    <a:pt x="4455" y="1"/>
                  </a:moveTo>
                  <a:cubicBezTo>
                    <a:pt x="2695" y="1"/>
                    <a:pt x="1" y="810"/>
                    <a:pt x="380" y="4892"/>
                  </a:cubicBezTo>
                  <a:cubicBezTo>
                    <a:pt x="380" y="4892"/>
                    <a:pt x="5820" y="3921"/>
                    <a:pt x="6690" y="3553"/>
                  </a:cubicBezTo>
                  <a:cubicBezTo>
                    <a:pt x="6690" y="3553"/>
                    <a:pt x="6724" y="540"/>
                    <a:pt x="5736" y="172"/>
                  </a:cubicBezTo>
                  <a:cubicBezTo>
                    <a:pt x="5499" y="86"/>
                    <a:pt x="5026" y="1"/>
                    <a:pt x="4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0" name="Google Shape;11220;p32"/>
            <p:cNvSpPr/>
            <p:nvPr/>
          </p:nvSpPr>
          <p:spPr>
            <a:xfrm>
              <a:off x="6542474" y="1369533"/>
              <a:ext cx="383522" cy="380942"/>
            </a:xfrm>
            <a:custGeom>
              <a:avLst/>
              <a:gdLst/>
              <a:ahLst/>
              <a:cxnLst/>
              <a:rect l="l" t="t" r="r" b="b"/>
              <a:pathLst>
                <a:path w="4905" h="4872" extrusionOk="0">
                  <a:moveTo>
                    <a:pt x="4460" y="0"/>
                  </a:moveTo>
                  <a:cubicBezTo>
                    <a:pt x="2706" y="0"/>
                    <a:pt x="1" y="800"/>
                    <a:pt x="385" y="4872"/>
                  </a:cubicBezTo>
                  <a:cubicBezTo>
                    <a:pt x="385" y="4872"/>
                    <a:pt x="1841" y="4621"/>
                    <a:pt x="3364" y="4336"/>
                  </a:cubicBezTo>
                  <a:cubicBezTo>
                    <a:pt x="3297" y="4068"/>
                    <a:pt x="3281" y="3784"/>
                    <a:pt x="3281" y="3483"/>
                  </a:cubicBezTo>
                  <a:cubicBezTo>
                    <a:pt x="3281" y="1825"/>
                    <a:pt x="3967" y="419"/>
                    <a:pt x="4904" y="18"/>
                  </a:cubicBezTo>
                  <a:cubicBezTo>
                    <a:pt x="4766" y="7"/>
                    <a:pt x="4617" y="0"/>
                    <a:pt x="446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1" name="Google Shape;11221;p32"/>
            <p:cNvSpPr/>
            <p:nvPr/>
          </p:nvSpPr>
          <p:spPr>
            <a:xfrm>
              <a:off x="6834279" y="1391817"/>
              <a:ext cx="158491" cy="41988"/>
            </a:xfrm>
            <a:custGeom>
              <a:avLst/>
              <a:gdLst/>
              <a:ahLst/>
              <a:cxnLst/>
              <a:rect l="l" t="t" r="r" b="b"/>
              <a:pathLst>
                <a:path w="2027" h="537" extrusionOk="0">
                  <a:moveTo>
                    <a:pt x="849" y="1"/>
                  </a:moveTo>
                  <a:cubicBezTo>
                    <a:pt x="584" y="1"/>
                    <a:pt x="295" y="24"/>
                    <a:pt x="1" y="84"/>
                  </a:cubicBezTo>
                  <a:cubicBezTo>
                    <a:pt x="117" y="75"/>
                    <a:pt x="231" y="71"/>
                    <a:pt x="341" y="71"/>
                  </a:cubicBezTo>
                  <a:cubicBezTo>
                    <a:pt x="829" y="71"/>
                    <a:pt x="1232" y="153"/>
                    <a:pt x="1423" y="235"/>
                  </a:cubicBezTo>
                  <a:cubicBezTo>
                    <a:pt x="1574" y="285"/>
                    <a:pt x="1675" y="385"/>
                    <a:pt x="1758" y="536"/>
                  </a:cubicBezTo>
                  <a:lnTo>
                    <a:pt x="2026" y="218"/>
                  </a:lnTo>
                  <a:cubicBezTo>
                    <a:pt x="2009" y="201"/>
                    <a:pt x="1976" y="185"/>
                    <a:pt x="1926" y="151"/>
                  </a:cubicBezTo>
                  <a:cubicBezTo>
                    <a:pt x="1722" y="76"/>
                    <a:pt x="1324" y="1"/>
                    <a:pt x="84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2" name="Google Shape;11222;p32"/>
            <p:cNvSpPr/>
            <p:nvPr/>
          </p:nvSpPr>
          <p:spPr>
            <a:xfrm>
              <a:off x="6984796" y="1433727"/>
              <a:ext cx="58955" cy="202903"/>
            </a:xfrm>
            <a:custGeom>
              <a:avLst/>
              <a:gdLst/>
              <a:ahLst/>
              <a:cxnLst/>
              <a:rect l="l" t="t" r="r" b="b"/>
              <a:pathLst>
                <a:path w="754" h="2595" extrusionOk="0">
                  <a:moveTo>
                    <a:pt x="335" y="0"/>
                  </a:moveTo>
                  <a:lnTo>
                    <a:pt x="1" y="419"/>
                  </a:lnTo>
                  <a:cubicBezTo>
                    <a:pt x="252" y="1205"/>
                    <a:pt x="252" y="2377"/>
                    <a:pt x="252" y="2595"/>
                  </a:cubicBezTo>
                  <a:cubicBezTo>
                    <a:pt x="486" y="2528"/>
                    <a:pt x="653" y="2477"/>
                    <a:pt x="737" y="2444"/>
                  </a:cubicBezTo>
                  <a:cubicBezTo>
                    <a:pt x="737" y="2444"/>
                    <a:pt x="754" y="787"/>
                    <a:pt x="335"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Google Shape;11144;p32">
            <a:extLst>
              <a:ext uri="{FF2B5EF4-FFF2-40B4-BE49-F238E27FC236}">
                <a16:creationId xmlns:a16="http://schemas.microsoft.com/office/drawing/2014/main" id="{869ED032-2234-A0DF-5A17-CC36F203057D}"/>
              </a:ext>
            </a:extLst>
          </p:cNvPr>
          <p:cNvSpPr txBox="1">
            <a:spLocks/>
          </p:cNvSpPr>
          <p:nvPr/>
        </p:nvSpPr>
        <p:spPr>
          <a:xfrm>
            <a:off x="932268" y="3171034"/>
            <a:ext cx="4467411" cy="155883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Grandstander"/>
              <a:buNone/>
              <a:defRPr sz="3000" b="1" i="0" u="none" strike="noStrike" cap="none">
                <a:solidFill>
                  <a:schemeClr val="dk1"/>
                </a:solidFill>
                <a:latin typeface="Grandstander"/>
                <a:ea typeface="Grandstander"/>
                <a:cs typeface="Grandstander"/>
                <a:sym typeface="Grandstander"/>
              </a:defRPr>
            </a:lvl1pPr>
            <a:lvl2pPr marR="0" lvl="1" algn="l" rtl="0">
              <a:lnSpc>
                <a:spcPct val="100000"/>
              </a:lnSpc>
              <a:spcBef>
                <a:spcPts val="0"/>
              </a:spcBef>
              <a:spcAft>
                <a:spcPts val="0"/>
              </a:spcAft>
              <a:buClr>
                <a:schemeClr val="dk1"/>
              </a:buClr>
              <a:buSzPts val="3000"/>
              <a:buFont typeface="Poppins Medium"/>
              <a:buNone/>
              <a:defRPr sz="3000" b="0" i="0" u="none" strike="noStrike" cap="none">
                <a:solidFill>
                  <a:schemeClr val="dk1"/>
                </a:solidFill>
                <a:latin typeface="Poppins Medium"/>
                <a:ea typeface="Poppins Medium"/>
                <a:cs typeface="Poppins Medium"/>
                <a:sym typeface="Poppins Medium"/>
              </a:defRPr>
            </a:lvl2pPr>
            <a:lvl3pPr marR="0" lvl="2" algn="l" rtl="0">
              <a:lnSpc>
                <a:spcPct val="100000"/>
              </a:lnSpc>
              <a:spcBef>
                <a:spcPts val="0"/>
              </a:spcBef>
              <a:spcAft>
                <a:spcPts val="0"/>
              </a:spcAft>
              <a:buClr>
                <a:schemeClr val="dk1"/>
              </a:buClr>
              <a:buSzPts val="3000"/>
              <a:buFont typeface="Poppins Medium"/>
              <a:buNone/>
              <a:defRPr sz="3000" b="0" i="0" u="none" strike="noStrike" cap="none">
                <a:solidFill>
                  <a:schemeClr val="dk1"/>
                </a:solidFill>
                <a:latin typeface="Poppins Medium"/>
                <a:ea typeface="Poppins Medium"/>
                <a:cs typeface="Poppins Medium"/>
                <a:sym typeface="Poppins Medium"/>
              </a:defRPr>
            </a:lvl3pPr>
            <a:lvl4pPr marR="0" lvl="3" algn="l" rtl="0">
              <a:lnSpc>
                <a:spcPct val="100000"/>
              </a:lnSpc>
              <a:spcBef>
                <a:spcPts val="0"/>
              </a:spcBef>
              <a:spcAft>
                <a:spcPts val="0"/>
              </a:spcAft>
              <a:buClr>
                <a:schemeClr val="dk1"/>
              </a:buClr>
              <a:buSzPts val="3000"/>
              <a:buFont typeface="Poppins Medium"/>
              <a:buNone/>
              <a:defRPr sz="3000" b="0" i="0" u="none" strike="noStrike" cap="none">
                <a:solidFill>
                  <a:schemeClr val="dk1"/>
                </a:solidFill>
                <a:latin typeface="Poppins Medium"/>
                <a:ea typeface="Poppins Medium"/>
                <a:cs typeface="Poppins Medium"/>
                <a:sym typeface="Poppins Medium"/>
              </a:defRPr>
            </a:lvl4pPr>
            <a:lvl5pPr marR="0" lvl="4" algn="l" rtl="0">
              <a:lnSpc>
                <a:spcPct val="100000"/>
              </a:lnSpc>
              <a:spcBef>
                <a:spcPts val="0"/>
              </a:spcBef>
              <a:spcAft>
                <a:spcPts val="0"/>
              </a:spcAft>
              <a:buClr>
                <a:schemeClr val="dk1"/>
              </a:buClr>
              <a:buSzPts val="3000"/>
              <a:buFont typeface="Poppins Medium"/>
              <a:buNone/>
              <a:defRPr sz="3000" b="0" i="0" u="none" strike="noStrike" cap="none">
                <a:solidFill>
                  <a:schemeClr val="dk1"/>
                </a:solidFill>
                <a:latin typeface="Poppins Medium"/>
                <a:ea typeface="Poppins Medium"/>
                <a:cs typeface="Poppins Medium"/>
                <a:sym typeface="Poppins Medium"/>
              </a:defRPr>
            </a:lvl5pPr>
            <a:lvl6pPr marR="0" lvl="5" algn="l" rtl="0">
              <a:lnSpc>
                <a:spcPct val="100000"/>
              </a:lnSpc>
              <a:spcBef>
                <a:spcPts val="0"/>
              </a:spcBef>
              <a:spcAft>
                <a:spcPts val="0"/>
              </a:spcAft>
              <a:buClr>
                <a:schemeClr val="dk1"/>
              </a:buClr>
              <a:buSzPts val="3000"/>
              <a:buFont typeface="Poppins Medium"/>
              <a:buNone/>
              <a:defRPr sz="3000" b="0" i="0" u="none" strike="noStrike" cap="none">
                <a:solidFill>
                  <a:schemeClr val="dk1"/>
                </a:solidFill>
                <a:latin typeface="Poppins Medium"/>
                <a:ea typeface="Poppins Medium"/>
                <a:cs typeface="Poppins Medium"/>
                <a:sym typeface="Poppins Medium"/>
              </a:defRPr>
            </a:lvl6pPr>
            <a:lvl7pPr marR="0" lvl="6" algn="l" rtl="0">
              <a:lnSpc>
                <a:spcPct val="100000"/>
              </a:lnSpc>
              <a:spcBef>
                <a:spcPts val="0"/>
              </a:spcBef>
              <a:spcAft>
                <a:spcPts val="0"/>
              </a:spcAft>
              <a:buClr>
                <a:schemeClr val="dk1"/>
              </a:buClr>
              <a:buSzPts val="3000"/>
              <a:buFont typeface="Poppins Medium"/>
              <a:buNone/>
              <a:defRPr sz="3000" b="0" i="0" u="none" strike="noStrike" cap="none">
                <a:solidFill>
                  <a:schemeClr val="dk1"/>
                </a:solidFill>
                <a:latin typeface="Poppins Medium"/>
                <a:ea typeface="Poppins Medium"/>
                <a:cs typeface="Poppins Medium"/>
                <a:sym typeface="Poppins Medium"/>
              </a:defRPr>
            </a:lvl7pPr>
            <a:lvl8pPr marR="0" lvl="7" algn="l" rtl="0">
              <a:lnSpc>
                <a:spcPct val="100000"/>
              </a:lnSpc>
              <a:spcBef>
                <a:spcPts val="0"/>
              </a:spcBef>
              <a:spcAft>
                <a:spcPts val="0"/>
              </a:spcAft>
              <a:buClr>
                <a:schemeClr val="dk1"/>
              </a:buClr>
              <a:buSzPts val="3000"/>
              <a:buFont typeface="Poppins Medium"/>
              <a:buNone/>
              <a:defRPr sz="3000" b="0" i="0" u="none" strike="noStrike" cap="none">
                <a:solidFill>
                  <a:schemeClr val="dk1"/>
                </a:solidFill>
                <a:latin typeface="Poppins Medium"/>
                <a:ea typeface="Poppins Medium"/>
                <a:cs typeface="Poppins Medium"/>
                <a:sym typeface="Poppins Medium"/>
              </a:defRPr>
            </a:lvl8pPr>
            <a:lvl9pPr marR="0" lvl="8" algn="l" rtl="0">
              <a:lnSpc>
                <a:spcPct val="100000"/>
              </a:lnSpc>
              <a:spcBef>
                <a:spcPts val="0"/>
              </a:spcBef>
              <a:spcAft>
                <a:spcPts val="0"/>
              </a:spcAft>
              <a:buClr>
                <a:schemeClr val="dk1"/>
              </a:buClr>
              <a:buSzPts val="3000"/>
              <a:buFont typeface="Poppins Medium"/>
              <a:buNone/>
              <a:defRPr sz="3000" b="0" i="0" u="none" strike="noStrike" cap="none">
                <a:solidFill>
                  <a:schemeClr val="dk1"/>
                </a:solidFill>
                <a:latin typeface="Poppins Medium"/>
                <a:ea typeface="Poppins Medium"/>
                <a:cs typeface="Poppins Medium"/>
                <a:sym typeface="Poppins Medium"/>
              </a:defRPr>
            </a:lvl9pPr>
          </a:lstStyle>
          <a:p>
            <a:pPr lvl="0" algn="just">
              <a:lnSpc>
                <a:spcPct val="115000"/>
              </a:lnSpc>
              <a:spcAft>
                <a:spcPts val="800"/>
              </a:spcAft>
            </a:pPr>
            <a:r>
              <a:rPr lang="en-US" sz="1800" b="0" kern="100">
                <a:ln>
                  <a:noFill/>
                </a:ln>
                <a:effectLst/>
                <a:latin typeface="Calibri" panose="020F0502020204030204" pitchFamily="34" charset="0"/>
                <a:ea typeface="Calibri" panose="020F0502020204030204" pitchFamily="34" charset="0"/>
                <a:cs typeface="Calibri" panose="020F0502020204030204" pitchFamily="34" charset="0"/>
              </a:rPr>
              <a:t>1.Total Revenue:</a:t>
            </a:r>
            <a:endParaRPr lang="en-IN" sz="1100" b="0" kern="100">
              <a:ln>
                <a:noFill/>
              </a:ln>
              <a:effectLst/>
              <a:latin typeface="Calibri" panose="020F0502020204030204" pitchFamily="34" charset="0"/>
              <a:ea typeface="Calibri" panose="020F0502020204030204" pitchFamily="34" charset="0"/>
              <a:cs typeface="Calibri" panose="020F0502020204030204" pitchFamily="34" charset="0"/>
            </a:endParaRPr>
          </a:p>
          <a:p>
            <a:pPr marL="51435" algn="just">
              <a:lnSpc>
                <a:spcPct val="115000"/>
              </a:lnSpc>
              <a:spcAft>
                <a:spcPts val="800"/>
              </a:spcAft>
            </a:pPr>
            <a:r>
              <a:rPr lang="en-US" sz="1800" b="0" kern="100">
                <a:ln>
                  <a:noFill/>
                </a:ln>
                <a:effectLst/>
                <a:latin typeface="Calibri" panose="020F0502020204030204" pitchFamily="34" charset="0"/>
                <a:ea typeface="Calibri" panose="020F0502020204030204" pitchFamily="34" charset="0"/>
                <a:cs typeface="Calibri" panose="020F0502020204030204" pitchFamily="34" charset="0"/>
              </a:rPr>
              <a:t>SELECT SUM(total_price) AS Total_Revenue FROM pizza_sales_excel_file;</a:t>
            </a:r>
          </a:p>
          <a:p>
            <a:pPr marL="51435" algn="just">
              <a:lnSpc>
                <a:spcPct val="115000"/>
              </a:lnSpc>
              <a:spcAft>
                <a:spcPts val="800"/>
              </a:spcAft>
            </a:pPr>
            <a:endParaRPr lang="en-US" sz="1800" b="0" kern="100">
              <a:latin typeface="Calibri" panose="020F0502020204030204" pitchFamily="34" charset="0"/>
              <a:ea typeface="Calibri" panose="020F0502020204030204" pitchFamily="34" charset="0"/>
              <a:cs typeface="Calibri" panose="020F0502020204030204" pitchFamily="34" charset="0"/>
            </a:endParaRPr>
          </a:p>
          <a:p>
            <a:pPr marL="51435" algn="just">
              <a:lnSpc>
                <a:spcPct val="115000"/>
              </a:lnSpc>
              <a:spcAft>
                <a:spcPts val="800"/>
              </a:spcAft>
            </a:pPr>
            <a:r>
              <a:rPr lang="en-US" sz="1800" b="0" kern="100">
                <a:ln>
                  <a:noFill/>
                </a:ln>
                <a:effectLst/>
                <a:latin typeface="Calibri" panose="020F0502020204030204" pitchFamily="34" charset="0"/>
                <a:ea typeface="Calibri" panose="020F0502020204030204" pitchFamily="34" charset="0"/>
                <a:cs typeface="Calibri" panose="020F0502020204030204" pitchFamily="34" charset="0"/>
              </a:rPr>
              <a:t>2.Average order valueselect </a:t>
            </a:r>
          </a:p>
          <a:p>
            <a:pPr marL="51435" algn="just">
              <a:lnSpc>
                <a:spcPct val="115000"/>
              </a:lnSpc>
              <a:spcAft>
                <a:spcPts val="800"/>
              </a:spcAft>
            </a:pPr>
            <a:r>
              <a:rPr lang="en-US" sz="1800" b="0" kern="100">
                <a:ln>
                  <a:noFill/>
                </a:ln>
                <a:effectLst/>
                <a:latin typeface="Calibri" panose="020F0502020204030204" pitchFamily="34" charset="0"/>
                <a:ea typeface="Calibri" panose="020F0502020204030204" pitchFamily="34" charset="0"/>
                <a:cs typeface="Calibri" panose="020F0502020204030204" pitchFamily="34" charset="0"/>
              </a:rPr>
              <a:t>sum(total_price) / count(distinct order_id) as Avg_Order_Valu  from pizza_sales_excel_file;</a:t>
            </a:r>
          </a:p>
          <a:p>
            <a:pPr marL="51435" algn="just">
              <a:lnSpc>
                <a:spcPct val="115000"/>
              </a:lnSpc>
              <a:spcAft>
                <a:spcPts val="800"/>
              </a:spcAft>
            </a:pPr>
            <a:endParaRPr lang="en-US" sz="1800" b="0" kern="100">
              <a:ln>
                <a:noFill/>
              </a:ln>
              <a:effectLst/>
              <a:latin typeface="Calibri" panose="020F0502020204030204" pitchFamily="34" charset="0"/>
              <a:ea typeface="Calibri" panose="020F0502020204030204" pitchFamily="34" charset="0"/>
              <a:cs typeface="Calibri" panose="020F0502020204030204" pitchFamily="34" charset="0"/>
            </a:endParaRPr>
          </a:p>
          <a:p>
            <a:pPr marL="51435" algn="just">
              <a:lnSpc>
                <a:spcPct val="115000"/>
              </a:lnSpc>
              <a:spcAft>
                <a:spcPts val="800"/>
              </a:spcAft>
            </a:pPr>
            <a:endParaRPr lang="en-US" sz="1800" b="0" kern="100">
              <a:latin typeface="Calibri" panose="020F0502020204030204" pitchFamily="34" charset="0"/>
              <a:ea typeface="Calibri" panose="020F0502020204030204" pitchFamily="34" charset="0"/>
              <a:cs typeface="Calibri" panose="020F0502020204030204" pitchFamily="34" charset="0"/>
            </a:endParaRPr>
          </a:p>
          <a:p>
            <a:pPr marL="51435" algn="just">
              <a:lnSpc>
                <a:spcPct val="115000"/>
              </a:lnSpc>
              <a:spcAft>
                <a:spcPts val="800"/>
              </a:spcAft>
            </a:pPr>
            <a:endParaRPr lang="en-US" sz="1800" b="0" kern="100">
              <a:ln>
                <a:noFill/>
              </a:ln>
              <a:effectLst/>
              <a:latin typeface="Calibri" panose="020F0502020204030204" pitchFamily="34" charset="0"/>
              <a:ea typeface="Calibri" panose="020F0502020204030204" pitchFamily="34" charset="0"/>
              <a:cs typeface="Calibri" panose="020F0502020204030204" pitchFamily="34" charset="0"/>
            </a:endParaRPr>
          </a:p>
          <a:p>
            <a:pPr algn="just"/>
            <a:endParaRPr lang="en-IN" sz="1800" b="0">
              <a:solidFill>
                <a:schemeClr val="accent5"/>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C53A6100-1164-0953-402A-4FDDCA56449B}"/>
              </a:ext>
            </a:extLst>
          </p:cNvPr>
          <p:cNvGraphicFramePr>
            <a:graphicFrameLocks noGrp="1"/>
          </p:cNvGraphicFramePr>
          <p:nvPr>
            <p:extLst>
              <p:ext uri="{D42A27DB-BD31-4B8C-83A1-F6EECF244321}">
                <p14:modId xmlns:p14="http://schemas.microsoft.com/office/powerpoint/2010/main" val="3878632112"/>
              </p:ext>
            </p:extLst>
          </p:nvPr>
        </p:nvGraphicFramePr>
        <p:xfrm>
          <a:off x="592575" y="1420424"/>
          <a:ext cx="2782404" cy="327978"/>
        </p:xfrm>
        <a:graphic>
          <a:graphicData uri="http://schemas.openxmlformats.org/drawingml/2006/table">
            <a:tbl>
              <a:tblPr>
                <a:tableStyleId>{5954A2F2-36C9-4180-BAE0-CAC374E1EE5A}</a:tableStyleId>
              </a:tblPr>
              <a:tblGrid>
                <a:gridCol w="2782404">
                  <a:extLst>
                    <a:ext uri="{9D8B030D-6E8A-4147-A177-3AD203B41FA5}">
                      <a16:colId xmlns:a16="http://schemas.microsoft.com/office/drawing/2014/main" val="2551533763"/>
                    </a:ext>
                  </a:extLst>
                </a:gridCol>
              </a:tblGrid>
              <a:tr h="0">
                <a:tc>
                  <a:txBody>
                    <a:bodyPr/>
                    <a:lstStyle/>
                    <a:p>
                      <a:pPr marL="342900" lvl="0" indent="-342900" algn="l">
                        <a:lnSpc>
                          <a:spcPct val="115000"/>
                        </a:lnSpc>
                        <a:spcAft>
                          <a:spcPts val="800"/>
                        </a:spcAft>
                        <a:buFont typeface="+mj-lt"/>
                        <a:buAutoNum type="alphaUcPeriod"/>
                      </a:pPr>
                      <a:r>
                        <a:rPr lang="en-US" sz="2000" kern="100">
                          <a:effectLst/>
                        </a:rPr>
                        <a:t>KPI’S</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114300" marT="0" marB="0"/>
                </a:tc>
                <a:extLst>
                  <a:ext uri="{0D108BD9-81ED-4DB2-BD59-A6C34878D82A}">
                    <a16:rowId xmlns:a16="http://schemas.microsoft.com/office/drawing/2014/main" val="305155775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54"/>
        <p:cNvGrpSpPr/>
        <p:nvPr/>
      </p:nvGrpSpPr>
      <p:grpSpPr>
        <a:xfrm>
          <a:off x="0" y="0"/>
          <a:ext cx="0" cy="0"/>
          <a:chOff x="0" y="0"/>
          <a:chExt cx="0" cy="0"/>
        </a:xfrm>
      </p:grpSpPr>
      <p:graphicFrame>
        <p:nvGraphicFramePr>
          <p:cNvPr id="10855" name="Google Shape;10855;p29"/>
          <p:cNvGraphicFramePr/>
          <p:nvPr>
            <p:extLst>
              <p:ext uri="{D42A27DB-BD31-4B8C-83A1-F6EECF244321}">
                <p14:modId xmlns:p14="http://schemas.microsoft.com/office/powerpoint/2010/main" val="2009686970"/>
              </p:ext>
            </p:extLst>
          </p:nvPr>
        </p:nvGraphicFramePr>
        <p:xfrm>
          <a:off x="2333166" y="476254"/>
          <a:ext cx="3327405" cy="4418935"/>
        </p:xfrm>
        <a:graphic>
          <a:graphicData uri="http://schemas.openxmlformats.org/drawingml/2006/table">
            <a:tbl>
              <a:tblPr>
                <a:noFill/>
                <a:tableStyleId>{5954A2F2-36C9-4180-BAE0-CAC374E1EE5A}</a:tableStyleId>
              </a:tblPr>
              <a:tblGrid>
                <a:gridCol w="3327405">
                  <a:extLst>
                    <a:ext uri="{9D8B030D-6E8A-4147-A177-3AD203B41FA5}">
                      <a16:colId xmlns:a16="http://schemas.microsoft.com/office/drawing/2014/main" val="20000"/>
                    </a:ext>
                  </a:extLst>
                </a:gridCol>
              </a:tblGrid>
              <a:tr h="444175">
                <a:tc>
                  <a:txBody>
                    <a:bodyPr/>
                    <a:lstStyle/>
                    <a:p>
                      <a:pPr algn="l">
                        <a:lnSpc>
                          <a:spcPct val="115000"/>
                        </a:lnSpc>
                        <a:spcAft>
                          <a:spcPts val="800"/>
                        </a:spcAft>
                      </a:pPr>
                      <a:r>
                        <a:rPr lang="en-US" sz="2000" b="0" kern="100">
                          <a:solidFill>
                            <a:schemeClr val="bg1">
                              <a:lumMod val="25000"/>
                            </a:schemeClr>
                          </a:solidFill>
                          <a:effectLst/>
                          <a:latin typeface="Calibri" panose="020F0502020204030204" pitchFamily="34" charset="0"/>
                          <a:ea typeface="Calibri" panose="020F0502020204030204" pitchFamily="34" charset="0"/>
                          <a:cs typeface="Times New Roman" panose="02020603050405020304" pitchFamily="18" charset="0"/>
                        </a:rPr>
                        <a:t>3.Total pizza sold</a:t>
                      </a:r>
                      <a:endParaRPr lang="en-IN" sz="1600" b="0" kern="100">
                        <a:solidFill>
                          <a:schemeClr val="bg1">
                            <a:lumMod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15000"/>
                        </a:lnSpc>
                        <a:spcAft>
                          <a:spcPts val="800"/>
                        </a:spcAft>
                      </a:pPr>
                      <a:r>
                        <a:rPr lang="en-US" sz="1600" kern="100">
                          <a:effectLst/>
                          <a:latin typeface="Calibri" panose="020F0502020204030204" pitchFamily="34" charset="0"/>
                          <a:ea typeface="Calibri" panose="020F0502020204030204" pitchFamily="34" charset="0"/>
                          <a:cs typeface="Times New Roman" panose="02020603050405020304" pitchFamily="18" charset="0"/>
                        </a:rPr>
                        <a:t>select sum(quantity) as Total_pizza_sold from pizza_sales_excel_file;</a:t>
                      </a:r>
                    </a:p>
                    <a:p>
                      <a:pPr algn="l">
                        <a:lnSpc>
                          <a:spcPct val="115000"/>
                        </a:lnSpc>
                        <a:spcAft>
                          <a:spcPts val="800"/>
                        </a:spcAft>
                      </a:pP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15000"/>
                        </a:lnSpc>
                        <a:spcAft>
                          <a:spcPts val="800"/>
                        </a:spcAft>
                      </a:pP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15000"/>
                        </a:lnSpc>
                        <a:spcAft>
                          <a:spcPts val="800"/>
                        </a:spcAft>
                      </a:pPr>
                      <a:r>
                        <a:rPr lang="en-US" sz="2400" kern="100">
                          <a:solidFill>
                            <a:schemeClr val="bg1">
                              <a:lumMod val="25000"/>
                            </a:schemeClr>
                          </a:solidFill>
                          <a:effectLst/>
                          <a:latin typeface="Calibri" panose="020F0502020204030204" pitchFamily="34" charset="0"/>
                          <a:ea typeface="Calibri" panose="020F0502020204030204" pitchFamily="34" charset="0"/>
                          <a:cs typeface="Times New Roman" panose="02020603050405020304" pitchFamily="18" charset="0"/>
                        </a:rPr>
                        <a:t>4.Total ordersselect</a:t>
                      </a:r>
                    </a:p>
                    <a:p>
                      <a:pPr algn="l">
                        <a:lnSpc>
                          <a:spcPct val="115000"/>
                        </a:lnSpc>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 count(distinct order_id) AS Total_orders from pizza_sales_excel_file;</a:t>
                      </a:r>
                    </a:p>
                    <a:p>
                      <a:pPr algn="l">
                        <a:lnSpc>
                          <a:spcPct val="115000"/>
                        </a:lnSpc>
                        <a:spcAft>
                          <a:spcPts val="800"/>
                        </a:spcAft>
                      </a:pP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15000"/>
                        </a:lnSpc>
                        <a:spcAft>
                          <a:spcPts val="800"/>
                        </a:spcAft>
                      </a:pP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114300" marT="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0"/>
                  </a:ext>
                </a:extLst>
              </a:tr>
              <a:tr h="319250">
                <a:tc>
                  <a:txBody>
                    <a:bodyPr/>
                    <a:lstStyle/>
                    <a:p>
                      <a:pPr marL="0" lvl="0" indent="0" algn="l" rtl="0">
                        <a:spcBef>
                          <a:spcPts val="0"/>
                        </a:spcBef>
                        <a:spcAft>
                          <a:spcPts val="0"/>
                        </a:spcAft>
                        <a:buNone/>
                      </a:pPr>
                      <a:endParaRPr sz="900">
                        <a:solidFill>
                          <a:schemeClr val="dk1"/>
                        </a:solidFill>
                        <a:latin typeface="Epilogue Black"/>
                        <a:ea typeface="Epilogue Black"/>
                        <a:cs typeface="Epilogue Black"/>
                        <a:sym typeface="Epilogue Black"/>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lgn="ctr">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0860" name="Google Shape;10860;p29"/>
          <p:cNvSpPr/>
          <p:nvPr/>
        </p:nvSpPr>
        <p:spPr>
          <a:xfrm>
            <a:off x="6810835" y="309324"/>
            <a:ext cx="2317225" cy="1254500"/>
          </a:xfrm>
          <a:custGeom>
            <a:avLst/>
            <a:gdLst/>
            <a:ahLst/>
            <a:cxnLst/>
            <a:rect l="l" t="t" r="r" b="b"/>
            <a:pathLst>
              <a:path w="92689" h="50180" extrusionOk="0">
                <a:moveTo>
                  <a:pt x="77433" y="7257"/>
                </a:moveTo>
                <a:cubicBezTo>
                  <a:pt x="68351" y="-524"/>
                  <a:pt x="54248" y="39"/>
                  <a:pt x="42288" y="39"/>
                </a:cubicBezTo>
                <a:cubicBezTo>
                  <a:pt x="34903" y="39"/>
                  <a:pt x="27091" y="-465"/>
                  <a:pt x="20251" y="2318"/>
                </a:cubicBezTo>
                <a:cubicBezTo>
                  <a:pt x="8910" y="6932"/>
                  <a:pt x="-2476" y="21406"/>
                  <a:pt x="494" y="33284"/>
                </a:cubicBezTo>
                <a:cubicBezTo>
                  <a:pt x="3534" y="45441"/>
                  <a:pt x="22403" y="47307"/>
                  <a:pt x="34879" y="48481"/>
                </a:cubicBezTo>
                <a:cubicBezTo>
                  <a:pt x="52903" y="50176"/>
                  <a:pt x="77186" y="53725"/>
                  <a:pt x="88451" y="39553"/>
                </a:cubicBezTo>
                <a:cubicBezTo>
                  <a:pt x="94327" y="32161"/>
                  <a:pt x="94148" y="17760"/>
                  <a:pt x="87311" y="11247"/>
                </a:cubicBezTo>
                <a:cubicBezTo>
                  <a:pt x="78581" y="2931"/>
                  <a:pt x="64212" y="3211"/>
                  <a:pt x="52166" y="2698"/>
                </a:cubicBezTo>
              </a:path>
            </a:pathLst>
          </a:custGeom>
          <a:noFill/>
          <a:ln w="9525" cap="flat" cmpd="sng">
            <a:solidFill>
              <a:schemeClr val="dk2"/>
            </a:solidFill>
            <a:prstDash val="solid"/>
            <a:round/>
            <a:headEnd type="none" w="med" len="med"/>
            <a:tailEnd type="none" w="med" len="med"/>
          </a:ln>
        </p:spPr>
      </p:sp>
      <p:grpSp>
        <p:nvGrpSpPr>
          <p:cNvPr id="10861" name="Google Shape;10861;p29"/>
          <p:cNvGrpSpPr/>
          <p:nvPr/>
        </p:nvGrpSpPr>
        <p:grpSpPr>
          <a:xfrm>
            <a:off x="7048483" y="369290"/>
            <a:ext cx="2095529" cy="1058761"/>
            <a:chOff x="1423500" y="1965000"/>
            <a:chExt cx="1202875" cy="607750"/>
          </a:xfrm>
        </p:grpSpPr>
        <p:sp>
          <p:nvSpPr>
            <p:cNvPr id="10862" name="Google Shape;10862;p29"/>
            <p:cNvSpPr/>
            <p:nvPr/>
          </p:nvSpPr>
          <p:spPr>
            <a:xfrm>
              <a:off x="1423500" y="1965000"/>
              <a:ext cx="1202875" cy="607325"/>
            </a:xfrm>
            <a:custGeom>
              <a:avLst/>
              <a:gdLst/>
              <a:ahLst/>
              <a:cxnLst/>
              <a:rect l="l" t="t" r="r" b="b"/>
              <a:pathLst>
                <a:path w="48115" h="24293" extrusionOk="0">
                  <a:moveTo>
                    <a:pt x="18738" y="0"/>
                  </a:moveTo>
                  <a:cubicBezTo>
                    <a:pt x="7342" y="0"/>
                    <a:pt x="0" y="7182"/>
                    <a:pt x="193" y="13279"/>
                  </a:cubicBezTo>
                  <a:cubicBezTo>
                    <a:pt x="393" y="20208"/>
                    <a:pt x="5733" y="24293"/>
                    <a:pt x="24380" y="24293"/>
                  </a:cubicBezTo>
                  <a:cubicBezTo>
                    <a:pt x="34523" y="24293"/>
                    <a:pt x="41972" y="19271"/>
                    <a:pt x="44801" y="13898"/>
                  </a:cubicBezTo>
                  <a:cubicBezTo>
                    <a:pt x="48115" y="7638"/>
                    <a:pt x="37469" y="2683"/>
                    <a:pt x="23426" y="390"/>
                  </a:cubicBezTo>
                  <a:cubicBezTo>
                    <a:pt x="21799" y="124"/>
                    <a:pt x="20233" y="0"/>
                    <a:pt x="1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3" name="Google Shape;10863;p29"/>
            <p:cNvSpPr/>
            <p:nvPr/>
          </p:nvSpPr>
          <p:spPr>
            <a:xfrm>
              <a:off x="1474875" y="1982075"/>
              <a:ext cx="1106325" cy="557625"/>
            </a:xfrm>
            <a:custGeom>
              <a:avLst/>
              <a:gdLst/>
              <a:ahLst/>
              <a:cxnLst/>
              <a:rect l="l" t="t" r="r" b="b"/>
              <a:pathLst>
                <a:path w="44253" h="22305" extrusionOk="0">
                  <a:moveTo>
                    <a:pt x="17210" y="0"/>
                  </a:moveTo>
                  <a:cubicBezTo>
                    <a:pt x="6737" y="0"/>
                    <a:pt x="0" y="6574"/>
                    <a:pt x="163" y="12194"/>
                  </a:cubicBezTo>
                  <a:cubicBezTo>
                    <a:pt x="347" y="18555"/>
                    <a:pt x="5268" y="22304"/>
                    <a:pt x="22408" y="22304"/>
                  </a:cubicBezTo>
                  <a:cubicBezTo>
                    <a:pt x="31732" y="22304"/>
                    <a:pt x="38578" y="17684"/>
                    <a:pt x="41189" y="12780"/>
                  </a:cubicBezTo>
                  <a:cubicBezTo>
                    <a:pt x="44252" y="7005"/>
                    <a:pt x="34460" y="2469"/>
                    <a:pt x="21538" y="360"/>
                  </a:cubicBezTo>
                  <a:cubicBezTo>
                    <a:pt x="20035" y="114"/>
                    <a:pt x="18590" y="0"/>
                    <a:pt x="172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4" name="Google Shape;10864;p29"/>
            <p:cNvSpPr/>
            <p:nvPr/>
          </p:nvSpPr>
          <p:spPr>
            <a:xfrm>
              <a:off x="1423500" y="1965400"/>
              <a:ext cx="1141800" cy="332000"/>
            </a:xfrm>
            <a:custGeom>
              <a:avLst/>
              <a:gdLst/>
              <a:ahLst/>
              <a:cxnLst/>
              <a:rect l="l" t="t" r="r" b="b"/>
              <a:pathLst>
                <a:path w="45672" h="13280" extrusionOk="0">
                  <a:moveTo>
                    <a:pt x="18731" y="0"/>
                  </a:moveTo>
                  <a:cubicBezTo>
                    <a:pt x="7339" y="0"/>
                    <a:pt x="0" y="7170"/>
                    <a:pt x="193" y="13279"/>
                  </a:cubicBezTo>
                  <a:cubicBezTo>
                    <a:pt x="340" y="7277"/>
                    <a:pt x="7596" y="416"/>
                    <a:pt x="18721" y="416"/>
                  </a:cubicBezTo>
                  <a:cubicBezTo>
                    <a:pt x="20222" y="416"/>
                    <a:pt x="21792" y="541"/>
                    <a:pt x="23426" y="809"/>
                  </a:cubicBezTo>
                  <a:cubicBezTo>
                    <a:pt x="35544" y="2801"/>
                    <a:pt x="45152" y="6751"/>
                    <a:pt x="45403" y="11840"/>
                  </a:cubicBezTo>
                  <a:cubicBezTo>
                    <a:pt x="45671" y="6567"/>
                    <a:pt x="35879" y="2450"/>
                    <a:pt x="23426" y="391"/>
                  </a:cubicBezTo>
                  <a:cubicBezTo>
                    <a:pt x="21796" y="124"/>
                    <a:pt x="20229" y="0"/>
                    <a:pt x="18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5" name="Google Shape;10865;p29"/>
            <p:cNvSpPr/>
            <p:nvPr/>
          </p:nvSpPr>
          <p:spPr>
            <a:xfrm>
              <a:off x="1427050" y="2235450"/>
              <a:ext cx="1129875" cy="337300"/>
            </a:xfrm>
            <a:custGeom>
              <a:avLst/>
              <a:gdLst/>
              <a:ahLst/>
              <a:cxnLst/>
              <a:rect l="l" t="t" r="r" b="b"/>
              <a:pathLst>
                <a:path w="45195" h="13492" extrusionOk="0">
                  <a:moveTo>
                    <a:pt x="352" y="0"/>
                  </a:moveTo>
                  <a:lnTo>
                    <a:pt x="352" y="0"/>
                  </a:lnTo>
                  <a:cubicBezTo>
                    <a:pt x="134" y="837"/>
                    <a:pt x="0" y="1674"/>
                    <a:pt x="51" y="2477"/>
                  </a:cubicBezTo>
                  <a:cubicBezTo>
                    <a:pt x="251" y="9390"/>
                    <a:pt x="5591" y="13491"/>
                    <a:pt x="24238" y="13491"/>
                  </a:cubicBezTo>
                  <a:cubicBezTo>
                    <a:pt x="34381" y="13491"/>
                    <a:pt x="41830" y="8470"/>
                    <a:pt x="44659" y="3130"/>
                  </a:cubicBezTo>
                  <a:cubicBezTo>
                    <a:pt x="44927" y="2628"/>
                    <a:pt x="45094" y="2126"/>
                    <a:pt x="45194" y="1624"/>
                  </a:cubicBezTo>
                  <a:lnTo>
                    <a:pt x="45194" y="1624"/>
                  </a:lnTo>
                  <a:cubicBezTo>
                    <a:pt x="45094" y="1892"/>
                    <a:pt x="44943" y="2210"/>
                    <a:pt x="44776" y="2544"/>
                  </a:cubicBezTo>
                  <a:cubicBezTo>
                    <a:pt x="41947" y="7884"/>
                    <a:pt x="34532" y="12906"/>
                    <a:pt x="24355" y="12906"/>
                  </a:cubicBezTo>
                  <a:cubicBezTo>
                    <a:pt x="5725" y="12906"/>
                    <a:pt x="385" y="8821"/>
                    <a:pt x="168" y="1925"/>
                  </a:cubicBezTo>
                  <a:cubicBezTo>
                    <a:pt x="151" y="1289"/>
                    <a:pt x="218" y="636"/>
                    <a:pt x="3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6" name="Google Shape;10866;p29"/>
            <p:cNvSpPr/>
            <p:nvPr/>
          </p:nvSpPr>
          <p:spPr>
            <a:xfrm>
              <a:off x="1485625" y="2010150"/>
              <a:ext cx="1075475" cy="520150"/>
            </a:xfrm>
            <a:custGeom>
              <a:avLst/>
              <a:gdLst/>
              <a:ahLst/>
              <a:cxnLst/>
              <a:rect l="l" t="t" r="r" b="b"/>
              <a:pathLst>
                <a:path w="43019" h="20806" extrusionOk="0">
                  <a:moveTo>
                    <a:pt x="15884" y="1"/>
                  </a:moveTo>
                  <a:cubicBezTo>
                    <a:pt x="4162" y="1"/>
                    <a:pt x="327" y="6401"/>
                    <a:pt x="168" y="11473"/>
                  </a:cubicBezTo>
                  <a:cubicBezTo>
                    <a:pt x="1" y="16835"/>
                    <a:pt x="6755" y="20805"/>
                    <a:pt x="18077" y="20805"/>
                  </a:cubicBezTo>
                  <a:cubicBezTo>
                    <a:pt x="19231" y="20805"/>
                    <a:pt x="20431" y="20764"/>
                    <a:pt x="21677" y="20679"/>
                  </a:cubicBezTo>
                  <a:cubicBezTo>
                    <a:pt x="34064" y="19842"/>
                    <a:pt x="43019" y="13465"/>
                    <a:pt x="40106" y="8309"/>
                  </a:cubicBezTo>
                  <a:cubicBezTo>
                    <a:pt x="37629" y="3957"/>
                    <a:pt x="30549" y="1781"/>
                    <a:pt x="21928" y="492"/>
                  </a:cubicBezTo>
                  <a:cubicBezTo>
                    <a:pt x="19713" y="155"/>
                    <a:pt x="17703" y="1"/>
                    <a:pt x="15884" y="1"/>
                  </a:cubicBezTo>
                  <a:close/>
                </a:path>
              </a:pathLst>
            </a:custGeom>
            <a:solidFill>
              <a:srgbClr val="E02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7" name="Google Shape;10867;p29"/>
            <p:cNvSpPr/>
            <p:nvPr/>
          </p:nvSpPr>
          <p:spPr>
            <a:xfrm>
              <a:off x="1492675" y="2032200"/>
              <a:ext cx="1061325" cy="473875"/>
            </a:xfrm>
            <a:custGeom>
              <a:avLst/>
              <a:gdLst/>
              <a:ahLst/>
              <a:cxnLst/>
              <a:rect l="l" t="t" r="r" b="b"/>
              <a:pathLst>
                <a:path w="42453" h="18955" extrusionOk="0">
                  <a:moveTo>
                    <a:pt x="15308" y="1"/>
                  </a:moveTo>
                  <a:cubicBezTo>
                    <a:pt x="4039" y="1"/>
                    <a:pt x="343" y="5714"/>
                    <a:pt x="171" y="10273"/>
                  </a:cubicBezTo>
                  <a:cubicBezTo>
                    <a:pt x="1" y="15234"/>
                    <a:pt x="6910" y="18954"/>
                    <a:pt x="18435" y="18954"/>
                  </a:cubicBezTo>
                  <a:cubicBezTo>
                    <a:pt x="19391" y="18954"/>
                    <a:pt x="20378" y="18929"/>
                    <a:pt x="21395" y="18876"/>
                  </a:cubicBezTo>
                  <a:cubicBezTo>
                    <a:pt x="33598" y="18257"/>
                    <a:pt x="42452" y="12532"/>
                    <a:pt x="39573" y="7829"/>
                  </a:cubicBezTo>
                  <a:cubicBezTo>
                    <a:pt x="37096" y="3828"/>
                    <a:pt x="30116" y="1786"/>
                    <a:pt x="21629" y="514"/>
                  </a:cubicBezTo>
                  <a:cubicBezTo>
                    <a:pt x="19297" y="161"/>
                    <a:pt x="17196" y="1"/>
                    <a:pt x="15308" y="1"/>
                  </a:cubicBezTo>
                  <a:close/>
                </a:path>
              </a:pathLst>
            </a:custGeom>
            <a:solidFill>
              <a:srgbClr val="BC1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8" name="Google Shape;10868;p29"/>
            <p:cNvSpPr/>
            <p:nvPr/>
          </p:nvSpPr>
          <p:spPr>
            <a:xfrm>
              <a:off x="1517375" y="2042025"/>
              <a:ext cx="1007750" cy="452725"/>
            </a:xfrm>
            <a:custGeom>
              <a:avLst/>
              <a:gdLst/>
              <a:ahLst/>
              <a:cxnLst/>
              <a:rect l="l" t="t" r="r" b="b"/>
              <a:pathLst>
                <a:path w="40310" h="18109" extrusionOk="0">
                  <a:moveTo>
                    <a:pt x="14540" y="1"/>
                  </a:moveTo>
                  <a:cubicBezTo>
                    <a:pt x="3823" y="1"/>
                    <a:pt x="314" y="5456"/>
                    <a:pt x="170" y="9829"/>
                  </a:cubicBezTo>
                  <a:cubicBezTo>
                    <a:pt x="0" y="14553"/>
                    <a:pt x="6549" y="18109"/>
                    <a:pt x="17467" y="18109"/>
                  </a:cubicBezTo>
                  <a:cubicBezTo>
                    <a:pt x="18388" y="18109"/>
                    <a:pt x="19341" y="18083"/>
                    <a:pt x="20323" y="18031"/>
                  </a:cubicBezTo>
                  <a:cubicBezTo>
                    <a:pt x="31923" y="17412"/>
                    <a:pt x="40309" y="11972"/>
                    <a:pt x="37581" y="7486"/>
                  </a:cubicBezTo>
                  <a:cubicBezTo>
                    <a:pt x="35237" y="3653"/>
                    <a:pt x="28609" y="1711"/>
                    <a:pt x="20541" y="489"/>
                  </a:cubicBezTo>
                  <a:cubicBezTo>
                    <a:pt x="18327" y="154"/>
                    <a:pt x="16333" y="1"/>
                    <a:pt x="145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9" name="Google Shape;10869;p29"/>
            <p:cNvSpPr/>
            <p:nvPr/>
          </p:nvSpPr>
          <p:spPr>
            <a:xfrm>
              <a:off x="1440025" y="2197150"/>
              <a:ext cx="36850" cy="122325"/>
            </a:xfrm>
            <a:custGeom>
              <a:avLst/>
              <a:gdLst/>
              <a:ahLst/>
              <a:cxnLst/>
              <a:rect l="l" t="t" r="r" b="b"/>
              <a:pathLst>
                <a:path w="1474" h="4893" extrusionOk="0">
                  <a:moveTo>
                    <a:pt x="1390" y="0"/>
                  </a:moveTo>
                  <a:cubicBezTo>
                    <a:pt x="1083" y="0"/>
                    <a:pt x="29" y="1393"/>
                    <a:pt x="0" y="3323"/>
                  </a:cubicBezTo>
                  <a:cubicBezTo>
                    <a:pt x="0" y="4331"/>
                    <a:pt x="246" y="4892"/>
                    <a:pt x="518" y="4892"/>
                  </a:cubicBezTo>
                  <a:cubicBezTo>
                    <a:pt x="855" y="4892"/>
                    <a:pt x="1231" y="4025"/>
                    <a:pt x="1222" y="2068"/>
                  </a:cubicBezTo>
                  <a:cubicBezTo>
                    <a:pt x="1222" y="1398"/>
                    <a:pt x="1473" y="712"/>
                    <a:pt x="1473" y="126"/>
                  </a:cubicBezTo>
                  <a:cubicBezTo>
                    <a:pt x="1473" y="41"/>
                    <a:pt x="1443" y="0"/>
                    <a:pt x="13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0" name="Google Shape;10870;p29"/>
            <p:cNvSpPr/>
            <p:nvPr/>
          </p:nvSpPr>
          <p:spPr>
            <a:xfrm>
              <a:off x="1481025" y="2155675"/>
              <a:ext cx="23450" cy="31100"/>
            </a:xfrm>
            <a:custGeom>
              <a:avLst/>
              <a:gdLst/>
              <a:ahLst/>
              <a:cxnLst/>
              <a:rect l="l" t="t" r="r" b="b"/>
              <a:pathLst>
                <a:path w="938" h="1244" extrusionOk="0">
                  <a:moveTo>
                    <a:pt x="752" y="0"/>
                  </a:moveTo>
                  <a:cubicBezTo>
                    <a:pt x="613" y="0"/>
                    <a:pt x="415" y="173"/>
                    <a:pt x="252" y="446"/>
                  </a:cubicBezTo>
                  <a:cubicBezTo>
                    <a:pt x="68" y="781"/>
                    <a:pt x="1" y="1116"/>
                    <a:pt x="101" y="1216"/>
                  </a:cubicBezTo>
                  <a:cubicBezTo>
                    <a:pt x="126" y="1235"/>
                    <a:pt x="155" y="1243"/>
                    <a:pt x="187" y="1243"/>
                  </a:cubicBezTo>
                  <a:cubicBezTo>
                    <a:pt x="331" y="1243"/>
                    <a:pt x="537" y="1071"/>
                    <a:pt x="687" y="798"/>
                  </a:cubicBezTo>
                  <a:cubicBezTo>
                    <a:pt x="871" y="463"/>
                    <a:pt x="938" y="128"/>
                    <a:pt x="837" y="28"/>
                  </a:cubicBezTo>
                  <a:cubicBezTo>
                    <a:pt x="813" y="9"/>
                    <a:pt x="784" y="0"/>
                    <a:pt x="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1" name="Google Shape;10871;p29"/>
            <p:cNvSpPr/>
            <p:nvPr/>
          </p:nvSpPr>
          <p:spPr>
            <a:xfrm>
              <a:off x="1528725" y="2079525"/>
              <a:ext cx="936975" cy="401725"/>
            </a:xfrm>
            <a:custGeom>
              <a:avLst/>
              <a:gdLst/>
              <a:ahLst/>
              <a:cxnLst/>
              <a:rect l="l" t="t" r="r" b="b"/>
              <a:pathLst>
                <a:path w="37479" h="16069" extrusionOk="0">
                  <a:moveTo>
                    <a:pt x="12760" y="0"/>
                  </a:moveTo>
                  <a:cubicBezTo>
                    <a:pt x="7045" y="0"/>
                    <a:pt x="4363" y="2552"/>
                    <a:pt x="2260" y="6321"/>
                  </a:cubicBezTo>
                  <a:cubicBezTo>
                    <a:pt x="1" y="10338"/>
                    <a:pt x="938" y="12280"/>
                    <a:pt x="8738" y="14791"/>
                  </a:cubicBezTo>
                  <a:cubicBezTo>
                    <a:pt x="11338" y="15622"/>
                    <a:pt x="14582" y="16068"/>
                    <a:pt x="17932" y="16068"/>
                  </a:cubicBezTo>
                  <a:cubicBezTo>
                    <a:pt x="24632" y="16068"/>
                    <a:pt x="31759" y="14283"/>
                    <a:pt x="35018" y="10221"/>
                  </a:cubicBezTo>
                  <a:cubicBezTo>
                    <a:pt x="37478" y="7169"/>
                    <a:pt x="35096" y="5393"/>
                    <a:pt x="32229" y="5393"/>
                  </a:cubicBezTo>
                  <a:cubicBezTo>
                    <a:pt x="31604" y="5393"/>
                    <a:pt x="30957" y="5478"/>
                    <a:pt x="30331" y="5651"/>
                  </a:cubicBezTo>
                  <a:cubicBezTo>
                    <a:pt x="25577" y="6923"/>
                    <a:pt x="26565" y="13636"/>
                    <a:pt x="14312" y="14221"/>
                  </a:cubicBezTo>
                  <a:cubicBezTo>
                    <a:pt x="13928" y="14239"/>
                    <a:pt x="13558" y="14248"/>
                    <a:pt x="13201" y="14248"/>
                  </a:cubicBezTo>
                  <a:cubicBezTo>
                    <a:pt x="2159" y="14248"/>
                    <a:pt x="3702" y="5958"/>
                    <a:pt x="5826" y="3525"/>
                  </a:cubicBezTo>
                  <a:cubicBezTo>
                    <a:pt x="6810" y="2407"/>
                    <a:pt x="8302" y="1900"/>
                    <a:pt x="10115" y="1900"/>
                  </a:cubicBezTo>
                  <a:cubicBezTo>
                    <a:pt x="12374" y="1900"/>
                    <a:pt x="15131" y="2687"/>
                    <a:pt x="18028" y="4061"/>
                  </a:cubicBezTo>
                  <a:cubicBezTo>
                    <a:pt x="20694" y="5313"/>
                    <a:pt x="22285" y="5928"/>
                    <a:pt x="23529" y="5928"/>
                  </a:cubicBezTo>
                  <a:cubicBezTo>
                    <a:pt x="24730" y="5928"/>
                    <a:pt x="25607" y="5355"/>
                    <a:pt x="26816" y="4229"/>
                  </a:cubicBezTo>
                  <a:cubicBezTo>
                    <a:pt x="29293" y="1919"/>
                    <a:pt x="20757" y="462"/>
                    <a:pt x="14095" y="44"/>
                  </a:cubicBezTo>
                  <a:cubicBezTo>
                    <a:pt x="13632" y="15"/>
                    <a:pt x="13187" y="0"/>
                    <a:pt x="1276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2" name="Google Shape;10872;p29"/>
            <p:cNvSpPr/>
            <p:nvPr/>
          </p:nvSpPr>
          <p:spPr>
            <a:xfrm>
              <a:off x="2203725" y="2118150"/>
              <a:ext cx="95850" cy="27050"/>
            </a:xfrm>
            <a:custGeom>
              <a:avLst/>
              <a:gdLst/>
              <a:ahLst/>
              <a:cxnLst/>
              <a:rect l="l" t="t" r="r" b="b"/>
              <a:pathLst>
                <a:path w="3834" h="1082" extrusionOk="0">
                  <a:moveTo>
                    <a:pt x="1583" y="0"/>
                  </a:moveTo>
                  <a:cubicBezTo>
                    <a:pt x="1431" y="0"/>
                    <a:pt x="1282" y="7"/>
                    <a:pt x="1138" y="22"/>
                  </a:cubicBezTo>
                  <a:cubicBezTo>
                    <a:pt x="318" y="106"/>
                    <a:pt x="0" y="390"/>
                    <a:pt x="419" y="692"/>
                  </a:cubicBezTo>
                  <a:cubicBezTo>
                    <a:pt x="791" y="926"/>
                    <a:pt x="1552" y="1081"/>
                    <a:pt x="2267" y="1081"/>
                  </a:cubicBezTo>
                  <a:cubicBezTo>
                    <a:pt x="2419" y="1081"/>
                    <a:pt x="2568" y="1075"/>
                    <a:pt x="2712" y="1060"/>
                  </a:cubicBezTo>
                  <a:cubicBezTo>
                    <a:pt x="3515" y="976"/>
                    <a:pt x="3833" y="692"/>
                    <a:pt x="3415" y="390"/>
                  </a:cubicBezTo>
                  <a:cubicBezTo>
                    <a:pt x="3056" y="156"/>
                    <a:pt x="2298" y="0"/>
                    <a:pt x="158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3" name="Google Shape;10873;p29"/>
            <p:cNvSpPr/>
            <p:nvPr/>
          </p:nvSpPr>
          <p:spPr>
            <a:xfrm>
              <a:off x="2163125" y="2104050"/>
              <a:ext cx="38525" cy="15500"/>
            </a:xfrm>
            <a:custGeom>
              <a:avLst/>
              <a:gdLst/>
              <a:ahLst/>
              <a:cxnLst/>
              <a:rect l="l" t="t" r="r" b="b"/>
              <a:pathLst>
                <a:path w="1541" h="620" extrusionOk="0">
                  <a:moveTo>
                    <a:pt x="770" y="0"/>
                  </a:moveTo>
                  <a:cubicBezTo>
                    <a:pt x="335" y="0"/>
                    <a:pt x="0" y="134"/>
                    <a:pt x="0" y="318"/>
                  </a:cubicBezTo>
                  <a:cubicBezTo>
                    <a:pt x="0" y="486"/>
                    <a:pt x="335" y="620"/>
                    <a:pt x="770" y="620"/>
                  </a:cubicBezTo>
                  <a:cubicBezTo>
                    <a:pt x="1206" y="620"/>
                    <a:pt x="1540" y="486"/>
                    <a:pt x="1540" y="318"/>
                  </a:cubicBezTo>
                  <a:cubicBezTo>
                    <a:pt x="1540" y="134"/>
                    <a:pt x="1206" y="0"/>
                    <a:pt x="7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4" name="Google Shape;10874;p29"/>
            <p:cNvSpPr/>
            <p:nvPr/>
          </p:nvSpPr>
          <p:spPr>
            <a:xfrm>
              <a:off x="2274025" y="2218700"/>
              <a:ext cx="98350" cy="42700"/>
            </a:xfrm>
            <a:custGeom>
              <a:avLst/>
              <a:gdLst/>
              <a:ahLst/>
              <a:cxnLst/>
              <a:rect l="l" t="t" r="r" b="b"/>
              <a:pathLst>
                <a:path w="3934" h="1708" extrusionOk="0">
                  <a:moveTo>
                    <a:pt x="1959" y="1"/>
                  </a:moveTo>
                  <a:cubicBezTo>
                    <a:pt x="871" y="1"/>
                    <a:pt x="0" y="369"/>
                    <a:pt x="0" y="854"/>
                  </a:cubicBezTo>
                  <a:cubicBezTo>
                    <a:pt x="0" y="1323"/>
                    <a:pt x="871" y="1708"/>
                    <a:pt x="1959" y="1708"/>
                  </a:cubicBezTo>
                  <a:cubicBezTo>
                    <a:pt x="3047" y="1708"/>
                    <a:pt x="3934" y="1323"/>
                    <a:pt x="3934" y="854"/>
                  </a:cubicBezTo>
                  <a:cubicBezTo>
                    <a:pt x="3934" y="369"/>
                    <a:pt x="3047" y="1"/>
                    <a:pt x="195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5" name="Google Shape;10875;p29"/>
            <p:cNvSpPr/>
            <p:nvPr/>
          </p:nvSpPr>
          <p:spPr>
            <a:xfrm>
              <a:off x="2064375" y="2177275"/>
              <a:ext cx="88725" cy="42700"/>
            </a:xfrm>
            <a:custGeom>
              <a:avLst/>
              <a:gdLst/>
              <a:ahLst/>
              <a:cxnLst/>
              <a:rect l="l" t="t" r="r" b="b"/>
              <a:pathLst>
                <a:path w="3549" h="1708" extrusionOk="0">
                  <a:moveTo>
                    <a:pt x="1774" y="0"/>
                  </a:moveTo>
                  <a:cubicBezTo>
                    <a:pt x="787" y="0"/>
                    <a:pt x="0" y="369"/>
                    <a:pt x="0" y="854"/>
                  </a:cubicBezTo>
                  <a:cubicBezTo>
                    <a:pt x="0" y="1323"/>
                    <a:pt x="787" y="1708"/>
                    <a:pt x="1774" y="1708"/>
                  </a:cubicBezTo>
                  <a:cubicBezTo>
                    <a:pt x="2762" y="1708"/>
                    <a:pt x="3549" y="1340"/>
                    <a:pt x="3549" y="854"/>
                  </a:cubicBezTo>
                  <a:cubicBezTo>
                    <a:pt x="3549" y="402"/>
                    <a:pt x="2762" y="0"/>
                    <a:pt x="177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6" name="Google Shape;10876;p29"/>
            <p:cNvSpPr/>
            <p:nvPr/>
          </p:nvSpPr>
          <p:spPr>
            <a:xfrm>
              <a:off x="1745500" y="2140025"/>
              <a:ext cx="72425" cy="41050"/>
            </a:xfrm>
            <a:custGeom>
              <a:avLst/>
              <a:gdLst/>
              <a:ahLst/>
              <a:cxnLst/>
              <a:rect l="l" t="t" r="r" b="b"/>
              <a:pathLst>
                <a:path w="2897" h="1642" extrusionOk="0">
                  <a:moveTo>
                    <a:pt x="1457" y="1"/>
                  </a:moveTo>
                  <a:cubicBezTo>
                    <a:pt x="653" y="1"/>
                    <a:pt x="0" y="369"/>
                    <a:pt x="0" y="821"/>
                  </a:cubicBezTo>
                  <a:cubicBezTo>
                    <a:pt x="0" y="1273"/>
                    <a:pt x="653" y="1641"/>
                    <a:pt x="1457" y="1641"/>
                  </a:cubicBezTo>
                  <a:cubicBezTo>
                    <a:pt x="2243" y="1641"/>
                    <a:pt x="2896" y="1273"/>
                    <a:pt x="2896" y="821"/>
                  </a:cubicBezTo>
                  <a:cubicBezTo>
                    <a:pt x="2896" y="369"/>
                    <a:pt x="2243" y="1"/>
                    <a:pt x="1457"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7" name="Google Shape;10877;p29"/>
            <p:cNvSpPr/>
            <p:nvPr/>
          </p:nvSpPr>
          <p:spPr>
            <a:xfrm>
              <a:off x="1690250" y="2171425"/>
              <a:ext cx="32250" cy="14650"/>
            </a:xfrm>
            <a:custGeom>
              <a:avLst/>
              <a:gdLst/>
              <a:ahLst/>
              <a:cxnLst/>
              <a:rect l="l" t="t" r="r" b="b"/>
              <a:pathLst>
                <a:path w="1290" h="586" extrusionOk="0">
                  <a:moveTo>
                    <a:pt x="654" y="0"/>
                  </a:moveTo>
                  <a:cubicBezTo>
                    <a:pt x="285" y="0"/>
                    <a:pt x="1" y="134"/>
                    <a:pt x="1" y="301"/>
                  </a:cubicBezTo>
                  <a:cubicBezTo>
                    <a:pt x="1" y="452"/>
                    <a:pt x="285" y="586"/>
                    <a:pt x="654" y="586"/>
                  </a:cubicBezTo>
                  <a:cubicBezTo>
                    <a:pt x="1005" y="586"/>
                    <a:pt x="1290" y="469"/>
                    <a:pt x="1290" y="301"/>
                  </a:cubicBezTo>
                  <a:cubicBezTo>
                    <a:pt x="1290" y="134"/>
                    <a:pt x="1005" y="0"/>
                    <a:pt x="654"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8" name="Google Shape;10878;p29"/>
            <p:cNvSpPr/>
            <p:nvPr/>
          </p:nvSpPr>
          <p:spPr>
            <a:xfrm>
              <a:off x="1553000" y="2218700"/>
              <a:ext cx="20950" cy="14250"/>
            </a:xfrm>
            <a:custGeom>
              <a:avLst/>
              <a:gdLst/>
              <a:ahLst/>
              <a:cxnLst/>
              <a:rect l="l" t="t" r="r" b="b"/>
              <a:pathLst>
                <a:path w="838" h="570" extrusionOk="0">
                  <a:moveTo>
                    <a:pt x="419" y="1"/>
                  </a:moveTo>
                  <a:cubicBezTo>
                    <a:pt x="185" y="1"/>
                    <a:pt x="1" y="118"/>
                    <a:pt x="1" y="285"/>
                  </a:cubicBezTo>
                  <a:cubicBezTo>
                    <a:pt x="1" y="453"/>
                    <a:pt x="185" y="570"/>
                    <a:pt x="419" y="570"/>
                  </a:cubicBezTo>
                  <a:cubicBezTo>
                    <a:pt x="653" y="570"/>
                    <a:pt x="838" y="453"/>
                    <a:pt x="838" y="285"/>
                  </a:cubicBezTo>
                  <a:cubicBezTo>
                    <a:pt x="838" y="118"/>
                    <a:pt x="653" y="1"/>
                    <a:pt x="419"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9" name="Google Shape;10879;p29"/>
            <p:cNvSpPr/>
            <p:nvPr/>
          </p:nvSpPr>
          <p:spPr>
            <a:xfrm>
              <a:off x="1675200" y="2346225"/>
              <a:ext cx="50400" cy="32450"/>
            </a:xfrm>
            <a:custGeom>
              <a:avLst/>
              <a:gdLst/>
              <a:ahLst/>
              <a:cxnLst/>
              <a:rect l="l" t="t" r="r" b="b"/>
              <a:pathLst>
                <a:path w="2016" h="1298" extrusionOk="0">
                  <a:moveTo>
                    <a:pt x="487" y="0"/>
                  </a:moveTo>
                  <a:cubicBezTo>
                    <a:pt x="179" y="0"/>
                    <a:pt x="0" y="142"/>
                    <a:pt x="0" y="340"/>
                  </a:cubicBezTo>
                  <a:cubicBezTo>
                    <a:pt x="0" y="540"/>
                    <a:pt x="218" y="859"/>
                    <a:pt x="636" y="1093"/>
                  </a:cubicBezTo>
                  <a:cubicBezTo>
                    <a:pt x="919" y="1223"/>
                    <a:pt x="1223" y="1297"/>
                    <a:pt x="1469" y="1297"/>
                  </a:cubicBezTo>
                  <a:cubicBezTo>
                    <a:pt x="1792" y="1297"/>
                    <a:pt x="2016" y="1170"/>
                    <a:pt x="1959" y="875"/>
                  </a:cubicBezTo>
                  <a:cubicBezTo>
                    <a:pt x="1858" y="423"/>
                    <a:pt x="1122" y="22"/>
                    <a:pt x="586" y="5"/>
                  </a:cubicBezTo>
                  <a:cubicBezTo>
                    <a:pt x="552" y="2"/>
                    <a:pt x="518" y="0"/>
                    <a:pt x="487"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0" name="Google Shape;10880;p29"/>
            <p:cNvSpPr/>
            <p:nvPr/>
          </p:nvSpPr>
          <p:spPr>
            <a:xfrm>
              <a:off x="2051375" y="2344125"/>
              <a:ext cx="58200" cy="32800"/>
            </a:xfrm>
            <a:custGeom>
              <a:avLst/>
              <a:gdLst/>
              <a:ahLst/>
              <a:cxnLst/>
              <a:rect l="l" t="t" r="r" b="b"/>
              <a:pathLst>
                <a:path w="2328" h="1312" extrusionOk="0">
                  <a:moveTo>
                    <a:pt x="1771" y="1"/>
                  </a:moveTo>
                  <a:cubicBezTo>
                    <a:pt x="1735" y="1"/>
                    <a:pt x="1698" y="2"/>
                    <a:pt x="1658" y="5"/>
                  </a:cubicBezTo>
                  <a:cubicBezTo>
                    <a:pt x="1039" y="22"/>
                    <a:pt x="185" y="424"/>
                    <a:pt x="68" y="876"/>
                  </a:cubicBezTo>
                  <a:cubicBezTo>
                    <a:pt x="1" y="1174"/>
                    <a:pt x="259" y="1311"/>
                    <a:pt x="634" y="1311"/>
                  </a:cubicBezTo>
                  <a:cubicBezTo>
                    <a:pt x="912" y="1311"/>
                    <a:pt x="1254" y="1236"/>
                    <a:pt x="1575" y="1093"/>
                  </a:cubicBezTo>
                  <a:cubicBezTo>
                    <a:pt x="2060" y="859"/>
                    <a:pt x="2328" y="541"/>
                    <a:pt x="2328" y="340"/>
                  </a:cubicBezTo>
                  <a:cubicBezTo>
                    <a:pt x="2328" y="143"/>
                    <a:pt x="2122" y="1"/>
                    <a:pt x="1771"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1" name="Google Shape;10881;p29"/>
            <p:cNvSpPr/>
            <p:nvPr/>
          </p:nvSpPr>
          <p:spPr>
            <a:xfrm>
              <a:off x="2345750" y="2191125"/>
              <a:ext cx="44200" cy="16275"/>
            </a:xfrm>
            <a:custGeom>
              <a:avLst/>
              <a:gdLst/>
              <a:ahLst/>
              <a:cxnLst/>
              <a:rect l="l" t="t" r="r" b="b"/>
              <a:pathLst>
                <a:path w="1768" h="651" extrusionOk="0">
                  <a:moveTo>
                    <a:pt x="979" y="1"/>
                  </a:moveTo>
                  <a:cubicBezTo>
                    <a:pt x="611" y="1"/>
                    <a:pt x="228" y="95"/>
                    <a:pt x="127" y="283"/>
                  </a:cubicBezTo>
                  <a:cubicBezTo>
                    <a:pt x="1" y="508"/>
                    <a:pt x="406" y="651"/>
                    <a:pt x="876" y="651"/>
                  </a:cubicBezTo>
                  <a:cubicBezTo>
                    <a:pt x="966" y="651"/>
                    <a:pt x="1057" y="646"/>
                    <a:pt x="1148" y="635"/>
                  </a:cubicBezTo>
                  <a:cubicBezTo>
                    <a:pt x="1500" y="568"/>
                    <a:pt x="1734" y="451"/>
                    <a:pt x="1751" y="317"/>
                  </a:cubicBezTo>
                  <a:cubicBezTo>
                    <a:pt x="1768" y="216"/>
                    <a:pt x="1634" y="99"/>
                    <a:pt x="1333" y="32"/>
                  </a:cubicBezTo>
                  <a:cubicBezTo>
                    <a:pt x="1224" y="11"/>
                    <a:pt x="1102" y="1"/>
                    <a:pt x="979"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2" name="Google Shape;10882;p29"/>
            <p:cNvSpPr/>
            <p:nvPr/>
          </p:nvSpPr>
          <p:spPr>
            <a:xfrm>
              <a:off x="1573975" y="2198575"/>
              <a:ext cx="91625" cy="60325"/>
            </a:xfrm>
            <a:custGeom>
              <a:avLst/>
              <a:gdLst/>
              <a:ahLst/>
              <a:cxnLst/>
              <a:rect l="l" t="t" r="r" b="b"/>
              <a:pathLst>
                <a:path w="3665" h="2413" extrusionOk="0">
                  <a:moveTo>
                    <a:pt x="2036" y="151"/>
                  </a:moveTo>
                  <a:cubicBezTo>
                    <a:pt x="2071" y="151"/>
                    <a:pt x="2106" y="151"/>
                    <a:pt x="2141" y="153"/>
                  </a:cubicBezTo>
                  <a:cubicBezTo>
                    <a:pt x="2325" y="153"/>
                    <a:pt x="2509" y="186"/>
                    <a:pt x="2677" y="253"/>
                  </a:cubicBezTo>
                  <a:cubicBezTo>
                    <a:pt x="2493" y="186"/>
                    <a:pt x="2258" y="170"/>
                    <a:pt x="2041" y="170"/>
                  </a:cubicBezTo>
                  <a:cubicBezTo>
                    <a:pt x="1656" y="170"/>
                    <a:pt x="1287" y="253"/>
                    <a:pt x="986" y="404"/>
                  </a:cubicBezTo>
                  <a:cubicBezTo>
                    <a:pt x="1278" y="235"/>
                    <a:pt x="1654" y="151"/>
                    <a:pt x="2036" y="151"/>
                  </a:cubicBezTo>
                  <a:close/>
                  <a:moveTo>
                    <a:pt x="2041" y="320"/>
                  </a:moveTo>
                  <a:cubicBezTo>
                    <a:pt x="2760" y="320"/>
                    <a:pt x="3313" y="655"/>
                    <a:pt x="3346" y="1107"/>
                  </a:cubicBezTo>
                  <a:lnTo>
                    <a:pt x="3346" y="1157"/>
                  </a:lnTo>
                  <a:cubicBezTo>
                    <a:pt x="3236" y="1645"/>
                    <a:pt x="2562" y="2015"/>
                    <a:pt x="1828" y="2015"/>
                  </a:cubicBezTo>
                  <a:cubicBezTo>
                    <a:pt x="1782" y="2015"/>
                    <a:pt x="1735" y="2014"/>
                    <a:pt x="1689" y="2011"/>
                  </a:cubicBezTo>
                  <a:cubicBezTo>
                    <a:pt x="1003" y="1977"/>
                    <a:pt x="501" y="1643"/>
                    <a:pt x="484" y="1191"/>
                  </a:cubicBezTo>
                  <a:cubicBezTo>
                    <a:pt x="584" y="722"/>
                    <a:pt x="1254" y="337"/>
                    <a:pt x="2041" y="320"/>
                  </a:cubicBezTo>
                  <a:close/>
                  <a:moveTo>
                    <a:pt x="2043" y="0"/>
                  </a:moveTo>
                  <a:cubicBezTo>
                    <a:pt x="1143" y="0"/>
                    <a:pt x="311" y="442"/>
                    <a:pt x="149" y="1023"/>
                  </a:cubicBezTo>
                  <a:cubicBezTo>
                    <a:pt x="132" y="1090"/>
                    <a:pt x="132" y="1174"/>
                    <a:pt x="132" y="1241"/>
                  </a:cubicBezTo>
                  <a:cubicBezTo>
                    <a:pt x="132" y="1258"/>
                    <a:pt x="116" y="1308"/>
                    <a:pt x="116" y="1324"/>
                  </a:cubicBezTo>
                  <a:cubicBezTo>
                    <a:pt x="0" y="1917"/>
                    <a:pt x="695" y="2413"/>
                    <a:pt x="1610" y="2413"/>
                  </a:cubicBezTo>
                  <a:cubicBezTo>
                    <a:pt x="1625" y="2413"/>
                    <a:pt x="1640" y="2413"/>
                    <a:pt x="1656" y="2412"/>
                  </a:cubicBezTo>
                  <a:cubicBezTo>
                    <a:pt x="2626" y="2379"/>
                    <a:pt x="3463" y="1877"/>
                    <a:pt x="3564" y="1274"/>
                  </a:cubicBezTo>
                  <a:cubicBezTo>
                    <a:pt x="3597" y="1224"/>
                    <a:pt x="3597" y="1157"/>
                    <a:pt x="3581" y="1107"/>
                  </a:cubicBezTo>
                  <a:cubicBezTo>
                    <a:pt x="3664" y="521"/>
                    <a:pt x="3045" y="52"/>
                    <a:pt x="2141" y="2"/>
                  </a:cubicBezTo>
                  <a:cubicBezTo>
                    <a:pt x="2108" y="1"/>
                    <a:pt x="2076" y="0"/>
                    <a:pt x="2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3" name="Google Shape;10883;p29"/>
            <p:cNvSpPr/>
            <p:nvPr/>
          </p:nvSpPr>
          <p:spPr>
            <a:xfrm>
              <a:off x="1576075" y="2199025"/>
              <a:ext cx="91575" cy="55700"/>
            </a:xfrm>
            <a:custGeom>
              <a:avLst/>
              <a:gdLst/>
              <a:ahLst/>
              <a:cxnLst/>
              <a:rect l="l" t="t" r="r" b="b"/>
              <a:pathLst>
                <a:path w="3663" h="2228" extrusionOk="0">
                  <a:moveTo>
                    <a:pt x="2007" y="152"/>
                  </a:moveTo>
                  <a:cubicBezTo>
                    <a:pt x="2810" y="152"/>
                    <a:pt x="3396" y="553"/>
                    <a:pt x="3312" y="1072"/>
                  </a:cubicBezTo>
                  <a:cubicBezTo>
                    <a:pt x="3229" y="1574"/>
                    <a:pt x="2509" y="2010"/>
                    <a:pt x="1722" y="2010"/>
                  </a:cubicBezTo>
                  <a:cubicBezTo>
                    <a:pt x="919" y="2010"/>
                    <a:pt x="333" y="1625"/>
                    <a:pt x="417" y="1089"/>
                  </a:cubicBezTo>
                  <a:cubicBezTo>
                    <a:pt x="500" y="570"/>
                    <a:pt x="1220" y="152"/>
                    <a:pt x="2007" y="152"/>
                  </a:cubicBezTo>
                  <a:close/>
                  <a:moveTo>
                    <a:pt x="2054" y="0"/>
                  </a:moveTo>
                  <a:cubicBezTo>
                    <a:pt x="2038" y="0"/>
                    <a:pt x="2023" y="1"/>
                    <a:pt x="2007" y="1"/>
                  </a:cubicBezTo>
                  <a:cubicBezTo>
                    <a:pt x="1053" y="34"/>
                    <a:pt x="216" y="537"/>
                    <a:pt x="115" y="1139"/>
                  </a:cubicBezTo>
                  <a:cubicBezTo>
                    <a:pt x="0" y="1732"/>
                    <a:pt x="695" y="2228"/>
                    <a:pt x="1610" y="2228"/>
                  </a:cubicBezTo>
                  <a:cubicBezTo>
                    <a:pt x="1625" y="2228"/>
                    <a:pt x="1640" y="2227"/>
                    <a:pt x="1655" y="2227"/>
                  </a:cubicBezTo>
                  <a:cubicBezTo>
                    <a:pt x="2626" y="2194"/>
                    <a:pt x="3463" y="1691"/>
                    <a:pt x="3564" y="1089"/>
                  </a:cubicBezTo>
                  <a:cubicBezTo>
                    <a:pt x="3662" y="496"/>
                    <a:pt x="3000" y="0"/>
                    <a:pt x="20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4" name="Google Shape;10884;p29"/>
            <p:cNvSpPr/>
            <p:nvPr/>
          </p:nvSpPr>
          <p:spPr>
            <a:xfrm>
              <a:off x="1576025" y="2194400"/>
              <a:ext cx="92925" cy="55750"/>
            </a:xfrm>
            <a:custGeom>
              <a:avLst/>
              <a:gdLst/>
              <a:ahLst/>
              <a:cxnLst/>
              <a:rect l="l" t="t" r="r" b="b"/>
              <a:pathLst>
                <a:path w="3717" h="2230" extrusionOk="0">
                  <a:moveTo>
                    <a:pt x="1987" y="148"/>
                  </a:moveTo>
                  <a:cubicBezTo>
                    <a:pt x="2033" y="148"/>
                    <a:pt x="2080" y="149"/>
                    <a:pt x="2126" y="152"/>
                  </a:cubicBezTo>
                  <a:cubicBezTo>
                    <a:pt x="2913" y="186"/>
                    <a:pt x="3432" y="638"/>
                    <a:pt x="3314" y="1157"/>
                  </a:cubicBezTo>
                  <a:cubicBezTo>
                    <a:pt x="3188" y="1645"/>
                    <a:pt x="2514" y="2015"/>
                    <a:pt x="1793" y="2015"/>
                  </a:cubicBezTo>
                  <a:cubicBezTo>
                    <a:pt x="1748" y="2015"/>
                    <a:pt x="1703" y="2013"/>
                    <a:pt x="1657" y="2010"/>
                  </a:cubicBezTo>
                  <a:cubicBezTo>
                    <a:pt x="871" y="1977"/>
                    <a:pt x="335" y="1525"/>
                    <a:pt x="469" y="1006"/>
                  </a:cubicBezTo>
                  <a:cubicBezTo>
                    <a:pt x="579" y="518"/>
                    <a:pt x="1253" y="148"/>
                    <a:pt x="1987" y="148"/>
                  </a:cubicBezTo>
                  <a:close/>
                  <a:moveTo>
                    <a:pt x="2045" y="0"/>
                  </a:moveTo>
                  <a:cubicBezTo>
                    <a:pt x="1144" y="0"/>
                    <a:pt x="312" y="441"/>
                    <a:pt x="151" y="1023"/>
                  </a:cubicBezTo>
                  <a:cubicBezTo>
                    <a:pt x="0" y="1625"/>
                    <a:pt x="636" y="2178"/>
                    <a:pt x="1574" y="2228"/>
                  </a:cubicBezTo>
                  <a:cubicBezTo>
                    <a:pt x="1606" y="2229"/>
                    <a:pt x="1639" y="2230"/>
                    <a:pt x="1672" y="2230"/>
                  </a:cubicBezTo>
                  <a:cubicBezTo>
                    <a:pt x="2572" y="2230"/>
                    <a:pt x="3404" y="1788"/>
                    <a:pt x="3566" y="1190"/>
                  </a:cubicBezTo>
                  <a:cubicBezTo>
                    <a:pt x="3716" y="588"/>
                    <a:pt x="3080" y="69"/>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5" name="Google Shape;10885;p29"/>
            <p:cNvSpPr/>
            <p:nvPr/>
          </p:nvSpPr>
          <p:spPr>
            <a:xfrm>
              <a:off x="1991225" y="2080925"/>
              <a:ext cx="91150" cy="60000"/>
            </a:xfrm>
            <a:custGeom>
              <a:avLst/>
              <a:gdLst/>
              <a:ahLst/>
              <a:cxnLst/>
              <a:rect l="l" t="t" r="r" b="b"/>
              <a:pathLst>
                <a:path w="3646" h="2400" extrusionOk="0">
                  <a:moveTo>
                    <a:pt x="1922" y="148"/>
                  </a:moveTo>
                  <a:cubicBezTo>
                    <a:pt x="1982" y="148"/>
                    <a:pt x="2044" y="150"/>
                    <a:pt x="2106" y="155"/>
                  </a:cubicBezTo>
                  <a:cubicBezTo>
                    <a:pt x="2307" y="155"/>
                    <a:pt x="2508" y="189"/>
                    <a:pt x="2642" y="256"/>
                  </a:cubicBezTo>
                  <a:cubicBezTo>
                    <a:pt x="2457" y="189"/>
                    <a:pt x="2223" y="172"/>
                    <a:pt x="2005" y="172"/>
                  </a:cubicBezTo>
                  <a:cubicBezTo>
                    <a:pt x="1621" y="172"/>
                    <a:pt x="1252" y="256"/>
                    <a:pt x="951" y="406"/>
                  </a:cubicBezTo>
                  <a:cubicBezTo>
                    <a:pt x="1224" y="234"/>
                    <a:pt x="1558" y="148"/>
                    <a:pt x="1922" y="148"/>
                  </a:cubicBezTo>
                  <a:close/>
                  <a:moveTo>
                    <a:pt x="2005" y="323"/>
                  </a:moveTo>
                  <a:cubicBezTo>
                    <a:pt x="2725" y="323"/>
                    <a:pt x="3278" y="657"/>
                    <a:pt x="3311" y="1109"/>
                  </a:cubicBezTo>
                  <a:lnTo>
                    <a:pt x="3311" y="1160"/>
                  </a:lnTo>
                  <a:cubicBezTo>
                    <a:pt x="3199" y="1657"/>
                    <a:pt x="2503" y="2015"/>
                    <a:pt x="1768" y="2015"/>
                  </a:cubicBezTo>
                  <a:cubicBezTo>
                    <a:pt x="1736" y="2015"/>
                    <a:pt x="1703" y="2015"/>
                    <a:pt x="1671" y="2013"/>
                  </a:cubicBezTo>
                  <a:cubicBezTo>
                    <a:pt x="968" y="1963"/>
                    <a:pt x="466" y="1628"/>
                    <a:pt x="449" y="1193"/>
                  </a:cubicBezTo>
                  <a:cubicBezTo>
                    <a:pt x="549" y="708"/>
                    <a:pt x="1252" y="339"/>
                    <a:pt x="2005" y="323"/>
                  </a:cubicBezTo>
                  <a:close/>
                  <a:moveTo>
                    <a:pt x="1985" y="1"/>
                  </a:moveTo>
                  <a:cubicBezTo>
                    <a:pt x="1100" y="1"/>
                    <a:pt x="290" y="453"/>
                    <a:pt x="131" y="1026"/>
                  </a:cubicBezTo>
                  <a:cubicBezTo>
                    <a:pt x="114" y="1093"/>
                    <a:pt x="114" y="1176"/>
                    <a:pt x="114" y="1243"/>
                  </a:cubicBezTo>
                  <a:cubicBezTo>
                    <a:pt x="114" y="1260"/>
                    <a:pt x="97" y="1293"/>
                    <a:pt x="97" y="1327"/>
                  </a:cubicBezTo>
                  <a:cubicBezTo>
                    <a:pt x="0" y="1910"/>
                    <a:pt x="656" y="2400"/>
                    <a:pt x="1549" y="2400"/>
                  </a:cubicBezTo>
                  <a:cubicBezTo>
                    <a:pt x="1578" y="2400"/>
                    <a:pt x="1608" y="2399"/>
                    <a:pt x="1637" y="2398"/>
                  </a:cubicBezTo>
                  <a:cubicBezTo>
                    <a:pt x="2608" y="2381"/>
                    <a:pt x="3445" y="1879"/>
                    <a:pt x="3545" y="1277"/>
                  </a:cubicBezTo>
                  <a:cubicBezTo>
                    <a:pt x="3562" y="1210"/>
                    <a:pt x="3562" y="1160"/>
                    <a:pt x="3562" y="1109"/>
                  </a:cubicBezTo>
                  <a:cubicBezTo>
                    <a:pt x="3646" y="524"/>
                    <a:pt x="3027" y="38"/>
                    <a:pt x="2123" y="5"/>
                  </a:cubicBezTo>
                  <a:cubicBezTo>
                    <a:pt x="2076" y="2"/>
                    <a:pt x="2030" y="1"/>
                    <a:pt x="198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6" name="Google Shape;10886;p29"/>
            <p:cNvSpPr/>
            <p:nvPr/>
          </p:nvSpPr>
          <p:spPr>
            <a:xfrm>
              <a:off x="1992475" y="2081450"/>
              <a:ext cx="91575" cy="55300"/>
            </a:xfrm>
            <a:custGeom>
              <a:avLst/>
              <a:gdLst/>
              <a:ahLst/>
              <a:cxnLst/>
              <a:rect l="l" t="t" r="r" b="b"/>
              <a:pathLst>
                <a:path w="3663" h="2212" extrusionOk="0">
                  <a:moveTo>
                    <a:pt x="2006" y="151"/>
                  </a:moveTo>
                  <a:cubicBezTo>
                    <a:pt x="2809" y="151"/>
                    <a:pt x="3395" y="553"/>
                    <a:pt x="3311" y="1072"/>
                  </a:cubicBezTo>
                  <a:cubicBezTo>
                    <a:pt x="3228" y="1574"/>
                    <a:pt x="2508" y="2009"/>
                    <a:pt x="1721" y="2009"/>
                  </a:cubicBezTo>
                  <a:cubicBezTo>
                    <a:pt x="918" y="2009"/>
                    <a:pt x="332" y="1607"/>
                    <a:pt x="416" y="1088"/>
                  </a:cubicBezTo>
                  <a:cubicBezTo>
                    <a:pt x="499" y="569"/>
                    <a:pt x="1219" y="151"/>
                    <a:pt x="2006" y="151"/>
                  </a:cubicBezTo>
                  <a:close/>
                  <a:moveTo>
                    <a:pt x="2006" y="0"/>
                  </a:moveTo>
                  <a:cubicBezTo>
                    <a:pt x="1052" y="17"/>
                    <a:pt x="215" y="519"/>
                    <a:pt x="114" y="1122"/>
                  </a:cubicBezTo>
                  <a:cubicBezTo>
                    <a:pt x="1" y="1722"/>
                    <a:pt x="672" y="2211"/>
                    <a:pt x="1566" y="2211"/>
                  </a:cubicBezTo>
                  <a:cubicBezTo>
                    <a:pt x="1595" y="2211"/>
                    <a:pt x="1625" y="2211"/>
                    <a:pt x="1654" y="2210"/>
                  </a:cubicBezTo>
                  <a:cubicBezTo>
                    <a:pt x="2625" y="2193"/>
                    <a:pt x="3462" y="1691"/>
                    <a:pt x="3562" y="1088"/>
                  </a:cubicBezTo>
                  <a:cubicBezTo>
                    <a:pt x="3663" y="486"/>
                    <a:pt x="2977"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7" name="Google Shape;10887;p29"/>
            <p:cNvSpPr/>
            <p:nvPr/>
          </p:nvSpPr>
          <p:spPr>
            <a:xfrm>
              <a:off x="1992400" y="2077225"/>
              <a:ext cx="92925" cy="55750"/>
            </a:xfrm>
            <a:custGeom>
              <a:avLst/>
              <a:gdLst/>
              <a:ahLst/>
              <a:cxnLst/>
              <a:rect l="l" t="t" r="r" b="b"/>
              <a:pathLst>
                <a:path w="3717" h="2230" extrusionOk="0">
                  <a:moveTo>
                    <a:pt x="1987" y="131"/>
                  </a:moveTo>
                  <a:cubicBezTo>
                    <a:pt x="2033" y="131"/>
                    <a:pt x="2080" y="133"/>
                    <a:pt x="2126" y="136"/>
                  </a:cubicBezTo>
                  <a:cubicBezTo>
                    <a:pt x="2913" y="169"/>
                    <a:pt x="3431" y="605"/>
                    <a:pt x="3314" y="1140"/>
                  </a:cubicBezTo>
                  <a:cubicBezTo>
                    <a:pt x="3186" y="1637"/>
                    <a:pt x="2520" y="1996"/>
                    <a:pt x="1758" y="1996"/>
                  </a:cubicBezTo>
                  <a:cubicBezTo>
                    <a:pt x="1725" y="1996"/>
                    <a:pt x="1691" y="1995"/>
                    <a:pt x="1657" y="1994"/>
                  </a:cubicBezTo>
                  <a:cubicBezTo>
                    <a:pt x="854" y="1944"/>
                    <a:pt x="335" y="1508"/>
                    <a:pt x="469" y="990"/>
                  </a:cubicBezTo>
                  <a:cubicBezTo>
                    <a:pt x="579" y="501"/>
                    <a:pt x="1253" y="131"/>
                    <a:pt x="1987" y="131"/>
                  </a:cubicBezTo>
                  <a:close/>
                  <a:moveTo>
                    <a:pt x="2045" y="0"/>
                  </a:moveTo>
                  <a:cubicBezTo>
                    <a:pt x="1144" y="0"/>
                    <a:pt x="312" y="441"/>
                    <a:pt x="151" y="1023"/>
                  </a:cubicBezTo>
                  <a:cubicBezTo>
                    <a:pt x="0" y="1642"/>
                    <a:pt x="636" y="2178"/>
                    <a:pt x="1574" y="2228"/>
                  </a:cubicBezTo>
                  <a:cubicBezTo>
                    <a:pt x="1606" y="2229"/>
                    <a:pt x="1639" y="2230"/>
                    <a:pt x="1671" y="2230"/>
                  </a:cubicBezTo>
                  <a:cubicBezTo>
                    <a:pt x="2572" y="2230"/>
                    <a:pt x="3404" y="1788"/>
                    <a:pt x="3565" y="1190"/>
                  </a:cubicBezTo>
                  <a:cubicBezTo>
                    <a:pt x="3716" y="588"/>
                    <a:pt x="3080" y="52"/>
                    <a:pt x="2143" y="2"/>
                  </a:cubicBezTo>
                  <a:cubicBezTo>
                    <a:pt x="2110" y="1"/>
                    <a:pt x="2077" y="0"/>
                    <a:pt x="2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8" name="Google Shape;10888;p29"/>
            <p:cNvSpPr/>
            <p:nvPr/>
          </p:nvSpPr>
          <p:spPr>
            <a:xfrm>
              <a:off x="2242250" y="2342050"/>
              <a:ext cx="91200" cy="59975"/>
            </a:xfrm>
            <a:custGeom>
              <a:avLst/>
              <a:gdLst/>
              <a:ahLst/>
              <a:cxnLst/>
              <a:rect l="l" t="t" r="r" b="b"/>
              <a:pathLst>
                <a:path w="3648" h="2399" extrusionOk="0">
                  <a:moveTo>
                    <a:pt x="2017" y="136"/>
                  </a:moveTo>
                  <a:cubicBezTo>
                    <a:pt x="2052" y="136"/>
                    <a:pt x="2089" y="137"/>
                    <a:pt x="2125" y="138"/>
                  </a:cubicBezTo>
                  <a:cubicBezTo>
                    <a:pt x="2240" y="159"/>
                    <a:pt x="2362" y="180"/>
                    <a:pt x="2479" y="205"/>
                  </a:cubicBezTo>
                  <a:lnTo>
                    <a:pt x="2479" y="205"/>
                  </a:lnTo>
                  <a:cubicBezTo>
                    <a:pt x="2335" y="180"/>
                    <a:pt x="2183" y="172"/>
                    <a:pt x="2024" y="172"/>
                  </a:cubicBezTo>
                  <a:cubicBezTo>
                    <a:pt x="1639" y="172"/>
                    <a:pt x="1271" y="256"/>
                    <a:pt x="970" y="389"/>
                  </a:cubicBezTo>
                  <a:cubicBezTo>
                    <a:pt x="1261" y="221"/>
                    <a:pt x="1623" y="136"/>
                    <a:pt x="2017" y="136"/>
                  </a:cubicBezTo>
                  <a:close/>
                  <a:moveTo>
                    <a:pt x="2008" y="339"/>
                  </a:moveTo>
                  <a:cubicBezTo>
                    <a:pt x="2727" y="339"/>
                    <a:pt x="3280" y="674"/>
                    <a:pt x="3313" y="1126"/>
                  </a:cubicBezTo>
                  <a:lnTo>
                    <a:pt x="3313" y="1176"/>
                  </a:lnTo>
                  <a:cubicBezTo>
                    <a:pt x="3201" y="1673"/>
                    <a:pt x="2505" y="2032"/>
                    <a:pt x="1770" y="2032"/>
                  </a:cubicBezTo>
                  <a:cubicBezTo>
                    <a:pt x="1738" y="2032"/>
                    <a:pt x="1705" y="2031"/>
                    <a:pt x="1673" y="2030"/>
                  </a:cubicBezTo>
                  <a:cubicBezTo>
                    <a:pt x="970" y="1980"/>
                    <a:pt x="468" y="1645"/>
                    <a:pt x="451" y="1210"/>
                  </a:cubicBezTo>
                  <a:cubicBezTo>
                    <a:pt x="585" y="707"/>
                    <a:pt x="1254" y="339"/>
                    <a:pt x="2008" y="339"/>
                  </a:cubicBezTo>
                  <a:close/>
                  <a:moveTo>
                    <a:pt x="1987" y="1"/>
                  </a:moveTo>
                  <a:cubicBezTo>
                    <a:pt x="1102" y="1"/>
                    <a:pt x="292" y="453"/>
                    <a:pt x="133" y="1026"/>
                  </a:cubicBezTo>
                  <a:cubicBezTo>
                    <a:pt x="116" y="1092"/>
                    <a:pt x="116" y="1159"/>
                    <a:pt x="116" y="1226"/>
                  </a:cubicBezTo>
                  <a:cubicBezTo>
                    <a:pt x="116" y="1260"/>
                    <a:pt x="99" y="1293"/>
                    <a:pt x="99" y="1310"/>
                  </a:cubicBezTo>
                  <a:cubicBezTo>
                    <a:pt x="1" y="1903"/>
                    <a:pt x="679" y="2398"/>
                    <a:pt x="1594" y="2398"/>
                  </a:cubicBezTo>
                  <a:cubicBezTo>
                    <a:pt x="1609" y="2398"/>
                    <a:pt x="1624" y="2398"/>
                    <a:pt x="1639" y="2398"/>
                  </a:cubicBezTo>
                  <a:cubicBezTo>
                    <a:pt x="2610" y="2381"/>
                    <a:pt x="3447" y="1879"/>
                    <a:pt x="3548" y="1277"/>
                  </a:cubicBezTo>
                  <a:cubicBezTo>
                    <a:pt x="3564" y="1210"/>
                    <a:pt x="3564" y="1176"/>
                    <a:pt x="3564" y="1109"/>
                  </a:cubicBezTo>
                  <a:cubicBezTo>
                    <a:pt x="3648" y="523"/>
                    <a:pt x="3029" y="38"/>
                    <a:pt x="2125" y="4"/>
                  </a:cubicBezTo>
                  <a:cubicBezTo>
                    <a:pt x="2079" y="2"/>
                    <a:pt x="2033" y="1"/>
                    <a:pt x="1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9" name="Google Shape;10889;p29"/>
            <p:cNvSpPr/>
            <p:nvPr/>
          </p:nvSpPr>
          <p:spPr>
            <a:xfrm>
              <a:off x="2244375" y="2342575"/>
              <a:ext cx="91175" cy="55300"/>
            </a:xfrm>
            <a:custGeom>
              <a:avLst/>
              <a:gdLst/>
              <a:ahLst/>
              <a:cxnLst/>
              <a:rect l="l" t="t" r="r" b="b"/>
              <a:pathLst>
                <a:path w="3647" h="2212" extrusionOk="0">
                  <a:moveTo>
                    <a:pt x="2006" y="168"/>
                  </a:moveTo>
                  <a:cubicBezTo>
                    <a:pt x="2793" y="168"/>
                    <a:pt x="3379" y="569"/>
                    <a:pt x="3295" y="1088"/>
                  </a:cubicBezTo>
                  <a:cubicBezTo>
                    <a:pt x="3211" y="1590"/>
                    <a:pt x="2508" y="2009"/>
                    <a:pt x="1705" y="2026"/>
                  </a:cubicBezTo>
                  <a:cubicBezTo>
                    <a:pt x="918" y="2026"/>
                    <a:pt x="332" y="1624"/>
                    <a:pt x="416" y="1105"/>
                  </a:cubicBezTo>
                  <a:cubicBezTo>
                    <a:pt x="500" y="586"/>
                    <a:pt x="1203" y="168"/>
                    <a:pt x="2006" y="168"/>
                  </a:cubicBezTo>
                  <a:close/>
                  <a:moveTo>
                    <a:pt x="2006" y="0"/>
                  </a:moveTo>
                  <a:cubicBezTo>
                    <a:pt x="1035" y="17"/>
                    <a:pt x="199" y="519"/>
                    <a:pt x="98" y="1122"/>
                  </a:cubicBezTo>
                  <a:cubicBezTo>
                    <a:pt x="1" y="1721"/>
                    <a:pt x="657" y="2211"/>
                    <a:pt x="1550" y="2211"/>
                  </a:cubicBezTo>
                  <a:cubicBezTo>
                    <a:pt x="1579" y="2211"/>
                    <a:pt x="1608" y="2211"/>
                    <a:pt x="1638" y="2210"/>
                  </a:cubicBezTo>
                  <a:cubicBezTo>
                    <a:pt x="2609" y="2193"/>
                    <a:pt x="3446" y="1691"/>
                    <a:pt x="3546" y="1088"/>
                  </a:cubicBezTo>
                  <a:cubicBezTo>
                    <a:pt x="3647" y="486"/>
                    <a:pt x="2960" y="0"/>
                    <a:pt x="2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0" name="Google Shape;10890;p29"/>
            <p:cNvSpPr/>
            <p:nvPr/>
          </p:nvSpPr>
          <p:spPr>
            <a:xfrm>
              <a:off x="2243475" y="2338300"/>
              <a:ext cx="93325" cy="55425"/>
            </a:xfrm>
            <a:custGeom>
              <a:avLst/>
              <a:gdLst/>
              <a:ahLst/>
              <a:cxnLst/>
              <a:rect l="l" t="t" r="r" b="b"/>
              <a:pathLst>
                <a:path w="3733" h="2217" extrusionOk="0">
                  <a:moveTo>
                    <a:pt x="1987" y="150"/>
                  </a:moveTo>
                  <a:cubicBezTo>
                    <a:pt x="2033" y="150"/>
                    <a:pt x="2080" y="152"/>
                    <a:pt x="2126" y="154"/>
                  </a:cubicBezTo>
                  <a:cubicBezTo>
                    <a:pt x="2913" y="188"/>
                    <a:pt x="3432" y="623"/>
                    <a:pt x="3314" y="1159"/>
                  </a:cubicBezTo>
                  <a:cubicBezTo>
                    <a:pt x="3218" y="1641"/>
                    <a:pt x="2521" y="2014"/>
                    <a:pt x="1755" y="2014"/>
                  </a:cubicBezTo>
                  <a:cubicBezTo>
                    <a:pt x="1722" y="2014"/>
                    <a:pt x="1690" y="2014"/>
                    <a:pt x="1657" y="2012"/>
                  </a:cubicBezTo>
                  <a:cubicBezTo>
                    <a:pt x="854" y="1962"/>
                    <a:pt x="335" y="1527"/>
                    <a:pt x="469" y="1008"/>
                  </a:cubicBezTo>
                  <a:cubicBezTo>
                    <a:pt x="579" y="520"/>
                    <a:pt x="1253" y="150"/>
                    <a:pt x="1987" y="150"/>
                  </a:cubicBezTo>
                  <a:close/>
                  <a:moveTo>
                    <a:pt x="2005" y="0"/>
                  </a:moveTo>
                  <a:cubicBezTo>
                    <a:pt x="1120" y="0"/>
                    <a:pt x="310" y="452"/>
                    <a:pt x="151" y="1025"/>
                  </a:cubicBezTo>
                  <a:cubicBezTo>
                    <a:pt x="0" y="1627"/>
                    <a:pt x="636" y="2180"/>
                    <a:pt x="1574" y="2213"/>
                  </a:cubicBezTo>
                  <a:cubicBezTo>
                    <a:pt x="1620" y="2216"/>
                    <a:pt x="1666" y="2217"/>
                    <a:pt x="1712" y="2217"/>
                  </a:cubicBezTo>
                  <a:cubicBezTo>
                    <a:pt x="2597" y="2217"/>
                    <a:pt x="3406" y="1765"/>
                    <a:pt x="3566" y="1192"/>
                  </a:cubicBezTo>
                  <a:cubicBezTo>
                    <a:pt x="3733" y="590"/>
                    <a:pt x="3080" y="37"/>
                    <a:pt x="2143" y="4"/>
                  </a:cubicBezTo>
                  <a:cubicBezTo>
                    <a:pt x="2097" y="1"/>
                    <a:pt x="2050" y="0"/>
                    <a:pt x="20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1" name="Google Shape;10891;p29"/>
            <p:cNvSpPr/>
            <p:nvPr/>
          </p:nvSpPr>
          <p:spPr>
            <a:xfrm>
              <a:off x="1844700" y="2416175"/>
              <a:ext cx="91225" cy="60325"/>
            </a:xfrm>
            <a:custGeom>
              <a:avLst/>
              <a:gdLst/>
              <a:ahLst/>
              <a:cxnLst/>
              <a:rect l="l" t="t" r="r" b="b"/>
              <a:pathLst>
                <a:path w="3649" h="2413" extrusionOk="0">
                  <a:moveTo>
                    <a:pt x="2017" y="151"/>
                  </a:moveTo>
                  <a:cubicBezTo>
                    <a:pt x="2053" y="151"/>
                    <a:pt x="2089" y="151"/>
                    <a:pt x="2125" y="153"/>
                  </a:cubicBezTo>
                  <a:cubicBezTo>
                    <a:pt x="2309" y="153"/>
                    <a:pt x="2510" y="186"/>
                    <a:pt x="2678" y="253"/>
                  </a:cubicBezTo>
                  <a:cubicBezTo>
                    <a:pt x="2477" y="186"/>
                    <a:pt x="2259" y="170"/>
                    <a:pt x="2025" y="170"/>
                  </a:cubicBezTo>
                  <a:cubicBezTo>
                    <a:pt x="1640" y="170"/>
                    <a:pt x="1271" y="253"/>
                    <a:pt x="970" y="404"/>
                  </a:cubicBezTo>
                  <a:cubicBezTo>
                    <a:pt x="1262" y="235"/>
                    <a:pt x="1624" y="151"/>
                    <a:pt x="2017" y="151"/>
                  </a:cubicBezTo>
                  <a:close/>
                  <a:moveTo>
                    <a:pt x="2008" y="320"/>
                  </a:moveTo>
                  <a:cubicBezTo>
                    <a:pt x="2728" y="320"/>
                    <a:pt x="3280" y="655"/>
                    <a:pt x="3314" y="1107"/>
                  </a:cubicBezTo>
                  <a:lnTo>
                    <a:pt x="3314" y="1157"/>
                  </a:lnTo>
                  <a:cubicBezTo>
                    <a:pt x="3203" y="1645"/>
                    <a:pt x="2530" y="2015"/>
                    <a:pt x="1809" y="2015"/>
                  </a:cubicBezTo>
                  <a:cubicBezTo>
                    <a:pt x="1764" y="2015"/>
                    <a:pt x="1719" y="2014"/>
                    <a:pt x="1673" y="2011"/>
                  </a:cubicBezTo>
                  <a:cubicBezTo>
                    <a:pt x="970" y="1977"/>
                    <a:pt x="468" y="1643"/>
                    <a:pt x="451" y="1191"/>
                  </a:cubicBezTo>
                  <a:cubicBezTo>
                    <a:pt x="585" y="722"/>
                    <a:pt x="1255" y="337"/>
                    <a:pt x="2008" y="320"/>
                  </a:cubicBezTo>
                  <a:close/>
                  <a:moveTo>
                    <a:pt x="2027" y="0"/>
                  </a:moveTo>
                  <a:cubicBezTo>
                    <a:pt x="1127" y="0"/>
                    <a:pt x="295" y="442"/>
                    <a:pt x="133" y="1023"/>
                  </a:cubicBezTo>
                  <a:cubicBezTo>
                    <a:pt x="117" y="1090"/>
                    <a:pt x="117" y="1174"/>
                    <a:pt x="117" y="1241"/>
                  </a:cubicBezTo>
                  <a:cubicBezTo>
                    <a:pt x="117" y="1258"/>
                    <a:pt x="100" y="1308"/>
                    <a:pt x="100" y="1325"/>
                  </a:cubicBezTo>
                  <a:cubicBezTo>
                    <a:pt x="1" y="1917"/>
                    <a:pt x="680" y="2413"/>
                    <a:pt x="1594" y="2413"/>
                  </a:cubicBezTo>
                  <a:cubicBezTo>
                    <a:pt x="1609" y="2413"/>
                    <a:pt x="1625" y="2413"/>
                    <a:pt x="1640" y="2413"/>
                  </a:cubicBezTo>
                  <a:cubicBezTo>
                    <a:pt x="2611" y="2379"/>
                    <a:pt x="3448" y="1877"/>
                    <a:pt x="3548" y="1274"/>
                  </a:cubicBezTo>
                  <a:cubicBezTo>
                    <a:pt x="3565" y="1224"/>
                    <a:pt x="3565" y="1174"/>
                    <a:pt x="3565" y="1107"/>
                  </a:cubicBezTo>
                  <a:cubicBezTo>
                    <a:pt x="3648" y="521"/>
                    <a:pt x="3029" y="52"/>
                    <a:pt x="2125" y="2"/>
                  </a:cubicBezTo>
                  <a:cubicBezTo>
                    <a:pt x="2092" y="1"/>
                    <a:pt x="2060" y="0"/>
                    <a:pt x="20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2" name="Google Shape;10892;p29"/>
            <p:cNvSpPr/>
            <p:nvPr/>
          </p:nvSpPr>
          <p:spPr>
            <a:xfrm>
              <a:off x="1846800" y="2416625"/>
              <a:ext cx="90800" cy="55700"/>
            </a:xfrm>
            <a:custGeom>
              <a:avLst/>
              <a:gdLst/>
              <a:ahLst/>
              <a:cxnLst/>
              <a:rect l="l" t="t" r="r" b="b"/>
              <a:pathLst>
                <a:path w="3632" h="2228" extrusionOk="0">
                  <a:moveTo>
                    <a:pt x="1974" y="152"/>
                  </a:moveTo>
                  <a:cubicBezTo>
                    <a:pt x="2778" y="152"/>
                    <a:pt x="3364" y="553"/>
                    <a:pt x="3280" y="1072"/>
                  </a:cubicBezTo>
                  <a:cubicBezTo>
                    <a:pt x="3213" y="1591"/>
                    <a:pt x="2476" y="2010"/>
                    <a:pt x="1690" y="2010"/>
                  </a:cubicBezTo>
                  <a:cubicBezTo>
                    <a:pt x="886" y="2010"/>
                    <a:pt x="300" y="1625"/>
                    <a:pt x="384" y="1089"/>
                  </a:cubicBezTo>
                  <a:cubicBezTo>
                    <a:pt x="468" y="570"/>
                    <a:pt x="1187" y="152"/>
                    <a:pt x="1974" y="152"/>
                  </a:cubicBezTo>
                  <a:close/>
                  <a:moveTo>
                    <a:pt x="2008" y="1"/>
                  </a:moveTo>
                  <a:cubicBezTo>
                    <a:pt x="1037" y="34"/>
                    <a:pt x="200" y="537"/>
                    <a:pt x="99" y="1139"/>
                  </a:cubicBezTo>
                  <a:cubicBezTo>
                    <a:pt x="1" y="1732"/>
                    <a:pt x="679" y="2228"/>
                    <a:pt x="1594" y="2228"/>
                  </a:cubicBezTo>
                  <a:cubicBezTo>
                    <a:pt x="1609" y="2228"/>
                    <a:pt x="1624" y="2227"/>
                    <a:pt x="1639" y="2227"/>
                  </a:cubicBezTo>
                  <a:cubicBezTo>
                    <a:pt x="2610" y="2194"/>
                    <a:pt x="3447" y="1708"/>
                    <a:pt x="3548" y="1089"/>
                  </a:cubicBezTo>
                  <a:cubicBezTo>
                    <a:pt x="3631" y="486"/>
                    <a:pt x="2945" y="1"/>
                    <a:pt x="2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3" name="Google Shape;10893;p29"/>
            <p:cNvSpPr/>
            <p:nvPr/>
          </p:nvSpPr>
          <p:spPr>
            <a:xfrm>
              <a:off x="1845925" y="2412400"/>
              <a:ext cx="93350" cy="55775"/>
            </a:xfrm>
            <a:custGeom>
              <a:avLst/>
              <a:gdLst/>
              <a:ahLst/>
              <a:cxnLst/>
              <a:rect l="l" t="t" r="r" b="b"/>
              <a:pathLst>
                <a:path w="3734" h="2231" extrusionOk="0">
                  <a:moveTo>
                    <a:pt x="2012" y="151"/>
                  </a:moveTo>
                  <a:cubicBezTo>
                    <a:pt x="2045" y="151"/>
                    <a:pt x="2077" y="152"/>
                    <a:pt x="2110" y="153"/>
                  </a:cubicBezTo>
                  <a:cubicBezTo>
                    <a:pt x="2913" y="203"/>
                    <a:pt x="3432" y="639"/>
                    <a:pt x="3315" y="1158"/>
                  </a:cubicBezTo>
                  <a:cubicBezTo>
                    <a:pt x="3186" y="1639"/>
                    <a:pt x="2519" y="2013"/>
                    <a:pt x="1755" y="2013"/>
                  </a:cubicBezTo>
                  <a:cubicBezTo>
                    <a:pt x="1723" y="2013"/>
                    <a:pt x="1690" y="2013"/>
                    <a:pt x="1658" y="2011"/>
                  </a:cubicBezTo>
                  <a:cubicBezTo>
                    <a:pt x="854" y="1978"/>
                    <a:pt x="335" y="1542"/>
                    <a:pt x="469" y="1007"/>
                  </a:cubicBezTo>
                  <a:cubicBezTo>
                    <a:pt x="581" y="510"/>
                    <a:pt x="1277" y="151"/>
                    <a:pt x="2012" y="151"/>
                  </a:cubicBezTo>
                  <a:close/>
                  <a:moveTo>
                    <a:pt x="2045" y="1"/>
                  </a:moveTo>
                  <a:cubicBezTo>
                    <a:pt x="1145" y="1"/>
                    <a:pt x="313" y="443"/>
                    <a:pt x="151" y="1040"/>
                  </a:cubicBezTo>
                  <a:cubicBezTo>
                    <a:pt x="1" y="1643"/>
                    <a:pt x="637" y="2179"/>
                    <a:pt x="1574" y="2229"/>
                  </a:cubicBezTo>
                  <a:cubicBezTo>
                    <a:pt x="1607" y="2230"/>
                    <a:pt x="1639" y="2231"/>
                    <a:pt x="1672" y="2231"/>
                  </a:cubicBezTo>
                  <a:cubicBezTo>
                    <a:pt x="2572" y="2231"/>
                    <a:pt x="3404" y="1789"/>
                    <a:pt x="3566" y="1208"/>
                  </a:cubicBezTo>
                  <a:cubicBezTo>
                    <a:pt x="3733" y="588"/>
                    <a:pt x="3080" y="53"/>
                    <a:pt x="2143" y="3"/>
                  </a:cubicBezTo>
                  <a:cubicBezTo>
                    <a:pt x="2110" y="1"/>
                    <a:pt x="2078" y="1"/>
                    <a:pt x="20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4" name="Google Shape;10894;p29"/>
            <p:cNvSpPr/>
            <p:nvPr/>
          </p:nvSpPr>
          <p:spPr>
            <a:xfrm>
              <a:off x="1678125" y="2100475"/>
              <a:ext cx="103675" cy="71800"/>
            </a:xfrm>
            <a:custGeom>
              <a:avLst/>
              <a:gdLst/>
              <a:ahLst/>
              <a:cxnLst/>
              <a:rect l="l" t="t" r="r" b="b"/>
              <a:pathLst>
                <a:path w="4147" h="2872" extrusionOk="0">
                  <a:moveTo>
                    <a:pt x="1811" y="246"/>
                  </a:moveTo>
                  <a:cubicBezTo>
                    <a:pt x="2261" y="246"/>
                    <a:pt x="2364" y="670"/>
                    <a:pt x="2561" y="712"/>
                  </a:cubicBezTo>
                  <a:cubicBezTo>
                    <a:pt x="2567" y="713"/>
                    <a:pt x="2573" y="713"/>
                    <a:pt x="2580" y="713"/>
                  </a:cubicBezTo>
                  <a:cubicBezTo>
                    <a:pt x="2716" y="713"/>
                    <a:pt x="3057" y="628"/>
                    <a:pt x="3334" y="628"/>
                  </a:cubicBezTo>
                  <a:cubicBezTo>
                    <a:pt x="3568" y="628"/>
                    <a:pt x="3756" y="689"/>
                    <a:pt x="3733" y="913"/>
                  </a:cubicBezTo>
                  <a:lnTo>
                    <a:pt x="3532" y="2085"/>
                  </a:lnTo>
                  <a:cubicBezTo>
                    <a:pt x="3499" y="2336"/>
                    <a:pt x="3164" y="2520"/>
                    <a:pt x="2746" y="2554"/>
                  </a:cubicBezTo>
                  <a:cubicBezTo>
                    <a:pt x="2682" y="2558"/>
                    <a:pt x="2618" y="2560"/>
                    <a:pt x="2554" y="2560"/>
                  </a:cubicBezTo>
                  <a:cubicBezTo>
                    <a:pt x="2344" y="2560"/>
                    <a:pt x="2130" y="2538"/>
                    <a:pt x="1925" y="2487"/>
                  </a:cubicBezTo>
                  <a:cubicBezTo>
                    <a:pt x="1340" y="2353"/>
                    <a:pt x="1524" y="2035"/>
                    <a:pt x="1172" y="1984"/>
                  </a:cubicBezTo>
                  <a:cubicBezTo>
                    <a:pt x="938" y="1934"/>
                    <a:pt x="553" y="1884"/>
                    <a:pt x="385" y="1583"/>
                  </a:cubicBezTo>
                  <a:cubicBezTo>
                    <a:pt x="252" y="1382"/>
                    <a:pt x="318" y="1097"/>
                    <a:pt x="553" y="913"/>
                  </a:cubicBezTo>
                  <a:cubicBezTo>
                    <a:pt x="921" y="595"/>
                    <a:pt x="1340" y="344"/>
                    <a:pt x="1524" y="294"/>
                  </a:cubicBezTo>
                  <a:cubicBezTo>
                    <a:pt x="1633" y="260"/>
                    <a:pt x="1728" y="246"/>
                    <a:pt x="1811" y="246"/>
                  </a:cubicBezTo>
                  <a:close/>
                  <a:moveTo>
                    <a:pt x="1818" y="1"/>
                  </a:moveTo>
                  <a:cubicBezTo>
                    <a:pt x="1719" y="1"/>
                    <a:pt x="1605" y="23"/>
                    <a:pt x="1473" y="76"/>
                  </a:cubicBezTo>
                  <a:cubicBezTo>
                    <a:pt x="1239" y="160"/>
                    <a:pt x="754" y="511"/>
                    <a:pt x="335" y="913"/>
                  </a:cubicBezTo>
                  <a:cubicBezTo>
                    <a:pt x="84" y="1164"/>
                    <a:pt x="0" y="1482"/>
                    <a:pt x="151" y="1733"/>
                  </a:cubicBezTo>
                  <a:cubicBezTo>
                    <a:pt x="335" y="2085"/>
                    <a:pt x="770" y="2152"/>
                    <a:pt x="1021" y="2219"/>
                  </a:cubicBezTo>
                  <a:cubicBezTo>
                    <a:pt x="1406" y="2269"/>
                    <a:pt x="1222" y="2654"/>
                    <a:pt x="1858" y="2805"/>
                  </a:cubicBezTo>
                  <a:cubicBezTo>
                    <a:pt x="2160" y="2855"/>
                    <a:pt x="2494" y="2872"/>
                    <a:pt x="2813" y="2872"/>
                  </a:cubicBezTo>
                  <a:cubicBezTo>
                    <a:pt x="3281" y="2855"/>
                    <a:pt x="3700" y="2604"/>
                    <a:pt x="3767" y="2286"/>
                  </a:cubicBezTo>
                  <a:lnTo>
                    <a:pt x="4085" y="763"/>
                  </a:lnTo>
                  <a:cubicBezTo>
                    <a:pt x="4147" y="493"/>
                    <a:pt x="3963" y="414"/>
                    <a:pt x="3707" y="414"/>
                  </a:cubicBezTo>
                  <a:cubicBezTo>
                    <a:pt x="3355" y="414"/>
                    <a:pt x="2866" y="562"/>
                    <a:pt x="2694" y="562"/>
                  </a:cubicBezTo>
                  <a:cubicBezTo>
                    <a:pt x="2688" y="562"/>
                    <a:pt x="2683" y="562"/>
                    <a:pt x="2679" y="562"/>
                  </a:cubicBezTo>
                  <a:cubicBezTo>
                    <a:pt x="2442" y="548"/>
                    <a:pt x="2309" y="1"/>
                    <a:pt x="18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5" name="Google Shape;10895;p29"/>
            <p:cNvSpPr/>
            <p:nvPr/>
          </p:nvSpPr>
          <p:spPr>
            <a:xfrm>
              <a:off x="1675600" y="2097525"/>
              <a:ext cx="103300" cy="71825"/>
            </a:xfrm>
            <a:custGeom>
              <a:avLst/>
              <a:gdLst/>
              <a:ahLst/>
              <a:cxnLst/>
              <a:rect l="l" t="t" r="r" b="b"/>
              <a:pathLst>
                <a:path w="4132" h="2873" extrusionOk="0">
                  <a:moveTo>
                    <a:pt x="1795" y="225"/>
                  </a:moveTo>
                  <a:cubicBezTo>
                    <a:pt x="2274" y="225"/>
                    <a:pt x="2376" y="665"/>
                    <a:pt x="2579" y="680"/>
                  </a:cubicBezTo>
                  <a:cubicBezTo>
                    <a:pt x="2584" y="680"/>
                    <a:pt x="2591" y="680"/>
                    <a:pt x="2597" y="680"/>
                  </a:cubicBezTo>
                  <a:cubicBezTo>
                    <a:pt x="2733" y="680"/>
                    <a:pt x="3074" y="596"/>
                    <a:pt x="3351" y="596"/>
                  </a:cubicBezTo>
                  <a:cubicBezTo>
                    <a:pt x="3585" y="596"/>
                    <a:pt x="3773" y="656"/>
                    <a:pt x="3750" y="881"/>
                  </a:cubicBezTo>
                  <a:lnTo>
                    <a:pt x="3550" y="2052"/>
                  </a:lnTo>
                  <a:cubicBezTo>
                    <a:pt x="3516" y="2303"/>
                    <a:pt x="3181" y="2504"/>
                    <a:pt x="2763" y="2521"/>
                  </a:cubicBezTo>
                  <a:cubicBezTo>
                    <a:pt x="2700" y="2525"/>
                    <a:pt x="2635" y="2527"/>
                    <a:pt x="2571" y="2527"/>
                  </a:cubicBezTo>
                  <a:cubicBezTo>
                    <a:pt x="2362" y="2527"/>
                    <a:pt x="2147" y="2505"/>
                    <a:pt x="1943" y="2454"/>
                  </a:cubicBezTo>
                  <a:cubicBezTo>
                    <a:pt x="1357" y="2337"/>
                    <a:pt x="1541" y="2019"/>
                    <a:pt x="1189" y="1952"/>
                  </a:cubicBezTo>
                  <a:cubicBezTo>
                    <a:pt x="955" y="1918"/>
                    <a:pt x="570" y="1851"/>
                    <a:pt x="403" y="1550"/>
                  </a:cubicBezTo>
                  <a:cubicBezTo>
                    <a:pt x="269" y="1349"/>
                    <a:pt x="336" y="1081"/>
                    <a:pt x="570" y="881"/>
                  </a:cubicBezTo>
                  <a:cubicBezTo>
                    <a:pt x="938" y="579"/>
                    <a:pt x="1357" y="328"/>
                    <a:pt x="1541" y="261"/>
                  </a:cubicBezTo>
                  <a:cubicBezTo>
                    <a:pt x="1636" y="236"/>
                    <a:pt x="1720" y="225"/>
                    <a:pt x="1795" y="225"/>
                  </a:cubicBezTo>
                  <a:close/>
                  <a:moveTo>
                    <a:pt x="1819" y="0"/>
                  </a:moveTo>
                  <a:cubicBezTo>
                    <a:pt x="1717" y="0"/>
                    <a:pt x="1597" y="23"/>
                    <a:pt x="1457" y="77"/>
                  </a:cubicBezTo>
                  <a:cubicBezTo>
                    <a:pt x="1240" y="161"/>
                    <a:pt x="754" y="512"/>
                    <a:pt x="336" y="914"/>
                  </a:cubicBezTo>
                  <a:cubicBezTo>
                    <a:pt x="85" y="1165"/>
                    <a:pt x="1" y="1466"/>
                    <a:pt x="152" y="1717"/>
                  </a:cubicBezTo>
                  <a:cubicBezTo>
                    <a:pt x="336" y="2086"/>
                    <a:pt x="771" y="2136"/>
                    <a:pt x="1022" y="2203"/>
                  </a:cubicBezTo>
                  <a:cubicBezTo>
                    <a:pt x="1407" y="2270"/>
                    <a:pt x="1206" y="2638"/>
                    <a:pt x="1859" y="2789"/>
                  </a:cubicBezTo>
                  <a:cubicBezTo>
                    <a:pt x="2160" y="2856"/>
                    <a:pt x="2495" y="2872"/>
                    <a:pt x="2796" y="2872"/>
                  </a:cubicBezTo>
                  <a:cubicBezTo>
                    <a:pt x="3282" y="2856"/>
                    <a:pt x="3700" y="2605"/>
                    <a:pt x="3767" y="2287"/>
                  </a:cubicBezTo>
                  <a:lnTo>
                    <a:pt x="4068" y="763"/>
                  </a:lnTo>
                  <a:cubicBezTo>
                    <a:pt x="4131" y="491"/>
                    <a:pt x="3947" y="414"/>
                    <a:pt x="3691" y="414"/>
                  </a:cubicBezTo>
                  <a:cubicBezTo>
                    <a:pt x="3355" y="414"/>
                    <a:pt x="2895" y="548"/>
                    <a:pt x="2711" y="548"/>
                  </a:cubicBezTo>
                  <a:cubicBezTo>
                    <a:pt x="2699" y="548"/>
                    <a:pt x="2689" y="547"/>
                    <a:pt x="2679" y="546"/>
                  </a:cubicBezTo>
                  <a:cubicBezTo>
                    <a:pt x="2429" y="532"/>
                    <a:pt x="2318" y="0"/>
                    <a:pt x="18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6" name="Google Shape;10896;p29"/>
            <p:cNvSpPr/>
            <p:nvPr/>
          </p:nvSpPr>
          <p:spPr>
            <a:xfrm>
              <a:off x="2201625" y="2151875"/>
              <a:ext cx="103700" cy="71875"/>
            </a:xfrm>
            <a:custGeom>
              <a:avLst/>
              <a:gdLst/>
              <a:ahLst/>
              <a:cxnLst/>
              <a:rect l="l" t="t" r="r" b="b"/>
              <a:pathLst>
                <a:path w="4148" h="2875" extrusionOk="0">
                  <a:moveTo>
                    <a:pt x="1778" y="227"/>
                  </a:moveTo>
                  <a:cubicBezTo>
                    <a:pt x="2256" y="227"/>
                    <a:pt x="2359" y="667"/>
                    <a:pt x="2561" y="682"/>
                  </a:cubicBezTo>
                  <a:cubicBezTo>
                    <a:pt x="2567" y="682"/>
                    <a:pt x="2574" y="682"/>
                    <a:pt x="2581" y="682"/>
                  </a:cubicBezTo>
                  <a:cubicBezTo>
                    <a:pt x="2725" y="682"/>
                    <a:pt x="3070" y="598"/>
                    <a:pt x="3346" y="598"/>
                  </a:cubicBezTo>
                  <a:cubicBezTo>
                    <a:pt x="3579" y="598"/>
                    <a:pt x="3763" y="658"/>
                    <a:pt x="3733" y="883"/>
                  </a:cubicBezTo>
                  <a:lnTo>
                    <a:pt x="3549" y="2054"/>
                  </a:lnTo>
                  <a:cubicBezTo>
                    <a:pt x="3499" y="2305"/>
                    <a:pt x="3164" y="2506"/>
                    <a:pt x="2745" y="2523"/>
                  </a:cubicBezTo>
                  <a:cubicBezTo>
                    <a:pt x="2682" y="2527"/>
                    <a:pt x="2619" y="2529"/>
                    <a:pt x="2556" y="2529"/>
                  </a:cubicBezTo>
                  <a:cubicBezTo>
                    <a:pt x="2350" y="2529"/>
                    <a:pt x="2143" y="2507"/>
                    <a:pt x="1925" y="2456"/>
                  </a:cubicBezTo>
                  <a:cubicBezTo>
                    <a:pt x="1339" y="2339"/>
                    <a:pt x="1524" y="2021"/>
                    <a:pt x="1172" y="1954"/>
                  </a:cubicBezTo>
                  <a:cubicBezTo>
                    <a:pt x="954" y="1920"/>
                    <a:pt x="553" y="1853"/>
                    <a:pt x="385" y="1552"/>
                  </a:cubicBezTo>
                  <a:cubicBezTo>
                    <a:pt x="251" y="1351"/>
                    <a:pt x="318" y="1083"/>
                    <a:pt x="553" y="883"/>
                  </a:cubicBezTo>
                  <a:cubicBezTo>
                    <a:pt x="921" y="581"/>
                    <a:pt x="1339" y="330"/>
                    <a:pt x="1524" y="263"/>
                  </a:cubicBezTo>
                  <a:cubicBezTo>
                    <a:pt x="1619" y="238"/>
                    <a:pt x="1703" y="227"/>
                    <a:pt x="1778" y="227"/>
                  </a:cubicBezTo>
                  <a:close/>
                  <a:moveTo>
                    <a:pt x="1828" y="1"/>
                  </a:moveTo>
                  <a:cubicBezTo>
                    <a:pt x="1727" y="1"/>
                    <a:pt x="1610" y="24"/>
                    <a:pt x="1473" y="79"/>
                  </a:cubicBezTo>
                  <a:cubicBezTo>
                    <a:pt x="1239" y="163"/>
                    <a:pt x="754" y="514"/>
                    <a:pt x="335" y="916"/>
                  </a:cubicBezTo>
                  <a:cubicBezTo>
                    <a:pt x="84" y="1167"/>
                    <a:pt x="0" y="1468"/>
                    <a:pt x="151" y="1719"/>
                  </a:cubicBezTo>
                  <a:cubicBezTo>
                    <a:pt x="335" y="2071"/>
                    <a:pt x="787" y="2138"/>
                    <a:pt x="1038" y="2205"/>
                  </a:cubicBezTo>
                  <a:cubicBezTo>
                    <a:pt x="1406" y="2272"/>
                    <a:pt x="1222" y="2640"/>
                    <a:pt x="1875" y="2791"/>
                  </a:cubicBezTo>
                  <a:cubicBezTo>
                    <a:pt x="2160" y="2858"/>
                    <a:pt x="2494" y="2874"/>
                    <a:pt x="2812" y="2874"/>
                  </a:cubicBezTo>
                  <a:cubicBezTo>
                    <a:pt x="3298" y="2858"/>
                    <a:pt x="3716" y="2607"/>
                    <a:pt x="3767" y="2289"/>
                  </a:cubicBezTo>
                  <a:lnTo>
                    <a:pt x="4085" y="765"/>
                  </a:lnTo>
                  <a:cubicBezTo>
                    <a:pt x="4147" y="493"/>
                    <a:pt x="3960" y="416"/>
                    <a:pt x="3701" y="416"/>
                  </a:cubicBezTo>
                  <a:cubicBezTo>
                    <a:pt x="3360" y="416"/>
                    <a:pt x="2895" y="550"/>
                    <a:pt x="2711" y="550"/>
                  </a:cubicBezTo>
                  <a:cubicBezTo>
                    <a:pt x="2699" y="550"/>
                    <a:pt x="2688" y="549"/>
                    <a:pt x="2679" y="548"/>
                  </a:cubicBezTo>
                  <a:cubicBezTo>
                    <a:pt x="2443" y="520"/>
                    <a:pt x="2311" y="1"/>
                    <a:pt x="1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7" name="Google Shape;10897;p29"/>
            <p:cNvSpPr/>
            <p:nvPr/>
          </p:nvSpPr>
          <p:spPr>
            <a:xfrm>
              <a:off x="2201625" y="2148150"/>
              <a:ext cx="103700" cy="71825"/>
            </a:xfrm>
            <a:custGeom>
              <a:avLst/>
              <a:gdLst/>
              <a:ahLst/>
              <a:cxnLst/>
              <a:rect l="l" t="t" r="r" b="b"/>
              <a:pathLst>
                <a:path w="4148" h="2873" extrusionOk="0">
                  <a:moveTo>
                    <a:pt x="1778" y="226"/>
                  </a:moveTo>
                  <a:cubicBezTo>
                    <a:pt x="2256" y="226"/>
                    <a:pt x="2359" y="666"/>
                    <a:pt x="2561" y="680"/>
                  </a:cubicBezTo>
                  <a:cubicBezTo>
                    <a:pt x="2568" y="681"/>
                    <a:pt x="2575" y="681"/>
                    <a:pt x="2583" y="681"/>
                  </a:cubicBezTo>
                  <a:cubicBezTo>
                    <a:pt x="2724" y="681"/>
                    <a:pt x="3053" y="606"/>
                    <a:pt x="3324" y="606"/>
                  </a:cubicBezTo>
                  <a:cubicBezTo>
                    <a:pt x="3568" y="606"/>
                    <a:pt x="3764" y="666"/>
                    <a:pt x="3733" y="898"/>
                  </a:cubicBezTo>
                  <a:lnTo>
                    <a:pt x="3549" y="2069"/>
                  </a:lnTo>
                  <a:cubicBezTo>
                    <a:pt x="3499" y="2320"/>
                    <a:pt x="3164" y="2505"/>
                    <a:pt x="2745" y="2521"/>
                  </a:cubicBezTo>
                  <a:cubicBezTo>
                    <a:pt x="2682" y="2525"/>
                    <a:pt x="2619" y="2527"/>
                    <a:pt x="2556" y="2527"/>
                  </a:cubicBezTo>
                  <a:cubicBezTo>
                    <a:pt x="2350" y="2527"/>
                    <a:pt x="2143" y="2505"/>
                    <a:pt x="1925" y="2454"/>
                  </a:cubicBezTo>
                  <a:cubicBezTo>
                    <a:pt x="1339" y="2337"/>
                    <a:pt x="1524" y="2019"/>
                    <a:pt x="1172" y="1952"/>
                  </a:cubicBezTo>
                  <a:cubicBezTo>
                    <a:pt x="954" y="1919"/>
                    <a:pt x="553" y="1852"/>
                    <a:pt x="385" y="1567"/>
                  </a:cubicBezTo>
                  <a:cubicBezTo>
                    <a:pt x="251" y="1350"/>
                    <a:pt x="318" y="1082"/>
                    <a:pt x="553" y="898"/>
                  </a:cubicBezTo>
                  <a:cubicBezTo>
                    <a:pt x="921" y="580"/>
                    <a:pt x="1339" y="329"/>
                    <a:pt x="1524" y="262"/>
                  </a:cubicBezTo>
                  <a:cubicBezTo>
                    <a:pt x="1619" y="237"/>
                    <a:pt x="1703" y="226"/>
                    <a:pt x="1778" y="226"/>
                  </a:cubicBezTo>
                  <a:close/>
                  <a:moveTo>
                    <a:pt x="1823" y="1"/>
                  </a:moveTo>
                  <a:cubicBezTo>
                    <a:pt x="1723" y="1"/>
                    <a:pt x="1608" y="23"/>
                    <a:pt x="1473" y="77"/>
                  </a:cubicBezTo>
                  <a:cubicBezTo>
                    <a:pt x="1239" y="161"/>
                    <a:pt x="754" y="513"/>
                    <a:pt x="335" y="914"/>
                  </a:cubicBezTo>
                  <a:cubicBezTo>
                    <a:pt x="84" y="1165"/>
                    <a:pt x="0" y="1484"/>
                    <a:pt x="151" y="1735"/>
                  </a:cubicBezTo>
                  <a:cubicBezTo>
                    <a:pt x="335" y="2086"/>
                    <a:pt x="787" y="2153"/>
                    <a:pt x="1038" y="2203"/>
                  </a:cubicBezTo>
                  <a:cubicBezTo>
                    <a:pt x="1406" y="2270"/>
                    <a:pt x="1222" y="2655"/>
                    <a:pt x="1875" y="2789"/>
                  </a:cubicBezTo>
                  <a:cubicBezTo>
                    <a:pt x="2160" y="2856"/>
                    <a:pt x="2494" y="2873"/>
                    <a:pt x="2812" y="2873"/>
                  </a:cubicBezTo>
                  <a:cubicBezTo>
                    <a:pt x="3298" y="2856"/>
                    <a:pt x="3716" y="2605"/>
                    <a:pt x="3767" y="2287"/>
                  </a:cubicBezTo>
                  <a:lnTo>
                    <a:pt x="4085" y="764"/>
                  </a:lnTo>
                  <a:cubicBezTo>
                    <a:pt x="4147" y="492"/>
                    <a:pt x="3960" y="414"/>
                    <a:pt x="3701" y="414"/>
                  </a:cubicBezTo>
                  <a:cubicBezTo>
                    <a:pt x="3360" y="414"/>
                    <a:pt x="2895" y="548"/>
                    <a:pt x="2711" y="548"/>
                  </a:cubicBezTo>
                  <a:cubicBezTo>
                    <a:pt x="2699" y="548"/>
                    <a:pt x="2688" y="547"/>
                    <a:pt x="2679" y="546"/>
                  </a:cubicBezTo>
                  <a:cubicBezTo>
                    <a:pt x="2443" y="532"/>
                    <a:pt x="2310" y="1"/>
                    <a:pt x="18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8" name="Google Shape;10898;p29"/>
            <p:cNvSpPr/>
            <p:nvPr/>
          </p:nvSpPr>
          <p:spPr>
            <a:xfrm>
              <a:off x="1918750" y="2211925"/>
              <a:ext cx="103525" cy="72075"/>
            </a:xfrm>
            <a:custGeom>
              <a:avLst/>
              <a:gdLst/>
              <a:ahLst/>
              <a:cxnLst/>
              <a:rect l="l" t="t" r="r" b="b"/>
              <a:pathLst>
                <a:path w="4141" h="2883" extrusionOk="0">
                  <a:moveTo>
                    <a:pt x="1806" y="230"/>
                  </a:moveTo>
                  <a:cubicBezTo>
                    <a:pt x="2263" y="230"/>
                    <a:pt x="2378" y="661"/>
                    <a:pt x="2578" y="690"/>
                  </a:cubicBezTo>
                  <a:cubicBezTo>
                    <a:pt x="2584" y="690"/>
                    <a:pt x="2591" y="691"/>
                    <a:pt x="2598" y="691"/>
                  </a:cubicBezTo>
                  <a:cubicBezTo>
                    <a:pt x="2742" y="691"/>
                    <a:pt x="3087" y="606"/>
                    <a:pt x="3362" y="606"/>
                  </a:cubicBezTo>
                  <a:cubicBezTo>
                    <a:pt x="3596" y="606"/>
                    <a:pt x="3779" y="667"/>
                    <a:pt x="3750" y="891"/>
                  </a:cubicBezTo>
                  <a:lnTo>
                    <a:pt x="3549" y="2063"/>
                  </a:lnTo>
                  <a:cubicBezTo>
                    <a:pt x="3515" y="2314"/>
                    <a:pt x="3180" y="2498"/>
                    <a:pt x="2762" y="2531"/>
                  </a:cubicBezTo>
                  <a:cubicBezTo>
                    <a:pt x="2699" y="2535"/>
                    <a:pt x="2635" y="2537"/>
                    <a:pt x="2570" y="2537"/>
                  </a:cubicBezTo>
                  <a:cubicBezTo>
                    <a:pt x="2361" y="2537"/>
                    <a:pt x="2146" y="2515"/>
                    <a:pt x="1942" y="2464"/>
                  </a:cubicBezTo>
                  <a:cubicBezTo>
                    <a:pt x="1356" y="2330"/>
                    <a:pt x="1540" y="2029"/>
                    <a:pt x="1189" y="1962"/>
                  </a:cubicBezTo>
                  <a:cubicBezTo>
                    <a:pt x="954" y="1912"/>
                    <a:pt x="569" y="1862"/>
                    <a:pt x="402" y="1560"/>
                  </a:cubicBezTo>
                  <a:cubicBezTo>
                    <a:pt x="268" y="1360"/>
                    <a:pt x="335" y="1075"/>
                    <a:pt x="569" y="891"/>
                  </a:cubicBezTo>
                  <a:cubicBezTo>
                    <a:pt x="937" y="573"/>
                    <a:pt x="1356" y="322"/>
                    <a:pt x="1540" y="272"/>
                  </a:cubicBezTo>
                  <a:cubicBezTo>
                    <a:pt x="1640" y="242"/>
                    <a:pt x="1728" y="230"/>
                    <a:pt x="1806" y="230"/>
                  </a:cubicBezTo>
                  <a:close/>
                  <a:moveTo>
                    <a:pt x="1806" y="1"/>
                  </a:moveTo>
                  <a:cubicBezTo>
                    <a:pt x="1706" y="1"/>
                    <a:pt x="1590" y="22"/>
                    <a:pt x="1456" y="71"/>
                  </a:cubicBezTo>
                  <a:cubicBezTo>
                    <a:pt x="1239" y="154"/>
                    <a:pt x="753" y="523"/>
                    <a:pt x="335" y="908"/>
                  </a:cubicBezTo>
                  <a:cubicBezTo>
                    <a:pt x="84" y="1159"/>
                    <a:pt x="0" y="1477"/>
                    <a:pt x="151" y="1728"/>
                  </a:cubicBezTo>
                  <a:cubicBezTo>
                    <a:pt x="335" y="2079"/>
                    <a:pt x="770" y="2146"/>
                    <a:pt x="1021" y="2213"/>
                  </a:cubicBezTo>
                  <a:cubicBezTo>
                    <a:pt x="1406" y="2280"/>
                    <a:pt x="1205" y="2648"/>
                    <a:pt x="1858" y="2799"/>
                  </a:cubicBezTo>
                  <a:cubicBezTo>
                    <a:pt x="2159" y="2866"/>
                    <a:pt x="2494" y="2883"/>
                    <a:pt x="2795" y="2883"/>
                  </a:cubicBezTo>
                  <a:cubicBezTo>
                    <a:pt x="3281" y="2849"/>
                    <a:pt x="3699" y="2598"/>
                    <a:pt x="3766" y="2297"/>
                  </a:cubicBezTo>
                  <a:lnTo>
                    <a:pt x="4084" y="757"/>
                  </a:lnTo>
                  <a:cubicBezTo>
                    <a:pt x="4140" y="492"/>
                    <a:pt x="3952" y="416"/>
                    <a:pt x="3694" y="416"/>
                  </a:cubicBezTo>
                  <a:cubicBezTo>
                    <a:pt x="3345" y="416"/>
                    <a:pt x="2866" y="557"/>
                    <a:pt x="2694" y="557"/>
                  </a:cubicBezTo>
                  <a:cubicBezTo>
                    <a:pt x="2688" y="557"/>
                    <a:pt x="2683" y="556"/>
                    <a:pt x="2678" y="556"/>
                  </a:cubicBezTo>
                  <a:cubicBezTo>
                    <a:pt x="2440" y="542"/>
                    <a:pt x="2319" y="1"/>
                    <a:pt x="18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9" name="Google Shape;10899;p29"/>
            <p:cNvSpPr/>
            <p:nvPr/>
          </p:nvSpPr>
          <p:spPr>
            <a:xfrm>
              <a:off x="1918750" y="2208975"/>
              <a:ext cx="103500" cy="71675"/>
            </a:xfrm>
            <a:custGeom>
              <a:avLst/>
              <a:gdLst/>
              <a:ahLst/>
              <a:cxnLst/>
              <a:rect l="l" t="t" r="r" b="b"/>
              <a:pathLst>
                <a:path w="4140" h="2867" extrusionOk="0">
                  <a:moveTo>
                    <a:pt x="1795" y="231"/>
                  </a:moveTo>
                  <a:cubicBezTo>
                    <a:pt x="2258" y="231"/>
                    <a:pt x="2361" y="662"/>
                    <a:pt x="2561" y="691"/>
                  </a:cubicBezTo>
                  <a:cubicBezTo>
                    <a:pt x="2572" y="693"/>
                    <a:pt x="2586" y="693"/>
                    <a:pt x="2601" y="693"/>
                  </a:cubicBezTo>
                  <a:cubicBezTo>
                    <a:pt x="2747" y="693"/>
                    <a:pt x="3063" y="622"/>
                    <a:pt x="3324" y="622"/>
                  </a:cubicBezTo>
                  <a:cubicBezTo>
                    <a:pt x="3563" y="622"/>
                    <a:pt x="3755" y="681"/>
                    <a:pt x="3733" y="908"/>
                  </a:cubicBezTo>
                  <a:lnTo>
                    <a:pt x="3532" y="2080"/>
                  </a:lnTo>
                  <a:cubicBezTo>
                    <a:pt x="3498" y="2331"/>
                    <a:pt x="3164" y="2515"/>
                    <a:pt x="2745" y="2532"/>
                  </a:cubicBezTo>
                  <a:cubicBezTo>
                    <a:pt x="2666" y="2541"/>
                    <a:pt x="2588" y="2546"/>
                    <a:pt x="2510" y="2546"/>
                  </a:cubicBezTo>
                  <a:cubicBezTo>
                    <a:pt x="2311" y="2546"/>
                    <a:pt x="2118" y="2518"/>
                    <a:pt x="1925" y="2482"/>
                  </a:cubicBezTo>
                  <a:cubicBezTo>
                    <a:pt x="1339" y="2348"/>
                    <a:pt x="1523" y="2030"/>
                    <a:pt x="1172" y="1980"/>
                  </a:cubicBezTo>
                  <a:cubicBezTo>
                    <a:pt x="937" y="1930"/>
                    <a:pt x="536" y="1863"/>
                    <a:pt x="368" y="1578"/>
                  </a:cubicBezTo>
                  <a:cubicBezTo>
                    <a:pt x="251" y="1360"/>
                    <a:pt x="318" y="1093"/>
                    <a:pt x="536" y="908"/>
                  </a:cubicBezTo>
                  <a:cubicBezTo>
                    <a:pt x="921" y="590"/>
                    <a:pt x="1339" y="339"/>
                    <a:pt x="1523" y="272"/>
                  </a:cubicBezTo>
                  <a:cubicBezTo>
                    <a:pt x="1626" y="243"/>
                    <a:pt x="1715" y="231"/>
                    <a:pt x="1795" y="231"/>
                  </a:cubicBezTo>
                  <a:close/>
                  <a:moveTo>
                    <a:pt x="1805" y="1"/>
                  </a:moveTo>
                  <a:cubicBezTo>
                    <a:pt x="1705" y="1"/>
                    <a:pt x="1590" y="22"/>
                    <a:pt x="1456" y="72"/>
                  </a:cubicBezTo>
                  <a:cubicBezTo>
                    <a:pt x="1239" y="155"/>
                    <a:pt x="753" y="507"/>
                    <a:pt x="335" y="908"/>
                  </a:cubicBezTo>
                  <a:cubicBezTo>
                    <a:pt x="84" y="1160"/>
                    <a:pt x="0" y="1478"/>
                    <a:pt x="151" y="1729"/>
                  </a:cubicBezTo>
                  <a:cubicBezTo>
                    <a:pt x="335" y="2080"/>
                    <a:pt x="770" y="2147"/>
                    <a:pt x="1021" y="2197"/>
                  </a:cubicBezTo>
                  <a:cubicBezTo>
                    <a:pt x="1406" y="2264"/>
                    <a:pt x="1205" y="2649"/>
                    <a:pt x="1858" y="2783"/>
                  </a:cubicBezTo>
                  <a:cubicBezTo>
                    <a:pt x="2159" y="2850"/>
                    <a:pt x="2494" y="2867"/>
                    <a:pt x="2795" y="2867"/>
                  </a:cubicBezTo>
                  <a:cubicBezTo>
                    <a:pt x="3281" y="2850"/>
                    <a:pt x="3699" y="2599"/>
                    <a:pt x="3766" y="2281"/>
                  </a:cubicBezTo>
                  <a:lnTo>
                    <a:pt x="4084" y="758"/>
                  </a:lnTo>
                  <a:cubicBezTo>
                    <a:pt x="4140" y="488"/>
                    <a:pt x="3955" y="410"/>
                    <a:pt x="3699" y="410"/>
                  </a:cubicBezTo>
                  <a:cubicBezTo>
                    <a:pt x="3349" y="410"/>
                    <a:pt x="2866" y="557"/>
                    <a:pt x="2693" y="557"/>
                  </a:cubicBezTo>
                  <a:cubicBezTo>
                    <a:pt x="2688" y="557"/>
                    <a:pt x="2683" y="557"/>
                    <a:pt x="2678" y="557"/>
                  </a:cubicBezTo>
                  <a:cubicBezTo>
                    <a:pt x="2441" y="529"/>
                    <a:pt x="2308" y="1"/>
                    <a:pt x="1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0" name="Google Shape;10900;p29"/>
            <p:cNvSpPr/>
            <p:nvPr/>
          </p:nvSpPr>
          <p:spPr>
            <a:xfrm>
              <a:off x="2161875" y="2370450"/>
              <a:ext cx="74225" cy="61700"/>
            </a:xfrm>
            <a:custGeom>
              <a:avLst/>
              <a:gdLst/>
              <a:ahLst/>
              <a:cxnLst/>
              <a:rect l="l" t="t" r="r" b="b"/>
              <a:pathLst>
                <a:path w="2969" h="2468" extrusionOk="0">
                  <a:moveTo>
                    <a:pt x="2527" y="0"/>
                  </a:moveTo>
                  <a:cubicBezTo>
                    <a:pt x="2178" y="0"/>
                    <a:pt x="1697" y="141"/>
                    <a:pt x="1508" y="141"/>
                  </a:cubicBezTo>
                  <a:cubicBezTo>
                    <a:pt x="1501" y="141"/>
                    <a:pt x="1495" y="141"/>
                    <a:pt x="1490" y="141"/>
                  </a:cubicBezTo>
                  <a:cubicBezTo>
                    <a:pt x="1456" y="141"/>
                    <a:pt x="1406" y="124"/>
                    <a:pt x="1389" y="90"/>
                  </a:cubicBezTo>
                  <a:cubicBezTo>
                    <a:pt x="1373" y="157"/>
                    <a:pt x="1373" y="208"/>
                    <a:pt x="1339" y="258"/>
                  </a:cubicBezTo>
                  <a:cubicBezTo>
                    <a:pt x="1373" y="258"/>
                    <a:pt x="1389" y="291"/>
                    <a:pt x="1406" y="291"/>
                  </a:cubicBezTo>
                  <a:cubicBezTo>
                    <a:pt x="1412" y="292"/>
                    <a:pt x="1419" y="292"/>
                    <a:pt x="1426" y="292"/>
                  </a:cubicBezTo>
                  <a:cubicBezTo>
                    <a:pt x="1570" y="292"/>
                    <a:pt x="1915" y="207"/>
                    <a:pt x="2191" y="207"/>
                  </a:cubicBezTo>
                  <a:cubicBezTo>
                    <a:pt x="2424" y="207"/>
                    <a:pt x="2608" y="268"/>
                    <a:pt x="2578" y="492"/>
                  </a:cubicBezTo>
                  <a:lnTo>
                    <a:pt x="2394" y="1664"/>
                  </a:lnTo>
                  <a:cubicBezTo>
                    <a:pt x="2344" y="1915"/>
                    <a:pt x="2009" y="2099"/>
                    <a:pt x="1590" y="2132"/>
                  </a:cubicBezTo>
                  <a:cubicBezTo>
                    <a:pt x="1527" y="2136"/>
                    <a:pt x="1464" y="2139"/>
                    <a:pt x="1401" y="2139"/>
                  </a:cubicBezTo>
                  <a:cubicBezTo>
                    <a:pt x="1196" y="2139"/>
                    <a:pt x="992" y="2117"/>
                    <a:pt x="787" y="2066"/>
                  </a:cubicBezTo>
                  <a:cubicBezTo>
                    <a:pt x="402" y="1982"/>
                    <a:pt x="335" y="1831"/>
                    <a:pt x="251" y="1714"/>
                  </a:cubicBezTo>
                  <a:cubicBezTo>
                    <a:pt x="168" y="1764"/>
                    <a:pt x="84" y="1814"/>
                    <a:pt x="0" y="1848"/>
                  </a:cubicBezTo>
                  <a:cubicBezTo>
                    <a:pt x="201" y="1982"/>
                    <a:pt x="151" y="2266"/>
                    <a:pt x="703" y="2384"/>
                  </a:cubicBezTo>
                  <a:cubicBezTo>
                    <a:pt x="988" y="2434"/>
                    <a:pt x="1323" y="2467"/>
                    <a:pt x="1641" y="2467"/>
                  </a:cubicBezTo>
                  <a:cubicBezTo>
                    <a:pt x="2126" y="2434"/>
                    <a:pt x="2544" y="2183"/>
                    <a:pt x="2595" y="1881"/>
                  </a:cubicBezTo>
                  <a:lnTo>
                    <a:pt x="2913" y="341"/>
                  </a:lnTo>
                  <a:cubicBezTo>
                    <a:pt x="2968" y="77"/>
                    <a:pt x="2783" y="0"/>
                    <a:pt x="25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1" name="Google Shape;10901;p29"/>
            <p:cNvSpPr/>
            <p:nvPr/>
          </p:nvSpPr>
          <p:spPr>
            <a:xfrm>
              <a:off x="2161875" y="2366400"/>
              <a:ext cx="74200" cy="61550"/>
            </a:xfrm>
            <a:custGeom>
              <a:avLst/>
              <a:gdLst/>
              <a:ahLst/>
              <a:cxnLst/>
              <a:rect l="l" t="t" r="r" b="b"/>
              <a:pathLst>
                <a:path w="2968" h="2462" extrusionOk="0">
                  <a:moveTo>
                    <a:pt x="2538" y="0"/>
                  </a:moveTo>
                  <a:cubicBezTo>
                    <a:pt x="2199" y="0"/>
                    <a:pt x="1728" y="137"/>
                    <a:pt x="1525" y="137"/>
                  </a:cubicBezTo>
                  <a:cubicBezTo>
                    <a:pt x="1512" y="137"/>
                    <a:pt x="1501" y="136"/>
                    <a:pt x="1490" y="135"/>
                  </a:cubicBezTo>
                  <a:cubicBezTo>
                    <a:pt x="1456" y="135"/>
                    <a:pt x="1406" y="118"/>
                    <a:pt x="1389" y="85"/>
                  </a:cubicBezTo>
                  <a:cubicBezTo>
                    <a:pt x="1373" y="152"/>
                    <a:pt x="1373" y="202"/>
                    <a:pt x="1339" y="252"/>
                  </a:cubicBezTo>
                  <a:cubicBezTo>
                    <a:pt x="1373" y="252"/>
                    <a:pt x="1389" y="286"/>
                    <a:pt x="1406" y="286"/>
                  </a:cubicBezTo>
                  <a:cubicBezTo>
                    <a:pt x="1412" y="286"/>
                    <a:pt x="1419" y="287"/>
                    <a:pt x="1426" y="287"/>
                  </a:cubicBezTo>
                  <a:cubicBezTo>
                    <a:pt x="1570" y="287"/>
                    <a:pt x="1915" y="202"/>
                    <a:pt x="2191" y="202"/>
                  </a:cubicBezTo>
                  <a:cubicBezTo>
                    <a:pt x="2424" y="202"/>
                    <a:pt x="2608" y="263"/>
                    <a:pt x="2578" y="487"/>
                  </a:cubicBezTo>
                  <a:lnTo>
                    <a:pt x="2394" y="1658"/>
                  </a:lnTo>
                  <a:cubicBezTo>
                    <a:pt x="2344" y="1910"/>
                    <a:pt x="2009" y="2094"/>
                    <a:pt x="1590" y="2127"/>
                  </a:cubicBezTo>
                  <a:cubicBezTo>
                    <a:pt x="1527" y="2131"/>
                    <a:pt x="1464" y="2133"/>
                    <a:pt x="1401" y="2133"/>
                  </a:cubicBezTo>
                  <a:cubicBezTo>
                    <a:pt x="1196" y="2133"/>
                    <a:pt x="992" y="2111"/>
                    <a:pt x="787" y="2060"/>
                  </a:cubicBezTo>
                  <a:cubicBezTo>
                    <a:pt x="402" y="1976"/>
                    <a:pt x="335" y="1826"/>
                    <a:pt x="251" y="1709"/>
                  </a:cubicBezTo>
                  <a:cubicBezTo>
                    <a:pt x="168" y="1759"/>
                    <a:pt x="84" y="1809"/>
                    <a:pt x="0" y="1843"/>
                  </a:cubicBezTo>
                  <a:cubicBezTo>
                    <a:pt x="201" y="1976"/>
                    <a:pt x="151" y="2261"/>
                    <a:pt x="703" y="2378"/>
                  </a:cubicBezTo>
                  <a:cubicBezTo>
                    <a:pt x="988" y="2428"/>
                    <a:pt x="1323" y="2462"/>
                    <a:pt x="1641" y="2462"/>
                  </a:cubicBezTo>
                  <a:cubicBezTo>
                    <a:pt x="2126" y="2428"/>
                    <a:pt x="2544" y="2177"/>
                    <a:pt x="2595" y="1876"/>
                  </a:cubicBezTo>
                  <a:lnTo>
                    <a:pt x="2913" y="336"/>
                  </a:lnTo>
                  <a:cubicBezTo>
                    <a:pt x="2968" y="75"/>
                    <a:pt x="2789" y="0"/>
                    <a:pt x="25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2" name="Google Shape;10902;p29"/>
            <p:cNvSpPr/>
            <p:nvPr/>
          </p:nvSpPr>
          <p:spPr>
            <a:xfrm>
              <a:off x="1673325" y="2296625"/>
              <a:ext cx="67600" cy="61450"/>
            </a:xfrm>
            <a:custGeom>
              <a:avLst/>
              <a:gdLst/>
              <a:ahLst/>
              <a:cxnLst/>
              <a:rect l="l" t="t" r="r" b="b"/>
              <a:pathLst>
                <a:path w="2704" h="2458" extrusionOk="0">
                  <a:moveTo>
                    <a:pt x="409" y="0"/>
                  </a:moveTo>
                  <a:cubicBezTo>
                    <a:pt x="173" y="0"/>
                    <a:pt x="0" y="78"/>
                    <a:pt x="42" y="348"/>
                  </a:cubicBezTo>
                  <a:lnTo>
                    <a:pt x="343" y="1872"/>
                  </a:lnTo>
                  <a:cubicBezTo>
                    <a:pt x="410" y="2190"/>
                    <a:pt x="778" y="2441"/>
                    <a:pt x="1213" y="2458"/>
                  </a:cubicBezTo>
                  <a:cubicBezTo>
                    <a:pt x="1515" y="2458"/>
                    <a:pt x="1799" y="2441"/>
                    <a:pt x="2084" y="2374"/>
                  </a:cubicBezTo>
                  <a:cubicBezTo>
                    <a:pt x="2586" y="2273"/>
                    <a:pt x="2536" y="1989"/>
                    <a:pt x="2703" y="1855"/>
                  </a:cubicBezTo>
                  <a:cubicBezTo>
                    <a:pt x="2620" y="1821"/>
                    <a:pt x="2536" y="1771"/>
                    <a:pt x="2469" y="1704"/>
                  </a:cubicBezTo>
                  <a:cubicBezTo>
                    <a:pt x="2419" y="1838"/>
                    <a:pt x="2352" y="1989"/>
                    <a:pt x="2017" y="2073"/>
                  </a:cubicBezTo>
                  <a:cubicBezTo>
                    <a:pt x="1848" y="2109"/>
                    <a:pt x="1670" y="2136"/>
                    <a:pt x="1490" y="2136"/>
                  </a:cubicBezTo>
                  <a:cubicBezTo>
                    <a:pt x="1421" y="2136"/>
                    <a:pt x="1351" y="2132"/>
                    <a:pt x="1280" y="2123"/>
                  </a:cubicBezTo>
                  <a:cubicBezTo>
                    <a:pt x="912" y="2106"/>
                    <a:pt x="611" y="1922"/>
                    <a:pt x="577" y="1671"/>
                  </a:cubicBezTo>
                  <a:lnTo>
                    <a:pt x="410" y="499"/>
                  </a:lnTo>
                  <a:cubicBezTo>
                    <a:pt x="372" y="272"/>
                    <a:pt x="540" y="213"/>
                    <a:pt x="753" y="213"/>
                  </a:cubicBezTo>
                  <a:cubicBezTo>
                    <a:pt x="987" y="213"/>
                    <a:pt x="1276" y="284"/>
                    <a:pt x="1411" y="284"/>
                  </a:cubicBezTo>
                  <a:cubicBezTo>
                    <a:pt x="1425" y="284"/>
                    <a:pt x="1437" y="283"/>
                    <a:pt x="1448" y="282"/>
                  </a:cubicBezTo>
                  <a:cubicBezTo>
                    <a:pt x="1448" y="282"/>
                    <a:pt x="1465" y="265"/>
                    <a:pt x="1498" y="265"/>
                  </a:cubicBezTo>
                  <a:cubicBezTo>
                    <a:pt x="1465" y="198"/>
                    <a:pt x="1448" y="164"/>
                    <a:pt x="1448" y="97"/>
                  </a:cubicBezTo>
                  <a:cubicBezTo>
                    <a:pt x="1414" y="114"/>
                    <a:pt x="1381" y="148"/>
                    <a:pt x="1347" y="148"/>
                  </a:cubicBezTo>
                  <a:cubicBezTo>
                    <a:pt x="1343" y="148"/>
                    <a:pt x="1338" y="148"/>
                    <a:pt x="1333" y="148"/>
                  </a:cubicBezTo>
                  <a:cubicBezTo>
                    <a:pt x="1173" y="148"/>
                    <a:pt x="732" y="0"/>
                    <a:pt x="40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3" name="Google Shape;10903;p29"/>
            <p:cNvSpPr/>
            <p:nvPr/>
          </p:nvSpPr>
          <p:spPr>
            <a:xfrm>
              <a:off x="1673325" y="2292425"/>
              <a:ext cx="67600" cy="61475"/>
            </a:xfrm>
            <a:custGeom>
              <a:avLst/>
              <a:gdLst/>
              <a:ahLst/>
              <a:cxnLst/>
              <a:rect l="l" t="t" r="r" b="b"/>
              <a:pathLst>
                <a:path w="2704" h="2459" extrusionOk="0">
                  <a:moveTo>
                    <a:pt x="409" y="1"/>
                  </a:moveTo>
                  <a:cubicBezTo>
                    <a:pt x="173" y="1"/>
                    <a:pt x="0" y="79"/>
                    <a:pt x="42" y="349"/>
                  </a:cubicBezTo>
                  <a:lnTo>
                    <a:pt x="343" y="1872"/>
                  </a:lnTo>
                  <a:cubicBezTo>
                    <a:pt x="410" y="2190"/>
                    <a:pt x="778" y="2441"/>
                    <a:pt x="1213" y="2458"/>
                  </a:cubicBezTo>
                  <a:cubicBezTo>
                    <a:pt x="1515" y="2458"/>
                    <a:pt x="1799" y="2441"/>
                    <a:pt x="2084" y="2374"/>
                  </a:cubicBezTo>
                  <a:cubicBezTo>
                    <a:pt x="2586" y="2274"/>
                    <a:pt x="2536" y="1989"/>
                    <a:pt x="2703" y="1856"/>
                  </a:cubicBezTo>
                  <a:cubicBezTo>
                    <a:pt x="2620" y="1822"/>
                    <a:pt x="2536" y="1772"/>
                    <a:pt x="2469" y="1705"/>
                  </a:cubicBezTo>
                  <a:cubicBezTo>
                    <a:pt x="2419" y="1839"/>
                    <a:pt x="2352" y="1989"/>
                    <a:pt x="2017" y="2073"/>
                  </a:cubicBezTo>
                  <a:cubicBezTo>
                    <a:pt x="1848" y="2109"/>
                    <a:pt x="1670" y="2137"/>
                    <a:pt x="1490" y="2137"/>
                  </a:cubicBezTo>
                  <a:cubicBezTo>
                    <a:pt x="1421" y="2137"/>
                    <a:pt x="1351" y="2133"/>
                    <a:pt x="1280" y="2123"/>
                  </a:cubicBezTo>
                  <a:cubicBezTo>
                    <a:pt x="912" y="2107"/>
                    <a:pt x="611" y="1923"/>
                    <a:pt x="577" y="1671"/>
                  </a:cubicBezTo>
                  <a:lnTo>
                    <a:pt x="410" y="500"/>
                  </a:lnTo>
                  <a:cubicBezTo>
                    <a:pt x="372" y="273"/>
                    <a:pt x="540" y="213"/>
                    <a:pt x="753" y="213"/>
                  </a:cubicBezTo>
                  <a:cubicBezTo>
                    <a:pt x="987" y="213"/>
                    <a:pt x="1276" y="285"/>
                    <a:pt x="1411" y="285"/>
                  </a:cubicBezTo>
                  <a:cubicBezTo>
                    <a:pt x="1425" y="285"/>
                    <a:pt x="1437" y="284"/>
                    <a:pt x="1448" y="282"/>
                  </a:cubicBezTo>
                  <a:cubicBezTo>
                    <a:pt x="1448" y="282"/>
                    <a:pt x="1465" y="265"/>
                    <a:pt x="1498" y="265"/>
                  </a:cubicBezTo>
                  <a:cubicBezTo>
                    <a:pt x="1465" y="198"/>
                    <a:pt x="1448" y="165"/>
                    <a:pt x="1448" y="98"/>
                  </a:cubicBezTo>
                  <a:cubicBezTo>
                    <a:pt x="1414" y="115"/>
                    <a:pt x="1381" y="148"/>
                    <a:pt x="1347" y="148"/>
                  </a:cubicBezTo>
                  <a:cubicBezTo>
                    <a:pt x="1343" y="149"/>
                    <a:pt x="1338" y="149"/>
                    <a:pt x="1333" y="149"/>
                  </a:cubicBezTo>
                  <a:cubicBezTo>
                    <a:pt x="1173" y="149"/>
                    <a:pt x="732" y="1"/>
                    <a:pt x="4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4" name="Google Shape;10904;p29"/>
            <p:cNvSpPr/>
            <p:nvPr/>
          </p:nvSpPr>
          <p:spPr>
            <a:xfrm>
              <a:off x="1795150" y="2287900"/>
              <a:ext cx="115250" cy="69450"/>
            </a:xfrm>
            <a:custGeom>
              <a:avLst/>
              <a:gdLst/>
              <a:ahLst/>
              <a:cxnLst/>
              <a:rect l="l" t="t" r="r" b="b"/>
              <a:pathLst>
                <a:path w="4610" h="2778" extrusionOk="0">
                  <a:moveTo>
                    <a:pt x="1767" y="0"/>
                  </a:moveTo>
                  <a:cubicBezTo>
                    <a:pt x="1449" y="0"/>
                    <a:pt x="753" y="398"/>
                    <a:pt x="810" y="497"/>
                  </a:cubicBezTo>
                  <a:cubicBezTo>
                    <a:pt x="1128" y="748"/>
                    <a:pt x="1379" y="999"/>
                    <a:pt x="1580" y="1183"/>
                  </a:cubicBezTo>
                  <a:cubicBezTo>
                    <a:pt x="1195" y="1267"/>
                    <a:pt x="910" y="1250"/>
                    <a:pt x="743" y="1334"/>
                  </a:cubicBezTo>
                  <a:cubicBezTo>
                    <a:pt x="0" y="1720"/>
                    <a:pt x="562" y="2778"/>
                    <a:pt x="2054" y="2778"/>
                  </a:cubicBezTo>
                  <a:cubicBezTo>
                    <a:pt x="2244" y="2778"/>
                    <a:pt x="2449" y="2761"/>
                    <a:pt x="2668" y="2723"/>
                  </a:cubicBezTo>
                  <a:cubicBezTo>
                    <a:pt x="4609" y="2388"/>
                    <a:pt x="4040" y="597"/>
                    <a:pt x="3153" y="497"/>
                  </a:cubicBezTo>
                  <a:cubicBezTo>
                    <a:pt x="3108" y="491"/>
                    <a:pt x="3068" y="488"/>
                    <a:pt x="3030" y="488"/>
                  </a:cubicBezTo>
                  <a:cubicBezTo>
                    <a:pt x="2732" y="488"/>
                    <a:pt x="2638" y="659"/>
                    <a:pt x="2266" y="882"/>
                  </a:cubicBezTo>
                  <a:cubicBezTo>
                    <a:pt x="2165" y="580"/>
                    <a:pt x="2015" y="179"/>
                    <a:pt x="1898" y="45"/>
                  </a:cubicBezTo>
                  <a:cubicBezTo>
                    <a:pt x="1872" y="13"/>
                    <a:pt x="1826" y="0"/>
                    <a:pt x="176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5" name="Google Shape;10905;p29"/>
            <p:cNvSpPr/>
            <p:nvPr/>
          </p:nvSpPr>
          <p:spPr>
            <a:xfrm>
              <a:off x="1793475" y="2283700"/>
              <a:ext cx="115250" cy="69475"/>
            </a:xfrm>
            <a:custGeom>
              <a:avLst/>
              <a:gdLst/>
              <a:ahLst/>
              <a:cxnLst/>
              <a:rect l="l" t="t" r="r" b="b"/>
              <a:pathLst>
                <a:path w="4610" h="2779" extrusionOk="0">
                  <a:moveTo>
                    <a:pt x="1767" y="1"/>
                  </a:moveTo>
                  <a:cubicBezTo>
                    <a:pt x="1449" y="1"/>
                    <a:pt x="753" y="398"/>
                    <a:pt x="810" y="497"/>
                  </a:cubicBezTo>
                  <a:cubicBezTo>
                    <a:pt x="1144" y="748"/>
                    <a:pt x="1396" y="983"/>
                    <a:pt x="1580" y="1184"/>
                  </a:cubicBezTo>
                  <a:cubicBezTo>
                    <a:pt x="1211" y="1267"/>
                    <a:pt x="910" y="1250"/>
                    <a:pt x="743" y="1334"/>
                  </a:cubicBezTo>
                  <a:cubicBezTo>
                    <a:pt x="0" y="1720"/>
                    <a:pt x="562" y="2778"/>
                    <a:pt x="2054" y="2778"/>
                  </a:cubicBezTo>
                  <a:cubicBezTo>
                    <a:pt x="2244" y="2778"/>
                    <a:pt x="2449" y="2761"/>
                    <a:pt x="2668" y="2723"/>
                  </a:cubicBezTo>
                  <a:cubicBezTo>
                    <a:pt x="4609" y="2389"/>
                    <a:pt x="4057" y="598"/>
                    <a:pt x="3153" y="497"/>
                  </a:cubicBezTo>
                  <a:cubicBezTo>
                    <a:pt x="3108" y="492"/>
                    <a:pt x="3068" y="489"/>
                    <a:pt x="3030" y="489"/>
                  </a:cubicBezTo>
                  <a:cubicBezTo>
                    <a:pt x="2732" y="489"/>
                    <a:pt x="2638" y="659"/>
                    <a:pt x="2266" y="882"/>
                  </a:cubicBezTo>
                  <a:cubicBezTo>
                    <a:pt x="2166" y="564"/>
                    <a:pt x="2015" y="179"/>
                    <a:pt x="1898" y="45"/>
                  </a:cubicBezTo>
                  <a:cubicBezTo>
                    <a:pt x="1872" y="14"/>
                    <a:pt x="1826" y="1"/>
                    <a:pt x="17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6" name="Google Shape;10906;p29"/>
            <p:cNvSpPr/>
            <p:nvPr/>
          </p:nvSpPr>
          <p:spPr>
            <a:xfrm>
              <a:off x="1812475" y="2161100"/>
              <a:ext cx="100450" cy="74000"/>
            </a:xfrm>
            <a:custGeom>
              <a:avLst/>
              <a:gdLst/>
              <a:ahLst/>
              <a:cxnLst/>
              <a:rect l="l" t="t" r="r" b="b"/>
              <a:pathLst>
                <a:path w="4018" h="2960" extrusionOk="0">
                  <a:moveTo>
                    <a:pt x="2295" y="1"/>
                  </a:moveTo>
                  <a:cubicBezTo>
                    <a:pt x="2106" y="1"/>
                    <a:pt x="1928" y="47"/>
                    <a:pt x="1791" y="145"/>
                  </a:cubicBezTo>
                  <a:cubicBezTo>
                    <a:pt x="1472" y="380"/>
                    <a:pt x="1556" y="547"/>
                    <a:pt x="1456" y="982"/>
                  </a:cubicBezTo>
                  <a:cubicBezTo>
                    <a:pt x="1138" y="832"/>
                    <a:pt x="736" y="664"/>
                    <a:pt x="569" y="664"/>
                  </a:cubicBezTo>
                  <a:cubicBezTo>
                    <a:pt x="566" y="664"/>
                    <a:pt x="564" y="664"/>
                    <a:pt x="562" y="664"/>
                  </a:cubicBezTo>
                  <a:cubicBezTo>
                    <a:pt x="296" y="664"/>
                    <a:pt x="0" y="1635"/>
                    <a:pt x="117" y="1652"/>
                  </a:cubicBezTo>
                  <a:cubicBezTo>
                    <a:pt x="535" y="1602"/>
                    <a:pt x="903" y="1602"/>
                    <a:pt x="1171" y="1602"/>
                  </a:cubicBezTo>
                  <a:cubicBezTo>
                    <a:pt x="970" y="1903"/>
                    <a:pt x="736" y="2070"/>
                    <a:pt x="703" y="2238"/>
                  </a:cubicBezTo>
                  <a:cubicBezTo>
                    <a:pt x="550" y="2661"/>
                    <a:pt x="877" y="2960"/>
                    <a:pt x="1386" y="2960"/>
                  </a:cubicBezTo>
                  <a:cubicBezTo>
                    <a:pt x="1885" y="2960"/>
                    <a:pt x="2558" y="2673"/>
                    <a:pt x="3130" y="1936"/>
                  </a:cubicBezTo>
                  <a:cubicBezTo>
                    <a:pt x="4018" y="779"/>
                    <a:pt x="3067" y="1"/>
                    <a:pt x="229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7" name="Google Shape;10907;p29"/>
            <p:cNvSpPr/>
            <p:nvPr/>
          </p:nvSpPr>
          <p:spPr>
            <a:xfrm>
              <a:off x="1812500" y="2156450"/>
              <a:ext cx="100700" cy="74050"/>
            </a:xfrm>
            <a:custGeom>
              <a:avLst/>
              <a:gdLst/>
              <a:ahLst/>
              <a:cxnLst/>
              <a:rect l="l" t="t" r="r" b="b"/>
              <a:pathLst>
                <a:path w="4028" h="2962" extrusionOk="0">
                  <a:moveTo>
                    <a:pt x="2307" y="1"/>
                  </a:moveTo>
                  <a:cubicBezTo>
                    <a:pt x="2115" y="1"/>
                    <a:pt x="1932" y="48"/>
                    <a:pt x="1790" y="147"/>
                  </a:cubicBezTo>
                  <a:cubicBezTo>
                    <a:pt x="1471" y="365"/>
                    <a:pt x="1555" y="532"/>
                    <a:pt x="1455" y="984"/>
                  </a:cubicBezTo>
                  <a:cubicBezTo>
                    <a:pt x="1137" y="833"/>
                    <a:pt x="735" y="666"/>
                    <a:pt x="568" y="666"/>
                  </a:cubicBezTo>
                  <a:cubicBezTo>
                    <a:pt x="563" y="666"/>
                    <a:pt x="559" y="665"/>
                    <a:pt x="554" y="665"/>
                  </a:cubicBezTo>
                  <a:cubicBezTo>
                    <a:pt x="290" y="665"/>
                    <a:pt x="0" y="1621"/>
                    <a:pt x="116" y="1654"/>
                  </a:cubicBezTo>
                  <a:cubicBezTo>
                    <a:pt x="534" y="1603"/>
                    <a:pt x="902" y="1603"/>
                    <a:pt x="1170" y="1603"/>
                  </a:cubicBezTo>
                  <a:cubicBezTo>
                    <a:pt x="969" y="1888"/>
                    <a:pt x="735" y="2072"/>
                    <a:pt x="702" y="2240"/>
                  </a:cubicBezTo>
                  <a:cubicBezTo>
                    <a:pt x="549" y="2662"/>
                    <a:pt x="876" y="2961"/>
                    <a:pt x="1385" y="2961"/>
                  </a:cubicBezTo>
                  <a:cubicBezTo>
                    <a:pt x="1884" y="2961"/>
                    <a:pt x="2557" y="2675"/>
                    <a:pt x="3129" y="1938"/>
                  </a:cubicBezTo>
                  <a:cubicBezTo>
                    <a:pt x="4028" y="770"/>
                    <a:pt x="3087" y="1"/>
                    <a:pt x="23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8" name="Google Shape;10908;p29"/>
            <p:cNvSpPr/>
            <p:nvPr/>
          </p:nvSpPr>
          <p:spPr>
            <a:xfrm>
              <a:off x="1999500" y="2365125"/>
              <a:ext cx="116900" cy="61700"/>
            </a:xfrm>
            <a:custGeom>
              <a:avLst/>
              <a:gdLst/>
              <a:ahLst/>
              <a:cxnLst/>
              <a:rect l="l" t="t" r="r" b="b"/>
              <a:pathLst>
                <a:path w="4676" h="2468" extrusionOk="0">
                  <a:moveTo>
                    <a:pt x="3068" y="1"/>
                  </a:moveTo>
                  <a:cubicBezTo>
                    <a:pt x="3016" y="1"/>
                    <a:pt x="2973" y="11"/>
                    <a:pt x="2947" y="36"/>
                  </a:cubicBezTo>
                  <a:cubicBezTo>
                    <a:pt x="2813" y="136"/>
                    <a:pt x="2629" y="504"/>
                    <a:pt x="2478" y="772"/>
                  </a:cubicBezTo>
                  <a:cubicBezTo>
                    <a:pt x="2151" y="579"/>
                    <a:pt x="2062" y="412"/>
                    <a:pt x="1765" y="412"/>
                  </a:cubicBezTo>
                  <a:cubicBezTo>
                    <a:pt x="1727" y="412"/>
                    <a:pt x="1686" y="415"/>
                    <a:pt x="1641" y="421"/>
                  </a:cubicBezTo>
                  <a:cubicBezTo>
                    <a:pt x="720" y="504"/>
                    <a:pt x="1" y="2111"/>
                    <a:pt x="1909" y="2412"/>
                  </a:cubicBezTo>
                  <a:cubicBezTo>
                    <a:pt x="2135" y="2450"/>
                    <a:pt x="2348" y="2467"/>
                    <a:pt x="2547" y="2467"/>
                  </a:cubicBezTo>
                  <a:cubicBezTo>
                    <a:pt x="4019" y="2467"/>
                    <a:pt x="4676" y="1530"/>
                    <a:pt x="3968" y="1191"/>
                  </a:cubicBezTo>
                  <a:cubicBezTo>
                    <a:pt x="3800" y="1107"/>
                    <a:pt x="3499" y="1124"/>
                    <a:pt x="3147" y="1040"/>
                  </a:cubicBezTo>
                  <a:cubicBezTo>
                    <a:pt x="3348" y="872"/>
                    <a:pt x="3633" y="672"/>
                    <a:pt x="3984" y="437"/>
                  </a:cubicBezTo>
                  <a:cubicBezTo>
                    <a:pt x="4042" y="366"/>
                    <a:pt x="3377" y="1"/>
                    <a:pt x="30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9" name="Google Shape;10909;p29"/>
            <p:cNvSpPr/>
            <p:nvPr/>
          </p:nvSpPr>
          <p:spPr>
            <a:xfrm>
              <a:off x="1999925" y="2361375"/>
              <a:ext cx="116975" cy="61975"/>
            </a:xfrm>
            <a:custGeom>
              <a:avLst/>
              <a:gdLst/>
              <a:ahLst/>
              <a:cxnLst/>
              <a:rect l="l" t="t" r="r" b="b"/>
              <a:pathLst>
                <a:path w="4679" h="2479" extrusionOk="0">
                  <a:moveTo>
                    <a:pt x="3068" y="0"/>
                  </a:moveTo>
                  <a:cubicBezTo>
                    <a:pt x="3015" y="0"/>
                    <a:pt x="2973" y="11"/>
                    <a:pt x="2946" y="35"/>
                  </a:cubicBezTo>
                  <a:cubicBezTo>
                    <a:pt x="2829" y="152"/>
                    <a:pt x="2628" y="504"/>
                    <a:pt x="2494" y="771"/>
                  </a:cubicBezTo>
                  <a:cubicBezTo>
                    <a:pt x="2150" y="592"/>
                    <a:pt x="2060" y="412"/>
                    <a:pt x="1770" y="412"/>
                  </a:cubicBezTo>
                  <a:cubicBezTo>
                    <a:pt x="1735" y="412"/>
                    <a:pt x="1698" y="415"/>
                    <a:pt x="1657" y="420"/>
                  </a:cubicBezTo>
                  <a:cubicBezTo>
                    <a:pt x="720" y="504"/>
                    <a:pt x="0" y="2094"/>
                    <a:pt x="1925" y="2429"/>
                  </a:cubicBezTo>
                  <a:cubicBezTo>
                    <a:pt x="2144" y="2463"/>
                    <a:pt x="2350" y="2479"/>
                    <a:pt x="2542" y="2479"/>
                  </a:cubicBezTo>
                  <a:cubicBezTo>
                    <a:pt x="4025" y="2479"/>
                    <a:pt x="4679" y="1546"/>
                    <a:pt x="3967" y="1190"/>
                  </a:cubicBezTo>
                  <a:cubicBezTo>
                    <a:pt x="3800" y="1106"/>
                    <a:pt x="3515" y="1123"/>
                    <a:pt x="3164" y="1039"/>
                  </a:cubicBezTo>
                  <a:cubicBezTo>
                    <a:pt x="3348" y="872"/>
                    <a:pt x="3633" y="671"/>
                    <a:pt x="4001" y="437"/>
                  </a:cubicBezTo>
                  <a:cubicBezTo>
                    <a:pt x="4044" y="365"/>
                    <a:pt x="3377" y="0"/>
                    <a:pt x="30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0" name="Google Shape;10910;p29"/>
            <p:cNvSpPr/>
            <p:nvPr/>
          </p:nvSpPr>
          <p:spPr>
            <a:xfrm>
              <a:off x="1815800" y="2071700"/>
              <a:ext cx="103500" cy="45650"/>
            </a:xfrm>
            <a:custGeom>
              <a:avLst/>
              <a:gdLst/>
              <a:ahLst/>
              <a:cxnLst/>
              <a:rect l="l" t="t" r="r" b="b"/>
              <a:pathLst>
                <a:path w="4140" h="1826" extrusionOk="0">
                  <a:moveTo>
                    <a:pt x="3147" y="1"/>
                  </a:moveTo>
                  <a:cubicBezTo>
                    <a:pt x="3089" y="1"/>
                    <a:pt x="3037" y="12"/>
                    <a:pt x="2997" y="39"/>
                  </a:cubicBezTo>
                  <a:cubicBezTo>
                    <a:pt x="2846" y="139"/>
                    <a:pt x="2578" y="441"/>
                    <a:pt x="2361" y="658"/>
                  </a:cubicBezTo>
                  <a:cubicBezTo>
                    <a:pt x="2114" y="498"/>
                    <a:pt x="2056" y="364"/>
                    <a:pt x="1793" y="364"/>
                  </a:cubicBezTo>
                  <a:cubicBezTo>
                    <a:pt x="1753" y="364"/>
                    <a:pt x="1708" y="367"/>
                    <a:pt x="1658" y="374"/>
                  </a:cubicBezTo>
                  <a:cubicBezTo>
                    <a:pt x="770" y="457"/>
                    <a:pt x="0" y="1612"/>
                    <a:pt x="1540" y="1796"/>
                  </a:cubicBezTo>
                  <a:cubicBezTo>
                    <a:pt x="1701" y="1816"/>
                    <a:pt x="1858" y="1825"/>
                    <a:pt x="2010" y="1825"/>
                  </a:cubicBezTo>
                  <a:cubicBezTo>
                    <a:pt x="3274" y="1825"/>
                    <a:pt x="4139" y="1199"/>
                    <a:pt x="3616" y="959"/>
                  </a:cubicBezTo>
                  <a:cubicBezTo>
                    <a:pt x="3499" y="893"/>
                    <a:pt x="3214" y="909"/>
                    <a:pt x="2913" y="859"/>
                  </a:cubicBezTo>
                  <a:cubicBezTo>
                    <a:pt x="3131" y="725"/>
                    <a:pt x="3465" y="558"/>
                    <a:pt x="3884" y="374"/>
                  </a:cubicBezTo>
                  <a:cubicBezTo>
                    <a:pt x="3954" y="317"/>
                    <a:pt x="3457" y="1"/>
                    <a:pt x="314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1" name="Google Shape;10911;p29"/>
            <p:cNvSpPr/>
            <p:nvPr/>
          </p:nvSpPr>
          <p:spPr>
            <a:xfrm>
              <a:off x="1815800" y="2067525"/>
              <a:ext cx="103500" cy="45625"/>
            </a:xfrm>
            <a:custGeom>
              <a:avLst/>
              <a:gdLst/>
              <a:ahLst/>
              <a:cxnLst/>
              <a:rect l="l" t="t" r="r" b="b"/>
              <a:pathLst>
                <a:path w="4140" h="1825" extrusionOk="0">
                  <a:moveTo>
                    <a:pt x="3147" y="0"/>
                  </a:moveTo>
                  <a:cubicBezTo>
                    <a:pt x="3089" y="0"/>
                    <a:pt x="3037" y="12"/>
                    <a:pt x="2997" y="38"/>
                  </a:cubicBezTo>
                  <a:cubicBezTo>
                    <a:pt x="2846" y="139"/>
                    <a:pt x="2578" y="423"/>
                    <a:pt x="2361" y="658"/>
                  </a:cubicBezTo>
                  <a:cubicBezTo>
                    <a:pt x="2114" y="498"/>
                    <a:pt x="2056" y="363"/>
                    <a:pt x="1793" y="363"/>
                  </a:cubicBezTo>
                  <a:cubicBezTo>
                    <a:pt x="1753" y="363"/>
                    <a:pt x="1708" y="367"/>
                    <a:pt x="1658" y="373"/>
                  </a:cubicBezTo>
                  <a:cubicBezTo>
                    <a:pt x="770" y="457"/>
                    <a:pt x="0" y="1629"/>
                    <a:pt x="1540" y="1796"/>
                  </a:cubicBezTo>
                  <a:cubicBezTo>
                    <a:pt x="1701" y="1816"/>
                    <a:pt x="1858" y="1825"/>
                    <a:pt x="2010" y="1825"/>
                  </a:cubicBezTo>
                  <a:cubicBezTo>
                    <a:pt x="3274" y="1825"/>
                    <a:pt x="4139" y="1198"/>
                    <a:pt x="3616" y="959"/>
                  </a:cubicBezTo>
                  <a:cubicBezTo>
                    <a:pt x="3499" y="892"/>
                    <a:pt x="3214" y="909"/>
                    <a:pt x="2913" y="859"/>
                  </a:cubicBezTo>
                  <a:cubicBezTo>
                    <a:pt x="3131" y="725"/>
                    <a:pt x="3465" y="557"/>
                    <a:pt x="3884" y="373"/>
                  </a:cubicBezTo>
                  <a:cubicBezTo>
                    <a:pt x="3954" y="317"/>
                    <a:pt x="3457" y="0"/>
                    <a:pt x="314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2" name="Google Shape;10912;p29"/>
            <p:cNvSpPr/>
            <p:nvPr/>
          </p:nvSpPr>
          <p:spPr>
            <a:xfrm>
              <a:off x="2142325" y="2246375"/>
              <a:ext cx="94900" cy="44750"/>
            </a:xfrm>
            <a:custGeom>
              <a:avLst/>
              <a:gdLst/>
              <a:ahLst/>
              <a:cxnLst/>
              <a:rect l="l" t="t" r="r" b="b"/>
              <a:pathLst>
                <a:path w="3796" h="1790" extrusionOk="0">
                  <a:moveTo>
                    <a:pt x="1584" y="1"/>
                  </a:moveTo>
                  <a:cubicBezTo>
                    <a:pt x="818" y="1"/>
                    <a:pt x="1" y="785"/>
                    <a:pt x="1033" y="1789"/>
                  </a:cubicBezTo>
                  <a:cubicBezTo>
                    <a:pt x="1602" y="1522"/>
                    <a:pt x="2272" y="1270"/>
                    <a:pt x="3025" y="1086"/>
                  </a:cubicBezTo>
                  <a:cubicBezTo>
                    <a:pt x="3293" y="1019"/>
                    <a:pt x="3544" y="952"/>
                    <a:pt x="3795" y="919"/>
                  </a:cubicBezTo>
                  <a:cubicBezTo>
                    <a:pt x="3670" y="700"/>
                    <a:pt x="3471" y="481"/>
                    <a:pt x="3350" y="481"/>
                  </a:cubicBezTo>
                  <a:cubicBezTo>
                    <a:pt x="3342" y="481"/>
                    <a:pt x="3334" y="482"/>
                    <a:pt x="3326" y="484"/>
                  </a:cubicBezTo>
                  <a:cubicBezTo>
                    <a:pt x="3142" y="500"/>
                    <a:pt x="2791" y="685"/>
                    <a:pt x="2523" y="852"/>
                  </a:cubicBezTo>
                  <a:cubicBezTo>
                    <a:pt x="2305" y="450"/>
                    <a:pt x="2372" y="283"/>
                    <a:pt x="2021" y="99"/>
                  </a:cubicBezTo>
                  <a:cubicBezTo>
                    <a:pt x="1887" y="32"/>
                    <a:pt x="1737" y="1"/>
                    <a:pt x="158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3" name="Google Shape;10913;p29"/>
            <p:cNvSpPr/>
            <p:nvPr/>
          </p:nvSpPr>
          <p:spPr>
            <a:xfrm>
              <a:off x="2143150" y="2241325"/>
              <a:ext cx="94900" cy="44775"/>
            </a:xfrm>
            <a:custGeom>
              <a:avLst/>
              <a:gdLst/>
              <a:ahLst/>
              <a:cxnLst/>
              <a:rect l="l" t="t" r="r" b="b"/>
              <a:pathLst>
                <a:path w="3796" h="1791" extrusionOk="0">
                  <a:moveTo>
                    <a:pt x="1569" y="1"/>
                  </a:moveTo>
                  <a:cubicBezTo>
                    <a:pt x="814" y="1"/>
                    <a:pt x="1" y="774"/>
                    <a:pt x="1017" y="1791"/>
                  </a:cubicBezTo>
                  <a:cubicBezTo>
                    <a:pt x="1620" y="1523"/>
                    <a:pt x="2289" y="1272"/>
                    <a:pt x="3009" y="1071"/>
                  </a:cubicBezTo>
                  <a:cubicBezTo>
                    <a:pt x="3293" y="1021"/>
                    <a:pt x="3545" y="954"/>
                    <a:pt x="3796" y="903"/>
                  </a:cubicBezTo>
                  <a:cubicBezTo>
                    <a:pt x="3650" y="693"/>
                    <a:pt x="3442" y="467"/>
                    <a:pt x="3322" y="467"/>
                  </a:cubicBezTo>
                  <a:cubicBezTo>
                    <a:pt x="3318" y="467"/>
                    <a:pt x="3314" y="468"/>
                    <a:pt x="3310" y="468"/>
                  </a:cubicBezTo>
                  <a:cubicBezTo>
                    <a:pt x="3143" y="485"/>
                    <a:pt x="2775" y="686"/>
                    <a:pt x="2507" y="853"/>
                  </a:cubicBezTo>
                  <a:cubicBezTo>
                    <a:pt x="2306" y="451"/>
                    <a:pt x="2356" y="284"/>
                    <a:pt x="2005" y="100"/>
                  </a:cubicBezTo>
                  <a:cubicBezTo>
                    <a:pt x="1872" y="32"/>
                    <a:pt x="1722" y="1"/>
                    <a:pt x="15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4" name="Google Shape;10914;p29"/>
            <p:cNvSpPr/>
            <p:nvPr/>
          </p:nvSpPr>
          <p:spPr>
            <a:xfrm>
              <a:off x="2121275" y="2112225"/>
              <a:ext cx="46475" cy="28925"/>
            </a:xfrm>
            <a:custGeom>
              <a:avLst/>
              <a:gdLst/>
              <a:ahLst/>
              <a:cxnLst/>
              <a:rect l="l" t="t" r="r" b="b"/>
              <a:pathLst>
                <a:path w="1859" h="1157" extrusionOk="0">
                  <a:moveTo>
                    <a:pt x="1019" y="183"/>
                  </a:moveTo>
                  <a:cubicBezTo>
                    <a:pt x="1185" y="183"/>
                    <a:pt x="1341" y="250"/>
                    <a:pt x="1440" y="360"/>
                  </a:cubicBezTo>
                  <a:cubicBezTo>
                    <a:pt x="1591" y="527"/>
                    <a:pt x="1507" y="761"/>
                    <a:pt x="1256" y="862"/>
                  </a:cubicBezTo>
                  <a:cubicBezTo>
                    <a:pt x="1171" y="896"/>
                    <a:pt x="1080" y="913"/>
                    <a:pt x="991" y="913"/>
                  </a:cubicBezTo>
                  <a:cubicBezTo>
                    <a:pt x="819" y="913"/>
                    <a:pt x="658" y="849"/>
                    <a:pt x="570" y="728"/>
                  </a:cubicBezTo>
                  <a:cubicBezTo>
                    <a:pt x="419" y="560"/>
                    <a:pt x="503" y="343"/>
                    <a:pt x="754" y="242"/>
                  </a:cubicBezTo>
                  <a:cubicBezTo>
                    <a:pt x="840" y="202"/>
                    <a:pt x="931" y="183"/>
                    <a:pt x="1019" y="183"/>
                  </a:cubicBezTo>
                  <a:close/>
                  <a:moveTo>
                    <a:pt x="936" y="1"/>
                  </a:moveTo>
                  <a:cubicBezTo>
                    <a:pt x="797" y="1"/>
                    <a:pt x="653" y="25"/>
                    <a:pt x="519" y="75"/>
                  </a:cubicBezTo>
                  <a:cubicBezTo>
                    <a:pt x="118" y="242"/>
                    <a:pt x="1" y="594"/>
                    <a:pt x="235" y="862"/>
                  </a:cubicBezTo>
                  <a:cubicBezTo>
                    <a:pt x="383" y="1044"/>
                    <a:pt x="656" y="1157"/>
                    <a:pt x="942" y="1157"/>
                  </a:cubicBezTo>
                  <a:cubicBezTo>
                    <a:pt x="1076" y="1157"/>
                    <a:pt x="1212" y="1132"/>
                    <a:pt x="1340" y="1079"/>
                  </a:cubicBezTo>
                  <a:cubicBezTo>
                    <a:pt x="1741" y="912"/>
                    <a:pt x="1859" y="544"/>
                    <a:pt x="1624" y="276"/>
                  </a:cubicBezTo>
                  <a:cubicBezTo>
                    <a:pt x="1479" y="97"/>
                    <a:pt x="1215" y="1"/>
                    <a:pt x="9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5" name="Google Shape;10915;p29"/>
            <p:cNvSpPr/>
            <p:nvPr/>
          </p:nvSpPr>
          <p:spPr>
            <a:xfrm>
              <a:off x="2064375" y="2254175"/>
              <a:ext cx="48550" cy="26050"/>
            </a:xfrm>
            <a:custGeom>
              <a:avLst/>
              <a:gdLst/>
              <a:ahLst/>
              <a:cxnLst/>
              <a:rect l="l" t="t" r="r" b="b"/>
              <a:pathLst>
                <a:path w="1942" h="1042" extrusionOk="0">
                  <a:moveTo>
                    <a:pt x="1125" y="142"/>
                  </a:moveTo>
                  <a:cubicBezTo>
                    <a:pt x="1285" y="142"/>
                    <a:pt x="1435" y="184"/>
                    <a:pt x="1523" y="272"/>
                  </a:cubicBezTo>
                  <a:cubicBezTo>
                    <a:pt x="1674" y="440"/>
                    <a:pt x="1607" y="624"/>
                    <a:pt x="1356" y="724"/>
                  </a:cubicBezTo>
                  <a:cubicBezTo>
                    <a:pt x="1251" y="773"/>
                    <a:pt x="1131" y="796"/>
                    <a:pt x="1017" y="796"/>
                  </a:cubicBezTo>
                  <a:cubicBezTo>
                    <a:pt x="857" y="796"/>
                    <a:pt x="707" y="752"/>
                    <a:pt x="619" y="674"/>
                  </a:cubicBezTo>
                  <a:cubicBezTo>
                    <a:pt x="452" y="523"/>
                    <a:pt x="536" y="306"/>
                    <a:pt x="787" y="205"/>
                  </a:cubicBezTo>
                  <a:cubicBezTo>
                    <a:pt x="891" y="163"/>
                    <a:pt x="1010" y="142"/>
                    <a:pt x="1125" y="142"/>
                  </a:cubicBezTo>
                  <a:close/>
                  <a:moveTo>
                    <a:pt x="1037" y="0"/>
                  </a:moveTo>
                  <a:cubicBezTo>
                    <a:pt x="852" y="0"/>
                    <a:pt x="663" y="35"/>
                    <a:pt x="502" y="105"/>
                  </a:cubicBezTo>
                  <a:cubicBezTo>
                    <a:pt x="101" y="272"/>
                    <a:pt x="0" y="607"/>
                    <a:pt x="251" y="841"/>
                  </a:cubicBezTo>
                  <a:cubicBezTo>
                    <a:pt x="401" y="971"/>
                    <a:pt x="652" y="1041"/>
                    <a:pt x="916" y="1041"/>
                  </a:cubicBezTo>
                  <a:cubicBezTo>
                    <a:pt x="1094" y="1041"/>
                    <a:pt x="1278" y="1009"/>
                    <a:pt x="1440" y="942"/>
                  </a:cubicBezTo>
                  <a:cubicBezTo>
                    <a:pt x="1841" y="774"/>
                    <a:pt x="1942" y="440"/>
                    <a:pt x="1691" y="205"/>
                  </a:cubicBezTo>
                  <a:cubicBezTo>
                    <a:pt x="1544" y="69"/>
                    <a:pt x="1295" y="0"/>
                    <a:pt x="1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6" name="Google Shape;10916;p29"/>
            <p:cNvSpPr/>
            <p:nvPr/>
          </p:nvSpPr>
          <p:spPr>
            <a:xfrm>
              <a:off x="1963525" y="2439100"/>
              <a:ext cx="48975" cy="26200"/>
            </a:xfrm>
            <a:custGeom>
              <a:avLst/>
              <a:gdLst/>
              <a:ahLst/>
              <a:cxnLst/>
              <a:rect l="l" t="t" r="r" b="b"/>
              <a:pathLst>
                <a:path w="1959" h="1048" extrusionOk="0">
                  <a:moveTo>
                    <a:pt x="1143" y="152"/>
                  </a:moveTo>
                  <a:cubicBezTo>
                    <a:pt x="1302" y="152"/>
                    <a:pt x="1452" y="196"/>
                    <a:pt x="1540" y="274"/>
                  </a:cubicBezTo>
                  <a:cubicBezTo>
                    <a:pt x="1691" y="424"/>
                    <a:pt x="1624" y="642"/>
                    <a:pt x="1373" y="742"/>
                  </a:cubicBezTo>
                  <a:cubicBezTo>
                    <a:pt x="1268" y="784"/>
                    <a:pt x="1149" y="806"/>
                    <a:pt x="1035" y="806"/>
                  </a:cubicBezTo>
                  <a:cubicBezTo>
                    <a:pt x="875" y="806"/>
                    <a:pt x="724" y="763"/>
                    <a:pt x="636" y="675"/>
                  </a:cubicBezTo>
                  <a:cubicBezTo>
                    <a:pt x="469" y="525"/>
                    <a:pt x="552" y="324"/>
                    <a:pt x="804" y="223"/>
                  </a:cubicBezTo>
                  <a:cubicBezTo>
                    <a:pt x="909" y="174"/>
                    <a:pt x="1028" y="152"/>
                    <a:pt x="1143" y="152"/>
                  </a:cubicBezTo>
                  <a:close/>
                  <a:moveTo>
                    <a:pt x="1017" y="0"/>
                  </a:moveTo>
                  <a:cubicBezTo>
                    <a:pt x="841" y="0"/>
                    <a:pt x="660" y="34"/>
                    <a:pt x="502" y="106"/>
                  </a:cubicBezTo>
                  <a:cubicBezTo>
                    <a:pt x="117" y="274"/>
                    <a:pt x="0" y="608"/>
                    <a:pt x="268" y="843"/>
                  </a:cubicBezTo>
                  <a:cubicBezTo>
                    <a:pt x="414" y="979"/>
                    <a:pt x="658" y="1048"/>
                    <a:pt x="915" y="1048"/>
                  </a:cubicBezTo>
                  <a:cubicBezTo>
                    <a:pt x="1098" y="1048"/>
                    <a:pt x="1289" y="1013"/>
                    <a:pt x="1456" y="943"/>
                  </a:cubicBezTo>
                  <a:cubicBezTo>
                    <a:pt x="1841" y="776"/>
                    <a:pt x="1959" y="441"/>
                    <a:pt x="1707" y="223"/>
                  </a:cubicBezTo>
                  <a:cubicBezTo>
                    <a:pt x="1555" y="81"/>
                    <a:pt x="1291" y="0"/>
                    <a:pt x="10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7" name="Google Shape;10917;p29"/>
            <p:cNvSpPr/>
            <p:nvPr/>
          </p:nvSpPr>
          <p:spPr>
            <a:xfrm>
              <a:off x="2387425" y="2231275"/>
              <a:ext cx="48550" cy="26475"/>
            </a:xfrm>
            <a:custGeom>
              <a:avLst/>
              <a:gdLst/>
              <a:ahLst/>
              <a:cxnLst/>
              <a:rect l="l" t="t" r="r" b="b"/>
              <a:pathLst>
                <a:path w="1942" h="1059" extrusionOk="0">
                  <a:moveTo>
                    <a:pt x="1108" y="154"/>
                  </a:moveTo>
                  <a:cubicBezTo>
                    <a:pt x="1268" y="154"/>
                    <a:pt x="1419" y="196"/>
                    <a:pt x="1507" y="284"/>
                  </a:cubicBezTo>
                  <a:cubicBezTo>
                    <a:pt x="1657" y="435"/>
                    <a:pt x="1590" y="636"/>
                    <a:pt x="1339" y="753"/>
                  </a:cubicBezTo>
                  <a:cubicBezTo>
                    <a:pt x="1235" y="795"/>
                    <a:pt x="1116" y="816"/>
                    <a:pt x="1002" y="816"/>
                  </a:cubicBezTo>
                  <a:cubicBezTo>
                    <a:pt x="842" y="816"/>
                    <a:pt x="691" y="774"/>
                    <a:pt x="603" y="686"/>
                  </a:cubicBezTo>
                  <a:cubicBezTo>
                    <a:pt x="435" y="535"/>
                    <a:pt x="519" y="335"/>
                    <a:pt x="770" y="217"/>
                  </a:cubicBezTo>
                  <a:cubicBezTo>
                    <a:pt x="875" y="176"/>
                    <a:pt x="994" y="154"/>
                    <a:pt x="1108" y="154"/>
                  </a:cubicBezTo>
                  <a:close/>
                  <a:moveTo>
                    <a:pt x="1047" y="0"/>
                  </a:moveTo>
                  <a:cubicBezTo>
                    <a:pt x="863" y="0"/>
                    <a:pt x="672" y="39"/>
                    <a:pt x="502" y="117"/>
                  </a:cubicBezTo>
                  <a:cubicBezTo>
                    <a:pt x="101" y="284"/>
                    <a:pt x="0" y="619"/>
                    <a:pt x="251" y="853"/>
                  </a:cubicBezTo>
                  <a:cubicBezTo>
                    <a:pt x="398" y="990"/>
                    <a:pt x="647" y="1058"/>
                    <a:pt x="905" y="1058"/>
                  </a:cubicBezTo>
                  <a:cubicBezTo>
                    <a:pt x="1090" y="1058"/>
                    <a:pt x="1279" y="1024"/>
                    <a:pt x="1440" y="954"/>
                  </a:cubicBezTo>
                  <a:cubicBezTo>
                    <a:pt x="1842" y="786"/>
                    <a:pt x="1942" y="452"/>
                    <a:pt x="1691" y="217"/>
                  </a:cubicBezTo>
                  <a:cubicBezTo>
                    <a:pt x="1536" y="73"/>
                    <a:pt x="1298" y="0"/>
                    <a:pt x="10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8" name="Google Shape;10918;p29"/>
            <p:cNvSpPr/>
            <p:nvPr/>
          </p:nvSpPr>
          <p:spPr>
            <a:xfrm>
              <a:off x="1757625" y="2402050"/>
              <a:ext cx="39775" cy="21125"/>
            </a:xfrm>
            <a:custGeom>
              <a:avLst/>
              <a:gdLst/>
              <a:ahLst/>
              <a:cxnLst/>
              <a:rect l="l" t="t" r="r" b="b"/>
              <a:pathLst>
                <a:path w="1591" h="845" extrusionOk="0">
                  <a:moveTo>
                    <a:pt x="753" y="181"/>
                  </a:moveTo>
                  <a:cubicBezTo>
                    <a:pt x="889" y="181"/>
                    <a:pt x="1019" y="219"/>
                    <a:pt x="1089" y="299"/>
                  </a:cubicBezTo>
                  <a:cubicBezTo>
                    <a:pt x="1223" y="417"/>
                    <a:pt x="1172" y="584"/>
                    <a:pt x="972" y="668"/>
                  </a:cubicBezTo>
                  <a:cubicBezTo>
                    <a:pt x="881" y="702"/>
                    <a:pt x="782" y="720"/>
                    <a:pt x="687" y="720"/>
                  </a:cubicBezTo>
                  <a:cubicBezTo>
                    <a:pt x="554" y="720"/>
                    <a:pt x="430" y="686"/>
                    <a:pt x="352" y="617"/>
                  </a:cubicBezTo>
                  <a:cubicBezTo>
                    <a:pt x="235" y="484"/>
                    <a:pt x="269" y="316"/>
                    <a:pt x="486" y="232"/>
                  </a:cubicBezTo>
                  <a:cubicBezTo>
                    <a:pt x="567" y="199"/>
                    <a:pt x="662" y="181"/>
                    <a:pt x="753" y="181"/>
                  </a:cubicBezTo>
                  <a:close/>
                  <a:moveTo>
                    <a:pt x="845" y="0"/>
                  </a:moveTo>
                  <a:cubicBezTo>
                    <a:pt x="698" y="0"/>
                    <a:pt x="549" y="27"/>
                    <a:pt x="419" y="82"/>
                  </a:cubicBezTo>
                  <a:cubicBezTo>
                    <a:pt x="101" y="232"/>
                    <a:pt x="1" y="484"/>
                    <a:pt x="218" y="668"/>
                  </a:cubicBezTo>
                  <a:cubicBezTo>
                    <a:pt x="335" y="785"/>
                    <a:pt x="532" y="845"/>
                    <a:pt x="739" y="845"/>
                  </a:cubicBezTo>
                  <a:cubicBezTo>
                    <a:pt x="887" y="845"/>
                    <a:pt x="1040" y="814"/>
                    <a:pt x="1172" y="751"/>
                  </a:cubicBezTo>
                  <a:cubicBezTo>
                    <a:pt x="1490" y="617"/>
                    <a:pt x="1591" y="366"/>
                    <a:pt x="1390" y="165"/>
                  </a:cubicBezTo>
                  <a:cubicBezTo>
                    <a:pt x="1261" y="57"/>
                    <a:pt x="1056" y="0"/>
                    <a:pt x="8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9" name="Google Shape;10919;p29"/>
            <p:cNvSpPr/>
            <p:nvPr/>
          </p:nvSpPr>
          <p:spPr>
            <a:xfrm>
              <a:off x="1940075" y="2072950"/>
              <a:ext cx="39775" cy="21200"/>
            </a:xfrm>
            <a:custGeom>
              <a:avLst/>
              <a:gdLst/>
              <a:ahLst/>
              <a:cxnLst/>
              <a:rect l="l" t="t" r="r" b="b"/>
              <a:pathLst>
                <a:path w="1591" h="848" extrusionOk="0">
                  <a:moveTo>
                    <a:pt x="761" y="189"/>
                  </a:moveTo>
                  <a:cubicBezTo>
                    <a:pt x="895" y="189"/>
                    <a:pt x="1019" y="227"/>
                    <a:pt x="1089" y="307"/>
                  </a:cubicBezTo>
                  <a:cubicBezTo>
                    <a:pt x="1223" y="424"/>
                    <a:pt x="1172" y="591"/>
                    <a:pt x="972" y="675"/>
                  </a:cubicBezTo>
                  <a:cubicBezTo>
                    <a:pt x="884" y="709"/>
                    <a:pt x="788" y="726"/>
                    <a:pt x="697" y="726"/>
                  </a:cubicBezTo>
                  <a:cubicBezTo>
                    <a:pt x="563" y="726"/>
                    <a:pt x="439" y="688"/>
                    <a:pt x="369" y="608"/>
                  </a:cubicBezTo>
                  <a:cubicBezTo>
                    <a:pt x="218" y="491"/>
                    <a:pt x="285" y="324"/>
                    <a:pt x="486" y="240"/>
                  </a:cubicBezTo>
                  <a:cubicBezTo>
                    <a:pt x="574" y="206"/>
                    <a:pt x="670" y="189"/>
                    <a:pt x="761" y="189"/>
                  </a:cubicBezTo>
                  <a:close/>
                  <a:moveTo>
                    <a:pt x="838" y="1"/>
                  </a:moveTo>
                  <a:cubicBezTo>
                    <a:pt x="694" y="1"/>
                    <a:pt x="547" y="29"/>
                    <a:pt x="419" y="89"/>
                  </a:cubicBezTo>
                  <a:cubicBezTo>
                    <a:pt x="118" y="240"/>
                    <a:pt x="1" y="491"/>
                    <a:pt x="218" y="675"/>
                  </a:cubicBezTo>
                  <a:cubicBezTo>
                    <a:pt x="338" y="785"/>
                    <a:pt x="536" y="847"/>
                    <a:pt x="748" y="847"/>
                  </a:cubicBezTo>
                  <a:cubicBezTo>
                    <a:pt x="890" y="847"/>
                    <a:pt x="1038" y="819"/>
                    <a:pt x="1172" y="759"/>
                  </a:cubicBezTo>
                  <a:cubicBezTo>
                    <a:pt x="1490" y="608"/>
                    <a:pt x="1591" y="357"/>
                    <a:pt x="1390" y="173"/>
                  </a:cubicBezTo>
                  <a:cubicBezTo>
                    <a:pt x="1260" y="63"/>
                    <a:pt x="1052" y="1"/>
                    <a:pt x="8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0" name="Google Shape;10920;p29"/>
            <p:cNvSpPr/>
            <p:nvPr/>
          </p:nvSpPr>
          <p:spPr>
            <a:xfrm>
              <a:off x="1617025" y="2131550"/>
              <a:ext cx="39775" cy="21175"/>
            </a:xfrm>
            <a:custGeom>
              <a:avLst/>
              <a:gdLst/>
              <a:ahLst/>
              <a:cxnLst/>
              <a:rect l="l" t="t" r="r" b="b"/>
              <a:pathLst>
                <a:path w="1591" h="847" extrusionOk="0">
                  <a:moveTo>
                    <a:pt x="748" y="188"/>
                  </a:moveTo>
                  <a:cubicBezTo>
                    <a:pt x="881" y="188"/>
                    <a:pt x="1009" y="226"/>
                    <a:pt x="1089" y="306"/>
                  </a:cubicBezTo>
                  <a:cubicBezTo>
                    <a:pt x="1206" y="423"/>
                    <a:pt x="1172" y="591"/>
                    <a:pt x="955" y="675"/>
                  </a:cubicBezTo>
                  <a:cubicBezTo>
                    <a:pt x="874" y="708"/>
                    <a:pt x="782" y="726"/>
                    <a:pt x="692" y="726"/>
                  </a:cubicBezTo>
                  <a:cubicBezTo>
                    <a:pt x="560" y="726"/>
                    <a:pt x="432" y="687"/>
                    <a:pt x="352" y="608"/>
                  </a:cubicBezTo>
                  <a:cubicBezTo>
                    <a:pt x="235" y="507"/>
                    <a:pt x="268" y="340"/>
                    <a:pt x="486" y="239"/>
                  </a:cubicBezTo>
                  <a:cubicBezTo>
                    <a:pt x="567" y="206"/>
                    <a:pt x="659" y="188"/>
                    <a:pt x="748" y="188"/>
                  </a:cubicBezTo>
                  <a:close/>
                  <a:moveTo>
                    <a:pt x="836" y="0"/>
                  </a:moveTo>
                  <a:cubicBezTo>
                    <a:pt x="694" y="0"/>
                    <a:pt x="547" y="28"/>
                    <a:pt x="419" y="89"/>
                  </a:cubicBezTo>
                  <a:cubicBezTo>
                    <a:pt x="101" y="239"/>
                    <a:pt x="1" y="490"/>
                    <a:pt x="201" y="675"/>
                  </a:cubicBezTo>
                  <a:cubicBezTo>
                    <a:pt x="332" y="785"/>
                    <a:pt x="540" y="847"/>
                    <a:pt x="754" y="847"/>
                  </a:cubicBezTo>
                  <a:cubicBezTo>
                    <a:pt x="898" y="847"/>
                    <a:pt x="1044" y="819"/>
                    <a:pt x="1172" y="758"/>
                  </a:cubicBezTo>
                  <a:cubicBezTo>
                    <a:pt x="1490" y="608"/>
                    <a:pt x="1591" y="356"/>
                    <a:pt x="1373" y="172"/>
                  </a:cubicBezTo>
                  <a:cubicBezTo>
                    <a:pt x="1253" y="62"/>
                    <a:pt x="1049"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1" name="Google Shape;10921;p29"/>
            <p:cNvSpPr/>
            <p:nvPr/>
          </p:nvSpPr>
          <p:spPr>
            <a:xfrm>
              <a:off x="1915800" y="2325300"/>
              <a:ext cx="102975" cy="63825"/>
            </a:xfrm>
            <a:custGeom>
              <a:avLst/>
              <a:gdLst/>
              <a:ahLst/>
              <a:cxnLst/>
              <a:rect l="l" t="t" r="r" b="b"/>
              <a:pathLst>
                <a:path w="4119" h="2553" extrusionOk="0">
                  <a:moveTo>
                    <a:pt x="2123" y="1"/>
                  </a:moveTo>
                  <a:cubicBezTo>
                    <a:pt x="1197" y="1"/>
                    <a:pt x="376" y="423"/>
                    <a:pt x="202" y="1026"/>
                  </a:cubicBezTo>
                  <a:cubicBezTo>
                    <a:pt x="1" y="1712"/>
                    <a:pt x="637" y="2399"/>
                    <a:pt x="1758" y="2532"/>
                  </a:cubicBezTo>
                  <a:cubicBezTo>
                    <a:pt x="1877" y="2546"/>
                    <a:pt x="1994" y="2553"/>
                    <a:pt x="2109" y="2553"/>
                  </a:cubicBezTo>
                  <a:cubicBezTo>
                    <a:pt x="3130" y="2553"/>
                    <a:pt x="3976" y="2036"/>
                    <a:pt x="4052" y="1344"/>
                  </a:cubicBezTo>
                  <a:cubicBezTo>
                    <a:pt x="4119" y="624"/>
                    <a:pt x="3298" y="38"/>
                    <a:pt x="2277" y="5"/>
                  </a:cubicBezTo>
                  <a:cubicBezTo>
                    <a:pt x="2225" y="2"/>
                    <a:pt x="2174"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2" name="Google Shape;10922;p29"/>
            <p:cNvSpPr/>
            <p:nvPr/>
          </p:nvSpPr>
          <p:spPr>
            <a:xfrm>
              <a:off x="1914125" y="2319800"/>
              <a:ext cx="102975" cy="64725"/>
            </a:xfrm>
            <a:custGeom>
              <a:avLst/>
              <a:gdLst/>
              <a:ahLst/>
              <a:cxnLst/>
              <a:rect l="l" t="t" r="r" b="b"/>
              <a:pathLst>
                <a:path w="4119" h="2589" extrusionOk="0">
                  <a:moveTo>
                    <a:pt x="2084" y="1"/>
                  </a:moveTo>
                  <a:cubicBezTo>
                    <a:pt x="1201" y="1"/>
                    <a:pt x="389" y="420"/>
                    <a:pt x="202" y="1028"/>
                  </a:cubicBezTo>
                  <a:cubicBezTo>
                    <a:pt x="1" y="1731"/>
                    <a:pt x="654" y="2418"/>
                    <a:pt x="1742" y="2568"/>
                  </a:cubicBezTo>
                  <a:cubicBezTo>
                    <a:pt x="1860" y="2582"/>
                    <a:pt x="1977" y="2588"/>
                    <a:pt x="2092" y="2588"/>
                  </a:cubicBezTo>
                  <a:cubicBezTo>
                    <a:pt x="3113" y="2588"/>
                    <a:pt x="3960" y="2070"/>
                    <a:pt x="4035" y="1363"/>
                  </a:cubicBezTo>
                  <a:cubicBezTo>
                    <a:pt x="4119" y="660"/>
                    <a:pt x="3298" y="74"/>
                    <a:pt x="2277" y="7"/>
                  </a:cubicBezTo>
                  <a:cubicBezTo>
                    <a:pt x="2213" y="3"/>
                    <a:pt x="2148"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3" name="Google Shape;10923;p29"/>
            <p:cNvSpPr/>
            <p:nvPr/>
          </p:nvSpPr>
          <p:spPr>
            <a:xfrm>
              <a:off x="1935900" y="2342675"/>
              <a:ext cx="74500" cy="32450"/>
            </a:xfrm>
            <a:custGeom>
              <a:avLst/>
              <a:gdLst/>
              <a:ahLst/>
              <a:cxnLst/>
              <a:rect l="l" t="t" r="r" b="b"/>
              <a:pathLst>
                <a:path w="2980" h="1298" extrusionOk="0">
                  <a:moveTo>
                    <a:pt x="2578" y="0"/>
                  </a:moveTo>
                  <a:cubicBezTo>
                    <a:pt x="2321" y="0"/>
                    <a:pt x="1915" y="255"/>
                    <a:pt x="1390" y="398"/>
                  </a:cubicBezTo>
                  <a:cubicBezTo>
                    <a:pt x="653" y="582"/>
                    <a:pt x="0" y="482"/>
                    <a:pt x="118" y="850"/>
                  </a:cubicBezTo>
                  <a:cubicBezTo>
                    <a:pt x="188" y="1131"/>
                    <a:pt x="553" y="1297"/>
                    <a:pt x="1041" y="1297"/>
                  </a:cubicBezTo>
                  <a:cubicBezTo>
                    <a:pt x="1251" y="1297"/>
                    <a:pt x="1483" y="1267"/>
                    <a:pt x="1724" y="1201"/>
                  </a:cubicBezTo>
                  <a:cubicBezTo>
                    <a:pt x="2494" y="1001"/>
                    <a:pt x="2980" y="515"/>
                    <a:pt x="2812" y="147"/>
                  </a:cubicBezTo>
                  <a:cubicBezTo>
                    <a:pt x="2760" y="41"/>
                    <a:pt x="2681" y="0"/>
                    <a:pt x="257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4" name="Google Shape;10924;p29"/>
            <p:cNvSpPr/>
            <p:nvPr/>
          </p:nvSpPr>
          <p:spPr>
            <a:xfrm>
              <a:off x="1922925" y="2326950"/>
              <a:ext cx="70325" cy="26825"/>
            </a:xfrm>
            <a:custGeom>
              <a:avLst/>
              <a:gdLst/>
              <a:ahLst/>
              <a:cxnLst/>
              <a:rect l="l" t="t" r="r" b="b"/>
              <a:pathLst>
                <a:path w="2813" h="1073" extrusionOk="0">
                  <a:moveTo>
                    <a:pt x="1787" y="1"/>
                  </a:moveTo>
                  <a:cubicBezTo>
                    <a:pt x="1477" y="1"/>
                    <a:pt x="1127" y="64"/>
                    <a:pt x="821" y="190"/>
                  </a:cubicBezTo>
                  <a:cubicBezTo>
                    <a:pt x="235" y="408"/>
                    <a:pt x="0" y="776"/>
                    <a:pt x="319" y="993"/>
                  </a:cubicBezTo>
                  <a:cubicBezTo>
                    <a:pt x="394" y="1049"/>
                    <a:pt x="465" y="1073"/>
                    <a:pt x="538" y="1073"/>
                  </a:cubicBezTo>
                  <a:cubicBezTo>
                    <a:pt x="770" y="1073"/>
                    <a:pt x="1019" y="833"/>
                    <a:pt x="1490" y="642"/>
                  </a:cubicBezTo>
                  <a:cubicBezTo>
                    <a:pt x="2076" y="408"/>
                    <a:pt x="2813" y="357"/>
                    <a:pt x="2444" y="140"/>
                  </a:cubicBezTo>
                  <a:cubicBezTo>
                    <a:pt x="2290" y="47"/>
                    <a:pt x="2053" y="1"/>
                    <a:pt x="1787"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5" name="Google Shape;10925;p29"/>
            <p:cNvSpPr/>
            <p:nvPr/>
          </p:nvSpPr>
          <p:spPr>
            <a:xfrm>
              <a:off x="1951000" y="2359725"/>
              <a:ext cx="9200" cy="8875"/>
            </a:xfrm>
            <a:custGeom>
              <a:avLst/>
              <a:gdLst/>
              <a:ahLst/>
              <a:cxnLst/>
              <a:rect l="l" t="t" r="r" b="b"/>
              <a:pathLst>
                <a:path w="368" h="355" extrusionOk="0">
                  <a:moveTo>
                    <a:pt x="217" y="0"/>
                  </a:moveTo>
                  <a:lnTo>
                    <a:pt x="200" y="17"/>
                  </a:lnTo>
                  <a:cubicBezTo>
                    <a:pt x="200" y="17"/>
                    <a:pt x="1" y="354"/>
                    <a:pt x="159" y="354"/>
                  </a:cubicBezTo>
                  <a:cubicBezTo>
                    <a:pt x="166" y="354"/>
                    <a:pt x="174" y="353"/>
                    <a:pt x="183" y="352"/>
                  </a:cubicBezTo>
                  <a:cubicBezTo>
                    <a:pt x="367" y="352"/>
                    <a:pt x="300" y="218"/>
                    <a:pt x="2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6" name="Google Shape;10926;p29"/>
            <p:cNvSpPr/>
            <p:nvPr/>
          </p:nvSpPr>
          <p:spPr>
            <a:xfrm>
              <a:off x="1962700" y="2359300"/>
              <a:ext cx="8800" cy="8600"/>
            </a:xfrm>
            <a:custGeom>
              <a:avLst/>
              <a:gdLst/>
              <a:ahLst/>
              <a:cxnLst/>
              <a:rect l="l" t="t" r="r" b="b"/>
              <a:pathLst>
                <a:path w="352" h="344" extrusionOk="0">
                  <a:moveTo>
                    <a:pt x="117" y="1"/>
                  </a:moveTo>
                  <a:lnTo>
                    <a:pt x="100" y="17"/>
                  </a:lnTo>
                  <a:cubicBezTo>
                    <a:pt x="100" y="17"/>
                    <a:pt x="1" y="343"/>
                    <a:pt x="128" y="343"/>
                  </a:cubicBezTo>
                  <a:cubicBezTo>
                    <a:pt x="139" y="343"/>
                    <a:pt x="152" y="341"/>
                    <a:pt x="167" y="336"/>
                  </a:cubicBezTo>
                  <a:cubicBezTo>
                    <a:pt x="351" y="269"/>
                    <a:pt x="251" y="168"/>
                    <a:pt x="1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7" name="Google Shape;10927;p29"/>
            <p:cNvSpPr/>
            <p:nvPr/>
          </p:nvSpPr>
          <p:spPr>
            <a:xfrm>
              <a:off x="1976425" y="2356800"/>
              <a:ext cx="8875" cy="8500"/>
            </a:xfrm>
            <a:custGeom>
              <a:avLst/>
              <a:gdLst/>
              <a:ahLst/>
              <a:cxnLst/>
              <a:rect l="l" t="t" r="r" b="b"/>
              <a:pathLst>
                <a:path w="355" h="340" extrusionOk="0">
                  <a:moveTo>
                    <a:pt x="120" y="0"/>
                  </a:moveTo>
                  <a:lnTo>
                    <a:pt x="103" y="17"/>
                  </a:lnTo>
                  <a:cubicBezTo>
                    <a:pt x="103" y="17"/>
                    <a:pt x="1" y="340"/>
                    <a:pt x="125" y="340"/>
                  </a:cubicBezTo>
                  <a:cubicBezTo>
                    <a:pt x="133" y="340"/>
                    <a:pt x="143" y="338"/>
                    <a:pt x="154" y="335"/>
                  </a:cubicBezTo>
                  <a:cubicBezTo>
                    <a:pt x="355" y="268"/>
                    <a:pt x="237" y="168"/>
                    <a:pt x="1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8" name="Google Shape;10928;p29"/>
            <p:cNvSpPr/>
            <p:nvPr/>
          </p:nvSpPr>
          <p:spPr>
            <a:xfrm>
              <a:off x="1989875" y="2351350"/>
              <a:ext cx="8825" cy="6800"/>
            </a:xfrm>
            <a:custGeom>
              <a:avLst/>
              <a:gdLst/>
              <a:ahLst/>
              <a:cxnLst/>
              <a:rect l="l" t="t" r="r" b="b"/>
              <a:pathLst>
                <a:path w="353" h="272" extrusionOk="0">
                  <a:moveTo>
                    <a:pt x="17" y="1"/>
                  </a:moveTo>
                  <a:lnTo>
                    <a:pt x="1" y="51"/>
                  </a:lnTo>
                  <a:cubicBezTo>
                    <a:pt x="1" y="51"/>
                    <a:pt x="43" y="272"/>
                    <a:pt x="135" y="272"/>
                  </a:cubicBezTo>
                  <a:cubicBezTo>
                    <a:pt x="159" y="272"/>
                    <a:pt x="187" y="257"/>
                    <a:pt x="218" y="218"/>
                  </a:cubicBezTo>
                  <a:cubicBezTo>
                    <a:pt x="352" y="1"/>
                    <a:pt x="218" y="1"/>
                    <a:pt x="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9" name="Google Shape;10929;p29"/>
            <p:cNvSpPr/>
            <p:nvPr/>
          </p:nvSpPr>
          <p:spPr>
            <a:xfrm>
              <a:off x="1935900" y="2341875"/>
              <a:ext cx="5875" cy="5750"/>
            </a:xfrm>
            <a:custGeom>
              <a:avLst/>
              <a:gdLst/>
              <a:ahLst/>
              <a:cxnLst/>
              <a:rect l="l" t="t" r="r" b="b"/>
              <a:pathLst>
                <a:path w="235" h="230" extrusionOk="0">
                  <a:moveTo>
                    <a:pt x="174" y="1"/>
                  </a:moveTo>
                  <a:cubicBezTo>
                    <a:pt x="159" y="1"/>
                    <a:pt x="140" y="9"/>
                    <a:pt x="118" y="28"/>
                  </a:cubicBezTo>
                  <a:cubicBezTo>
                    <a:pt x="0" y="112"/>
                    <a:pt x="235" y="229"/>
                    <a:pt x="235" y="229"/>
                  </a:cubicBezTo>
                  <a:cubicBezTo>
                    <a:pt x="235" y="100"/>
                    <a:pt x="225" y="1"/>
                    <a:pt x="1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0" name="Google Shape;10930;p29"/>
            <p:cNvSpPr/>
            <p:nvPr/>
          </p:nvSpPr>
          <p:spPr>
            <a:xfrm>
              <a:off x="1943000" y="2337700"/>
              <a:ext cx="6900" cy="6575"/>
            </a:xfrm>
            <a:custGeom>
              <a:avLst/>
              <a:gdLst/>
              <a:ahLst/>
              <a:cxnLst/>
              <a:rect l="l" t="t" r="r" b="b"/>
              <a:pathLst>
                <a:path w="276" h="263" extrusionOk="0">
                  <a:moveTo>
                    <a:pt x="179" y="0"/>
                  </a:moveTo>
                  <a:cubicBezTo>
                    <a:pt x="162" y="0"/>
                    <a:pt x="142" y="4"/>
                    <a:pt x="118" y="11"/>
                  </a:cubicBezTo>
                  <a:cubicBezTo>
                    <a:pt x="1" y="61"/>
                    <a:pt x="202" y="262"/>
                    <a:pt x="202" y="262"/>
                  </a:cubicBezTo>
                  <a:lnTo>
                    <a:pt x="219" y="262"/>
                  </a:lnTo>
                  <a:cubicBezTo>
                    <a:pt x="247" y="119"/>
                    <a:pt x="276" y="0"/>
                    <a:pt x="1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1" name="Google Shape;10931;p29"/>
            <p:cNvSpPr/>
            <p:nvPr/>
          </p:nvSpPr>
          <p:spPr>
            <a:xfrm>
              <a:off x="1953475" y="2332375"/>
              <a:ext cx="8100" cy="6875"/>
            </a:xfrm>
            <a:custGeom>
              <a:avLst/>
              <a:gdLst/>
              <a:ahLst/>
              <a:cxnLst/>
              <a:rect l="l" t="t" r="r" b="b"/>
              <a:pathLst>
                <a:path w="324" h="275" extrusionOk="0">
                  <a:moveTo>
                    <a:pt x="217" y="1"/>
                  </a:moveTo>
                  <a:cubicBezTo>
                    <a:pt x="203" y="1"/>
                    <a:pt x="187" y="3"/>
                    <a:pt x="168" y="6"/>
                  </a:cubicBezTo>
                  <a:cubicBezTo>
                    <a:pt x="0" y="73"/>
                    <a:pt x="218" y="274"/>
                    <a:pt x="218" y="274"/>
                  </a:cubicBezTo>
                  <a:lnTo>
                    <a:pt x="251" y="274"/>
                  </a:lnTo>
                  <a:cubicBezTo>
                    <a:pt x="281" y="111"/>
                    <a:pt x="324" y="1"/>
                    <a:pt x="2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2" name="Google Shape;10932;p29"/>
            <p:cNvSpPr/>
            <p:nvPr/>
          </p:nvSpPr>
          <p:spPr>
            <a:xfrm>
              <a:off x="1967425" y="2330500"/>
              <a:ext cx="9925" cy="6650"/>
            </a:xfrm>
            <a:custGeom>
              <a:avLst/>
              <a:gdLst/>
              <a:ahLst/>
              <a:cxnLst/>
              <a:rect l="l" t="t" r="r" b="b"/>
              <a:pathLst>
                <a:path w="397" h="266" extrusionOk="0">
                  <a:moveTo>
                    <a:pt x="132" y="0"/>
                  </a:moveTo>
                  <a:cubicBezTo>
                    <a:pt x="0" y="0"/>
                    <a:pt x="78" y="249"/>
                    <a:pt x="78" y="249"/>
                  </a:cubicBezTo>
                  <a:lnTo>
                    <a:pt x="112" y="266"/>
                  </a:lnTo>
                  <a:cubicBezTo>
                    <a:pt x="279" y="165"/>
                    <a:pt x="396" y="81"/>
                    <a:pt x="196" y="15"/>
                  </a:cubicBezTo>
                  <a:cubicBezTo>
                    <a:pt x="170" y="5"/>
                    <a:pt x="149" y="0"/>
                    <a:pt x="1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3" name="Google Shape;10933;p29"/>
            <p:cNvSpPr/>
            <p:nvPr/>
          </p:nvSpPr>
          <p:spPr>
            <a:xfrm>
              <a:off x="1703225" y="2215300"/>
              <a:ext cx="102975" cy="63875"/>
            </a:xfrm>
            <a:custGeom>
              <a:avLst/>
              <a:gdLst/>
              <a:ahLst/>
              <a:cxnLst/>
              <a:rect l="l" t="t" r="r" b="b"/>
              <a:pathLst>
                <a:path w="4119" h="2555" extrusionOk="0">
                  <a:moveTo>
                    <a:pt x="2172" y="1"/>
                  </a:moveTo>
                  <a:cubicBezTo>
                    <a:pt x="1242" y="1"/>
                    <a:pt x="396" y="427"/>
                    <a:pt x="218" y="1024"/>
                  </a:cubicBezTo>
                  <a:cubicBezTo>
                    <a:pt x="1" y="1727"/>
                    <a:pt x="654" y="2413"/>
                    <a:pt x="1758" y="2530"/>
                  </a:cubicBezTo>
                  <a:cubicBezTo>
                    <a:pt x="1886" y="2547"/>
                    <a:pt x="2012" y="2554"/>
                    <a:pt x="2136" y="2554"/>
                  </a:cubicBezTo>
                  <a:cubicBezTo>
                    <a:pt x="3148" y="2554"/>
                    <a:pt x="3994" y="2028"/>
                    <a:pt x="4068" y="1342"/>
                  </a:cubicBezTo>
                  <a:cubicBezTo>
                    <a:pt x="4118" y="639"/>
                    <a:pt x="3315" y="53"/>
                    <a:pt x="2277" y="3"/>
                  </a:cubicBezTo>
                  <a:cubicBezTo>
                    <a:pt x="2242" y="1"/>
                    <a:pt x="2207" y="1"/>
                    <a:pt x="21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4" name="Google Shape;10934;p29"/>
            <p:cNvSpPr/>
            <p:nvPr/>
          </p:nvSpPr>
          <p:spPr>
            <a:xfrm>
              <a:off x="1702400" y="2209300"/>
              <a:ext cx="105900" cy="62475"/>
            </a:xfrm>
            <a:custGeom>
              <a:avLst/>
              <a:gdLst/>
              <a:ahLst/>
              <a:cxnLst/>
              <a:rect l="l" t="t" r="r" b="b"/>
              <a:pathLst>
                <a:path w="4236" h="2499" extrusionOk="0">
                  <a:moveTo>
                    <a:pt x="1913" y="0"/>
                  </a:moveTo>
                  <a:cubicBezTo>
                    <a:pt x="1319" y="0"/>
                    <a:pt x="769" y="196"/>
                    <a:pt x="452" y="544"/>
                  </a:cubicBezTo>
                  <a:cubicBezTo>
                    <a:pt x="0" y="1046"/>
                    <a:pt x="201" y="1766"/>
                    <a:pt x="954" y="2184"/>
                  </a:cubicBezTo>
                  <a:cubicBezTo>
                    <a:pt x="1333" y="2393"/>
                    <a:pt x="1790" y="2498"/>
                    <a:pt x="2232" y="2498"/>
                  </a:cubicBezTo>
                  <a:cubicBezTo>
                    <a:pt x="2747" y="2498"/>
                    <a:pt x="3241" y="2355"/>
                    <a:pt x="3566" y="2067"/>
                  </a:cubicBezTo>
                  <a:cubicBezTo>
                    <a:pt x="4235" y="1481"/>
                    <a:pt x="3951" y="628"/>
                    <a:pt x="2963" y="209"/>
                  </a:cubicBezTo>
                  <a:cubicBezTo>
                    <a:pt x="2623" y="67"/>
                    <a:pt x="2261" y="0"/>
                    <a:pt x="19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5" name="Google Shape;10935;p29"/>
            <p:cNvSpPr/>
            <p:nvPr/>
          </p:nvSpPr>
          <p:spPr>
            <a:xfrm>
              <a:off x="1745075" y="2215525"/>
              <a:ext cx="42300" cy="47075"/>
            </a:xfrm>
            <a:custGeom>
              <a:avLst/>
              <a:gdLst/>
              <a:ahLst/>
              <a:cxnLst/>
              <a:rect l="l" t="t" r="r" b="b"/>
              <a:pathLst>
                <a:path w="1692" h="1883" extrusionOk="0">
                  <a:moveTo>
                    <a:pt x="608" y="1"/>
                  </a:moveTo>
                  <a:cubicBezTo>
                    <a:pt x="214" y="1"/>
                    <a:pt x="482" y="450"/>
                    <a:pt x="436" y="914"/>
                  </a:cubicBezTo>
                  <a:cubicBezTo>
                    <a:pt x="386" y="1416"/>
                    <a:pt x="1" y="1734"/>
                    <a:pt x="519" y="1852"/>
                  </a:cubicBezTo>
                  <a:cubicBezTo>
                    <a:pt x="607" y="1872"/>
                    <a:pt x="694" y="1882"/>
                    <a:pt x="777" y="1882"/>
                  </a:cubicBezTo>
                  <a:cubicBezTo>
                    <a:pt x="1233" y="1882"/>
                    <a:pt x="1601" y="1585"/>
                    <a:pt x="1658" y="1132"/>
                  </a:cubicBezTo>
                  <a:cubicBezTo>
                    <a:pt x="1691" y="596"/>
                    <a:pt x="1273" y="94"/>
                    <a:pt x="720" y="10"/>
                  </a:cubicBezTo>
                  <a:cubicBezTo>
                    <a:pt x="678" y="4"/>
                    <a:pt x="641" y="1"/>
                    <a:pt x="60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6" name="Google Shape;10936;p29"/>
            <p:cNvSpPr/>
            <p:nvPr/>
          </p:nvSpPr>
          <p:spPr>
            <a:xfrm>
              <a:off x="1715775" y="2220325"/>
              <a:ext cx="33925" cy="40375"/>
            </a:xfrm>
            <a:custGeom>
              <a:avLst/>
              <a:gdLst/>
              <a:ahLst/>
              <a:cxnLst/>
              <a:rect l="l" t="t" r="r" b="b"/>
              <a:pathLst>
                <a:path w="1357" h="1615" extrusionOk="0">
                  <a:moveTo>
                    <a:pt x="803" y="1"/>
                  </a:moveTo>
                  <a:cubicBezTo>
                    <a:pt x="771" y="1"/>
                    <a:pt x="733" y="7"/>
                    <a:pt x="687" y="19"/>
                  </a:cubicBezTo>
                  <a:cubicBezTo>
                    <a:pt x="269" y="103"/>
                    <a:pt x="1" y="521"/>
                    <a:pt x="68" y="940"/>
                  </a:cubicBezTo>
                  <a:cubicBezTo>
                    <a:pt x="130" y="1328"/>
                    <a:pt x="451" y="1615"/>
                    <a:pt x="831" y="1615"/>
                  </a:cubicBezTo>
                  <a:cubicBezTo>
                    <a:pt x="861" y="1615"/>
                    <a:pt x="891" y="1613"/>
                    <a:pt x="922" y="1609"/>
                  </a:cubicBezTo>
                  <a:cubicBezTo>
                    <a:pt x="1357" y="1542"/>
                    <a:pt x="1005" y="1224"/>
                    <a:pt x="938" y="789"/>
                  </a:cubicBezTo>
                  <a:cubicBezTo>
                    <a:pt x="894" y="402"/>
                    <a:pt x="1061" y="1"/>
                    <a:pt x="80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7" name="Google Shape;10937;p29"/>
            <p:cNvSpPr/>
            <p:nvPr/>
          </p:nvSpPr>
          <p:spPr>
            <a:xfrm>
              <a:off x="1760975" y="2250925"/>
              <a:ext cx="13000" cy="4775"/>
            </a:xfrm>
            <a:custGeom>
              <a:avLst/>
              <a:gdLst/>
              <a:ahLst/>
              <a:cxnLst/>
              <a:rect l="l" t="t" r="r" b="b"/>
              <a:pathLst>
                <a:path w="520" h="191" extrusionOk="0">
                  <a:moveTo>
                    <a:pt x="1" y="0"/>
                  </a:moveTo>
                  <a:cubicBezTo>
                    <a:pt x="1" y="0"/>
                    <a:pt x="250" y="190"/>
                    <a:pt x="379" y="190"/>
                  </a:cubicBezTo>
                  <a:cubicBezTo>
                    <a:pt x="403" y="190"/>
                    <a:pt x="423" y="184"/>
                    <a:pt x="436" y="168"/>
                  </a:cubicBezTo>
                  <a:cubicBezTo>
                    <a:pt x="520" y="84"/>
                    <a:pt x="285" y="5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8" name="Google Shape;10938;p29"/>
            <p:cNvSpPr/>
            <p:nvPr/>
          </p:nvSpPr>
          <p:spPr>
            <a:xfrm>
              <a:off x="1763075" y="2244650"/>
              <a:ext cx="11400" cy="4575"/>
            </a:xfrm>
            <a:custGeom>
              <a:avLst/>
              <a:gdLst/>
              <a:ahLst/>
              <a:cxnLst/>
              <a:rect l="l" t="t" r="r" b="b"/>
              <a:pathLst>
                <a:path w="456" h="183" extrusionOk="0">
                  <a:moveTo>
                    <a:pt x="0" y="0"/>
                  </a:moveTo>
                  <a:lnTo>
                    <a:pt x="17" y="17"/>
                  </a:lnTo>
                  <a:cubicBezTo>
                    <a:pt x="17" y="17"/>
                    <a:pt x="314" y="182"/>
                    <a:pt x="418" y="182"/>
                  </a:cubicBezTo>
                  <a:cubicBezTo>
                    <a:pt x="442" y="182"/>
                    <a:pt x="455" y="173"/>
                    <a:pt x="452" y="151"/>
                  </a:cubicBezTo>
                  <a:cubicBezTo>
                    <a:pt x="452" y="17"/>
                    <a:pt x="25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9" name="Google Shape;10939;p29"/>
            <p:cNvSpPr/>
            <p:nvPr/>
          </p:nvSpPr>
          <p:spPr>
            <a:xfrm>
              <a:off x="1765175" y="2235850"/>
              <a:ext cx="11400" cy="4575"/>
            </a:xfrm>
            <a:custGeom>
              <a:avLst/>
              <a:gdLst/>
              <a:ahLst/>
              <a:cxnLst/>
              <a:rect l="l" t="t" r="r" b="b"/>
              <a:pathLst>
                <a:path w="456" h="183" extrusionOk="0">
                  <a:moveTo>
                    <a:pt x="0" y="1"/>
                  </a:moveTo>
                  <a:lnTo>
                    <a:pt x="17" y="18"/>
                  </a:lnTo>
                  <a:cubicBezTo>
                    <a:pt x="17" y="18"/>
                    <a:pt x="314" y="183"/>
                    <a:pt x="417" y="183"/>
                  </a:cubicBezTo>
                  <a:cubicBezTo>
                    <a:pt x="442" y="183"/>
                    <a:pt x="455" y="174"/>
                    <a:pt x="452" y="152"/>
                  </a:cubicBezTo>
                  <a:cubicBezTo>
                    <a:pt x="452" y="1"/>
                    <a:pt x="251" y="1"/>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0" name="Google Shape;10940;p29"/>
            <p:cNvSpPr/>
            <p:nvPr/>
          </p:nvSpPr>
          <p:spPr>
            <a:xfrm>
              <a:off x="1763075" y="2224625"/>
              <a:ext cx="10075" cy="4875"/>
            </a:xfrm>
            <a:custGeom>
              <a:avLst/>
              <a:gdLst/>
              <a:ahLst/>
              <a:cxnLst/>
              <a:rect l="l" t="t" r="r" b="b"/>
              <a:pathLst>
                <a:path w="403" h="195" extrusionOk="0">
                  <a:moveTo>
                    <a:pt x="137" y="1"/>
                  </a:moveTo>
                  <a:cubicBezTo>
                    <a:pt x="83" y="1"/>
                    <a:pt x="47" y="50"/>
                    <a:pt x="0" y="115"/>
                  </a:cubicBezTo>
                  <a:lnTo>
                    <a:pt x="34" y="132"/>
                  </a:lnTo>
                  <a:cubicBezTo>
                    <a:pt x="34" y="132"/>
                    <a:pt x="248" y="194"/>
                    <a:pt x="339" y="194"/>
                  </a:cubicBezTo>
                  <a:cubicBezTo>
                    <a:pt x="390" y="194"/>
                    <a:pt x="402" y="175"/>
                    <a:pt x="318" y="115"/>
                  </a:cubicBezTo>
                  <a:cubicBezTo>
                    <a:pt x="236" y="33"/>
                    <a:pt x="181" y="1"/>
                    <a:pt x="1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1" name="Google Shape;10941;p29"/>
            <p:cNvSpPr/>
            <p:nvPr/>
          </p:nvSpPr>
          <p:spPr>
            <a:xfrm>
              <a:off x="1729425" y="2250075"/>
              <a:ext cx="8975" cy="2725"/>
            </a:xfrm>
            <a:custGeom>
              <a:avLst/>
              <a:gdLst/>
              <a:ahLst/>
              <a:cxnLst/>
              <a:rect l="l" t="t" r="r" b="b"/>
              <a:pathLst>
                <a:path w="359" h="109" extrusionOk="0">
                  <a:moveTo>
                    <a:pt x="34" y="1"/>
                  </a:moveTo>
                  <a:cubicBezTo>
                    <a:pt x="6" y="1"/>
                    <a:pt x="0" y="15"/>
                    <a:pt x="24" y="51"/>
                  </a:cubicBezTo>
                  <a:cubicBezTo>
                    <a:pt x="61" y="98"/>
                    <a:pt x="160" y="108"/>
                    <a:pt x="241" y="108"/>
                  </a:cubicBezTo>
                  <a:cubicBezTo>
                    <a:pt x="306" y="108"/>
                    <a:pt x="359" y="101"/>
                    <a:pt x="359" y="101"/>
                  </a:cubicBezTo>
                  <a:cubicBezTo>
                    <a:pt x="208" y="48"/>
                    <a:pt x="85" y="1"/>
                    <a:pt x="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2" name="Google Shape;10942;p29"/>
            <p:cNvSpPr/>
            <p:nvPr/>
          </p:nvSpPr>
          <p:spPr>
            <a:xfrm>
              <a:off x="1727775" y="2243525"/>
              <a:ext cx="8550" cy="3475"/>
            </a:xfrm>
            <a:custGeom>
              <a:avLst/>
              <a:gdLst/>
              <a:ahLst/>
              <a:cxnLst/>
              <a:rect l="l" t="t" r="r" b="b"/>
              <a:pathLst>
                <a:path w="342" h="139" extrusionOk="0">
                  <a:moveTo>
                    <a:pt x="41" y="0"/>
                  </a:moveTo>
                  <a:cubicBezTo>
                    <a:pt x="14" y="0"/>
                    <a:pt x="1" y="13"/>
                    <a:pt x="6" y="45"/>
                  </a:cubicBezTo>
                  <a:cubicBezTo>
                    <a:pt x="6" y="122"/>
                    <a:pt x="116" y="138"/>
                    <a:pt x="209" y="138"/>
                  </a:cubicBezTo>
                  <a:cubicBezTo>
                    <a:pt x="280" y="138"/>
                    <a:pt x="341" y="129"/>
                    <a:pt x="341" y="129"/>
                  </a:cubicBezTo>
                  <a:cubicBezTo>
                    <a:pt x="216" y="61"/>
                    <a:pt x="98" y="0"/>
                    <a:pt x="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3" name="Google Shape;10943;p29"/>
            <p:cNvSpPr/>
            <p:nvPr/>
          </p:nvSpPr>
          <p:spPr>
            <a:xfrm>
              <a:off x="1724575" y="2234775"/>
              <a:ext cx="9650" cy="3850"/>
            </a:xfrm>
            <a:custGeom>
              <a:avLst/>
              <a:gdLst/>
              <a:ahLst/>
              <a:cxnLst/>
              <a:rect l="l" t="t" r="r" b="b"/>
              <a:pathLst>
                <a:path w="386" h="154" extrusionOk="0">
                  <a:moveTo>
                    <a:pt x="60" y="0"/>
                  </a:moveTo>
                  <a:cubicBezTo>
                    <a:pt x="22" y="0"/>
                    <a:pt x="0" y="19"/>
                    <a:pt x="0" y="61"/>
                  </a:cubicBezTo>
                  <a:cubicBezTo>
                    <a:pt x="20" y="137"/>
                    <a:pt x="143" y="154"/>
                    <a:pt x="244" y="154"/>
                  </a:cubicBezTo>
                  <a:cubicBezTo>
                    <a:pt x="321" y="154"/>
                    <a:pt x="385" y="144"/>
                    <a:pt x="385" y="144"/>
                  </a:cubicBezTo>
                  <a:cubicBezTo>
                    <a:pt x="246" y="59"/>
                    <a:pt x="127" y="0"/>
                    <a:pt x="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4" name="Google Shape;10944;p29"/>
            <p:cNvSpPr/>
            <p:nvPr/>
          </p:nvSpPr>
          <p:spPr>
            <a:xfrm>
              <a:off x="1724150" y="2226725"/>
              <a:ext cx="12175" cy="4975"/>
            </a:xfrm>
            <a:custGeom>
              <a:avLst/>
              <a:gdLst/>
              <a:ahLst/>
              <a:cxnLst/>
              <a:rect l="l" t="t" r="r" b="b"/>
              <a:pathLst>
                <a:path w="487" h="199" extrusionOk="0">
                  <a:moveTo>
                    <a:pt x="284" y="1"/>
                  </a:moveTo>
                  <a:cubicBezTo>
                    <a:pt x="252" y="1"/>
                    <a:pt x="214" y="10"/>
                    <a:pt x="168" y="31"/>
                  </a:cubicBezTo>
                  <a:cubicBezTo>
                    <a:pt x="1" y="98"/>
                    <a:pt x="436" y="198"/>
                    <a:pt x="436" y="198"/>
                  </a:cubicBezTo>
                  <a:lnTo>
                    <a:pt x="486" y="198"/>
                  </a:lnTo>
                  <a:cubicBezTo>
                    <a:pt x="423" y="86"/>
                    <a:pt x="379" y="1"/>
                    <a:pt x="2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5" name="Google Shape;10945;p29"/>
            <p:cNvSpPr/>
            <p:nvPr/>
          </p:nvSpPr>
          <p:spPr>
            <a:xfrm>
              <a:off x="2077750" y="2173475"/>
              <a:ext cx="92500" cy="63850"/>
            </a:xfrm>
            <a:custGeom>
              <a:avLst/>
              <a:gdLst/>
              <a:ahLst/>
              <a:cxnLst/>
              <a:rect l="l" t="t" r="r" b="b"/>
              <a:pathLst>
                <a:path w="3700" h="2554" extrusionOk="0">
                  <a:moveTo>
                    <a:pt x="1752" y="0"/>
                  </a:moveTo>
                  <a:cubicBezTo>
                    <a:pt x="1721" y="0"/>
                    <a:pt x="1689" y="1"/>
                    <a:pt x="1658" y="2"/>
                  </a:cubicBezTo>
                  <a:cubicBezTo>
                    <a:pt x="737" y="52"/>
                    <a:pt x="1" y="638"/>
                    <a:pt x="84" y="1341"/>
                  </a:cubicBezTo>
                  <a:cubicBezTo>
                    <a:pt x="144" y="2027"/>
                    <a:pt x="895" y="2554"/>
                    <a:pt x="1804" y="2554"/>
                  </a:cubicBezTo>
                  <a:cubicBezTo>
                    <a:pt x="1915" y="2554"/>
                    <a:pt x="2028" y="2546"/>
                    <a:pt x="2143" y="2529"/>
                  </a:cubicBezTo>
                  <a:cubicBezTo>
                    <a:pt x="3114" y="2412"/>
                    <a:pt x="3700" y="1726"/>
                    <a:pt x="3516" y="1023"/>
                  </a:cubicBezTo>
                  <a:cubicBezTo>
                    <a:pt x="3338" y="426"/>
                    <a:pt x="2585" y="0"/>
                    <a:pt x="17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6" name="Google Shape;10946;p29"/>
            <p:cNvSpPr/>
            <p:nvPr/>
          </p:nvSpPr>
          <p:spPr>
            <a:xfrm>
              <a:off x="2079000" y="2168325"/>
              <a:ext cx="92525" cy="64400"/>
            </a:xfrm>
            <a:custGeom>
              <a:avLst/>
              <a:gdLst/>
              <a:ahLst/>
              <a:cxnLst/>
              <a:rect l="l" t="t" r="r" b="b"/>
              <a:pathLst>
                <a:path w="3701" h="2576" extrusionOk="0">
                  <a:moveTo>
                    <a:pt x="1821" y="0"/>
                  </a:moveTo>
                  <a:cubicBezTo>
                    <a:pt x="1762" y="0"/>
                    <a:pt x="1702" y="2"/>
                    <a:pt x="1641" y="7"/>
                  </a:cubicBezTo>
                  <a:cubicBezTo>
                    <a:pt x="721" y="57"/>
                    <a:pt x="1" y="643"/>
                    <a:pt x="51" y="1363"/>
                  </a:cubicBezTo>
                  <a:cubicBezTo>
                    <a:pt x="111" y="2049"/>
                    <a:pt x="888" y="2576"/>
                    <a:pt x="1779" y="2576"/>
                  </a:cubicBezTo>
                  <a:cubicBezTo>
                    <a:pt x="1888" y="2576"/>
                    <a:pt x="1999" y="2568"/>
                    <a:pt x="2110" y="2551"/>
                  </a:cubicBezTo>
                  <a:cubicBezTo>
                    <a:pt x="3114" y="2401"/>
                    <a:pt x="3700" y="1714"/>
                    <a:pt x="3516" y="1028"/>
                  </a:cubicBezTo>
                  <a:cubicBezTo>
                    <a:pt x="3360" y="420"/>
                    <a:pt x="2637" y="0"/>
                    <a:pt x="18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7" name="Google Shape;10947;p29"/>
            <p:cNvSpPr/>
            <p:nvPr/>
          </p:nvSpPr>
          <p:spPr>
            <a:xfrm>
              <a:off x="2084450" y="2191025"/>
              <a:ext cx="66975" cy="32100"/>
            </a:xfrm>
            <a:custGeom>
              <a:avLst/>
              <a:gdLst/>
              <a:ahLst/>
              <a:cxnLst/>
              <a:rect l="l" t="t" r="r" b="b"/>
              <a:pathLst>
                <a:path w="2679" h="1284" extrusionOk="0">
                  <a:moveTo>
                    <a:pt x="373" y="1"/>
                  </a:moveTo>
                  <a:cubicBezTo>
                    <a:pt x="284" y="1"/>
                    <a:pt x="215" y="39"/>
                    <a:pt x="168" y="137"/>
                  </a:cubicBezTo>
                  <a:cubicBezTo>
                    <a:pt x="1" y="522"/>
                    <a:pt x="453" y="990"/>
                    <a:pt x="1156" y="1208"/>
                  </a:cubicBezTo>
                  <a:cubicBezTo>
                    <a:pt x="1347" y="1259"/>
                    <a:pt x="1535" y="1283"/>
                    <a:pt x="1710" y="1283"/>
                  </a:cubicBezTo>
                  <a:cubicBezTo>
                    <a:pt x="2163" y="1283"/>
                    <a:pt x="2523" y="1122"/>
                    <a:pt x="2595" y="857"/>
                  </a:cubicBezTo>
                  <a:cubicBezTo>
                    <a:pt x="2679" y="472"/>
                    <a:pt x="2126" y="572"/>
                    <a:pt x="1457" y="388"/>
                  </a:cubicBezTo>
                  <a:cubicBezTo>
                    <a:pt x="974" y="255"/>
                    <a:pt x="604" y="1"/>
                    <a:pt x="37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8" name="Google Shape;10948;p29"/>
            <p:cNvSpPr/>
            <p:nvPr/>
          </p:nvSpPr>
          <p:spPr>
            <a:xfrm>
              <a:off x="2100775" y="2174625"/>
              <a:ext cx="62375" cy="27025"/>
            </a:xfrm>
            <a:custGeom>
              <a:avLst/>
              <a:gdLst/>
              <a:ahLst/>
              <a:cxnLst/>
              <a:rect l="l" t="t" r="r" b="b"/>
              <a:pathLst>
                <a:path w="2495" h="1081" extrusionOk="0">
                  <a:moveTo>
                    <a:pt x="918" y="1"/>
                  </a:moveTo>
                  <a:cubicBezTo>
                    <a:pt x="680" y="1"/>
                    <a:pt x="465" y="47"/>
                    <a:pt x="318" y="140"/>
                  </a:cubicBezTo>
                  <a:cubicBezTo>
                    <a:pt x="0" y="358"/>
                    <a:pt x="653" y="425"/>
                    <a:pt x="1172" y="642"/>
                  </a:cubicBezTo>
                  <a:cubicBezTo>
                    <a:pt x="1599" y="836"/>
                    <a:pt x="1826" y="1081"/>
                    <a:pt x="2039" y="1081"/>
                  </a:cubicBezTo>
                  <a:cubicBezTo>
                    <a:pt x="2101" y="1081"/>
                    <a:pt x="2162" y="1060"/>
                    <a:pt x="2227" y="1010"/>
                  </a:cubicBezTo>
                  <a:cubicBezTo>
                    <a:pt x="2494" y="793"/>
                    <a:pt x="2277" y="425"/>
                    <a:pt x="1775" y="190"/>
                  </a:cubicBezTo>
                  <a:cubicBezTo>
                    <a:pt x="1504" y="64"/>
                    <a:pt x="1195" y="1"/>
                    <a:pt x="91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9" name="Google Shape;10949;p29"/>
            <p:cNvSpPr/>
            <p:nvPr/>
          </p:nvSpPr>
          <p:spPr>
            <a:xfrm>
              <a:off x="2130475" y="2208250"/>
              <a:ext cx="7975" cy="8800"/>
            </a:xfrm>
            <a:custGeom>
              <a:avLst/>
              <a:gdLst/>
              <a:ahLst/>
              <a:cxnLst/>
              <a:rect l="l" t="t" r="r" b="b"/>
              <a:pathLst>
                <a:path w="319" h="352" extrusionOk="0">
                  <a:moveTo>
                    <a:pt x="135" y="0"/>
                  </a:moveTo>
                  <a:lnTo>
                    <a:pt x="135" y="0"/>
                  </a:lnTo>
                  <a:cubicBezTo>
                    <a:pt x="68" y="201"/>
                    <a:pt x="1" y="352"/>
                    <a:pt x="168" y="352"/>
                  </a:cubicBezTo>
                  <a:cubicBezTo>
                    <a:pt x="319" y="352"/>
                    <a:pt x="151" y="17"/>
                    <a:pt x="151" y="17"/>
                  </a:cubicBezTo>
                  <a:lnTo>
                    <a:pt x="1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0" name="Google Shape;10950;p29"/>
            <p:cNvSpPr/>
            <p:nvPr/>
          </p:nvSpPr>
          <p:spPr>
            <a:xfrm>
              <a:off x="2120025" y="2206975"/>
              <a:ext cx="7875" cy="8700"/>
            </a:xfrm>
            <a:custGeom>
              <a:avLst/>
              <a:gdLst/>
              <a:ahLst/>
              <a:cxnLst/>
              <a:rect l="l" t="t" r="r" b="b"/>
              <a:pathLst>
                <a:path w="315" h="348" extrusionOk="0">
                  <a:moveTo>
                    <a:pt x="201" y="1"/>
                  </a:moveTo>
                  <a:cubicBezTo>
                    <a:pt x="84" y="168"/>
                    <a:pt x="0" y="269"/>
                    <a:pt x="168" y="336"/>
                  </a:cubicBezTo>
                  <a:cubicBezTo>
                    <a:pt x="184" y="344"/>
                    <a:pt x="197" y="347"/>
                    <a:pt x="208" y="347"/>
                  </a:cubicBezTo>
                  <a:cubicBezTo>
                    <a:pt x="314" y="347"/>
                    <a:pt x="218" y="18"/>
                    <a:pt x="218" y="18"/>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1" name="Google Shape;10951;p29"/>
            <p:cNvSpPr/>
            <p:nvPr/>
          </p:nvSpPr>
          <p:spPr>
            <a:xfrm>
              <a:off x="2107050" y="2204475"/>
              <a:ext cx="8275" cy="8675"/>
            </a:xfrm>
            <a:custGeom>
              <a:avLst/>
              <a:gdLst/>
              <a:ahLst/>
              <a:cxnLst/>
              <a:rect l="l" t="t" r="r" b="b"/>
              <a:pathLst>
                <a:path w="331" h="347" extrusionOk="0">
                  <a:moveTo>
                    <a:pt x="218" y="0"/>
                  </a:moveTo>
                  <a:cubicBezTo>
                    <a:pt x="101" y="168"/>
                    <a:pt x="0" y="268"/>
                    <a:pt x="168" y="335"/>
                  </a:cubicBezTo>
                  <a:cubicBezTo>
                    <a:pt x="185" y="343"/>
                    <a:pt x="200" y="347"/>
                    <a:pt x="212" y="347"/>
                  </a:cubicBezTo>
                  <a:cubicBezTo>
                    <a:pt x="331" y="347"/>
                    <a:pt x="235" y="17"/>
                    <a:pt x="235" y="17"/>
                  </a:cubicBezTo>
                  <a:lnTo>
                    <a:pt x="2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2" name="Google Shape;10952;p29"/>
            <p:cNvSpPr/>
            <p:nvPr/>
          </p:nvSpPr>
          <p:spPr>
            <a:xfrm>
              <a:off x="2095750" y="2199875"/>
              <a:ext cx="7550" cy="6375"/>
            </a:xfrm>
            <a:custGeom>
              <a:avLst/>
              <a:gdLst/>
              <a:ahLst/>
              <a:cxnLst/>
              <a:rect l="l" t="t" r="r" b="b"/>
              <a:pathLst>
                <a:path w="302" h="255" extrusionOk="0">
                  <a:moveTo>
                    <a:pt x="285" y="0"/>
                  </a:moveTo>
                  <a:cubicBezTo>
                    <a:pt x="118" y="0"/>
                    <a:pt x="1" y="0"/>
                    <a:pt x="118" y="201"/>
                  </a:cubicBezTo>
                  <a:cubicBezTo>
                    <a:pt x="145" y="239"/>
                    <a:pt x="170" y="255"/>
                    <a:pt x="191" y="255"/>
                  </a:cubicBezTo>
                  <a:cubicBezTo>
                    <a:pt x="270" y="255"/>
                    <a:pt x="302" y="34"/>
                    <a:pt x="302" y="34"/>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3" name="Google Shape;10953;p29"/>
            <p:cNvSpPr/>
            <p:nvPr/>
          </p:nvSpPr>
          <p:spPr>
            <a:xfrm>
              <a:off x="2146375" y="2190025"/>
              <a:ext cx="5050" cy="6100"/>
            </a:xfrm>
            <a:custGeom>
              <a:avLst/>
              <a:gdLst/>
              <a:ahLst/>
              <a:cxnLst/>
              <a:rect l="l" t="t" r="r" b="b"/>
              <a:pathLst>
                <a:path w="202" h="244" extrusionOk="0">
                  <a:moveTo>
                    <a:pt x="50" y="0"/>
                  </a:moveTo>
                  <a:cubicBezTo>
                    <a:pt x="1" y="0"/>
                    <a:pt x="1" y="112"/>
                    <a:pt x="1" y="244"/>
                  </a:cubicBezTo>
                  <a:cubicBezTo>
                    <a:pt x="1" y="244"/>
                    <a:pt x="202" y="93"/>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4" name="Google Shape;10954;p29"/>
            <p:cNvSpPr/>
            <p:nvPr/>
          </p:nvSpPr>
          <p:spPr>
            <a:xfrm>
              <a:off x="2139125" y="2186175"/>
              <a:ext cx="6025" cy="6200"/>
            </a:xfrm>
            <a:custGeom>
              <a:avLst/>
              <a:gdLst/>
              <a:ahLst/>
              <a:cxnLst/>
              <a:rect l="l" t="t" r="r" b="b"/>
              <a:pathLst>
                <a:path w="241" h="248" extrusionOk="0">
                  <a:moveTo>
                    <a:pt x="72" y="1"/>
                  </a:moveTo>
                  <a:cubicBezTo>
                    <a:pt x="0" y="1"/>
                    <a:pt x="28" y="106"/>
                    <a:pt x="57" y="247"/>
                  </a:cubicBezTo>
                  <a:cubicBezTo>
                    <a:pt x="57" y="247"/>
                    <a:pt x="241" y="63"/>
                    <a:pt x="123" y="13"/>
                  </a:cubicBezTo>
                  <a:cubicBezTo>
                    <a:pt x="102" y="5"/>
                    <a:pt x="85" y="1"/>
                    <a:pt x="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5" name="Google Shape;10955;p29"/>
            <p:cNvSpPr/>
            <p:nvPr/>
          </p:nvSpPr>
          <p:spPr>
            <a:xfrm>
              <a:off x="2129325" y="2180050"/>
              <a:ext cx="7050" cy="7300"/>
            </a:xfrm>
            <a:custGeom>
              <a:avLst/>
              <a:gdLst/>
              <a:ahLst/>
              <a:cxnLst/>
              <a:rect l="l" t="t" r="r" b="b"/>
              <a:pathLst>
                <a:path w="282" h="292" extrusionOk="0">
                  <a:moveTo>
                    <a:pt x="90" y="1"/>
                  </a:moveTo>
                  <a:cubicBezTo>
                    <a:pt x="1" y="1"/>
                    <a:pt x="17" y="113"/>
                    <a:pt x="47" y="291"/>
                  </a:cubicBezTo>
                  <a:lnTo>
                    <a:pt x="80" y="291"/>
                  </a:lnTo>
                  <a:cubicBezTo>
                    <a:pt x="80" y="291"/>
                    <a:pt x="281" y="74"/>
                    <a:pt x="130" y="7"/>
                  </a:cubicBezTo>
                  <a:cubicBezTo>
                    <a:pt x="115" y="3"/>
                    <a:pt x="102"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6" name="Google Shape;10956;p29"/>
            <p:cNvSpPr/>
            <p:nvPr/>
          </p:nvSpPr>
          <p:spPr>
            <a:xfrm>
              <a:off x="2115000" y="2179025"/>
              <a:ext cx="8350" cy="6650"/>
            </a:xfrm>
            <a:custGeom>
              <a:avLst/>
              <a:gdLst/>
              <a:ahLst/>
              <a:cxnLst/>
              <a:rect l="l" t="t" r="r" b="b"/>
              <a:pathLst>
                <a:path w="334" h="266" extrusionOk="0">
                  <a:moveTo>
                    <a:pt x="222" y="0"/>
                  </a:moveTo>
                  <a:cubicBezTo>
                    <a:pt x="207" y="0"/>
                    <a:pt x="189" y="4"/>
                    <a:pt x="168" y="14"/>
                  </a:cubicBezTo>
                  <a:cubicBezTo>
                    <a:pt x="0" y="81"/>
                    <a:pt x="101" y="165"/>
                    <a:pt x="252" y="265"/>
                  </a:cubicBezTo>
                  <a:lnTo>
                    <a:pt x="268" y="249"/>
                  </a:lnTo>
                  <a:cubicBezTo>
                    <a:pt x="268" y="249"/>
                    <a:pt x="334"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7" name="Google Shape;10957;p29"/>
            <p:cNvSpPr/>
            <p:nvPr/>
          </p:nvSpPr>
          <p:spPr>
            <a:xfrm>
              <a:off x="2301625" y="2252500"/>
              <a:ext cx="92525" cy="63925"/>
            </a:xfrm>
            <a:custGeom>
              <a:avLst/>
              <a:gdLst/>
              <a:ahLst/>
              <a:cxnLst/>
              <a:rect l="l" t="t" r="r" b="b"/>
              <a:pathLst>
                <a:path w="3701" h="2557" extrusionOk="0">
                  <a:moveTo>
                    <a:pt x="1790" y="1"/>
                  </a:moveTo>
                  <a:cubicBezTo>
                    <a:pt x="1746" y="1"/>
                    <a:pt x="1702" y="2"/>
                    <a:pt x="1658" y="4"/>
                  </a:cubicBezTo>
                  <a:cubicBezTo>
                    <a:pt x="737" y="71"/>
                    <a:pt x="1" y="657"/>
                    <a:pt x="85" y="1344"/>
                  </a:cubicBezTo>
                  <a:cubicBezTo>
                    <a:pt x="144" y="2030"/>
                    <a:pt x="895" y="2556"/>
                    <a:pt x="1804" y="2556"/>
                  </a:cubicBezTo>
                  <a:cubicBezTo>
                    <a:pt x="1915" y="2556"/>
                    <a:pt x="2029" y="2548"/>
                    <a:pt x="2143" y="2532"/>
                  </a:cubicBezTo>
                  <a:cubicBezTo>
                    <a:pt x="3114" y="2415"/>
                    <a:pt x="3700" y="1712"/>
                    <a:pt x="3516" y="1025"/>
                  </a:cubicBezTo>
                  <a:cubicBezTo>
                    <a:pt x="3341" y="438"/>
                    <a:pt x="2609" y="1"/>
                    <a:pt x="17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8" name="Google Shape;10958;p29"/>
            <p:cNvSpPr/>
            <p:nvPr/>
          </p:nvSpPr>
          <p:spPr>
            <a:xfrm>
              <a:off x="2302900" y="2247050"/>
              <a:ext cx="92500" cy="64775"/>
            </a:xfrm>
            <a:custGeom>
              <a:avLst/>
              <a:gdLst/>
              <a:ahLst/>
              <a:cxnLst/>
              <a:rect l="l" t="t" r="r" b="b"/>
              <a:pathLst>
                <a:path w="3700" h="2591" extrusionOk="0">
                  <a:moveTo>
                    <a:pt x="1780" y="1"/>
                  </a:moveTo>
                  <a:cubicBezTo>
                    <a:pt x="1733" y="1"/>
                    <a:pt x="1687" y="2"/>
                    <a:pt x="1640" y="5"/>
                  </a:cubicBezTo>
                  <a:cubicBezTo>
                    <a:pt x="720" y="72"/>
                    <a:pt x="0" y="658"/>
                    <a:pt x="50" y="1377"/>
                  </a:cubicBezTo>
                  <a:cubicBezTo>
                    <a:pt x="110" y="2063"/>
                    <a:pt x="887" y="2590"/>
                    <a:pt x="1778" y="2590"/>
                  </a:cubicBezTo>
                  <a:cubicBezTo>
                    <a:pt x="1887" y="2590"/>
                    <a:pt x="1998" y="2582"/>
                    <a:pt x="2109" y="2566"/>
                  </a:cubicBezTo>
                  <a:cubicBezTo>
                    <a:pt x="3113" y="2415"/>
                    <a:pt x="3699" y="1729"/>
                    <a:pt x="3515" y="1043"/>
                  </a:cubicBezTo>
                  <a:cubicBezTo>
                    <a:pt x="3357" y="424"/>
                    <a:pt x="2612" y="1"/>
                    <a:pt x="17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9" name="Google Shape;10959;p29"/>
            <p:cNvSpPr/>
            <p:nvPr/>
          </p:nvSpPr>
          <p:spPr>
            <a:xfrm>
              <a:off x="2308325" y="2270125"/>
              <a:ext cx="66975" cy="32325"/>
            </a:xfrm>
            <a:custGeom>
              <a:avLst/>
              <a:gdLst/>
              <a:ahLst/>
              <a:cxnLst/>
              <a:rect l="l" t="t" r="r" b="b"/>
              <a:pathLst>
                <a:path w="2679" h="1293" extrusionOk="0">
                  <a:moveTo>
                    <a:pt x="373" y="0"/>
                  </a:moveTo>
                  <a:cubicBezTo>
                    <a:pt x="284" y="0"/>
                    <a:pt x="215" y="38"/>
                    <a:pt x="168" y="136"/>
                  </a:cubicBezTo>
                  <a:cubicBezTo>
                    <a:pt x="1" y="505"/>
                    <a:pt x="453" y="990"/>
                    <a:pt x="1156" y="1208"/>
                  </a:cubicBezTo>
                  <a:cubicBezTo>
                    <a:pt x="1353" y="1265"/>
                    <a:pt x="1548" y="1293"/>
                    <a:pt x="1727" y="1293"/>
                  </a:cubicBezTo>
                  <a:cubicBezTo>
                    <a:pt x="2172" y="1293"/>
                    <a:pt x="2524" y="1125"/>
                    <a:pt x="2595" y="839"/>
                  </a:cubicBezTo>
                  <a:cubicBezTo>
                    <a:pt x="2679" y="471"/>
                    <a:pt x="2126" y="572"/>
                    <a:pt x="1457" y="387"/>
                  </a:cubicBezTo>
                  <a:cubicBezTo>
                    <a:pt x="974" y="255"/>
                    <a:pt x="605" y="0"/>
                    <a:pt x="373"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0" name="Google Shape;10960;p29"/>
            <p:cNvSpPr/>
            <p:nvPr/>
          </p:nvSpPr>
          <p:spPr>
            <a:xfrm>
              <a:off x="2324650" y="2254150"/>
              <a:ext cx="62375" cy="27000"/>
            </a:xfrm>
            <a:custGeom>
              <a:avLst/>
              <a:gdLst/>
              <a:ahLst/>
              <a:cxnLst/>
              <a:rect l="l" t="t" r="r" b="b"/>
              <a:pathLst>
                <a:path w="2495" h="1080" extrusionOk="0">
                  <a:moveTo>
                    <a:pt x="918" y="0"/>
                  </a:moveTo>
                  <a:cubicBezTo>
                    <a:pt x="680" y="0"/>
                    <a:pt x="465" y="47"/>
                    <a:pt x="319" y="139"/>
                  </a:cubicBezTo>
                  <a:cubicBezTo>
                    <a:pt x="0" y="357"/>
                    <a:pt x="653" y="424"/>
                    <a:pt x="1172" y="641"/>
                  </a:cubicBezTo>
                  <a:cubicBezTo>
                    <a:pt x="1599" y="836"/>
                    <a:pt x="1826" y="1080"/>
                    <a:pt x="2039" y="1080"/>
                  </a:cubicBezTo>
                  <a:cubicBezTo>
                    <a:pt x="2101" y="1080"/>
                    <a:pt x="2162" y="1059"/>
                    <a:pt x="2227" y="1010"/>
                  </a:cubicBezTo>
                  <a:cubicBezTo>
                    <a:pt x="2495" y="775"/>
                    <a:pt x="2277" y="424"/>
                    <a:pt x="1775" y="189"/>
                  </a:cubicBezTo>
                  <a:cubicBezTo>
                    <a:pt x="1504" y="63"/>
                    <a:pt x="1195" y="0"/>
                    <a:pt x="918"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1" name="Google Shape;10961;p29"/>
            <p:cNvSpPr/>
            <p:nvPr/>
          </p:nvSpPr>
          <p:spPr>
            <a:xfrm>
              <a:off x="2353950" y="2286900"/>
              <a:ext cx="8175" cy="9250"/>
            </a:xfrm>
            <a:custGeom>
              <a:avLst/>
              <a:gdLst/>
              <a:ahLst/>
              <a:cxnLst/>
              <a:rect l="l" t="t" r="r" b="b"/>
              <a:pathLst>
                <a:path w="327" h="370" extrusionOk="0">
                  <a:moveTo>
                    <a:pt x="134" y="1"/>
                  </a:moveTo>
                  <a:cubicBezTo>
                    <a:pt x="67" y="219"/>
                    <a:pt x="0" y="369"/>
                    <a:pt x="168" y="369"/>
                  </a:cubicBezTo>
                  <a:cubicBezTo>
                    <a:pt x="171" y="370"/>
                    <a:pt x="175" y="370"/>
                    <a:pt x="179" y="370"/>
                  </a:cubicBezTo>
                  <a:cubicBezTo>
                    <a:pt x="327" y="370"/>
                    <a:pt x="151" y="34"/>
                    <a:pt x="151" y="34"/>
                  </a:cubicBezTo>
                  <a:lnTo>
                    <a:pt x="1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2" name="Google Shape;10962;p29"/>
            <p:cNvSpPr/>
            <p:nvPr/>
          </p:nvSpPr>
          <p:spPr>
            <a:xfrm>
              <a:off x="2343900" y="2286500"/>
              <a:ext cx="7950" cy="8575"/>
            </a:xfrm>
            <a:custGeom>
              <a:avLst/>
              <a:gdLst/>
              <a:ahLst/>
              <a:cxnLst/>
              <a:rect l="l" t="t" r="r" b="b"/>
              <a:pathLst>
                <a:path w="318" h="343" extrusionOk="0">
                  <a:moveTo>
                    <a:pt x="201" y="0"/>
                  </a:moveTo>
                  <a:cubicBezTo>
                    <a:pt x="84" y="168"/>
                    <a:pt x="0" y="268"/>
                    <a:pt x="168" y="335"/>
                  </a:cubicBezTo>
                  <a:cubicBezTo>
                    <a:pt x="181" y="340"/>
                    <a:pt x="193" y="343"/>
                    <a:pt x="203" y="343"/>
                  </a:cubicBezTo>
                  <a:cubicBezTo>
                    <a:pt x="317" y="343"/>
                    <a:pt x="218" y="17"/>
                    <a:pt x="218" y="17"/>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3" name="Google Shape;10963;p29"/>
            <p:cNvSpPr/>
            <p:nvPr/>
          </p:nvSpPr>
          <p:spPr>
            <a:xfrm>
              <a:off x="2330925" y="2283975"/>
              <a:ext cx="8375" cy="8600"/>
            </a:xfrm>
            <a:custGeom>
              <a:avLst/>
              <a:gdLst/>
              <a:ahLst/>
              <a:cxnLst/>
              <a:rect l="l" t="t" r="r" b="b"/>
              <a:pathLst>
                <a:path w="335" h="344" extrusionOk="0">
                  <a:moveTo>
                    <a:pt x="218" y="1"/>
                  </a:moveTo>
                  <a:cubicBezTo>
                    <a:pt x="101" y="168"/>
                    <a:pt x="1" y="269"/>
                    <a:pt x="168" y="336"/>
                  </a:cubicBezTo>
                  <a:cubicBezTo>
                    <a:pt x="183" y="341"/>
                    <a:pt x="195" y="343"/>
                    <a:pt x="207" y="343"/>
                  </a:cubicBezTo>
                  <a:cubicBezTo>
                    <a:pt x="334" y="343"/>
                    <a:pt x="235" y="18"/>
                    <a:pt x="235" y="18"/>
                  </a:cubicBezTo>
                  <a:lnTo>
                    <a:pt x="21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4" name="Google Shape;10964;p29"/>
            <p:cNvSpPr/>
            <p:nvPr/>
          </p:nvSpPr>
          <p:spPr>
            <a:xfrm>
              <a:off x="2319625" y="2278550"/>
              <a:ext cx="7550" cy="6950"/>
            </a:xfrm>
            <a:custGeom>
              <a:avLst/>
              <a:gdLst/>
              <a:ahLst/>
              <a:cxnLst/>
              <a:rect l="l" t="t" r="r" b="b"/>
              <a:pathLst>
                <a:path w="302" h="278" extrusionOk="0">
                  <a:moveTo>
                    <a:pt x="285" y="0"/>
                  </a:moveTo>
                  <a:cubicBezTo>
                    <a:pt x="118" y="0"/>
                    <a:pt x="1" y="0"/>
                    <a:pt x="118" y="218"/>
                  </a:cubicBezTo>
                  <a:cubicBezTo>
                    <a:pt x="146" y="261"/>
                    <a:pt x="171" y="278"/>
                    <a:pt x="193" y="278"/>
                  </a:cubicBezTo>
                  <a:cubicBezTo>
                    <a:pt x="271" y="278"/>
                    <a:pt x="302" y="50"/>
                    <a:pt x="302" y="50"/>
                  </a:cubicBezTo>
                  <a:lnTo>
                    <a:pt x="2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5" name="Google Shape;10965;p29"/>
            <p:cNvSpPr/>
            <p:nvPr/>
          </p:nvSpPr>
          <p:spPr>
            <a:xfrm>
              <a:off x="2370250" y="2269125"/>
              <a:ext cx="5050" cy="6100"/>
            </a:xfrm>
            <a:custGeom>
              <a:avLst/>
              <a:gdLst/>
              <a:ahLst/>
              <a:cxnLst/>
              <a:rect l="l" t="t" r="r" b="b"/>
              <a:pathLst>
                <a:path w="202" h="244" extrusionOk="0">
                  <a:moveTo>
                    <a:pt x="50" y="0"/>
                  </a:moveTo>
                  <a:cubicBezTo>
                    <a:pt x="1" y="0"/>
                    <a:pt x="1" y="111"/>
                    <a:pt x="1" y="243"/>
                  </a:cubicBezTo>
                  <a:cubicBezTo>
                    <a:pt x="1" y="243"/>
                    <a:pt x="202" y="109"/>
                    <a:pt x="101" y="26"/>
                  </a:cubicBezTo>
                  <a:cubicBezTo>
                    <a:pt x="80" y="8"/>
                    <a:pt x="63" y="0"/>
                    <a:pt x="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6" name="Google Shape;10966;p29"/>
            <p:cNvSpPr/>
            <p:nvPr/>
          </p:nvSpPr>
          <p:spPr>
            <a:xfrm>
              <a:off x="2363025" y="2265125"/>
              <a:ext cx="6000" cy="6325"/>
            </a:xfrm>
            <a:custGeom>
              <a:avLst/>
              <a:gdLst/>
              <a:ahLst/>
              <a:cxnLst/>
              <a:rect l="l" t="t" r="r" b="b"/>
              <a:pathLst>
                <a:path w="240" h="253" extrusionOk="0">
                  <a:moveTo>
                    <a:pt x="66" y="1"/>
                  </a:moveTo>
                  <a:cubicBezTo>
                    <a:pt x="1" y="1"/>
                    <a:pt x="28" y="115"/>
                    <a:pt x="56" y="253"/>
                  </a:cubicBezTo>
                  <a:cubicBezTo>
                    <a:pt x="56" y="253"/>
                    <a:pt x="240" y="69"/>
                    <a:pt x="123" y="18"/>
                  </a:cubicBezTo>
                  <a:cubicBezTo>
                    <a:pt x="98" y="6"/>
                    <a:pt x="80" y="1"/>
                    <a:pt x="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7" name="Google Shape;10967;p29"/>
            <p:cNvSpPr/>
            <p:nvPr/>
          </p:nvSpPr>
          <p:spPr>
            <a:xfrm>
              <a:off x="2353200" y="2259575"/>
              <a:ext cx="7050" cy="7275"/>
            </a:xfrm>
            <a:custGeom>
              <a:avLst/>
              <a:gdLst/>
              <a:ahLst/>
              <a:cxnLst/>
              <a:rect l="l" t="t" r="r" b="b"/>
              <a:pathLst>
                <a:path w="282" h="291" extrusionOk="0">
                  <a:moveTo>
                    <a:pt x="91" y="0"/>
                  </a:moveTo>
                  <a:cubicBezTo>
                    <a:pt x="1" y="0"/>
                    <a:pt x="17" y="113"/>
                    <a:pt x="47" y="291"/>
                  </a:cubicBezTo>
                  <a:lnTo>
                    <a:pt x="80" y="291"/>
                  </a:lnTo>
                  <a:cubicBezTo>
                    <a:pt x="80" y="291"/>
                    <a:pt x="281" y="73"/>
                    <a:pt x="131" y="6"/>
                  </a:cubicBezTo>
                  <a:cubicBezTo>
                    <a:pt x="115" y="2"/>
                    <a:pt x="102"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8" name="Google Shape;10968;p29"/>
            <p:cNvSpPr/>
            <p:nvPr/>
          </p:nvSpPr>
          <p:spPr>
            <a:xfrm>
              <a:off x="2338875" y="2258100"/>
              <a:ext cx="8325" cy="6650"/>
            </a:xfrm>
            <a:custGeom>
              <a:avLst/>
              <a:gdLst/>
              <a:ahLst/>
              <a:cxnLst/>
              <a:rect l="l" t="t" r="r" b="b"/>
              <a:pathLst>
                <a:path w="333" h="266" extrusionOk="0">
                  <a:moveTo>
                    <a:pt x="224" y="0"/>
                  </a:moveTo>
                  <a:cubicBezTo>
                    <a:pt x="209" y="0"/>
                    <a:pt x="190" y="5"/>
                    <a:pt x="168" y="15"/>
                  </a:cubicBezTo>
                  <a:cubicBezTo>
                    <a:pt x="1" y="65"/>
                    <a:pt x="101" y="149"/>
                    <a:pt x="252" y="266"/>
                  </a:cubicBezTo>
                  <a:lnTo>
                    <a:pt x="268" y="232"/>
                  </a:lnTo>
                  <a:cubicBezTo>
                    <a:pt x="268" y="232"/>
                    <a:pt x="333" y="0"/>
                    <a:pt x="2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9" name="Google Shape;10969;p29"/>
            <p:cNvSpPr/>
            <p:nvPr/>
          </p:nvSpPr>
          <p:spPr>
            <a:xfrm>
              <a:off x="1980675" y="2175175"/>
              <a:ext cx="26800" cy="18175"/>
            </a:xfrm>
            <a:custGeom>
              <a:avLst/>
              <a:gdLst/>
              <a:ahLst/>
              <a:cxnLst/>
              <a:rect l="l" t="t" r="r" b="b"/>
              <a:pathLst>
                <a:path w="1072" h="727" extrusionOk="0">
                  <a:moveTo>
                    <a:pt x="0" y="1"/>
                  </a:moveTo>
                  <a:lnTo>
                    <a:pt x="201" y="570"/>
                  </a:lnTo>
                  <a:cubicBezTo>
                    <a:pt x="201" y="570"/>
                    <a:pt x="285" y="726"/>
                    <a:pt x="682" y="726"/>
                  </a:cubicBezTo>
                  <a:cubicBezTo>
                    <a:pt x="788" y="726"/>
                    <a:pt x="917" y="715"/>
                    <a:pt x="1072" y="687"/>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0" name="Google Shape;10970;p29"/>
            <p:cNvSpPr/>
            <p:nvPr/>
          </p:nvSpPr>
          <p:spPr>
            <a:xfrm>
              <a:off x="1985700" y="2156350"/>
              <a:ext cx="17175" cy="28900"/>
            </a:xfrm>
            <a:custGeom>
              <a:avLst/>
              <a:gdLst/>
              <a:ahLst/>
              <a:cxnLst/>
              <a:rect l="l" t="t" r="r" b="b"/>
              <a:pathLst>
                <a:path w="687" h="1156" extrusionOk="0">
                  <a:moveTo>
                    <a:pt x="168" y="1"/>
                  </a:moveTo>
                  <a:lnTo>
                    <a:pt x="17" y="586"/>
                  </a:lnTo>
                  <a:cubicBezTo>
                    <a:pt x="17" y="586"/>
                    <a:pt x="0" y="837"/>
                    <a:pt x="687" y="1156"/>
                  </a:cubicBezTo>
                  <a:lnTo>
                    <a:pt x="1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1" name="Google Shape;10971;p29"/>
            <p:cNvSpPr/>
            <p:nvPr/>
          </p:nvSpPr>
          <p:spPr>
            <a:xfrm>
              <a:off x="1996575" y="2154250"/>
              <a:ext cx="14675" cy="31825"/>
            </a:xfrm>
            <a:custGeom>
              <a:avLst/>
              <a:gdLst/>
              <a:ahLst/>
              <a:cxnLst/>
              <a:rect l="l" t="t" r="r" b="b"/>
              <a:pathLst>
                <a:path w="587" h="1273" extrusionOk="0">
                  <a:moveTo>
                    <a:pt x="586" y="1"/>
                  </a:moveTo>
                  <a:lnTo>
                    <a:pt x="168" y="436"/>
                  </a:lnTo>
                  <a:cubicBezTo>
                    <a:pt x="168" y="436"/>
                    <a:pt x="0" y="654"/>
                    <a:pt x="436" y="1273"/>
                  </a:cubicBezTo>
                  <a:lnTo>
                    <a:pt x="58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2" name="Google Shape;10972;p29"/>
            <p:cNvSpPr/>
            <p:nvPr/>
          </p:nvSpPr>
          <p:spPr>
            <a:xfrm>
              <a:off x="2010375" y="2163050"/>
              <a:ext cx="20950" cy="25125"/>
            </a:xfrm>
            <a:custGeom>
              <a:avLst/>
              <a:gdLst/>
              <a:ahLst/>
              <a:cxnLst/>
              <a:rect l="l" t="t" r="r" b="b"/>
              <a:pathLst>
                <a:path w="838" h="1005" extrusionOk="0">
                  <a:moveTo>
                    <a:pt x="838" y="0"/>
                  </a:moveTo>
                  <a:lnTo>
                    <a:pt x="252" y="151"/>
                  </a:lnTo>
                  <a:cubicBezTo>
                    <a:pt x="252" y="151"/>
                    <a:pt x="1" y="251"/>
                    <a:pt x="34" y="1005"/>
                  </a:cubicBezTo>
                  <a:lnTo>
                    <a:pt x="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3" name="Google Shape;10973;p29"/>
            <p:cNvSpPr/>
            <p:nvPr/>
          </p:nvSpPr>
          <p:spPr>
            <a:xfrm>
              <a:off x="2005775" y="2191500"/>
              <a:ext cx="16775" cy="15925"/>
            </a:xfrm>
            <a:custGeom>
              <a:avLst/>
              <a:gdLst/>
              <a:ahLst/>
              <a:cxnLst/>
              <a:rect l="l" t="t" r="r" b="b"/>
              <a:pathLst>
                <a:path w="671" h="637" extrusionOk="0">
                  <a:moveTo>
                    <a:pt x="17" y="1"/>
                  </a:moveTo>
                  <a:lnTo>
                    <a:pt x="1" y="17"/>
                  </a:lnTo>
                  <a:cubicBezTo>
                    <a:pt x="335" y="101"/>
                    <a:pt x="620" y="637"/>
                    <a:pt x="620" y="637"/>
                  </a:cubicBezTo>
                  <a:lnTo>
                    <a:pt x="670" y="603"/>
                  </a:lnTo>
                  <a:cubicBezTo>
                    <a:pt x="670" y="603"/>
                    <a:pt x="436" y="101"/>
                    <a:pt x="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4" name="Google Shape;10974;p29"/>
            <p:cNvSpPr/>
            <p:nvPr/>
          </p:nvSpPr>
          <p:spPr>
            <a:xfrm>
              <a:off x="2010375" y="2185225"/>
              <a:ext cx="1700" cy="8825"/>
            </a:xfrm>
            <a:custGeom>
              <a:avLst/>
              <a:gdLst/>
              <a:ahLst/>
              <a:cxnLst/>
              <a:rect l="l" t="t" r="r" b="b"/>
              <a:pathLst>
                <a:path w="68" h="353" extrusionOk="0">
                  <a:moveTo>
                    <a:pt x="34" y="1"/>
                  </a:moveTo>
                  <a:cubicBezTo>
                    <a:pt x="18" y="118"/>
                    <a:pt x="1" y="252"/>
                    <a:pt x="18" y="352"/>
                  </a:cubicBezTo>
                  <a:lnTo>
                    <a:pt x="68" y="352"/>
                  </a:lnTo>
                  <a:cubicBezTo>
                    <a:pt x="34" y="218"/>
                    <a:pt x="34" y="101"/>
                    <a:pt x="68"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5" name="Google Shape;10975;p29"/>
            <p:cNvSpPr/>
            <p:nvPr/>
          </p:nvSpPr>
          <p:spPr>
            <a:xfrm>
              <a:off x="2006625" y="2181875"/>
              <a:ext cx="4200" cy="12050"/>
            </a:xfrm>
            <a:custGeom>
              <a:avLst/>
              <a:gdLst/>
              <a:ahLst/>
              <a:cxnLst/>
              <a:rect l="l" t="t" r="r" b="b"/>
              <a:pathLst>
                <a:path w="168" h="482" extrusionOk="0">
                  <a:moveTo>
                    <a:pt x="17" y="1"/>
                  </a:moveTo>
                  <a:lnTo>
                    <a:pt x="0" y="17"/>
                  </a:lnTo>
                  <a:cubicBezTo>
                    <a:pt x="17" y="168"/>
                    <a:pt x="67" y="335"/>
                    <a:pt x="134" y="469"/>
                  </a:cubicBezTo>
                  <a:cubicBezTo>
                    <a:pt x="142" y="478"/>
                    <a:pt x="147" y="482"/>
                    <a:pt x="151" y="482"/>
                  </a:cubicBezTo>
                  <a:cubicBezTo>
                    <a:pt x="155" y="482"/>
                    <a:pt x="159" y="478"/>
                    <a:pt x="168" y="469"/>
                  </a:cubicBezTo>
                  <a:cubicBezTo>
                    <a:pt x="101" y="319"/>
                    <a:pt x="50" y="151"/>
                    <a:pt x="17" y="1"/>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6" name="Google Shape;10976;p29"/>
            <p:cNvSpPr/>
            <p:nvPr/>
          </p:nvSpPr>
          <p:spPr>
            <a:xfrm>
              <a:off x="1998250" y="2181050"/>
              <a:ext cx="12575" cy="13000"/>
            </a:xfrm>
            <a:custGeom>
              <a:avLst/>
              <a:gdLst/>
              <a:ahLst/>
              <a:cxnLst/>
              <a:rect l="l" t="t" r="r" b="b"/>
              <a:pathLst>
                <a:path w="503" h="520" extrusionOk="0">
                  <a:moveTo>
                    <a:pt x="0" y="0"/>
                  </a:moveTo>
                  <a:cubicBezTo>
                    <a:pt x="168" y="117"/>
                    <a:pt x="335" y="301"/>
                    <a:pt x="486" y="519"/>
                  </a:cubicBezTo>
                  <a:cubicBezTo>
                    <a:pt x="486" y="519"/>
                    <a:pt x="486" y="502"/>
                    <a:pt x="503" y="486"/>
                  </a:cubicBezTo>
                  <a:cubicBezTo>
                    <a:pt x="352" y="301"/>
                    <a:pt x="185" y="134"/>
                    <a:pt x="17"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7" name="Google Shape;10977;p29"/>
            <p:cNvSpPr/>
            <p:nvPr/>
          </p:nvSpPr>
          <p:spPr>
            <a:xfrm>
              <a:off x="1644650" y="2400725"/>
              <a:ext cx="33500" cy="14825"/>
            </a:xfrm>
            <a:custGeom>
              <a:avLst/>
              <a:gdLst/>
              <a:ahLst/>
              <a:cxnLst/>
              <a:rect l="l" t="t" r="r" b="b"/>
              <a:pathLst>
                <a:path w="1340" h="593" extrusionOk="0">
                  <a:moveTo>
                    <a:pt x="0" y="1"/>
                  </a:moveTo>
                  <a:lnTo>
                    <a:pt x="302" y="520"/>
                  </a:lnTo>
                  <a:cubicBezTo>
                    <a:pt x="302" y="520"/>
                    <a:pt x="362" y="592"/>
                    <a:pt x="598" y="592"/>
                  </a:cubicBezTo>
                  <a:cubicBezTo>
                    <a:pt x="756" y="592"/>
                    <a:pt x="991" y="560"/>
                    <a:pt x="1339" y="453"/>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8" name="Google Shape;10978;p29"/>
            <p:cNvSpPr/>
            <p:nvPr/>
          </p:nvSpPr>
          <p:spPr>
            <a:xfrm>
              <a:off x="1650925" y="2382750"/>
              <a:ext cx="21375" cy="23450"/>
            </a:xfrm>
            <a:custGeom>
              <a:avLst/>
              <a:gdLst/>
              <a:ahLst/>
              <a:cxnLst/>
              <a:rect l="l" t="t" r="r" b="b"/>
              <a:pathLst>
                <a:path w="855" h="938" extrusionOk="0">
                  <a:moveTo>
                    <a:pt x="218" y="0"/>
                  </a:moveTo>
                  <a:lnTo>
                    <a:pt x="34" y="519"/>
                  </a:lnTo>
                  <a:cubicBezTo>
                    <a:pt x="34" y="519"/>
                    <a:pt x="0" y="770"/>
                    <a:pt x="854" y="937"/>
                  </a:cubicBezTo>
                  <a:lnTo>
                    <a:pt x="2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9" name="Google Shape;10979;p29"/>
            <p:cNvSpPr/>
            <p:nvPr/>
          </p:nvSpPr>
          <p:spPr>
            <a:xfrm>
              <a:off x="1665150" y="2381075"/>
              <a:ext cx="14250" cy="25125"/>
            </a:xfrm>
            <a:custGeom>
              <a:avLst/>
              <a:gdLst/>
              <a:ahLst/>
              <a:cxnLst/>
              <a:rect l="l" t="t" r="r" b="b"/>
              <a:pathLst>
                <a:path w="570" h="1005" extrusionOk="0">
                  <a:moveTo>
                    <a:pt x="570" y="0"/>
                  </a:moveTo>
                  <a:lnTo>
                    <a:pt x="168" y="335"/>
                  </a:lnTo>
                  <a:cubicBezTo>
                    <a:pt x="168" y="335"/>
                    <a:pt x="1" y="536"/>
                    <a:pt x="519" y="1004"/>
                  </a:cubicBezTo>
                  <a:lnTo>
                    <a:pt x="5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0" name="Google Shape;10980;p29"/>
            <p:cNvSpPr/>
            <p:nvPr/>
          </p:nvSpPr>
          <p:spPr>
            <a:xfrm>
              <a:off x="1679375" y="2387350"/>
              <a:ext cx="17600" cy="20525"/>
            </a:xfrm>
            <a:custGeom>
              <a:avLst/>
              <a:gdLst/>
              <a:ahLst/>
              <a:cxnLst/>
              <a:rect l="l" t="t" r="r" b="b"/>
              <a:pathLst>
                <a:path w="704" h="821" extrusionOk="0">
                  <a:moveTo>
                    <a:pt x="704" y="0"/>
                  </a:moveTo>
                  <a:lnTo>
                    <a:pt x="218" y="134"/>
                  </a:lnTo>
                  <a:cubicBezTo>
                    <a:pt x="218" y="134"/>
                    <a:pt x="1" y="218"/>
                    <a:pt x="101" y="820"/>
                  </a:cubicBezTo>
                  <a:lnTo>
                    <a:pt x="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1" name="Google Shape;10981;p29"/>
            <p:cNvSpPr/>
            <p:nvPr/>
          </p:nvSpPr>
          <p:spPr>
            <a:xfrm>
              <a:off x="1676025" y="2411625"/>
              <a:ext cx="18450" cy="10900"/>
            </a:xfrm>
            <a:custGeom>
              <a:avLst/>
              <a:gdLst/>
              <a:ahLst/>
              <a:cxnLst/>
              <a:rect l="l" t="t" r="r" b="b"/>
              <a:pathLst>
                <a:path w="738" h="436" extrusionOk="0">
                  <a:moveTo>
                    <a:pt x="17" y="0"/>
                  </a:moveTo>
                  <a:lnTo>
                    <a:pt x="1" y="17"/>
                  </a:lnTo>
                  <a:cubicBezTo>
                    <a:pt x="386" y="17"/>
                    <a:pt x="720" y="435"/>
                    <a:pt x="720" y="435"/>
                  </a:cubicBezTo>
                  <a:lnTo>
                    <a:pt x="737" y="402"/>
                  </a:lnTo>
                  <a:cubicBezTo>
                    <a:pt x="737" y="402"/>
                    <a:pt x="453" y="17"/>
                    <a:pt x="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2" name="Google Shape;10982;p29"/>
            <p:cNvSpPr/>
            <p:nvPr/>
          </p:nvSpPr>
          <p:spPr>
            <a:xfrm>
              <a:off x="1680625" y="2404925"/>
              <a:ext cx="2125" cy="7550"/>
            </a:xfrm>
            <a:custGeom>
              <a:avLst/>
              <a:gdLst/>
              <a:ahLst/>
              <a:cxnLst/>
              <a:rect l="l" t="t" r="r" b="b"/>
              <a:pathLst>
                <a:path w="85" h="302" extrusionOk="0">
                  <a:moveTo>
                    <a:pt x="34" y="0"/>
                  </a:moveTo>
                  <a:cubicBezTo>
                    <a:pt x="1" y="101"/>
                    <a:pt x="34" y="201"/>
                    <a:pt x="51" y="302"/>
                  </a:cubicBezTo>
                  <a:lnTo>
                    <a:pt x="85" y="302"/>
                  </a:lnTo>
                  <a:cubicBezTo>
                    <a:pt x="68" y="201"/>
                    <a:pt x="51" y="101"/>
                    <a:pt x="51"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3" name="Google Shape;10983;p29"/>
            <p:cNvSpPr/>
            <p:nvPr/>
          </p:nvSpPr>
          <p:spPr>
            <a:xfrm>
              <a:off x="1676450" y="2403675"/>
              <a:ext cx="5475" cy="9650"/>
            </a:xfrm>
            <a:custGeom>
              <a:avLst/>
              <a:gdLst/>
              <a:ahLst/>
              <a:cxnLst/>
              <a:rect l="l" t="t" r="r" b="b"/>
              <a:pathLst>
                <a:path w="219" h="386" extrusionOk="0">
                  <a:moveTo>
                    <a:pt x="34" y="0"/>
                  </a:moveTo>
                  <a:lnTo>
                    <a:pt x="0" y="17"/>
                  </a:lnTo>
                  <a:cubicBezTo>
                    <a:pt x="51" y="151"/>
                    <a:pt x="118" y="268"/>
                    <a:pt x="168" y="385"/>
                  </a:cubicBezTo>
                  <a:cubicBezTo>
                    <a:pt x="201" y="352"/>
                    <a:pt x="218" y="352"/>
                    <a:pt x="218" y="352"/>
                  </a:cubicBezTo>
                  <a:cubicBezTo>
                    <a:pt x="134" y="234"/>
                    <a:pt x="51" y="100"/>
                    <a:pt x="34"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4" name="Google Shape;10984;p29"/>
            <p:cNvSpPr/>
            <p:nvPr/>
          </p:nvSpPr>
          <p:spPr>
            <a:xfrm>
              <a:off x="1667650" y="2403250"/>
              <a:ext cx="14275" cy="10075"/>
            </a:xfrm>
            <a:custGeom>
              <a:avLst/>
              <a:gdLst/>
              <a:ahLst/>
              <a:cxnLst/>
              <a:rect l="l" t="t" r="r" b="b"/>
              <a:pathLst>
                <a:path w="571" h="403" extrusionOk="0">
                  <a:moveTo>
                    <a:pt x="18" y="0"/>
                  </a:moveTo>
                  <a:lnTo>
                    <a:pt x="1" y="17"/>
                  </a:lnTo>
                  <a:cubicBezTo>
                    <a:pt x="185" y="101"/>
                    <a:pt x="386" y="251"/>
                    <a:pt x="553" y="402"/>
                  </a:cubicBezTo>
                  <a:cubicBezTo>
                    <a:pt x="553" y="369"/>
                    <a:pt x="553" y="369"/>
                    <a:pt x="570" y="352"/>
                  </a:cubicBezTo>
                  <a:cubicBezTo>
                    <a:pt x="403" y="235"/>
                    <a:pt x="235" y="101"/>
                    <a:pt x="18" y="0"/>
                  </a:cubicBezTo>
                  <a:close/>
                </a:path>
              </a:pathLst>
            </a:custGeom>
            <a:solidFill>
              <a:srgbClr val="C6AB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5" name="Google Shape;10985;p29"/>
            <p:cNvSpPr/>
            <p:nvPr/>
          </p:nvSpPr>
          <p:spPr>
            <a:xfrm>
              <a:off x="2180700" y="2336700"/>
              <a:ext cx="13825" cy="6300"/>
            </a:xfrm>
            <a:custGeom>
              <a:avLst/>
              <a:gdLst/>
              <a:ahLst/>
              <a:cxnLst/>
              <a:rect l="l" t="t" r="r" b="b"/>
              <a:pathLst>
                <a:path w="553" h="252" extrusionOk="0">
                  <a:moveTo>
                    <a:pt x="285" y="1"/>
                  </a:moveTo>
                  <a:cubicBezTo>
                    <a:pt x="134" y="1"/>
                    <a:pt x="0" y="68"/>
                    <a:pt x="0" y="135"/>
                  </a:cubicBezTo>
                  <a:cubicBezTo>
                    <a:pt x="0" y="185"/>
                    <a:pt x="134" y="252"/>
                    <a:pt x="285" y="252"/>
                  </a:cubicBezTo>
                  <a:cubicBezTo>
                    <a:pt x="452" y="252"/>
                    <a:pt x="553" y="185"/>
                    <a:pt x="553" y="135"/>
                  </a:cubicBezTo>
                  <a:cubicBezTo>
                    <a:pt x="553" y="68"/>
                    <a:pt x="419" y="1"/>
                    <a:pt x="285"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6" name="Google Shape;10986;p29"/>
            <p:cNvSpPr/>
            <p:nvPr/>
          </p:nvSpPr>
          <p:spPr>
            <a:xfrm>
              <a:off x="1963100" y="2132075"/>
              <a:ext cx="24300" cy="11750"/>
            </a:xfrm>
            <a:custGeom>
              <a:avLst/>
              <a:gdLst/>
              <a:ahLst/>
              <a:cxnLst/>
              <a:rect l="l" t="t" r="r" b="b"/>
              <a:pathLst>
                <a:path w="972" h="470" extrusionOk="0">
                  <a:moveTo>
                    <a:pt x="486" y="1"/>
                  </a:moveTo>
                  <a:cubicBezTo>
                    <a:pt x="218" y="1"/>
                    <a:pt x="0" y="101"/>
                    <a:pt x="0" y="235"/>
                  </a:cubicBezTo>
                  <a:cubicBezTo>
                    <a:pt x="0" y="369"/>
                    <a:pt x="218" y="469"/>
                    <a:pt x="486" y="469"/>
                  </a:cubicBezTo>
                  <a:cubicBezTo>
                    <a:pt x="754" y="469"/>
                    <a:pt x="971" y="369"/>
                    <a:pt x="971" y="235"/>
                  </a:cubicBezTo>
                  <a:cubicBezTo>
                    <a:pt x="971" y="101"/>
                    <a:pt x="754" y="1"/>
                    <a:pt x="486"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7" name="Google Shape;10987;p29"/>
            <p:cNvSpPr/>
            <p:nvPr/>
          </p:nvSpPr>
          <p:spPr>
            <a:xfrm>
              <a:off x="2230925" y="2297800"/>
              <a:ext cx="25125" cy="11725"/>
            </a:xfrm>
            <a:custGeom>
              <a:avLst/>
              <a:gdLst/>
              <a:ahLst/>
              <a:cxnLst/>
              <a:rect l="l" t="t" r="r" b="b"/>
              <a:pathLst>
                <a:path w="1005" h="469" extrusionOk="0">
                  <a:moveTo>
                    <a:pt x="502" y="0"/>
                  </a:moveTo>
                  <a:cubicBezTo>
                    <a:pt x="234" y="0"/>
                    <a:pt x="0" y="117"/>
                    <a:pt x="0" y="235"/>
                  </a:cubicBezTo>
                  <a:cubicBezTo>
                    <a:pt x="0" y="368"/>
                    <a:pt x="234" y="469"/>
                    <a:pt x="502" y="469"/>
                  </a:cubicBezTo>
                  <a:cubicBezTo>
                    <a:pt x="787" y="469"/>
                    <a:pt x="1004" y="368"/>
                    <a:pt x="1004" y="235"/>
                  </a:cubicBezTo>
                  <a:cubicBezTo>
                    <a:pt x="1004" y="117"/>
                    <a:pt x="787" y="0"/>
                    <a:pt x="502"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8" name="Google Shape;10988;p29"/>
            <p:cNvSpPr/>
            <p:nvPr/>
          </p:nvSpPr>
          <p:spPr>
            <a:xfrm>
              <a:off x="2044275" y="2233350"/>
              <a:ext cx="23050" cy="10475"/>
            </a:xfrm>
            <a:custGeom>
              <a:avLst/>
              <a:gdLst/>
              <a:ahLst/>
              <a:cxnLst/>
              <a:rect l="l" t="t" r="r" b="b"/>
              <a:pathLst>
                <a:path w="922" h="419" extrusionOk="0">
                  <a:moveTo>
                    <a:pt x="469" y="0"/>
                  </a:moveTo>
                  <a:cubicBezTo>
                    <a:pt x="218" y="0"/>
                    <a:pt x="1" y="101"/>
                    <a:pt x="1" y="201"/>
                  </a:cubicBezTo>
                  <a:cubicBezTo>
                    <a:pt x="1" y="335"/>
                    <a:pt x="218" y="419"/>
                    <a:pt x="469" y="419"/>
                  </a:cubicBezTo>
                  <a:cubicBezTo>
                    <a:pt x="720" y="419"/>
                    <a:pt x="921" y="335"/>
                    <a:pt x="921" y="201"/>
                  </a:cubicBezTo>
                  <a:cubicBezTo>
                    <a:pt x="921" y="67"/>
                    <a:pt x="720" y="0"/>
                    <a:pt x="4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9" name="Google Shape;10989;p29"/>
            <p:cNvSpPr/>
            <p:nvPr/>
          </p:nvSpPr>
          <p:spPr>
            <a:xfrm>
              <a:off x="1882325" y="2259300"/>
              <a:ext cx="23050" cy="10475"/>
            </a:xfrm>
            <a:custGeom>
              <a:avLst/>
              <a:gdLst/>
              <a:ahLst/>
              <a:cxnLst/>
              <a:rect l="l" t="t" r="r" b="b"/>
              <a:pathLst>
                <a:path w="922" h="419" extrusionOk="0">
                  <a:moveTo>
                    <a:pt x="453" y="0"/>
                  </a:moveTo>
                  <a:cubicBezTo>
                    <a:pt x="202" y="0"/>
                    <a:pt x="1" y="101"/>
                    <a:pt x="1" y="218"/>
                  </a:cubicBezTo>
                  <a:cubicBezTo>
                    <a:pt x="1" y="335"/>
                    <a:pt x="202" y="419"/>
                    <a:pt x="453" y="419"/>
                  </a:cubicBezTo>
                  <a:cubicBezTo>
                    <a:pt x="704" y="419"/>
                    <a:pt x="921" y="335"/>
                    <a:pt x="921" y="218"/>
                  </a:cubicBezTo>
                  <a:cubicBezTo>
                    <a:pt x="921" y="84"/>
                    <a:pt x="704" y="0"/>
                    <a:pt x="453"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0" name="Google Shape;10990;p29"/>
            <p:cNvSpPr/>
            <p:nvPr/>
          </p:nvSpPr>
          <p:spPr>
            <a:xfrm>
              <a:off x="2111225" y="2405325"/>
              <a:ext cx="28500" cy="12600"/>
            </a:xfrm>
            <a:custGeom>
              <a:avLst/>
              <a:gdLst/>
              <a:ahLst/>
              <a:cxnLst/>
              <a:rect l="l" t="t" r="r" b="b"/>
              <a:pathLst>
                <a:path w="1140" h="504" extrusionOk="0">
                  <a:moveTo>
                    <a:pt x="570" y="1"/>
                  </a:moveTo>
                  <a:cubicBezTo>
                    <a:pt x="252" y="1"/>
                    <a:pt x="1" y="118"/>
                    <a:pt x="1" y="252"/>
                  </a:cubicBezTo>
                  <a:cubicBezTo>
                    <a:pt x="1" y="403"/>
                    <a:pt x="252" y="503"/>
                    <a:pt x="570" y="503"/>
                  </a:cubicBezTo>
                  <a:cubicBezTo>
                    <a:pt x="888" y="503"/>
                    <a:pt x="1139" y="403"/>
                    <a:pt x="1139" y="252"/>
                  </a:cubicBezTo>
                  <a:cubicBezTo>
                    <a:pt x="1139" y="101"/>
                    <a:pt x="888" y="1"/>
                    <a:pt x="570" y="1"/>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1" name="Google Shape;10991;p29"/>
            <p:cNvSpPr/>
            <p:nvPr/>
          </p:nvSpPr>
          <p:spPr>
            <a:xfrm>
              <a:off x="1973550" y="2248425"/>
              <a:ext cx="28500" cy="12575"/>
            </a:xfrm>
            <a:custGeom>
              <a:avLst/>
              <a:gdLst/>
              <a:ahLst/>
              <a:cxnLst/>
              <a:rect l="l" t="t" r="r" b="b"/>
              <a:pathLst>
                <a:path w="1140" h="503" extrusionOk="0">
                  <a:moveTo>
                    <a:pt x="570" y="0"/>
                  </a:moveTo>
                  <a:cubicBezTo>
                    <a:pt x="252" y="0"/>
                    <a:pt x="1" y="117"/>
                    <a:pt x="1" y="251"/>
                  </a:cubicBezTo>
                  <a:cubicBezTo>
                    <a:pt x="1" y="402"/>
                    <a:pt x="252" y="502"/>
                    <a:pt x="570" y="502"/>
                  </a:cubicBezTo>
                  <a:cubicBezTo>
                    <a:pt x="888" y="502"/>
                    <a:pt x="1139" y="368"/>
                    <a:pt x="1139" y="251"/>
                  </a:cubicBezTo>
                  <a:cubicBezTo>
                    <a:pt x="1139" y="100"/>
                    <a:pt x="888"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2" name="Google Shape;10992;p29"/>
            <p:cNvSpPr/>
            <p:nvPr/>
          </p:nvSpPr>
          <p:spPr>
            <a:xfrm>
              <a:off x="1814125" y="2411625"/>
              <a:ext cx="28475" cy="12575"/>
            </a:xfrm>
            <a:custGeom>
              <a:avLst/>
              <a:gdLst/>
              <a:ahLst/>
              <a:cxnLst/>
              <a:rect l="l" t="t" r="r" b="b"/>
              <a:pathLst>
                <a:path w="1139" h="503" extrusionOk="0">
                  <a:moveTo>
                    <a:pt x="570" y="0"/>
                  </a:moveTo>
                  <a:cubicBezTo>
                    <a:pt x="252" y="0"/>
                    <a:pt x="0" y="101"/>
                    <a:pt x="0" y="251"/>
                  </a:cubicBezTo>
                  <a:cubicBezTo>
                    <a:pt x="0" y="385"/>
                    <a:pt x="252" y="502"/>
                    <a:pt x="570" y="502"/>
                  </a:cubicBezTo>
                  <a:cubicBezTo>
                    <a:pt x="871" y="502"/>
                    <a:pt x="1139" y="385"/>
                    <a:pt x="1139" y="251"/>
                  </a:cubicBezTo>
                  <a:cubicBezTo>
                    <a:pt x="1139" y="101"/>
                    <a:pt x="871" y="0"/>
                    <a:pt x="570"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3" name="Google Shape;10993;p29"/>
            <p:cNvSpPr/>
            <p:nvPr/>
          </p:nvSpPr>
          <p:spPr>
            <a:xfrm>
              <a:off x="2358550" y="2329600"/>
              <a:ext cx="28475" cy="12575"/>
            </a:xfrm>
            <a:custGeom>
              <a:avLst/>
              <a:gdLst/>
              <a:ahLst/>
              <a:cxnLst/>
              <a:rect l="l" t="t" r="r" b="b"/>
              <a:pathLst>
                <a:path w="1139" h="503" extrusionOk="0">
                  <a:moveTo>
                    <a:pt x="569" y="0"/>
                  </a:moveTo>
                  <a:cubicBezTo>
                    <a:pt x="251" y="0"/>
                    <a:pt x="0" y="117"/>
                    <a:pt x="0" y="251"/>
                  </a:cubicBezTo>
                  <a:cubicBezTo>
                    <a:pt x="0" y="385"/>
                    <a:pt x="251" y="502"/>
                    <a:pt x="569" y="502"/>
                  </a:cubicBezTo>
                  <a:cubicBezTo>
                    <a:pt x="887" y="502"/>
                    <a:pt x="1139" y="385"/>
                    <a:pt x="1139" y="251"/>
                  </a:cubicBezTo>
                  <a:cubicBezTo>
                    <a:pt x="1139" y="101"/>
                    <a:pt x="887" y="0"/>
                    <a:pt x="569" y="0"/>
                  </a:cubicBezTo>
                  <a:close/>
                </a:path>
              </a:pathLst>
            </a:custGeom>
            <a:solidFill>
              <a:srgbClr val="FFF9E8">
                <a:alpha val="41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97"/>
        <p:cNvGrpSpPr/>
        <p:nvPr/>
      </p:nvGrpSpPr>
      <p:grpSpPr>
        <a:xfrm>
          <a:off x="0" y="0"/>
          <a:ext cx="0" cy="0"/>
          <a:chOff x="0" y="0"/>
          <a:chExt cx="0" cy="0"/>
        </a:xfrm>
      </p:grpSpPr>
      <p:sp>
        <p:nvSpPr>
          <p:cNvPr id="11006" name="Google Shape;11006;p30"/>
          <p:cNvSpPr txBox="1">
            <a:spLocks noGrp="1"/>
          </p:cNvSpPr>
          <p:nvPr>
            <p:ph type="title" idx="2"/>
          </p:nvPr>
        </p:nvSpPr>
        <p:spPr>
          <a:xfrm>
            <a:off x="916631" y="1378025"/>
            <a:ext cx="676200" cy="50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1013" name="Google Shape;11013;p30"/>
          <p:cNvSpPr txBox="1">
            <a:spLocks noGrp="1"/>
          </p:cNvSpPr>
          <p:nvPr>
            <p:ph type="title" idx="8"/>
          </p:nvPr>
        </p:nvSpPr>
        <p:spPr>
          <a:xfrm>
            <a:off x="916631" y="2656063"/>
            <a:ext cx="676200" cy="50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graphicFrame>
        <p:nvGraphicFramePr>
          <p:cNvPr id="6" name="Google Shape;10855;p29">
            <a:extLst>
              <a:ext uri="{FF2B5EF4-FFF2-40B4-BE49-F238E27FC236}">
                <a16:creationId xmlns:a16="http://schemas.microsoft.com/office/drawing/2014/main" id="{1A24B981-E6E9-040C-C583-982CB25670FD}"/>
              </a:ext>
            </a:extLst>
          </p:cNvPr>
          <p:cNvGraphicFramePr/>
          <p:nvPr>
            <p:extLst>
              <p:ext uri="{D42A27DB-BD31-4B8C-83A1-F6EECF244321}">
                <p14:modId xmlns:p14="http://schemas.microsoft.com/office/powerpoint/2010/main" val="1650694889"/>
              </p:ext>
            </p:extLst>
          </p:nvPr>
        </p:nvGraphicFramePr>
        <p:xfrm>
          <a:off x="1836654" y="842014"/>
          <a:ext cx="4712191" cy="3027523"/>
        </p:xfrm>
        <a:graphic>
          <a:graphicData uri="http://schemas.openxmlformats.org/drawingml/2006/table">
            <a:tbl>
              <a:tblPr>
                <a:noFill/>
                <a:tableStyleId>{5954A2F2-36C9-4180-BAE0-CAC374E1EE5A}</a:tableStyleId>
              </a:tblPr>
              <a:tblGrid>
                <a:gridCol w="4712191">
                  <a:extLst>
                    <a:ext uri="{9D8B030D-6E8A-4147-A177-3AD203B41FA5}">
                      <a16:colId xmlns:a16="http://schemas.microsoft.com/office/drawing/2014/main" val="20000"/>
                    </a:ext>
                  </a:extLst>
                </a:gridCol>
              </a:tblGrid>
              <a:tr h="444175">
                <a:tc>
                  <a:txBody>
                    <a:bodyPr/>
                    <a:lstStyle/>
                    <a:p>
                      <a:pPr algn="l">
                        <a:lnSpc>
                          <a:spcPct val="115000"/>
                        </a:lnSpc>
                        <a:spcAft>
                          <a:spcPts val="800"/>
                        </a:spcAft>
                      </a:pPr>
                      <a:r>
                        <a:rPr lang="en-US" sz="2400" kern="100">
                          <a:solidFill>
                            <a:schemeClr val="bg1">
                              <a:lumMod val="25000"/>
                            </a:schemeClr>
                          </a:solidFill>
                          <a:effectLst/>
                          <a:latin typeface="Calibri" panose="020F0502020204030204" pitchFamily="34" charset="0"/>
                          <a:ea typeface="Calibri" panose="020F0502020204030204" pitchFamily="34" charset="0"/>
                          <a:cs typeface="Times New Roman" panose="02020603050405020304" pitchFamily="18" charset="0"/>
                        </a:rPr>
                        <a:t>5.Average Pizzas Per Orderselect</a:t>
                      </a:r>
                    </a:p>
                    <a:p>
                      <a:pPr algn="l">
                        <a:lnSpc>
                          <a:spcPct val="115000"/>
                        </a:lnSpc>
                        <a:spcAft>
                          <a:spcPts val="800"/>
                        </a:spcAft>
                      </a:pPr>
                      <a:r>
                        <a:rPr lang="en-US" sz="1800" kern="100">
                          <a:effectLst/>
                          <a:latin typeface="Calibri" panose="020F0502020204030204" pitchFamily="34" charset="0"/>
                          <a:ea typeface="Calibri" panose="020F0502020204030204" pitchFamily="34" charset="0"/>
                          <a:cs typeface="Times New Roman" panose="02020603050405020304" pitchFamily="18" charset="0"/>
                        </a:rPr>
                        <a:t> cast(cast(sum(quantity) as decimal(10,2)) / cast(count(distinct order_id) as decimal(10,2)) as decimal(10,2)) as Avg_Pizzas_Per_order from pizza_sales_excel_file;</a:t>
                      </a:r>
                    </a:p>
                    <a:p>
                      <a:pPr algn="l">
                        <a:lnSpc>
                          <a:spcPct val="115000"/>
                        </a:lnSpc>
                        <a:spcAft>
                          <a:spcPts val="800"/>
                        </a:spcAft>
                      </a:pP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15000"/>
                        </a:lnSpc>
                        <a:spcAft>
                          <a:spcPts val="800"/>
                        </a:spcAft>
                      </a:pP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15000"/>
                        </a:lnSpc>
                        <a:spcAft>
                          <a:spcPts val="800"/>
                        </a:spcAft>
                      </a:pP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114300" marR="114300" marT="0" marB="0">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0"/>
                  </a:ext>
                </a:extLst>
              </a:tr>
              <a:tr h="319250">
                <a:tc>
                  <a:txBody>
                    <a:bodyPr/>
                    <a:lstStyle/>
                    <a:p>
                      <a:pPr marL="0" lvl="0" indent="0" algn="l" rtl="0">
                        <a:spcBef>
                          <a:spcPts val="0"/>
                        </a:spcBef>
                        <a:spcAft>
                          <a:spcPts val="0"/>
                        </a:spcAft>
                        <a:buNone/>
                      </a:pPr>
                      <a:endParaRPr sz="900">
                        <a:solidFill>
                          <a:schemeClr val="dk1"/>
                        </a:solidFill>
                        <a:latin typeface="Epilogue Black"/>
                        <a:ea typeface="Epilogue Black"/>
                        <a:cs typeface="Epilogue Black"/>
                        <a:sym typeface="Epilogue Black"/>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lgn="ctr">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97">
          <a:extLst>
            <a:ext uri="{FF2B5EF4-FFF2-40B4-BE49-F238E27FC236}">
              <a16:creationId xmlns:a16="http://schemas.microsoft.com/office/drawing/2014/main" id="{56979772-443B-34C4-C85A-C8F41188FE7D}"/>
            </a:ext>
          </a:extLst>
        </p:cNvPr>
        <p:cNvGrpSpPr/>
        <p:nvPr/>
      </p:nvGrpSpPr>
      <p:grpSpPr>
        <a:xfrm>
          <a:off x="0" y="0"/>
          <a:ext cx="0" cy="0"/>
          <a:chOff x="0" y="0"/>
          <a:chExt cx="0" cy="0"/>
        </a:xfrm>
      </p:grpSpPr>
      <p:sp>
        <p:nvSpPr>
          <p:cNvPr id="11006" name="Google Shape;11006;p30">
            <a:extLst>
              <a:ext uri="{FF2B5EF4-FFF2-40B4-BE49-F238E27FC236}">
                <a16:creationId xmlns:a16="http://schemas.microsoft.com/office/drawing/2014/main" id="{1555C0C9-46F5-C55C-6369-EAC1B27FF605}"/>
              </a:ext>
            </a:extLst>
          </p:cNvPr>
          <p:cNvSpPr txBox="1">
            <a:spLocks noGrp="1"/>
          </p:cNvSpPr>
          <p:nvPr>
            <p:ph type="title" idx="2"/>
          </p:nvPr>
        </p:nvSpPr>
        <p:spPr>
          <a:xfrm>
            <a:off x="916631" y="1378025"/>
            <a:ext cx="676200" cy="50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1013" name="Google Shape;11013;p30">
            <a:extLst>
              <a:ext uri="{FF2B5EF4-FFF2-40B4-BE49-F238E27FC236}">
                <a16:creationId xmlns:a16="http://schemas.microsoft.com/office/drawing/2014/main" id="{AF1679A5-2AE6-CDEC-34B8-0B8629B5A997}"/>
              </a:ext>
            </a:extLst>
          </p:cNvPr>
          <p:cNvSpPr txBox="1">
            <a:spLocks noGrp="1"/>
          </p:cNvSpPr>
          <p:nvPr>
            <p:ph type="title" idx="8"/>
          </p:nvPr>
        </p:nvSpPr>
        <p:spPr>
          <a:xfrm>
            <a:off x="916631" y="2656063"/>
            <a:ext cx="676200" cy="50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8" name="TextBox 7">
            <a:extLst>
              <a:ext uri="{FF2B5EF4-FFF2-40B4-BE49-F238E27FC236}">
                <a16:creationId xmlns:a16="http://schemas.microsoft.com/office/drawing/2014/main" id="{18C3813B-AEE7-4FB0-E86E-85AF2AEEDA29}"/>
              </a:ext>
            </a:extLst>
          </p:cNvPr>
          <p:cNvSpPr txBox="1"/>
          <p:nvPr/>
        </p:nvSpPr>
        <p:spPr>
          <a:xfrm>
            <a:off x="650548" y="1163998"/>
            <a:ext cx="4955176" cy="1323439"/>
          </a:xfrm>
          <a:prstGeom prst="rect">
            <a:avLst/>
          </a:prstGeom>
          <a:noFill/>
        </p:spPr>
        <p:txBody>
          <a:bodyPr wrap="square">
            <a:spAutoFit/>
          </a:bodyPr>
          <a:lstStyle/>
          <a:p>
            <a:r>
              <a:rPr lang="en-IN">
                <a:solidFill>
                  <a:schemeClr val="bg1">
                    <a:lumMod val="25000"/>
                  </a:schemeClr>
                </a:solidFill>
              </a:rPr>
              <a:t>B.Daily Trend for Total ordersSELECT   </a:t>
            </a:r>
          </a:p>
          <a:p>
            <a:endParaRPr lang="en-IN" sz="1100"/>
          </a:p>
          <a:p>
            <a:r>
              <a:rPr lang="en-IN" sz="1100"/>
              <a:t>  DAYNAME(STR_TO_DATE(order_date, '%Y-%m-%d')) AS order_day,     COUNT(DISTINCT order_id) AS Total_ordersFROM pizza_sales_excel_fileWHERE order_date IS NOT NULLGROUP BY order_day  ORDER BY FIELD(order_day, 'Saturday','Wednesday','Monday','Sunday','Friday','Thursday','Tuesday');</a:t>
            </a:r>
          </a:p>
        </p:txBody>
      </p:sp>
      <p:sp>
        <p:nvSpPr>
          <p:cNvPr id="5" name="TextBox 4">
            <a:extLst>
              <a:ext uri="{FF2B5EF4-FFF2-40B4-BE49-F238E27FC236}">
                <a16:creationId xmlns:a16="http://schemas.microsoft.com/office/drawing/2014/main" id="{FB778F9E-675D-4079-AD8E-10063279904B}"/>
              </a:ext>
            </a:extLst>
          </p:cNvPr>
          <p:cNvSpPr txBox="1"/>
          <p:nvPr/>
        </p:nvSpPr>
        <p:spPr>
          <a:xfrm>
            <a:off x="650548" y="2701464"/>
            <a:ext cx="4955176" cy="2409506"/>
          </a:xfrm>
          <a:prstGeom prst="rect">
            <a:avLst/>
          </a:prstGeom>
          <a:noFill/>
        </p:spPr>
        <p:txBody>
          <a:bodyPr wrap="square">
            <a:spAutoFit/>
          </a:bodyPr>
          <a:lstStyle/>
          <a:p>
            <a:pPr>
              <a:lnSpc>
                <a:spcPct val="115000"/>
              </a:lnSpc>
              <a:spcAft>
                <a:spcPts val="800"/>
              </a:spcAft>
            </a:pPr>
            <a:r>
              <a:rPr lang="en-US" kern="100">
                <a:solidFill>
                  <a:schemeClr val="bg1">
                    <a:lumMod val="25000"/>
                  </a:schemeClr>
                </a:solidFill>
                <a:latin typeface="Calibri" panose="020F0502020204030204" pitchFamily="34" charset="0"/>
                <a:ea typeface="Calibri" panose="020F0502020204030204" pitchFamily="34" charset="0"/>
                <a:cs typeface="Times New Roman" panose="02020603050405020304" pitchFamily="18" charset="0"/>
              </a:rPr>
              <a:t>C. Monthly trends for sales</a:t>
            </a:r>
            <a:endParaRPr lang="en-IN" sz="1200" kern="10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SELECT </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    MONTHNAME(STR_TO_DATE(order_date, '%d-%m-%Y')) AS Month_Name, </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    COUNT(DISTINCT order_id) AS Total_orders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FROM pizza_sales_excel_file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WHERE order_date IS NOT NULL</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GROUP BY MONTH(STR_TO_DATE(order_date, '%d-%m-%Y')), Month_Name  </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ORDER BY Total_orders DESC;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94934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97">
          <a:extLst>
            <a:ext uri="{FF2B5EF4-FFF2-40B4-BE49-F238E27FC236}">
              <a16:creationId xmlns:a16="http://schemas.microsoft.com/office/drawing/2014/main" id="{5704BA2F-1E49-BEAC-EECA-C2933B7EF2ED}"/>
            </a:ext>
          </a:extLst>
        </p:cNvPr>
        <p:cNvGrpSpPr/>
        <p:nvPr/>
      </p:nvGrpSpPr>
      <p:grpSpPr>
        <a:xfrm>
          <a:off x="0" y="0"/>
          <a:ext cx="0" cy="0"/>
          <a:chOff x="0" y="0"/>
          <a:chExt cx="0" cy="0"/>
        </a:xfrm>
      </p:grpSpPr>
      <p:sp>
        <p:nvSpPr>
          <p:cNvPr id="11006" name="Google Shape;11006;p30">
            <a:extLst>
              <a:ext uri="{FF2B5EF4-FFF2-40B4-BE49-F238E27FC236}">
                <a16:creationId xmlns:a16="http://schemas.microsoft.com/office/drawing/2014/main" id="{7FBF6777-AB49-B040-D526-701A159E6B5D}"/>
              </a:ext>
            </a:extLst>
          </p:cNvPr>
          <p:cNvSpPr txBox="1">
            <a:spLocks noGrp="1"/>
          </p:cNvSpPr>
          <p:nvPr>
            <p:ph type="title" idx="2"/>
          </p:nvPr>
        </p:nvSpPr>
        <p:spPr>
          <a:xfrm>
            <a:off x="916631" y="1378025"/>
            <a:ext cx="676200" cy="502200"/>
          </a:xfrm>
          <a:prstGeom prst="rect">
            <a:avLst/>
          </a:prstGeom>
        </p:spPr>
        <p:txBody>
          <a:bodyPr spcFirstLastPara="1" wrap="square" lIns="91425" tIns="91425" rIns="91425" bIns="91425" anchor="ctr" anchorCtr="0">
            <a:noAutofit/>
          </a:bodyPr>
          <a:lstStyle/>
          <a:p>
            <a:pPr>
              <a:lnSpc>
                <a:spcPct val="115000"/>
              </a:lnSpc>
              <a:spcAft>
                <a:spcPts val="800"/>
              </a:spcAft>
            </a:pPr>
            <a:r>
              <a:rPr lang="en-IN" sz="1800" b="1" kern="10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D. % of Sales by Pizza Category</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US" sz="1800" kern="100">
                <a:effectLst/>
                <a:latin typeface="Calibri" panose="020F0502020204030204" pitchFamily="34" charset="0"/>
                <a:ea typeface="Calibri" panose="020F0502020204030204" pitchFamily="34" charset="0"/>
                <a:cs typeface="Times New Roman" panose="02020603050405020304" pitchFamily="18" charset="0"/>
              </a:rPr>
              <a:t>SELECT </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US" sz="1800" kern="100">
                <a:effectLst/>
                <a:latin typeface="Calibri" panose="020F0502020204030204" pitchFamily="34" charset="0"/>
                <a:ea typeface="Calibri" panose="020F0502020204030204" pitchFamily="34" charset="0"/>
                <a:cs typeface="Times New Roman" panose="02020603050405020304" pitchFamily="18" charset="0"/>
              </a:rPr>
              <a:t>    pizza_category, </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US" sz="1800" kern="100">
                <a:effectLst/>
                <a:latin typeface="Calibri" panose="020F0502020204030204" pitchFamily="34" charset="0"/>
                <a:ea typeface="Calibri" panose="020F0502020204030204" pitchFamily="34" charset="0"/>
                <a:cs typeface="Times New Roman" panose="02020603050405020304" pitchFamily="18" charset="0"/>
              </a:rPr>
              <a:t>    SUM(total_price) AS Total_Sales, </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US" sz="1800" kern="100">
                <a:effectLst/>
                <a:latin typeface="Calibri" panose="020F0502020204030204" pitchFamily="34" charset="0"/>
                <a:ea typeface="Calibri" panose="020F0502020204030204" pitchFamily="34" charset="0"/>
                <a:cs typeface="Times New Roman" panose="02020603050405020304" pitchFamily="18" charset="0"/>
              </a:rPr>
              <a:t>    SUM(total_price) * 100 / (SELECT SUM(total_price) FROM pizza_sales_excel_file WHERE MONTH(STR_TO_DATE(order_date, '%d-%m-%Y')) = 1) AS PCT</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US" sz="1800" kern="100">
                <a:effectLst/>
                <a:latin typeface="Calibri" panose="020F0502020204030204" pitchFamily="34" charset="0"/>
                <a:ea typeface="Calibri" panose="020F0502020204030204" pitchFamily="34" charset="0"/>
                <a:cs typeface="Times New Roman" panose="02020603050405020304" pitchFamily="18" charset="0"/>
              </a:rPr>
              <a:t>FROM pizza_sales_excel_file</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US" sz="1800" kern="100">
                <a:effectLst/>
                <a:latin typeface="Calibri" panose="020F0502020204030204" pitchFamily="34" charset="0"/>
                <a:ea typeface="Calibri" panose="020F0502020204030204" pitchFamily="34" charset="0"/>
                <a:cs typeface="Times New Roman" panose="02020603050405020304" pitchFamily="18" charset="0"/>
              </a:rPr>
              <a:t>WHERE MONTH(STR_TO_DATE(order_date, '%d-%m-%Y')) = 1 </a:t>
            </a:r>
            <a:br>
              <a:rPr lang="en-IN" sz="1800" kern="100">
                <a:effectLst/>
                <a:latin typeface="Calibri" panose="020F0502020204030204" pitchFamily="34" charset="0"/>
                <a:ea typeface="Calibri" panose="020F0502020204030204" pitchFamily="34" charset="0"/>
                <a:cs typeface="Times New Roman" panose="02020603050405020304" pitchFamily="18" charset="0"/>
              </a:rPr>
            </a:br>
            <a:r>
              <a:rPr lang="en-US" sz="1800" kern="100">
                <a:effectLst/>
                <a:latin typeface="Calibri" panose="020F0502020204030204" pitchFamily="34" charset="0"/>
                <a:ea typeface="Calibri" panose="020F0502020204030204" pitchFamily="34" charset="0"/>
                <a:cs typeface="Times New Roman" panose="02020603050405020304" pitchFamily="18" charset="0"/>
              </a:rPr>
              <a:t>GROUP BY pizza_category;</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013" name="Google Shape;11013;p30">
            <a:extLst>
              <a:ext uri="{FF2B5EF4-FFF2-40B4-BE49-F238E27FC236}">
                <a16:creationId xmlns:a16="http://schemas.microsoft.com/office/drawing/2014/main" id="{75A59850-AD6B-E63A-0B1A-FBFEE4FC98CA}"/>
              </a:ext>
            </a:extLst>
          </p:cNvPr>
          <p:cNvSpPr txBox="1">
            <a:spLocks noGrp="1"/>
          </p:cNvSpPr>
          <p:nvPr>
            <p:ph type="title" idx="8"/>
          </p:nvPr>
        </p:nvSpPr>
        <p:spPr>
          <a:xfrm>
            <a:off x="916631" y="2656063"/>
            <a:ext cx="676200" cy="50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 name="TextBox 2">
            <a:extLst>
              <a:ext uri="{FF2B5EF4-FFF2-40B4-BE49-F238E27FC236}">
                <a16:creationId xmlns:a16="http://schemas.microsoft.com/office/drawing/2014/main" id="{C3D8EB96-F7EE-C227-2421-7C3CDE950829}"/>
              </a:ext>
            </a:extLst>
          </p:cNvPr>
          <p:cNvSpPr txBox="1"/>
          <p:nvPr/>
        </p:nvSpPr>
        <p:spPr>
          <a:xfrm>
            <a:off x="713225" y="1372038"/>
            <a:ext cx="4955176" cy="2620846"/>
          </a:xfrm>
          <a:prstGeom prst="rect">
            <a:avLst/>
          </a:prstGeom>
          <a:noFill/>
        </p:spPr>
        <p:txBody>
          <a:bodyPr wrap="square">
            <a:spAutoFit/>
          </a:bodyPr>
          <a:lstStyle/>
          <a:p>
            <a:pPr>
              <a:lnSpc>
                <a:spcPct val="115000"/>
              </a:lnSpc>
              <a:spcAft>
                <a:spcPts val="800"/>
              </a:spcAft>
            </a:pPr>
            <a:r>
              <a:rPr lang="en-IN" sz="1600" b="1" kern="100">
                <a:effectLst/>
                <a:latin typeface="Calibri" panose="020F0502020204030204" pitchFamily="34" charset="0"/>
                <a:ea typeface="Calibri" panose="020F0502020204030204" pitchFamily="34" charset="0"/>
                <a:cs typeface="Times New Roman" panose="02020603050405020304" pitchFamily="18" charset="0"/>
              </a:rPr>
              <a:t>D. % of Sales by Pizza Category</a:t>
            </a:r>
            <a:endParaRPr lang="en-IN" sz="16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SELECT </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    pizza_category, </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    SUM(total_price) AS Total_Sales, </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    SUM(total_price) * 100 / (SELECT SUM(total_price) FROM pizza_sales_excel_file WHERE MONTH(STR_TO_DATE(order_date, '%d-%m-%Y')) = 1) AS PCT</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FROM pizza_sales_excel_file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WHERE MONTH(STR_TO_DATE(order_date, '%d-%m-%Y')) = 1 </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GROUP BY pizza_category;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00757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97">
          <a:extLst>
            <a:ext uri="{FF2B5EF4-FFF2-40B4-BE49-F238E27FC236}">
              <a16:creationId xmlns:a16="http://schemas.microsoft.com/office/drawing/2014/main" id="{A234FDD7-7681-6872-BBE4-3DA507367071}"/>
            </a:ext>
          </a:extLst>
        </p:cNvPr>
        <p:cNvGrpSpPr/>
        <p:nvPr/>
      </p:nvGrpSpPr>
      <p:grpSpPr>
        <a:xfrm>
          <a:off x="0" y="0"/>
          <a:ext cx="0" cy="0"/>
          <a:chOff x="0" y="0"/>
          <a:chExt cx="0" cy="0"/>
        </a:xfrm>
      </p:grpSpPr>
      <p:sp>
        <p:nvSpPr>
          <p:cNvPr id="11006" name="Google Shape;11006;p30">
            <a:extLst>
              <a:ext uri="{FF2B5EF4-FFF2-40B4-BE49-F238E27FC236}">
                <a16:creationId xmlns:a16="http://schemas.microsoft.com/office/drawing/2014/main" id="{3009D627-1B19-5D06-00F7-0F3904C1317A}"/>
              </a:ext>
            </a:extLst>
          </p:cNvPr>
          <p:cNvSpPr txBox="1">
            <a:spLocks noGrp="1"/>
          </p:cNvSpPr>
          <p:nvPr>
            <p:ph type="title" idx="2"/>
          </p:nvPr>
        </p:nvSpPr>
        <p:spPr>
          <a:xfrm>
            <a:off x="916631" y="1378025"/>
            <a:ext cx="676200" cy="50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1013" name="Google Shape;11013;p30">
            <a:extLst>
              <a:ext uri="{FF2B5EF4-FFF2-40B4-BE49-F238E27FC236}">
                <a16:creationId xmlns:a16="http://schemas.microsoft.com/office/drawing/2014/main" id="{B89E3E1C-CFD0-2F05-7DD6-90CB1FDE702D}"/>
              </a:ext>
            </a:extLst>
          </p:cNvPr>
          <p:cNvSpPr txBox="1">
            <a:spLocks noGrp="1"/>
          </p:cNvSpPr>
          <p:nvPr>
            <p:ph type="title" idx="8"/>
          </p:nvPr>
        </p:nvSpPr>
        <p:spPr>
          <a:xfrm>
            <a:off x="916631" y="2656063"/>
            <a:ext cx="676200" cy="50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 name="TextBox 2">
            <a:extLst>
              <a:ext uri="{FF2B5EF4-FFF2-40B4-BE49-F238E27FC236}">
                <a16:creationId xmlns:a16="http://schemas.microsoft.com/office/drawing/2014/main" id="{AE2D6178-86D9-F58B-1DA9-891E8EDE2654}"/>
              </a:ext>
            </a:extLst>
          </p:cNvPr>
          <p:cNvSpPr txBox="1"/>
          <p:nvPr/>
        </p:nvSpPr>
        <p:spPr>
          <a:xfrm>
            <a:off x="1719943" y="1029682"/>
            <a:ext cx="4955176" cy="3545458"/>
          </a:xfrm>
          <a:prstGeom prst="rect">
            <a:avLst/>
          </a:prstGeom>
          <a:noFill/>
        </p:spPr>
        <p:txBody>
          <a:bodyPr wrap="square">
            <a:spAutoFit/>
          </a:bodyPr>
          <a:lstStyle/>
          <a:p>
            <a:pPr>
              <a:lnSpc>
                <a:spcPct val="115000"/>
              </a:lnSpc>
              <a:spcAft>
                <a:spcPts val="800"/>
              </a:spcAft>
            </a:pPr>
            <a:r>
              <a:rPr lang="en-IN" sz="1200" b="1" kern="100">
                <a:effectLst/>
                <a:latin typeface="Calibri" panose="020F0502020204030204" pitchFamily="34" charset="0"/>
                <a:ea typeface="Calibri" panose="020F0502020204030204" pitchFamily="34" charset="0"/>
                <a:cs typeface="Times New Roman" panose="02020603050405020304" pitchFamily="18" charset="0"/>
              </a:rPr>
              <a:t>E. % of Sales by Pizza Size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050" kern="100">
                <a:effectLst/>
                <a:latin typeface="Calibri" panose="020F0502020204030204" pitchFamily="34" charset="0"/>
                <a:ea typeface="Calibri" panose="020F0502020204030204" pitchFamily="34" charset="0"/>
                <a:cs typeface="Times New Roman" panose="02020603050405020304" pitchFamily="18" charset="0"/>
              </a:rPr>
              <a:t>SELECT </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050" kern="100">
                <a:effectLst/>
                <a:latin typeface="Calibri" panose="020F0502020204030204" pitchFamily="34" charset="0"/>
                <a:ea typeface="Calibri" panose="020F0502020204030204" pitchFamily="34" charset="0"/>
                <a:cs typeface="Times New Roman" panose="02020603050405020304" pitchFamily="18" charset="0"/>
              </a:rPr>
              <a:t>    pizza_size, </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050" kern="100">
                <a:effectLst/>
                <a:latin typeface="Calibri" panose="020F0502020204030204" pitchFamily="34" charset="0"/>
                <a:ea typeface="Calibri" panose="020F0502020204030204" pitchFamily="34" charset="0"/>
                <a:cs typeface="Times New Roman" panose="02020603050405020304" pitchFamily="18" charset="0"/>
              </a:rPr>
              <a:t>    CAST(SUM(total_price) AS DECIMAL(10,2)) AS Total_Sales, </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050" kern="100">
                <a:effectLst/>
                <a:latin typeface="Calibri" panose="020F0502020204030204" pitchFamily="34" charset="0"/>
                <a:ea typeface="Calibri" panose="020F0502020204030204" pitchFamily="34" charset="0"/>
                <a:cs typeface="Times New Roman" panose="02020603050405020304" pitchFamily="18" charset="0"/>
              </a:rPr>
              <a:t>    CAST(SUM(total_price) * 100 / </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050" kern="100">
                <a:effectLst/>
                <a:latin typeface="Calibri" panose="020F0502020204030204" pitchFamily="34" charset="0"/>
                <a:ea typeface="Calibri" panose="020F0502020204030204" pitchFamily="34" charset="0"/>
                <a:cs typeface="Times New Roman" panose="02020603050405020304" pitchFamily="18" charset="0"/>
              </a:rPr>
              <a:t>         (SELECT SUM(total_price) FROM pizza_sales_excel_file </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050" kern="100">
                <a:effectLst/>
                <a:latin typeface="Calibri" panose="020F0502020204030204" pitchFamily="34" charset="0"/>
                <a:ea typeface="Calibri" panose="020F0502020204030204" pitchFamily="34" charset="0"/>
                <a:cs typeface="Times New Roman" panose="02020603050405020304" pitchFamily="18" charset="0"/>
              </a:rPr>
              <a:t>          WHERE MONTH(STR_TO_DATE(order_date, '%d-%m-%Y')) = 1) </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050" kern="100">
                <a:effectLst/>
                <a:latin typeface="Calibri" panose="020F0502020204030204" pitchFamily="34" charset="0"/>
                <a:ea typeface="Calibri" panose="020F0502020204030204" pitchFamily="34" charset="0"/>
                <a:cs typeface="Times New Roman" panose="02020603050405020304" pitchFamily="18" charset="0"/>
              </a:rPr>
              <a:t>    AS DECIMAL(10,2)) AS PCT</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050" kern="100">
                <a:effectLst/>
                <a:latin typeface="Calibri" panose="020F0502020204030204" pitchFamily="34" charset="0"/>
                <a:ea typeface="Calibri" panose="020F0502020204030204" pitchFamily="34" charset="0"/>
                <a:cs typeface="Times New Roman" panose="02020603050405020304" pitchFamily="18" charset="0"/>
              </a:rPr>
              <a:t>FROM pizza_sales_excel_file</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050" kern="100">
                <a:effectLst/>
                <a:latin typeface="Calibri" panose="020F0502020204030204" pitchFamily="34" charset="0"/>
                <a:ea typeface="Calibri" panose="020F0502020204030204" pitchFamily="34" charset="0"/>
                <a:cs typeface="Times New Roman" panose="02020603050405020304" pitchFamily="18" charset="0"/>
              </a:rPr>
              <a:t>WHERE MONTH(STR_TO_DATE(order_date, '%d-%m-%Y')) = 1 </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050" kern="100">
                <a:effectLst/>
                <a:latin typeface="Calibri" panose="020F0502020204030204" pitchFamily="34" charset="0"/>
                <a:ea typeface="Calibri" panose="020F0502020204030204" pitchFamily="34" charset="0"/>
                <a:cs typeface="Times New Roman" panose="02020603050405020304" pitchFamily="18" charset="0"/>
              </a:rPr>
              <a:t>GROUP BY pizza_size</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050" kern="100">
                <a:effectLst/>
                <a:latin typeface="Calibri" panose="020F0502020204030204" pitchFamily="34" charset="0"/>
                <a:ea typeface="Calibri" panose="020F0502020204030204" pitchFamily="34" charset="0"/>
                <a:cs typeface="Times New Roman" panose="02020603050405020304" pitchFamily="18" charset="0"/>
              </a:rPr>
              <a:t>ORDER BY PCT DESC;</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72474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97">
          <a:extLst>
            <a:ext uri="{FF2B5EF4-FFF2-40B4-BE49-F238E27FC236}">
              <a16:creationId xmlns:a16="http://schemas.microsoft.com/office/drawing/2014/main" id="{4DB19785-4AB0-93B3-7AE2-FE5B19A5E21F}"/>
            </a:ext>
          </a:extLst>
        </p:cNvPr>
        <p:cNvGrpSpPr/>
        <p:nvPr/>
      </p:nvGrpSpPr>
      <p:grpSpPr>
        <a:xfrm>
          <a:off x="0" y="0"/>
          <a:ext cx="0" cy="0"/>
          <a:chOff x="0" y="0"/>
          <a:chExt cx="0" cy="0"/>
        </a:xfrm>
      </p:grpSpPr>
      <p:sp>
        <p:nvSpPr>
          <p:cNvPr id="11006" name="Google Shape;11006;p30">
            <a:extLst>
              <a:ext uri="{FF2B5EF4-FFF2-40B4-BE49-F238E27FC236}">
                <a16:creationId xmlns:a16="http://schemas.microsoft.com/office/drawing/2014/main" id="{C51C8753-CE24-306E-6949-4AAD0268F8D4}"/>
              </a:ext>
            </a:extLst>
          </p:cNvPr>
          <p:cNvSpPr txBox="1">
            <a:spLocks noGrp="1"/>
          </p:cNvSpPr>
          <p:nvPr>
            <p:ph type="title" idx="2"/>
          </p:nvPr>
        </p:nvSpPr>
        <p:spPr>
          <a:xfrm>
            <a:off x="916631" y="1378025"/>
            <a:ext cx="676200" cy="50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1013" name="Google Shape;11013;p30">
            <a:extLst>
              <a:ext uri="{FF2B5EF4-FFF2-40B4-BE49-F238E27FC236}">
                <a16:creationId xmlns:a16="http://schemas.microsoft.com/office/drawing/2014/main" id="{BB8750EA-7435-13FC-D8E9-5D7EB80121FA}"/>
              </a:ext>
            </a:extLst>
          </p:cNvPr>
          <p:cNvSpPr txBox="1">
            <a:spLocks noGrp="1"/>
          </p:cNvSpPr>
          <p:nvPr>
            <p:ph type="title" idx="8"/>
          </p:nvPr>
        </p:nvSpPr>
        <p:spPr>
          <a:xfrm>
            <a:off x="916631" y="2656063"/>
            <a:ext cx="676200" cy="50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 name="TextBox 2">
            <a:extLst>
              <a:ext uri="{FF2B5EF4-FFF2-40B4-BE49-F238E27FC236}">
                <a16:creationId xmlns:a16="http://schemas.microsoft.com/office/drawing/2014/main" id="{DCC2D8DC-33D3-81D8-3824-F8F12584F8C2}"/>
              </a:ext>
            </a:extLst>
          </p:cNvPr>
          <p:cNvSpPr txBox="1"/>
          <p:nvPr/>
        </p:nvSpPr>
        <p:spPr>
          <a:xfrm>
            <a:off x="1083381" y="725544"/>
            <a:ext cx="4955176" cy="1761893"/>
          </a:xfrm>
          <a:prstGeom prst="rect">
            <a:avLst/>
          </a:prstGeom>
          <a:noFill/>
        </p:spPr>
        <p:txBody>
          <a:bodyPr wrap="square">
            <a:spAutoFit/>
          </a:bodyPr>
          <a:lstStyle/>
          <a:p>
            <a:pPr>
              <a:lnSpc>
                <a:spcPct val="115000"/>
              </a:lnSpc>
              <a:spcAft>
                <a:spcPts val="800"/>
              </a:spcAft>
            </a:pPr>
            <a:r>
              <a:rPr lang="en-IN" sz="1100" b="1" kern="100">
                <a:effectLst/>
                <a:latin typeface="Calibri" panose="020F0502020204030204" pitchFamily="34" charset="0"/>
                <a:ea typeface="Calibri" panose="020F0502020204030204" pitchFamily="34" charset="0"/>
                <a:cs typeface="Times New Roman" panose="02020603050405020304" pitchFamily="18" charset="0"/>
              </a:rPr>
              <a:t>F. Total Pizzas Sold by Pizza Category</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1100" kern="100">
                <a:effectLst/>
                <a:latin typeface="Calibri" panose="020F0502020204030204" pitchFamily="34" charset="0"/>
                <a:ea typeface="Calibri" panose="020F0502020204030204" pitchFamily="34" charset="0"/>
                <a:cs typeface="Times New Roman" panose="02020603050405020304" pitchFamily="18" charset="0"/>
              </a:rPr>
              <a:t>SELECT pizza_category, SUM(quantity) AS Total_Quantity_Sold</a:t>
            </a:r>
          </a:p>
          <a:p>
            <a:pPr>
              <a:lnSpc>
                <a:spcPct val="115000"/>
              </a:lnSpc>
              <a:spcAft>
                <a:spcPts val="800"/>
              </a:spcAft>
            </a:pPr>
            <a:r>
              <a:rPr lang="en-IN" sz="1100" kern="100">
                <a:effectLst/>
                <a:latin typeface="Calibri" panose="020F0502020204030204" pitchFamily="34" charset="0"/>
                <a:ea typeface="Calibri" panose="020F0502020204030204" pitchFamily="34" charset="0"/>
                <a:cs typeface="Times New Roman" panose="02020603050405020304" pitchFamily="18" charset="0"/>
              </a:rPr>
              <a:t>FROM pizza_sales_excel_file</a:t>
            </a:r>
          </a:p>
          <a:p>
            <a:pPr>
              <a:lnSpc>
                <a:spcPct val="115000"/>
              </a:lnSpc>
              <a:spcAft>
                <a:spcPts val="800"/>
              </a:spcAft>
            </a:pPr>
            <a:r>
              <a:rPr lang="en-IN" sz="1100" kern="100">
                <a:effectLst/>
                <a:latin typeface="Calibri" panose="020F0502020204030204" pitchFamily="34" charset="0"/>
                <a:ea typeface="Calibri" panose="020F0502020204030204" pitchFamily="34" charset="0"/>
                <a:cs typeface="Times New Roman" panose="02020603050405020304" pitchFamily="18" charset="0"/>
              </a:rPr>
              <a:t>WHERE MONTH(STR_TO_DATE(order_date, '%d-%m-%Y')) = 2</a:t>
            </a:r>
          </a:p>
          <a:p>
            <a:pPr>
              <a:lnSpc>
                <a:spcPct val="115000"/>
              </a:lnSpc>
              <a:spcAft>
                <a:spcPts val="800"/>
              </a:spcAft>
            </a:pPr>
            <a:r>
              <a:rPr lang="en-IN" sz="1100" kern="100">
                <a:effectLst/>
                <a:latin typeface="Calibri" panose="020F0502020204030204" pitchFamily="34" charset="0"/>
                <a:ea typeface="Calibri" panose="020F0502020204030204" pitchFamily="34" charset="0"/>
                <a:cs typeface="Times New Roman" panose="02020603050405020304" pitchFamily="18" charset="0"/>
              </a:rPr>
              <a:t>GROUP BY pizza_category</a:t>
            </a:r>
          </a:p>
          <a:p>
            <a:pPr>
              <a:lnSpc>
                <a:spcPct val="115000"/>
              </a:lnSpc>
              <a:spcAft>
                <a:spcPts val="800"/>
              </a:spcAft>
            </a:pPr>
            <a:r>
              <a:rPr lang="en-IN" sz="1100" kern="100">
                <a:effectLst/>
                <a:latin typeface="Calibri" panose="020F0502020204030204" pitchFamily="34" charset="0"/>
                <a:ea typeface="Calibri" panose="020F0502020204030204" pitchFamily="34" charset="0"/>
                <a:cs typeface="Times New Roman" panose="02020603050405020304" pitchFamily="18" charset="0"/>
              </a:rPr>
              <a:t>ORDER BY Total_Quantity_Sold DESC;</a:t>
            </a:r>
          </a:p>
        </p:txBody>
      </p:sp>
      <p:sp>
        <p:nvSpPr>
          <p:cNvPr id="7" name="TextBox 6">
            <a:extLst>
              <a:ext uri="{FF2B5EF4-FFF2-40B4-BE49-F238E27FC236}">
                <a16:creationId xmlns:a16="http://schemas.microsoft.com/office/drawing/2014/main" id="{AB14C978-A1E9-3BBD-C881-749E8D1D8021}"/>
              </a:ext>
            </a:extLst>
          </p:cNvPr>
          <p:cNvSpPr txBox="1"/>
          <p:nvPr/>
        </p:nvSpPr>
        <p:spPr>
          <a:xfrm>
            <a:off x="1083381" y="2904724"/>
            <a:ext cx="4955176" cy="1867050"/>
          </a:xfrm>
          <a:prstGeom prst="rect">
            <a:avLst/>
          </a:prstGeom>
          <a:noFill/>
        </p:spPr>
        <p:txBody>
          <a:bodyPr wrap="square">
            <a:spAutoFit/>
          </a:bodyPr>
          <a:lstStyle/>
          <a:p>
            <a:pPr>
              <a:lnSpc>
                <a:spcPct val="115000"/>
              </a:lnSpc>
              <a:spcAft>
                <a:spcPts val="800"/>
              </a:spcAft>
            </a:pPr>
            <a:r>
              <a:rPr lang="en-IN" sz="1200" b="1" kern="100">
                <a:effectLst/>
                <a:latin typeface="Calibri" panose="020F0502020204030204" pitchFamily="34" charset="0"/>
                <a:ea typeface="Calibri" panose="020F0502020204030204" pitchFamily="34" charset="0"/>
                <a:cs typeface="Times New Roman" panose="02020603050405020304" pitchFamily="18" charset="0"/>
              </a:rPr>
              <a:t>G. Top 5 Pizzas by Revenue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SELECT pizza_name, SUM(total_price) AS Total_Revenue </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FROM pizza_sales_excel_file </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GROUP BY pizza_name </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ORDER BY Total_Revenue DESC </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LIMIT 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47568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97">
          <a:extLst>
            <a:ext uri="{FF2B5EF4-FFF2-40B4-BE49-F238E27FC236}">
              <a16:creationId xmlns:a16="http://schemas.microsoft.com/office/drawing/2014/main" id="{5D86E76C-6D2B-673C-3A11-B42A7296EDA7}"/>
            </a:ext>
          </a:extLst>
        </p:cNvPr>
        <p:cNvGrpSpPr/>
        <p:nvPr/>
      </p:nvGrpSpPr>
      <p:grpSpPr>
        <a:xfrm>
          <a:off x="0" y="0"/>
          <a:ext cx="0" cy="0"/>
          <a:chOff x="0" y="0"/>
          <a:chExt cx="0" cy="0"/>
        </a:xfrm>
      </p:grpSpPr>
      <p:sp>
        <p:nvSpPr>
          <p:cNvPr id="11006" name="Google Shape;11006;p30">
            <a:extLst>
              <a:ext uri="{FF2B5EF4-FFF2-40B4-BE49-F238E27FC236}">
                <a16:creationId xmlns:a16="http://schemas.microsoft.com/office/drawing/2014/main" id="{AC91C029-ACBB-51FC-DEA6-0D39825C91FF}"/>
              </a:ext>
            </a:extLst>
          </p:cNvPr>
          <p:cNvSpPr txBox="1">
            <a:spLocks noGrp="1"/>
          </p:cNvSpPr>
          <p:nvPr>
            <p:ph type="title" idx="2"/>
          </p:nvPr>
        </p:nvSpPr>
        <p:spPr>
          <a:xfrm>
            <a:off x="916631" y="1378025"/>
            <a:ext cx="676200" cy="50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1013" name="Google Shape;11013;p30">
            <a:extLst>
              <a:ext uri="{FF2B5EF4-FFF2-40B4-BE49-F238E27FC236}">
                <a16:creationId xmlns:a16="http://schemas.microsoft.com/office/drawing/2014/main" id="{6527C82F-6E49-2CCF-E7B4-69B69C147F8C}"/>
              </a:ext>
            </a:extLst>
          </p:cNvPr>
          <p:cNvSpPr txBox="1">
            <a:spLocks noGrp="1"/>
          </p:cNvSpPr>
          <p:nvPr>
            <p:ph type="title" idx="8"/>
          </p:nvPr>
        </p:nvSpPr>
        <p:spPr>
          <a:xfrm>
            <a:off x="916631" y="2656063"/>
            <a:ext cx="676200" cy="50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 name="TextBox 2">
            <a:extLst>
              <a:ext uri="{FF2B5EF4-FFF2-40B4-BE49-F238E27FC236}">
                <a16:creationId xmlns:a16="http://schemas.microsoft.com/office/drawing/2014/main" id="{DADE762B-C16D-4948-57AC-FDCE5D18131C}"/>
              </a:ext>
            </a:extLst>
          </p:cNvPr>
          <p:cNvSpPr txBox="1"/>
          <p:nvPr/>
        </p:nvSpPr>
        <p:spPr>
          <a:xfrm>
            <a:off x="916631" y="1215834"/>
            <a:ext cx="4955176" cy="1867050"/>
          </a:xfrm>
          <a:prstGeom prst="rect">
            <a:avLst/>
          </a:prstGeom>
          <a:noFill/>
        </p:spPr>
        <p:txBody>
          <a:bodyPr wrap="square">
            <a:spAutoFit/>
          </a:bodyPr>
          <a:lstStyle/>
          <a:p>
            <a:pPr>
              <a:lnSpc>
                <a:spcPct val="115000"/>
              </a:lnSpc>
              <a:spcAft>
                <a:spcPts val="800"/>
              </a:spcAft>
            </a:pPr>
            <a:r>
              <a:rPr lang="en-IN" sz="1200" b="1" kern="100">
                <a:effectLst/>
                <a:latin typeface="Calibri" panose="020F0502020204030204" pitchFamily="34" charset="0"/>
                <a:ea typeface="Calibri" panose="020F0502020204030204" pitchFamily="34" charset="0"/>
                <a:cs typeface="Times New Roman" panose="02020603050405020304" pitchFamily="18" charset="0"/>
              </a:rPr>
              <a:t>H. Bottom 5 Pizzas by Revenue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SELECT pizza_name, SUM(total_price) AS Total_Revenue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FROM pizza_sales_excel_file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GROUP BY pizza_name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ORDER BY Total_Revenue ASC</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200" kern="100">
                <a:effectLst/>
                <a:latin typeface="Calibri" panose="020F0502020204030204" pitchFamily="34" charset="0"/>
                <a:ea typeface="Calibri" panose="020F0502020204030204" pitchFamily="34" charset="0"/>
                <a:cs typeface="Times New Roman" panose="02020603050405020304" pitchFamily="18" charset="0"/>
              </a:rPr>
              <a:t>LIMIT 5;</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201BAA31-A9B5-FAC9-FA02-CE2C5CF2D343}"/>
              </a:ext>
            </a:extLst>
          </p:cNvPr>
          <p:cNvSpPr txBox="1"/>
          <p:nvPr/>
        </p:nvSpPr>
        <p:spPr>
          <a:xfrm>
            <a:off x="831669" y="3216001"/>
            <a:ext cx="4955176" cy="2045047"/>
          </a:xfrm>
          <a:prstGeom prst="rect">
            <a:avLst/>
          </a:prstGeom>
          <a:noFill/>
        </p:spPr>
        <p:txBody>
          <a:bodyPr wrap="square">
            <a:spAutoFit/>
          </a:bodyPr>
          <a:lstStyle/>
          <a:p>
            <a:pPr>
              <a:lnSpc>
                <a:spcPct val="115000"/>
              </a:lnSpc>
              <a:spcAft>
                <a:spcPts val="800"/>
              </a:spcAft>
            </a:pPr>
            <a:r>
              <a:rPr lang="en-IN" sz="1100" b="1" kern="100">
                <a:effectLst/>
                <a:latin typeface="Calibri" panose="020F0502020204030204" pitchFamily="34" charset="0"/>
                <a:ea typeface="Calibri" panose="020F0502020204030204" pitchFamily="34" charset="0"/>
                <a:cs typeface="Times New Roman" panose="02020603050405020304" pitchFamily="18" charset="0"/>
              </a:rPr>
              <a:t>I. Top 5 Pizzas by Quantity</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SELECT pizza_name, SUM(quantity) AS Total_Quantity</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FROM pizza_sales_excel_file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GROUP BY pizza_name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ORDER BY Total_Quantity DESC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LIMIT 5;</a:t>
            </a:r>
            <a:r>
              <a:rPr lang="en-US" sz="2400" b="1" kern="100">
                <a:solidFill>
                  <a:srgbClr val="1F3864"/>
                </a:solidFill>
                <a:effectLst/>
                <a:latin typeface="Calibri" panose="020F0502020204030204" pitchFamily="34" charset="0"/>
                <a:ea typeface="Calibri" panose="020F0502020204030204" pitchFamily="34" charset="0"/>
                <a:cs typeface="Calibri" panose="020F0502020204030204" pitchFamily="34" charset="0"/>
              </a:rPr>
              <a:t> </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58234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44">
          <a:extLst>
            <a:ext uri="{FF2B5EF4-FFF2-40B4-BE49-F238E27FC236}">
              <a16:creationId xmlns:a16="http://schemas.microsoft.com/office/drawing/2014/main" id="{C1805086-4577-EF35-1841-D1F1A010DC2C}"/>
            </a:ext>
          </a:extLst>
        </p:cNvPr>
        <p:cNvGrpSpPr/>
        <p:nvPr/>
      </p:nvGrpSpPr>
      <p:grpSpPr>
        <a:xfrm>
          <a:off x="0" y="0"/>
          <a:ext cx="0" cy="0"/>
          <a:chOff x="0" y="0"/>
          <a:chExt cx="0" cy="0"/>
        </a:xfrm>
      </p:grpSpPr>
      <p:sp>
        <p:nvSpPr>
          <p:cNvPr id="11354" name="Google Shape;11354;p35">
            <a:extLst>
              <a:ext uri="{FF2B5EF4-FFF2-40B4-BE49-F238E27FC236}">
                <a16:creationId xmlns:a16="http://schemas.microsoft.com/office/drawing/2014/main" id="{D0009A57-04B2-40A1-E58C-37F50EDC4810}"/>
              </a:ext>
            </a:extLst>
          </p:cNvPr>
          <p:cNvSpPr/>
          <p:nvPr/>
        </p:nvSpPr>
        <p:spPr>
          <a:xfrm>
            <a:off x="5143500" y="3783825"/>
            <a:ext cx="2823600" cy="490800"/>
          </a:xfrm>
          <a:prstGeom prst="ellipse">
            <a:avLst/>
          </a:prstGeom>
          <a:solidFill>
            <a:srgbClr val="F4CE89">
              <a:alpha val="36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55" name="Google Shape;11355;p35">
            <a:extLst>
              <a:ext uri="{FF2B5EF4-FFF2-40B4-BE49-F238E27FC236}">
                <a16:creationId xmlns:a16="http://schemas.microsoft.com/office/drawing/2014/main" id="{BE11328F-29FA-7D2E-2058-7F955F08382F}"/>
              </a:ext>
            </a:extLst>
          </p:cNvPr>
          <p:cNvGrpSpPr/>
          <p:nvPr/>
        </p:nvGrpSpPr>
        <p:grpSpPr>
          <a:xfrm>
            <a:off x="5419238" y="1185349"/>
            <a:ext cx="2272122" cy="2923101"/>
            <a:chOff x="5419238" y="1185349"/>
            <a:chExt cx="2272122" cy="2923101"/>
          </a:xfrm>
        </p:grpSpPr>
        <p:sp>
          <p:nvSpPr>
            <p:cNvPr id="11356" name="Google Shape;11356;p35">
              <a:extLst>
                <a:ext uri="{FF2B5EF4-FFF2-40B4-BE49-F238E27FC236}">
                  <a16:creationId xmlns:a16="http://schemas.microsoft.com/office/drawing/2014/main" id="{8C480FBF-7907-6ACF-366C-DA8BD00B9140}"/>
                </a:ext>
              </a:extLst>
            </p:cNvPr>
            <p:cNvSpPr/>
            <p:nvPr/>
          </p:nvSpPr>
          <p:spPr>
            <a:xfrm>
              <a:off x="7408487" y="2169964"/>
              <a:ext cx="258801" cy="216399"/>
            </a:xfrm>
            <a:custGeom>
              <a:avLst/>
              <a:gdLst/>
              <a:ahLst/>
              <a:cxnLst/>
              <a:rect l="l" t="t" r="r" b="b"/>
              <a:pathLst>
                <a:path w="3064" h="2562" extrusionOk="0">
                  <a:moveTo>
                    <a:pt x="921" y="1"/>
                  </a:moveTo>
                  <a:lnTo>
                    <a:pt x="1" y="2562"/>
                  </a:lnTo>
                  <a:lnTo>
                    <a:pt x="2143" y="2562"/>
                  </a:lnTo>
                  <a:lnTo>
                    <a:pt x="30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7" name="Google Shape;11357;p35">
              <a:extLst>
                <a:ext uri="{FF2B5EF4-FFF2-40B4-BE49-F238E27FC236}">
                  <a16:creationId xmlns:a16="http://schemas.microsoft.com/office/drawing/2014/main" id="{FB0F1E1B-734A-20CA-1A56-8EC66D660992}"/>
                </a:ext>
              </a:extLst>
            </p:cNvPr>
            <p:cNvSpPr/>
            <p:nvPr/>
          </p:nvSpPr>
          <p:spPr>
            <a:xfrm>
              <a:off x="7131355" y="2169964"/>
              <a:ext cx="410162" cy="1153792"/>
            </a:xfrm>
            <a:custGeom>
              <a:avLst/>
              <a:gdLst/>
              <a:ahLst/>
              <a:cxnLst/>
              <a:rect l="l" t="t" r="r" b="b"/>
              <a:pathLst>
                <a:path w="4856" h="13660" extrusionOk="0">
                  <a:moveTo>
                    <a:pt x="4135" y="1"/>
                  </a:moveTo>
                  <a:lnTo>
                    <a:pt x="1" y="13660"/>
                  </a:lnTo>
                  <a:lnTo>
                    <a:pt x="704" y="13660"/>
                  </a:lnTo>
                  <a:lnTo>
                    <a:pt x="48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8" name="Google Shape;11358;p35">
              <a:extLst>
                <a:ext uri="{FF2B5EF4-FFF2-40B4-BE49-F238E27FC236}">
                  <a16:creationId xmlns:a16="http://schemas.microsoft.com/office/drawing/2014/main" id="{DA10CB02-39DC-0A4E-15B7-964C3B6B4713}"/>
                </a:ext>
              </a:extLst>
            </p:cNvPr>
            <p:cNvSpPr/>
            <p:nvPr/>
          </p:nvSpPr>
          <p:spPr>
            <a:xfrm>
              <a:off x="7282633" y="2169964"/>
              <a:ext cx="408726" cy="1153792"/>
            </a:xfrm>
            <a:custGeom>
              <a:avLst/>
              <a:gdLst/>
              <a:ahLst/>
              <a:cxnLst/>
              <a:rect l="l" t="t" r="r" b="b"/>
              <a:pathLst>
                <a:path w="4839" h="13660" extrusionOk="0">
                  <a:moveTo>
                    <a:pt x="4152" y="1"/>
                  </a:moveTo>
                  <a:lnTo>
                    <a:pt x="1" y="13660"/>
                  </a:lnTo>
                  <a:lnTo>
                    <a:pt x="721" y="13660"/>
                  </a:lnTo>
                  <a:lnTo>
                    <a:pt x="48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9" name="Google Shape;11359;p35">
              <a:extLst>
                <a:ext uri="{FF2B5EF4-FFF2-40B4-BE49-F238E27FC236}">
                  <a16:creationId xmlns:a16="http://schemas.microsoft.com/office/drawing/2014/main" id="{9DC909AD-1453-260B-E72A-1946F7ADF19F}"/>
                </a:ext>
              </a:extLst>
            </p:cNvPr>
            <p:cNvSpPr/>
            <p:nvPr/>
          </p:nvSpPr>
          <p:spPr>
            <a:xfrm>
              <a:off x="6186945" y="3090386"/>
              <a:ext cx="422832" cy="1005302"/>
            </a:xfrm>
            <a:custGeom>
              <a:avLst/>
              <a:gdLst/>
              <a:ahLst/>
              <a:cxnLst/>
              <a:rect l="l" t="t" r="r" b="b"/>
              <a:pathLst>
                <a:path w="5006" h="11902" extrusionOk="0">
                  <a:moveTo>
                    <a:pt x="904" y="1"/>
                  </a:moveTo>
                  <a:lnTo>
                    <a:pt x="1" y="11902"/>
                  </a:lnTo>
                  <a:lnTo>
                    <a:pt x="118" y="11902"/>
                  </a:lnTo>
                  <a:lnTo>
                    <a:pt x="5005" y="2947"/>
                  </a:lnTo>
                  <a:lnTo>
                    <a:pt x="9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0" name="Google Shape;11360;p35">
              <a:extLst>
                <a:ext uri="{FF2B5EF4-FFF2-40B4-BE49-F238E27FC236}">
                  <a16:creationId xmlns:a16="http://schemas.microsoft.com/office/drawing/2014/main" id="{BB96EDB5-0D62-CBE4-2708-C14B1A613C5D}"/>
                </a:ext>
              </a:extLst>
            </p:cNvPr>
            <p:cNvSpPr/>
            <p:nvPr/>
          </p:nvSpPr>
          <p:spPr>
            <a:xfrm>
              <a:off x="6397603" y="1891481"/>
              <a:ext cx="763564" cy="452479"/>
            </a:xfrm>
            <a:custGeom>
              <a:avLst/>
              <a:gdLst/>
              <a:ahLst/>
              <a:cxnLst/>
              <a:rect l="l" t="t" r="r" b="b"/>
              <a:pathLst>
                <a:path w="9040" h="5357" extrusionOk="0">
                  <a:moveTo>
                    <a:pt x="3867" y="0"/>
                  </a:moveTo>
                  <a:lnTo>
                    <a:pt x="1" y="1842"/>
                  </a:lnTo>
                  <a:cubicBezTo>
                    <a:pt x="921" y="3348"/>
                    <a:pt x="5524" y="5357"/>
                    <a:pt x="5524" y="5357"/>
                  </a:cubicBezTo>
                  <a:lnTo>
                    <a:pt x="9039" y="1490"/>
                  </a:lnTo>
                  <a:cubicBezTo>
                    <a:pt x="6947" y="1088"/>
                    <a:pt x="4587" y="720"/>
                    <a:pt x="38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1" name="Google Shape;11361;p35">
              <a:extLst>
                <a:ext uri="{FF2B5EF4-FFF2-40B4-BE49-F238E27FC236}">
                  <a16:creationId xmlns:a16="http://schemas.microsoft.com/office/drawing/2014/main" id="{5BE4706E-813A-68BE-E502-08D9E4698967}"/>
                </a:ext>
              </a:extLst>
            </p:cNvPr>
            <p:cNvSpPr/>
            <p:nvPr/>
          </p:nvSpPr>
          <p:spPr>
            <a:xfrm>
              <a:off x="6397603" y="1931095"/>
              <a:ext cx="818804" cy="431278"/>
            </a:xfrm>
            <a:custGeom>
              <a:avLst/>
              <a:gdLst/>
              <a:ahLst/>
              <a:cxnLst/>
              <a:rect l="l" t="t" r="r" b="b"/>
              <a:pathLst>
                <a:path w="9694" h="5106" extrusionOk="0">
                  <a:moveTo>
                    <a:pt x="4671" y="0"/>
                  </a:moveTo>
                  <a:lnTo>
                    <a:pt x="1" y="1356"/>
                  </a:lnTo>
                  <a:cubicBezTo>
                    <a:pt x="921" y="2862"/>
                    <a:pt x="5575" y="5105"/>
                    <a:pt x="5575" y="5105"/>
                  </a:cubicBezTo>
                  <a:lnTo>
                    <a:pt x="9357" y="1958"/>
                  </a:lnTo>
                  <a:cubicBezTo>
                    <a:pt x="9694" y="1388"/>
                    <a:pt x="9310" y="1276"/>
                    <a:pt x="8770" y="1276"/>
                  </a:cubicBezTo>
                  <a:cubicBezTo>
                    <a:pt x="8423" y="1276"/>
                    <a:pt x="8011" y="1322"/>
                    <a:pt x="7684" y="1322"/>
                  </a:cubicBezTo>
                  <a:cubicBezTo>
                    <a:pt x="5524" y="1322"/>
                    <a:pt x="4872" y="870"/>
                    <a:pt x="467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2" name="Google Shape;11362;p35">
              <a:extLst>
                <a:ext uri="{FF2B5EF4-FFF2-40B4-BE49-F238E27FC236}">
                  <a16:creationId xmlns:a16="http://schemas.microsoft.com/office/drawing/2014/main" id="{58EB7B67-F0F5-CF0B-1CE6-628A6FE305C1}"/>
                </a:ext>
              </a:extLst>
            </p:cNvPr>
            <p:cNvSpPr/>
            <p:nvPr/>
          </p:nvSpPr>
          <p:spPr>
            <a:xfrm>
              <a:off x="7237444" y="3336434"/>
              <a:ext cx="108960" cy="772010"/>
            </a:xfrm>
            <a:custGeom>
              <a:avLst/>
              <a:gdLst/>
              <a:ahLst/>
              <a:cxnLst/>
              <a:rect l="l" t="t" r="r" b="b"/>
              <a:pathLst>
                <a:path w="1290" h="9140" extrusionOk="0">
                  <a:moveTo>
                    <a:pt x="0" y="0"/>
                  </a:moveTo>
                  <a:lnTo>
                    <a:pt x="1005" y="9139"/>
                  </a:lnTo>
                  <a:lnTo>
                    <a:pt x="1289" y="9139"/>
                  </a:lnTo>
                  <a:lnTo>
                    <a:pt x="1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3" name="Google Shape;11363;p35">
              <a:extLst>
                <a:ext uri="{FF2B5EF4-FFF2-40B4-BE49-F238E27FC236}">
                  <a16:creationId xmlns:a16="http://schemas.microsoft.com/office/drawing/2014/main" id="{580DA749-CB9A-A681-DB24-8FF4C560D11A}"/>
                </a:ext>
              </a:extLst>
            </p:cNvPr>
            <p:cNvSpPr/>
            <p:nvPr/>
          </p:nvSpPr>
          <p:spPr>
            <a:xfrm>
              <a:off x="6643651" y="3336434"/>
              <a:ext cx="111747" cy="772010"/>
            </a:xfrm>
            <a:custGeom>
              <a:avLst/>
              <a:gdLst/>
              <a:ahLst/>
              <a:cxnLst/>
              <a:rect l="l" t="t" r="r" b="b"/>
              <a:pathLst>
                <a:path w="1323" h="9140" extrusionOk="0">
                  <a:moveTo>
                    <a:pt x="0" y="0"/>
                  </a:moveTo>
                  <a:lnTo>
                    <a:pt x="0" y="9139"/>
                  </a:lnTo>
                  <a:lnTo>
                    <a:pt x="318" y="9139"/>
                  </a:lnTo>
                  <a:lnTo>
                    <a:pt x="13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4" name="Google Shape;11364;p35">
              <a:extLst>
                <a:ext uri="{FF2B5EF4-FFF2-40B4-BE49-F238E27FC236}">
                  <a16:creationId xmlns:a16="http://schemas.microsoft.com/office/drawing/2014/main" id="{270CE834-0419-9524-141D-B6B666C72F5E}"/>
                </a:ext>
              </a:extLst>
            </p:cNvPr>
            <p:cNvSpPr/>
            <p:nvPr/>
          </p:nvSpPr>
          <p:spPr>
            <a:xfrm>
              <a:off x="6649310" y="3294033"/>
              <a:ext cx="697090" cy="100429"/>
            </a:xfrm>
            <a:custGeom>
              <a:avLst/>
              <a:gdLst/>
              <a:ahLst/>
              <a:cxnLst/>
              <a:rect l="l" t="t" r="r" b="b"/>
              <a:pathLst>
                <a:path w="8253" h="1189" extrusionOk="0">
                  <a:moveTo>
                    <a:pt x="0" y="0"/>
                  </a:moveTo>
                  <a:lnTo>
                    <a:pt x="0" y="1188"/>
                  </a:lnTo>
                  <a:lnTo>
                    <a:pt x="8252" y="1188"/>
                  </a:lnTo>
                  <a:lnTo>
                    <a:pt x="8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5" name="Google Shape;11365;p35">
              <a:extLst>
                <a:ext uri="{FF2B5EF4-FFF2-40B4-BE49-F238E27FC236}">
                  <a16:creationId xmlns:a16="http://schemas.microsoft.com/office/drawing/2014/main" id="{F528BE29-4849-6C13-FAD6-E27EC0C7E71B}"/>
                </a:ext>
              </a:extLst>
            </p:cNvPr>
            <p:cNvSpPr/>
            <p:nvPr/>
          </p:nvSpPr>
          <p:spPr>
            <a:xfrm>
              <a:off x="6219465" y="2883952"/>
              <a:ext cx="1152356" cy="1211735"/>
            </a:xfrm>
            <a:custGeom>
              <a:avLst/>
              <a:gdLst/>
              <a:ahLst/>
              <a:cxnLst/>
              <a:rect l="l" t="t" r="r" b="b"/>
              <a:pathLst>
                <a:path w="13643" h="14346" extrusionOk="0">
                  <a:moveTo>
                    <a:pt x="7884" y="1"/>
                  </a:moveTo>
                  <a:cubicBezTo>
                    <a:pt x="7884" y="1"/>
                    <a:pt x="1323" y="1206"/>
                    <a:pt x="536" y="2428"/>
                  </a:cubicBezTo>
                  <a:cubicBezTo>
                    <a:pt x="1" y="3282"/>
                    <a:pt x="3047" y="14346"/>
                    <a:pt x="3047" y="14346"/>
                  </a:cubicBezTo>
                  <a:lnTo>
                    <a:pt x="3198" y="14346"/>
                  </a:lnTo>
                  <a:lnTo>
                    <a:pt x="5390" y="5307"/>
                  </a:lnTo>
                  <a:cubicBezTo>
                    <a:pt x="5390" y="5307"/>
                    <a:pt x="8905" y="5140"/>
                    <a:pt x="9910" y="5106"/>
                  </a:cubicBezTo>
                  <a:cubicBezTo>
                    <a:pt x="13642" y="4889"/>
                    <a:pt x="12839" y="838"/>
                    <a:pt x="12839" y="838"/>
                  </a:cubicBezTo>
                  <a:lnTo>
                    <a:pt x="78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6" name="Google Shape;11366;p35">
              <a:extLst>
                <a:ext uri="{FF2B5EF4-FFF2-40B4-BE49-F238E27FC236}">
                  <a16:creationId xmlns:a16="http://schemas.microsoft.com/office/drawing/2014/main" id="{FF74596B-D9CC-4CD1-0A7F-D351F741FAB8}"/>
                </a:ext>
              </a:extLst>
            </p:cNvPr>
            <p:cNvSpPr/>
            <p:nvPr/>
          </p:nvSpPr>
          <p:spPr>
            <a:xfrm>
              <a:off x="6219465" y="2883952"/>
              <a:ext cx="1152356" cy="1213171"/>
            </a:xfrm>
            <a:custGeom>
              <a:avLst/>
              <a:gdLst/>
              <a:ahLst/>
              <a:cxnLst/>
              <a:rect l="l" t="t" r="r" b="b"/>
              <a:pathLst>
                <a:path w="13643" h="14363" extrusionOk="0">
                  <a:moveTo>
                    <a:pt x="7868" y="1"/>
                  </a:moveTo>
                  <a:cubicBezTo>
                    <a:pt x="7868" y="1"/>
                    <a:pt x="6445" y="269"/>
                    <a:pt x="4855" y="670"/>
                  </a:cubicBezTo>
                  <a:cubicBezTo>
                    <a:pt x="6344" y="1039"/>
                    <a:pt x="7399" y="1625"/>
                    <a:pt x="7315" y="2060"/>
                  </a:cubicBezTo>
                  <a:cubicBezTo>
                    <a:pt x="7253" y="2371"/>
                    <a:pt x="6617" y="2541"/>
                    <a:pt x="5699" y="2541"/>
                  </a:cubicBezTo>
                  <a:cubicBezTo>
                    <a:pt x="5138" y="2541"/>
                    <a:pt x="4472" y="2478"/>
                    <a:pt x="3767" y="2344"/>
                  </a:cubicBezTo>
                  <a:cubicBezTo>
                    <a:pt x="2930" y="2177"/>
                    <a:pt x="2177" y="1959"/>
                    <a:pt x="1607" y="1708"/>
                  </a:cubicBezTo>
                  <a:cubicBezTo>
                    <a:pt x="1089" y="1943"/>
                    <a:pt x="687" y="2194"/>
                    <a:pt x="536" y="2445"/>
                  </a:cubicBezTo>
                  <a:cubicBezTo>
                    <a:pt x="1" y="3298"/>
                    <a:pt x="3047" y="14363"/>
                    <a:pt x="3047" y="14363"/>
                  </a:cubicBezTo>
                  <a:lnTo>
                    <a:pt x="3214" y="14363"/>
                  </a:lnTo>
                  <a:lnTo>
                    <a:pt x="5424" y="5324"/>
                  </a:lnTo>
                  <a:cubicBezTo>
                    <a:pt x="5424" y="5324"/>
                    <a:pt x="8939" y="5156"/>
                    <a:pt x="9943" y="5123"/>
                  </a:cubicBezTo>
                  <a:cubicBezTo>
                    <a:pt x="13642" y="4872"/>
                    <a:pt x="12822" y="838"/>
                    <a:pt x="12822" y="838"/>
                  </a:cubicBezTo>
                  <a:lnTo>
                    <a:pt x="7868" y="1"/>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7" name="Google Shape;11367;p35">
              <a:extLst>
                <a:ext uri="{FF2B5EF4-FFF2-40B4-BE49-F238E27FC236}">
                  <a16:creationId xmlns:a16="http://schemas.microsoft.com/office/drawing/2014/main" id="{C890CB61-5BA5-1E86-7295-4BCA9CE53AE9}"/>
                </a:ext>
              </a:extLst>
            </p:cNvPr>
            <p:cNvSpPr/>
            <p:nvPr/>
          </p:nvSpPr>
          <p:spPr>
            <a:xfrm>
              <a:off x="6681829" y="1989292"/>
              <a:ext cx="811540" cy="1107167"/>
            </a:xfrm>
            <a:custGeom>
              <a:avLst/>
              <a:gdLst/>
              <a:ahLst/>
              <a:cxnLst/>
              <a:rect l="l" t="t" r="r" b="b"/>
              <a:pathLst>
                <a:path w="9608" h="13108" extrusionOk="0">
                  <a:moveTo>
                    <a:pt x="6909" y="1"/>
                  </a:moveTo>
                  <a:cubicBezTo>
                    <a:pt x="4863" y="1"/>
                    <a:pt x="505" y="2543"/>
                    <a:pt x="0" y="11011"/>
                  </a:cubicBezTo>
                  <a:cubicBezTo>
                    <a:pt x="889" y="12374"/>
                    <a:pt x="5657" y="13108"/>
                    <a:pt x="7022" y="13108"/>
                  </a:cubicBezTo>
                  <a:cubicBezTo>
                    <a:pt x="7199" y="13108"/>
                    <a:pt x="7319" y="13095"/>
                    <a:pt x="7365" y="13070"/>
                  </a:cubicBezTo>
                  <a:cubicBezTo>
                    <a:pt x="8152" y="12685"/>
                    <a:pt x="7482" y="8383"/>
                    <a:pt x="9089" y="4333"/>
                  </a:cubicBezTo>
                  <a:cubicBezTo>
                    <a:pt x="9608" y="3010"/>
                    <a:pt x="9106" y="516"/>
                    <a:pt x="7415" y="64"/>
                  </a:cubicBezTo>
                  <a:cubicBezTo>
                    <a:pt x="7270" y="23"/>
                    <a:pt x="7099" y="1"/>
                    <a:pt x="69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8" name="Google Shape;11368;p35">
              <a:extLst>
                <a:ext uri="{FF2B5EF4-FFF2-40B4-BE49-F238E27FC236}">
                  <a16:creationId xmlns:a16="http://schemas.microsoft.com/office/drawing/2014/main" id="{F2EFBFE1-B1C3-1578-2370-B33C8A46F2DD}"/>
                </a:ext>
              </a:extLst>
            </p:cNvPr>
            <p:cNvSpPr/>
            <p:nvPr/>
          </p:nvSpPr>
          <p:spPr>
            <a:xfrm>
              <a:off x="6691712" y="1993262"/>
              <a:ext cx="801657" cy="1102860"/>
            </a:xfrm>
            <a:custGeom>
              <a:avLst/>
              <a:gdLst/>
              <a:ahLst/>
              <a:cxnLst/>
              <a:rect l="l" t="t" r="r" b="b"/>
              <a:pathLst>
                <a:path w="9491" h="13057" extrusionOk="0">
                  <a:moveTo>
                    <a:pt x="7298" y="1"/>
                  </a:moveTo>
                  <a:lnTo>
                    <a:pt x="7298" y="1"/>
                  </a:lnTo>
                  <a:cubicBezTo>
                    <a:pt x="7717" y="1607"/>
                    <a:pt x="7198" y="4068"/>
                    <a:pt x="5792" y="6478"/>
                  </a:cubicBezTo>
                  <a:cubicBezTo>
                    <a:pt x="4161" y="9266"/>
                    <a:pt x="1848" y="11085"/>
                    <a:pt x="136" y="11085"/>
                  </a:cubicBezTo>
                  <a:cubicBezTo>
                    <a:pt x="90" y="11085"/>
                    <a:pt x="45" y="11084"/>
                    <a:pt x="0" y="11081"/>
                  </a:cubicBezTo>
                  <a:lnTo>
                    <a:pt x="0" y="11081"/>
                  </a:lnTo>
                  <a:cubicBezTo>
                    <a:pt x="1130" y="12359"/>
                    <a:pt x="5662" y="13057"/>
                    <a:pt x="6935" y="13057"/>
                  </a:cubicBezTo>
                  <a:cubicBezTo>
                    <a:pt x="7096" y="13057"/>
                    <a:pt x="7205" y="13046"/>
                    <a:pt x="7248" y="13023"/>
                  </a:cubicBezTo>
                  <a:cubicBezTo>
                    <a:pt x="8035" y="12638"/>
                    <a:pt x="7365" y="8336"/>
                    <a:pt x="8972" y="4286"/>
                  </a:cubicBezTo>
                  <a:cubicBezTo>
                    <a:pt x="9491" y="2963"/>
                    <a:pt x="8989" y="469"/>
                    <a:pt x="729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9" name="Google Shape;11369;p35">
              <a:extLst>
                <a:ext uri="{FF2B5EF4-FFF2-40B4-BE49-F238E27FC236}">
                  <a16:creationId xmlns:a16="http://schemas.microsoft.com/office/drawing/2014/main" id="{498F904F-61F9-6C5B-542D-D27F80D0618B}"/>
                </a:ext>
              </a:extLst>
            </p:cNvPr>
            <p:cNvSpPr/>
            <p:nvPr/>
          </p:nvSpPr>
          <p:spPr>
            <a:xfrm>
              <a:off x="5778385" y="2194037"/>
              <a:ext cx="169690" cy="21285"/>
            </a:xfrm>
            <a:custGeom>
              <a:avLst/>
              <a:gdLst/>
              <a:ahLst/>
              <a:cxnLst/>
              <a:rect l="l" t="t" r="r" b="b"/>
              <a:pathLst>
                <a:path w="2009" h="252" extrusionOk="0">
                  <a:moveTo>
                    <a:pt x="1004" y="0"/>
                  </a:moveTo>
                  <a:cubicBezTo>
                    <a:pt x="452" y="0"/>
                    <a:pt x="0" y="51"/>
                    <a:pt x="0" y="118"/>
                  </a:cubicBezTo>
                  <a:cubicBezTo>
                    <a:pt x="0" y="201"/>
                    <a:pt x="452" y="252"/>
                    <a:pt x="1004" y="252"/>
                  </a:cubicBezTo>
                  <a:cubicBezTo>
                    <a:pt x="1574" y="252"/>
                    <a:pt x="2009" y="201"/>
                    <a:pt x="2009" y="118"/>
                  </a:cubicBezTo>
                  <a:cubicBezTo>
                    <a:pt x="2009" y="51"/>
                    <a:pt x="1574" y="0"/>
                    <a:pt x="10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0" name="Google Shape;11370;p35">
              <a:extLst>
                <a:ext uri="{FF2B5EF4-FFF2-40B4-BE49-F238E27FC236}">
                  <a16:creationId xmlns:a16="http://schemas.microsoft.com/office/drawing/2014/main" id="{7FF5D358-5BB6-255A-CE78-2A64F4A948BF}"/>
                </a:ext>
              </a:extLst>
            </p:cNvPr>
            <p:cNvSpPr/>
            <p:nvPr/>
          </p:nvSpPr>
          <p:spPr>
            <a:xfrm>
              <a:off x="5543655" y="2263299"/>
              <a:ext cx="784764" cy="72218"/>
            </a:xfrm>
            <a:custGeom>
              <a:avLst/>
              <a:gdLst/>
              <a:ahLst/>
              <a:cxnLst/>
              <a:rect l="l" t="t" r="r" b="b"/>
              <a:pathLst>
                <a:path w="9291" h="855" extrusionOk="0">
                  <a:moveTo>
                    <a:pt x="0" y="1"/>
                  </a:moveTo>
                  <a:lnTo>
                    <a:pt x="4654" y="854"/>
                  </a:lnTo>
                  <a:lnTo>
                    <a:pt x="9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1" name="Google Shape;11371;p35">
              <a:extLst>
                <a:ext uri="{FF2B5EF4-FFF2-40B4-BE49-F238E27FC236}">
                  <a16:creationId xmlns:a16="http://schemas.microsoft.com/office/drawing/2014/main" id="{00B7818B-270A-E3BB-8A6F-203FA0EBD0BD}"/>
                </a:ext>
              </a:extLst>
            </p:cNvPr>
            <p:cNvSpPr/>
            <p:nvPr/>
          </p:nvSpPr>
          <p:spPr>
            <a:xfrm>
              <a:off x="6226560" y="2578609"/>
              <a:ext cx="128725" cy="1529830"/>
            </a:xfrm>
            <a:custGeom>
              <a:avLst/>
              <a:gdLst/>
              <a:ahLst/>
              <a:cxnLst/>
              <a:rect l="l" t="t" r="r" b="b"/>
              <a:pathLst>
                <a:path w="1524" h="18112" extrusionOk="0">
                  <a:moveTo>
                    <a:pt x="0" y="0"/>
                  </a:moveTo>
                  <a:lnTo>
                    <a:pt x="1239" y="18111"/>
                  </a:lnTo>
                  <a:lnTo>
                    <a:pt x="1523" y="18111"/>
                  </a:lnTo>
                  <a:lnTo>
                    <a:pt x="152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2" name="Google Shape;11372;p35">
              <a:extLst>
                <a:ext uri="{FF2B5EF4-FFF2-40B4-BE49-F238E27FC236}">
                  <a16:creationId xmlns:a16="http://schemas.microsoft.com/office/drawing/2014/main" id="{13589D23-E22C-8D10-7883-25DD2CE07308}"/>
                </a:ext>
              </a:extLst>
            </p:cNvPr>
            <p:cNvSpPr/>
            <p:nvPr/>
          </p:nvSpPr>
          <p:spPr>
            <a:xfrm>
              <a:off x="5969193" y="2578609"/>
              <a:ext cx="130161" cy="1529830"/>
            </a:xfrm>
            <a:custGeom>
              <a:avLst/>
              <a:gdLst/>
              <a:ahLst/>
              <a:cxnLst/>
              <a:rect l="l" t="t" r="r" b="b"/>
              <a:pathLst>
                <a:path w="1541" h="18112" extrusionOk="0">
                  <a:moveTo>
                    <a:pt x="1" y="0"/>
                  </a:moveTo>
                  <a:lnTo>
                    <a:pt x="369" y="18111"/>
                  </a:lnTo>
                  <a:lnTo>
                    <a:pt x="654" y="18111"/>
                  </a:lnTo>
                  <a:lnTo>
                    <a:pt x="15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3" name="Google Shape;11373;p35">
              <a:extLst>
                <a:ext uri="{FF2B5EF4-FFF2-40B4-BE49-F238E27FC236}">
                  <a16:creationId xmlns:a16="http://schemas.microsoft.com/office/drawing/2014/main" id="{B8BA25FC-0864-DE35-6A58-B9CD2CC6E894}"/>
                </a:ext>
              </a:extLst>
            </p:cNvPr>
            <p:cNvSpPr/>
            <p:nvPr/>
          </p:nvSpPr>
          <p:spPr>
            <a:xfrm>
              <a:off x="5969193" y="2578609"/>
              <a:ext cx="130161" cy="1225841"/>
            </a:xfrm>
            <a:custGeom>
              <a:avLst/>
              <a:gdLst/>
              <a:ahLst/>
              <a:cxnLst/>
              <a:rect l="l" t="t" r="r" b="b"/>
              <a:pathLst>
                <a:path w="1541" h="14513" extrusionOk="0">
                  <a:moveTo>
                    <a:pt x="1" y="0"/>
                  </a:moveTo>
                  <a:lnTo>
                    <a:pt x="302" y="14278"/>
                  </a:lnTo>
                  <a:lnTo>
                    <a:pt x="821" y="14513"/>
                  </a:lnTo>
                  <a:lnTo>
                    <a:pt x="1541" y="0"/>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4" name="Google Shape;11374;p35">
              <a:extLst>
                <a:ext uri="{FF2B5EF4-FFF2-40B4-BE49-F238E27FC236}">
                  <a16:creationId xmlns:a16="http://schemas.microsoft.com/office/drawing/2014/main" id="{72F722C6-DB57-3224-6073-28782EB9A59A}"/>
                </a:ext>
              </a:extLst>
            </p:cNvPr>
            <p:cNvSpPr/>
            <p:nvPr/>
          </p:nvSpPr>
          <p:spPr>
            <a:xfrm>
              <a:off x="5652532" y="2578609"/>
              <a:ext cx="130161" cy="1529830"/>
            </a:xfrm>
            <a:custGeom>
              <a:avLst/>
              <a:gdLst/>
              <a:ahLst/>
              <a:cxnLst/>
              <a:rect l="l" t="t" r="r" b="b"/>
              <a:pathLst>
                <a:path w="1541" h="18112" extrusionOk="0">
                  <a:moveTo>
                    <a:pt x="0" y="0"/>
                  </a:moveTo>
                  <a:lnTo>
                    <a:pt x="0" y="18111"/>
                  </a:lnTo>
                  <a:lnTo>
                    <a:pt x="285" y="18111"/>
                  </a:lnTo>
                  <a:lnTo>
                    <a:pt x="154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5" name="Google Shape;11375;p35">
              <a:extLst>
                <a:ext uri="{FF2B5EF4-FFF2-40B4-BE49-F238E27FC236}">
                  <a16:creationId xmlns:a16="http://schemas.microsoft.com/office/drawing/2014/main" id="{C5EA0C70-5793-D7A6-5DB9-86E2F0051013}"/>
                </a:ext>
              </a:extLst>
            </p:cNvPr>
            <p:cNvSpPr/>
            <p:nvPr/>
          </p:nvSpPr>
          <p:spPr>
            <a:xfrm>
              <a:off x="5652532" y="2578609"/>
              <a:ext cx="130161" cy="1094329"/>
            </a:xfrm>
            <a:custGeom>
              <a:avLst/>
              <a:gdLst/>
              <a:ahLst/>
              <a:cxnLst/>
              <a:rect l="l" t="t" r="r" b="b"/>
              <a:pathLst>
                <a:path w="1541" h="12956" extrusionOk="0">
                  <a:moveTo>
                    <a:pt x="0" y="0"/>
                  </a:moveTo>
                  <a:lnTo>
                    <a:pt x="0" y="12621"/>
                  </a:lnTo>
                  <a:lnTo>
                    <a:pt x="636" y="12956"/>
                  </a:lnTo>
                  <a:lnTo>
                    <a:pt x="1540" y="0"/>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6" name="Google Shape;11376;p35">
              <a:extLst>
                <a:ext uri="{FF2B5EF4-FFF2-40B4-BE49-F238E27FC236}">
                  <a16:creationId xmlns:a16="http://schemas.microsoft.com/office/drawing/2014/main" id="{E8EAACE9-0E52-7C0A-9893-40B884AA6E76}"/>
                </a:ext>
              </a:extLst>
            </p:cNvPr>
            <p:cNvSpPr/>
            <p:nvPr/>
          </p:nvSpPr>
          <p:spPr>
            <a:xfrm>
              <a:off x="5523637" y="2173005"/>
              <a:ext cx="751063" cy="83282"/>
            </a:xfrm>
            <a:custGeom>
              <a:avLst/>
              <a:gdLst/>
              <a:ahLst/>
              <a:cxnLst/>
              <a:rect l="l" t="t" r="r" b="b"/>
              <a:pathLst>
                <a:path w="8892" h="986" extrusionOk="0">
                  <a:moveTo>
                    <a:pt x="659" y="0"/>
                  </a:moveTo>
                  <a:cubicBezTo>
                    <a:pt x="222" y="0"/>
                    <a:pt x="0" y="128"/>
                    <a:pt x="221" y="517"/>
                  </a:cubicBezTo>
                  <a:lnTo>
                    <a:pt x="3870" y="986"/>
                  </a:lnTo>
                  <a:cubicBezTo>
                    <a:pt x="3870" y="986"/>
                    <a:pt x="8891" y="752"/>
                    <a:pt x="8724" y="283"/>
                  </a:cubicBezTo>
                  <a:cubicBezTo>
                    <a:pt x="8685" y="178"/>
                    <a:pt x="8457" y="139"/>
                    <a:pt x="8113" y="139"/>
                  </a:cubicBezTo>
                  <a:cubicBezTo>
                    <a:pt x="7127" y="139"/>
                    <a:pt x="5184" y="458"/>
                    <a:pt x="3966" y="458"/>
                  </a:cubicBezTo>
                  <a:cubicBezTo>
                    <a:pt x="3782" y="458"/>
                    <a:pt x="3613" y="450"/>
                    <a:pt x="3468" y="434"/>
                  </a:cubicBezTo>
                  <a:cubicBezTo>
                    <a:pt x="2586" y="321"/>
                    <a:pt x="1352" y="0"/>
                    <a:pt x="6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7" name="Google Shape;11377;p35">
              <a:extLst>
                <a:ext uri="{FF2B5EF4-FFF2-40B4-BE49-F238E27FC236}">
                  <a16:creationId xmlns:a16="http://schemas.microsoft.com/office/drawing/2014/main" id="{61A73E9F-F336-758C-E7CA-ED32705E770D}"/>
                </a:ext>
              </a:extLst>
            </p:cNvPr>
            <p:cNvSpPr/>
            <p:nvPr/>
          </p:nvSpPr>
          <p:spPr>
            <a:xfrm>
              <a:off x="5426839" y="2164305"/>
              <a:ext cx="965182" cy="108706"/>
            </a:xfrm>
            <a:custGeom>
              <a:avLst/>
              <a:gdLst/>
              <a:ahLst/>
              <a:cxnLst/>
              <a:rect l="l" t="t" r="r" b="b"/>
              <a:pathLst>
                <a:path w="11427" h="1287" extrusionOk="0">
                  <a:moveTo>
                    <a:pt x="954" y="0"/>
                  </a:moveTo>
                  <a:cubicBezTo>
                    <a:pt x="197" y="0"/>
                    <a:pt x="0" y="1189"/>
                    <a:pt x="831" y="1189"/>
                  </a:cubicBezTo>
                  <a:cubicBezTo>
                    <a:pt x="2460" y="1189"/>
                    <a:pt x="5012" y="1286"/>
                    <a:pt x="7360" y="1286"/>
                  </a:cubicBezTo>
                  <a:cubicBezTo>
                    <a:pt x="8535" y="1286"/>
                    <a:pt x="9658" y="1262"/>
                    <a:pt x="10590" y="1189"/>
                  </a:cubicBezTo>
                  <a:cubicBezTo>
                    <a:pt x="11427" y="1122"/>
                    <a:pt x="11427" y="101"/>
                    <a:pt x="10590" y="101"/>
                  </a:cubicBezTo>
                  <a:cubicBezTo>
                    <a:pt x="8983" y="101"/>
                    <a:pt x="7627" y="855"/>
                    <a:pt x="5384" y="855"/>
                  </a:cubicBezTo>
                  <a:cubicBezTo>
                    <a:pt x="4229" y="855"/>
                    <a:pt x="2739" y="386"/>
                    <a:pt x="1116" y="18"/>
                  </a:cubicBezTo>
                  <a:cubicBezTo>
                    <a:pt x="1059" y="6"/>
                    <a:pt x="1005" y="0"/>
                    <a:pt x="9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8" name="Google Shape;11378;p35">
              <a:extLst>
                <a:ext uri="{FF2B5EF4-FFF2-40B4-BE49-F238E27FC236}">
                  <a16:creationId xmlns:a16="http://schemas.microsoft.com/office/drawing/2014/main" id="{B8DCE26A-0384-CBF2-C276-8E67AD7717C6}"/>
                </a:ext>
              </a:extLst>
            </p:cNvPr>
            <p:cNvSpPr/>
            <p:nvPr/>
          </p:nvSpPr>
          <p:spPr>
            <a:xfrm>
              <a:off x="6044114" y="2172836"/>
              <a:ext cx="347911" cy="99077"/>
            </a:xfrm>
            <a:custGeom>
              <a:avLst/>
              <a:gdLst/>
              <a:ahLst/>
              <a:cxnLst/>
              <a:rect l="l" t="t" r="r" b="b"/>
              <a:pathLst>
                <a:path w="4119" h="1173" extrusionOk="0">
                  <a:moveTo>
                    <a:pt x="3282" y="0"/>
                  </a:moveTo>
                  <a:cubicBezTo>
                    <a:pt x="3014" y="0"/>
                    <a:pt x="2763" y="17"/>
                    <a:pt x="2512" y="67"/>
                  </a:cubicBezTo>
                  <a:cubicBezTo>
                    <a:pt x="2445" y="519"/>
                    <a:pt x="1474" y="921"/>
                    <a:pt x="1" y="1172"/>
                  </a:cubicBezTo>
                  <a:cubicBezTo>
                    <a:pt x="1189" y="1172"/>
                    <a:pt x="2344" y="1155"/>
                    <a:pt x="3282" y="1088"/>
                  </a:cubicBezTo>
                  <a:cubicBezTo>
                    <a:pt x="4119" y="1021"/>
                    <a:pt x="4119" y="0"/>
                    <a:pt x="328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9" name="Google Shape;11379;p35">
              <a:extLst>
                <a:ext uri="{FF2B5EF4-FFF2-40B4-BE49-F238E27FC236}">
                  <a16:creationId xmlns:a16="http://schemas.microsoft.com/office/drawing/2014/main" id="{C766A5F6-9CD8-2804-3439-EA04817A74EE}"/>
                </a:ext>
              </a:extLst>
            </p:cNvPr>
            <p:cNvSpPr/>
            <p:nvPr/>
          </p:nvSpPr>
          <p:spPr>
            <a:xfrm>
              <a:off x="5942333" y="2199696"/>
              <a:ext cx="265896" cy="50088"/>
            </a:xfrm>
            <a:custGeom>
              <a:avLst/>
              <a:gdLst/>
              <a:ahLst/>
              <a:cxnLst/>
              <a:rect l="l" t="t" r="r" b="b"/>
              <a:pathLst>
                <a:path w="3148" h="593" extrusionOk="0">
                  <a:moveTo>
                    <a:pt x="2361" y="0"/>
                  </a:moveTo>
                  <a:cubicBezTo>
                    <a:pt x="1022" y="0"/>
                    <a:pt x="1" y="335"/>
                    <a:pt x="1" y="335"/>
                  </a:cubicBezTo>
                  <a:cubicBezTo>
                    <a:pt x="834" y="254"/>
                    <a:pt x="1460" y="197"/>
                    <a:pt x="1897" y="197"/>
                  </a:cubicBezTo>
                  <a:cubicBezTo>
                    <a:pt x="2366" y="197"/>
                    <a:pt x="2618" y="263"/>
                    <a:pt x="2679" y="436"/>
                  </a:cubicBezTo>
                  <a:cubicBezTo>
                    <a:pt x="2699" y="534"/>
                    <a:pt x="2800" y="592"/>
                    <a:pt x="2897" y="592"/>
                  </a:cubicBezTo>
                  <a:cubicBezTo>
                    <a:pt x="2964" y="592"/>
                    <a:pt x="3030" y="564"/>
                    <a:pt x="3064" y="503"/>
                  </a:cubicBezTo>
                  <a:cubicBezTo>
                    <a:pt x="3148" y="352"/>
                    <a:pt x="3047" y="17"/>
                    <a:pt x="23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0" name="Google Shape;11380;p35">
              <a:extLst>
                <a:ext uri="{FF2B5EF4-FFF2-40B4-BE49-F238E27FC236}">
                  <a16:creationId xmlns:a16="http://schemas.microsoft.com/office/drawing/2014/main" id="{68D78922-C1A6-F01D-E335-1E7EA563B194}"/>
                </a:ext>
              </a:extLst>
            </p:cNvPr>
            <p:cNvSpPr/>
            <p:nvPr/>
          </p:nvSpPr>
          <p:spPr>
            <a:xfrm>
              <a:off x="5918345" y="2270394"/>
              <a:ext cx="25508" cy="231941"/>
            </a:xfrm>
            <a:custGeom>
              <a:avLst/>
              <a:gdLst/>
              <a:ahLst/>
              <a:cxnLst/>
              <a:rect l="l" t="t" r="r" b="b"/>
              <a:pathLst>
                <a:path w="302" h="2746" extrusionOk="0">
                  <a:moveTo>
                    <a:pt x="0" y="0"/>
                  </a:moveTo>
                  <a:cubicBezTo>
                    <a:pt x="134" y="954"/>
                    <a:pt x="151" y="1875"/>
                    <a:pt x="0" y="2745"/>
                  </a:cubicBezTo>
                  <a:lnTo>
                    <a:pt x="302" y="2745"/>
                  </a:lnTo>
                  <a:cubicBezTo>
                    <a:pt x="168" y="1909"/>
                    <a:pt x="184" y="988"/>
                    <a:pt x="3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1" name="Google Shape;11381;p35">
              <a:extLst>
                <a:ext uri="{FF2B5EF4-FFF2-40B4-BE49-F238E27FC236}">
                  <a16:creationId xmlns:a16="http://schemas.microsoft.com/office/drawing/2014/main" id="{CF31C0BC-F957-9B0A-07A3-4DCBEC6E9CD5}"/>
                </a:ext>
              </a:extLst>
            </p:cNvPr>
            <p:cNvSpPr/>
            <p:nvPr/>
          </p:nvSpPr>
          <p:spPr>
            <a:xfrm>
              <a:off x="5762759" y="2482487"/>
              <a:ext cx="338029" cy="65123"/>
            </a:xfrm>
            <a:custGeom>
              <a:avLst/>
              <a:gdLst/>
              <a:ahLst/>
              <a:cxnLst/>
              <a:rect l="l" t="t" r="r" b="b"/>
              <a:pathLst>
                <a:path w="4002" h="771" extrusionOk="0">
                  <a:moveTo>
                    <a:pt x="1993" y="0"/>
                  </a:moveTo>
                  <a:lnTo>
                    <a:pt x="1" y="419"/>
                  </a:lnTo>
                  <a:lnTo>
                    <a:pt x="1" y="770"/>
                  </a:lnTo>
                  <a:lnTo>
                    <a:pt x="4001" y="770"/>
                  </a:lnTo>
                  <a:lnTo>
                    <a:pt x="4001" y="419"/>
                  </a:lnTo>
                  <a:lnTo>
                    <a:pt x="19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2" name="Google Shape;11382;p35">
              <a:extLst>
                <a:ext uri="{FF2B5EF4-FFF2-40B4-BE49-F238E27FC236}">
                  <a16:creationId xmlns:a16="http://schemas.microsoft.com/office/drawing/2014/main" id="{9F53BF88-98B8-B546-2610-309DC40CD8CF}"/>
                </a:ext>
              </a:extLst>
            </p:cNvPr>
            <p:cNvSpPr/>
            <p:nvPr/>
          </p:nvSpPr>
          <p:spPr>
            <a:xfrm>
              <a:off x="5419238" y="2534771"/>
              <a:ext cx="1139602" cy="933338"/>
            </a:xfrm>
            <a:custGeom>
              <a:avLst/>
              <a:gdLst/>
              <a:ahLst/>
              <a:cxnLst/>
              <a:rect l="l" t="t" r="r" b="b"/>
              <a:pathLst>
                <a:path w="13492" h="11050" extrusionOk="0">
                  <a:moveTo>
                    <a:pt x="1925" y="0"/>
                  </a:moveTo>
                  <a:lnTo>
                    <a:pt x="1" y="10429"/>
                  </a:lnTo>
                  <a:cubicBezTo>
                    <a:pt x="1605" y="10889"/>
                    <a:pt x="3472" y="11050"/>
                    <a:pt x="5297" y="11050"/>
                  </a:cubicBezTo>
                  <a:cubicBezTo>
                    <a:pt x="9508" y="11050"/>
                    <a:pt x="13492" y="10194"/>
                    <a:pt x="13492" y="10194"/>
                  </a:cubicBezTo>
                  <a:lnTo>
                    <a:pt x="120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3" name="Google Shape;11383;p35">
              <a:extLst>
                <a:ext uri="{FF2B5EF4-FFF2-40B4-BE49-F238E27FC236}">
                  <a16:creationId xmlns:a16="http://schemas.microsoft.com/office/drawing/2014/main" id="{F31A9BDE-6509-6F20-C6FC-860880F632EC}"/>
                </a:ext>
              </a:extLst>
            </p:cNvPr>
            <p:cNvSpPr/>
            <p:nvPr/>
          </p:nvSpPr>
          <p:spPr>
            <a:xfrm>
              <a:off x="5860317" y="2537559"/>
              <a:ext cx="697174" cy="930382"/>
            </a:xfrm>
            <a:custGeom>
              <a:avLst/>
              <a:gdLst/>
              <a:ahLst/>
              <a:cxnLst/>
              <a:rect l="l" t="t" r="r" b="b"/>
              <a:pathLst>
                <a:path w="8254" h="11015" extrusionOk="0">
                  <a:moveTo>
                    <a:pt x="4035" y="1"/>
                  </a:moveTo>
                  <a:cubicBezTo>
                    <a:pt x="3868" y="1189"/>
                    <a:pt x="3600" y="2461"/>
                    <a:pt x="3248" y="3767"/>
                  </a:cubicBezTo>
                  <a:cubicBezTo>
                    <a:pt x="2428" y="6629"/>
                    <a:pt x="1273" y="9140"/>
                    <a:pt x="1" y="11015"/>
                  </a:cubicBezTo>
                  <a:cubicBezTo>
                    <a:pt x="4236" y="11015"/>
                    <a:pt x="8253" y="10161"/>
                    <a:pt x="8253" y="10161"/>
                  </a:cubicBezTo>
                  <a:lnTo>
                    <a:pt x="6797" y="1"/>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4" name="Google Shape;11384;p35">
              <a:extLst>
                <a:ext uri="{FF2B5EF4-FFF2-40B4-BE49-F238E27FC236}">
                  <a16:creationId xmlns:a16="http://schemas.microsoft.com/office/drawing/2014/main" id="{02AF083A-E1D2-B870-FE68-DA12CBF33ED5}"/>
                </a:ext>
              </a:extLst>
            </p:cNvPr>
            <p:cNvSpPr/>
            <p:nvPr/>
          </p:nvSpPr>
          <p:spPr>
            <a:xfrm>
              <a:off x="5977724" y="2196233"/>
              <a:ext cx="148489" cy="32435"/>
            </a:xfrm>
            <a:custGeom>
              <a:avLst/>
              <a:gdLst/>
              <a:ahLst/>
              <a:cxnLst/>
              <a:rect l="l" t="t" r="r" b="b"/>
              <a:pathLst>
                <a:path w="1758" h="384" extrusionOk="0">
                  <a:moveTo>
                    <a:pt x="1544" y="0"/>
                  </a:moveTo>
                  <a:cubicBezTo>
                    <a:pt x="1385" y="0"/>
                    <a:pt x="1137" y="26"/>
                    <a:pt x="854" y="75"/>
                  </a:cubicBezTo>
                  <a:cubicBezTo>
                    <a:pt x="368" y="159"/>
                    <a:pt x="0" y="292"/>
                    <a:pt x="17" y="343"/>
                  </a:cubicBezTo>
                  <a:cubicBezTo>
                    <a:pt x="17" y="371"/>
                    <a:pt x="87" y="384"/>
                    <a:pt x="203" y="384"/>
                  </a:cubicBezTo>
                  <a:cubicBezTo>
                    <a:pt x="364" y="384"/>
                    <a:pt x="614" y="358"/>
                    <a:pt x="887" y="309"/>
                  </a:cubicBezTo>
                  <a:cubicBezTo>
                    <a:pt x="1356" y="226"/>
                    <a:pt x="1758" y="108"/>
                    <a:pt x="1724" y="41"/>
                  </a:cubicBezTo>
                  <a:cubicBezTo>
                    <a:pt x="1724" y="13"/>
                    <a:pt x="1657" y="0"/>
                    <a:pt x="15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5" name="Google Shape;11385;p35">
              <a:extLst>
                <a:ext uri="{FF2B5EF4-FFF2-40B4-BE49-F238E27FC236}">
                  <a16:creationId xmlns:a16="http://schemas.microsoft.com/office/drawing/2014/main" id="{503CE069-B197-9763-FD27-FAC5D32D3169}"/>
                </a:ext>
              </a:extLst>
            </p:cNvPr>
            <p:cNvSpPr/>
            <p:nvPr/>
          </p:nvSpPr>
          <p:spPr>
            <a:xfrm>
              <a:off x="6992832" y="1982366"/>
              <a:ext cx="407290" cy="133117"/>
            </a:xfrm>
            <a:custGeom>
              <a:avLst/>
              <a:gdLst/>
              <a:ahLst/>
              <a:cxnLst/>
              <a:rect l="l" t="t" r="r" b="b"/>
              <a:pathLst>
                <a:path w="4822" h="1576" extrusionOk="0">
                  <a:moveTo>
                    <a:pt x="3221" y="1"/>
                  </a:moveTo>
                  <a:cubicBezTo>
                    <a:pt x="2398" y="1"/>
                    <a:pt x="1176" y="476"/>
                    <a:pt x="1" y="1569"/>
                  </a:cubicBezTo>
                  <a:cubicBezTo>
                    <a:pt x="59" y="1573"/>
                    <a:pt x="116" y="1575"/>
                    <a:pt x="173" y="1575"/>
                  </a:cubicBezTo>
                  <a:cubicBezTo>
                    <a:pt x="1378" y="1575"/>
                    <a:pt x="2315" y="659"/>
                    <a:pt x="3708" y="659"/>
                  </a:cubicBezTo>
                  <a:cubicBezTo>
                    <a:pt x="4049" y="659"/>
                    <a:pt x="4416" y="713"/>
                    <a:pt x="4821" y="849"/>
                  </a:cubicBezTo>
                  <a:cubicBezTo>
                    <a:pt x="4587" y="481"/>
                    <a:pt x="4118" y="163"/>
                    <a:pt x="3683" y="63"/>
                  </a:cubicBezTo>
                  <a:cubicBezTo>
                    <a:pt x="3549" y="22"/>
                    <a:pt x="3394"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6" name="Google Shape;11386;p35">
              <a:extLst>
                <a:ext uri="{FF2B5EF4-FFF2-40B4-BE49-F238E27FC236}">
                  <a16:creationId xmlns:a16="http://schemas.microsoft.com/office/drawing/2014/main" id="{E8529505-9B9E-C652-07F8-77E344ACDB6F}"/>
                </a:ext>
              </a:extLst>
            </p:cNvPr>
            <p:cNvSpPr/>
            <p:nvPr/>
          </p:nvSpPr>
          <p:spPr>
            <a:xfrm>
              <a:off x="7097485" y="1721790"/>
              <a:ext cx="275778" cy="323839"/>
            </a:xfrm>
            <a:custGeom>
              <a:avLst/>
              <a:gdLst/>
              <a:ahLst/>
              <a:cxnLst/>
              <a:rect l="l" t="t" r="r" b="b"/>
              <a:pathLst>
                <a:path w="3265" h="3834" extrusionOk="0">
                  <a:moveTo>
                    <a:pt x="3264" y="1"/>
                  </a:moveTo>
                  <a:lnTo>
                    <a:pt x="636" y="1424"/>
                  </a:lnTo>
                  <a:lnTo>
                    <a:pt x="0" y="3834"/>
                  </a:lnTo>
                  <a:cubicBezTo>
                    <a:pt x="832" y="3557"/>
                    <a:pt x="1663" y="3257"/>
                    <a:pt x="2409" y="3257"/>
                  </a:cubicBezTo>
                  <a:cubicBezTo>
                    <a:pt x="2564" y="3257"/>
                    <a:pt x="2716" y="3269"/>
                    <a:pt x="2862" y="3298"/>
                  </a:cubicBezTo>
                  <a:cubicBezTo>
                    <a:pt x="2779" y="2177"/>
                    <a:pt x="2929" y="1089"/>
                    <a:pt x="3264"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7" name="Google Shape;11387;p35">
              <a:extLst>
                <a:ext uri="{FF2B5EF4-FFF2-40B4-BE49-F238E27FC236}">
                  <a16:creationId xmlns:a16="http://schemas.microsoft.com/office/drawing/2014/main" id="{0BA5B714-5B0D-F320-76A3-D900143704F3}"/>
                </a:ext>
              </a:extLst>
            </p:cNvPr>
            <p:cNvSpPr/>
            <p:nvPr/>
          </p:nvSpPr>
          <p:spPr>
            <a:xfrm>
              <a:off x="6995619" y="1497364"/>
              <a:ext cx="425704" cy="421565"/>
            </a:xfrm>
            <a:custGeom>
              <a:avLst/>
              <a:gdLst/>
              <a:ahLst/>
              <a:cxnLst/>
              <a:rect l="l" t="t" r="r" b="b"/>
              <a:pathLst>
                <a:path w="5040" h="4991" extrusionOk="0">
                  <a:moveTo>
                    <a:pt x="2974" y="0"/>
                  </a:moveTo>
                  <a:cubicBezTo>
                    <a:pt x="2875" y="0"/>
                    <a:pt x="2787" y="15"/>
                    <a:pt x="2713" y="47"/>
                  </a:cubicBezTo>
                  <a:cubicBezTo>
                    <a:pt x="1005" y="783"/>
                    <a:pt x="1" y="4666"/>
                    <a:pt x="1" y="4666"/>
                  </a:cubicBezTo>
                  <a:cubicBezTo>
                    <a:pt x="492" y="4908"/>
                    <a:pt x="1043" y="4990"/>
                    <a:pt x="1550" y="4990"/>
                  </a:cubicBezTo>
                  <a:cubicBezTo>
                    <a:pt x="2270" y="4990"/>
                    <a:pt x="2902" y="4825"/>
                    <a:pt x="3148" y="4717"/>
                  </a:cubicBezTo>
                  <a:cubicBezTo>
                    <a:pt x="3550" y="4532"/>
                    <a:pt x="5039" y="1988"/>
                    <a:pt x="4922" y="1302"/>
                  </a:cubicBezTo>
                  <a:cubicBezTo>
                    <a:pt x="4820" y="702"/>
                    <a:pt x="3656" y="0"/>
                    <a:pt x="2974"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8" name="Google Shape;11388;p35">
              <a:extLst>
                <a:ext uri="{FF2B5EF4-FFF2-40B4-BE49-F238E27FC236}">
                  <a16:creationId xmlns:a16="http://schemas.microsoft.com/office/drawing/2014/main" id="{C76D9E23-827B-674A-44EB-EE122F8081EE}"/>
                </a:ext>
              </a:extLst>
            </p:cNvPr>
            <p:cNvSpPr/>
            <p:nvPr/>
          </p:nvSpPr>
          <p:spPr>
            <a:xfrm>
              <a:off x="7211936" y="1590108"/>
              <a:ext cx="80749" cy="70106"/>
            </a:xfrm>
            <a:custGeom>
              <a:avLst/>
              <a:gdLst/>
              <a:ahLst/>
              <a:cxnLst/>
              <a:rect l="l" t="t" r="r" b="b"/>
              <a:pathLst>
                <a:path w="956" h="830" extrusionOk="0">
                  <a:moveTo>
                    <a:pt x="274" y="1"/>
                  </a:moveTo>
                  <a:cubicBezTo>
                    <a:pt x="247" y="1"/>
                    <a:pt x="220" y="17"/>
                    <a:pt x="202" y="53"/>
                  </a:cubicBezTo>
                  <a:lnTo>
                    <a:pt x="51" y="221"/>
                  </a:lnTo>
                  <a:cubicBezTo>
                    <a:pt x="1" y="271"/>
                    <a:pt x="34" y="338"/>
                    <a:pt x="68" y="371"/>
                  </a:cubicBezTo>
                  <a:lnTo>
                    <a:pt x="620" y="807"/>
                  </a:lnTo>
                  <a:cubicBezTo>
                    <a:pt x="635" y="822"/>
                    <a:pt x="657" y="830"/>
                    <a:pt x="680" y="830"/>
                  </a:cubicBezTo>
                  <a:cubicBezTo>
                    <a:pt x="707" y="830"/>
                    <a:pt x="736" y="817"/>
                    <a:pt x="754" y="790"/>
                  </a:cubicBezTo>
                  <a:lnTo>
                    <a:pt x="905" y="622"/>
                  </a:lnTo>
                  <a:cubicBezTo>
                    <a:pt x="955" y="589"/>
                    <a:pt x="922" y="522"/>
                    <a:pt x="888" y="472"/>
                  </a:cubicBezTo>
                  <a:lnTo>
                    <a:pt x="336" y="37"/>
                  </a:lnTo>
                  <a:cubicBezTo>
                    <a:pt x="320" y="13"/>
                    <a:pt x="297" y="1"/>
                    <a:pt x="274" y="1"/>
                  </a:cubicBezTo>
                  <a:close/>
                </a:path>
              </a:pathLst>
            </a:custGeom>
            <a:solidFill>
              <a:srgbClr val="7C3E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9" name="Google Shape;11389;p35">
              <a:extLst>
                <a:ext uri="{FF2B5EF4-FFF2-40B4-BE49-F238E27FC236}">
                  <a16:creationId xmlns:a16="http://schemas.microsoft.com/office/drawing/2014/main" id="{687F9C89-09F5-BFE0-A757-804D063F8849}"/>
                </a:ext>
              </a:extLst>
            </p:cNvPr>
            <p:cNvSpPr/>
            <p:nvPr/>
          </p:nvSpPr>
          <p:spPr>
            <a:xfrm>
              <a:off x="7111591" y="1617812"/>
              <a:ext cx="48145" cy="15879"/>
            </a:xfrm>
            <a:custGeom>
              <a:avLst/>
              <a:gdLst/>
              <a:ahLst/>
              <a:cxnLst/>
              <a:rect l="l" t="t" r="r" b="b"/>
              <a:pathLst>
                <a:path w="570" h="188" extrusionOk="0">
                  <a:moveTo>
                    <a:pt x="98" y="1"/>
                  </a:moveTo>
                  <a:cubicBezTo>
                    <a:pt x="63" y="1"/>
                    <a:pt x="36" y="8"/>
                    <a:pt x="17" y="27"/>
                  </a:cubicBezTo>
                  <a:cubicBezTo>
                    <a:pt x="1" y="43"/>
                    <a:pt x="84" y="110"/>
                    <a:pt x="235" y="144"/>
                  </a:cubicBezTo>
                  <a:cubicBezTo>
                    <a:pt x="330" y="176"/>
                    <a:pt x="419" y="187"/>
                    <a:pt x="480" y="187"/>
                  </a:cubicBezTo>
                  <a:cubicBezTo>
                    <a:pt x="515" y="187"/>
                    <a:pt x="541" y="183"/>
                    <a:pt x="553" y="177"/>
                  </a:cubicBezTo>
                  <a:cubicBezTo>
                    <a:pt x="570" y="144"/>
                    <a:pt x="486" y="94"/>
                    <a:pt x="335" y="43"/>
                  </a:cubicBezTo>
                  <a:cubicBezTo>
                    <a:pt x="240" y="22"/>
                    <a:pt x="158" y="1"/>
                    <a:pt x="98"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0" name="Google Shape;11390;p35">
              <a:extLst>
                <a:ext uri="{FF2B5EF4-FFF2-40B4-BE49-F238E27FC236}">
                  <a16:creationId xmlns:a16="http://schemas.microsoft.com/office/drawing/2014/main" id="{4161350A-5A24-D341-B748-8B2DD25202DE}"/>
                </a:ext>
              </a:extLst>
            </p:cNvPr>
            <p:cNvSpPr/>
            <p:nvPr/>
          </p:nvSpPr>
          <p:spPr>
            <a:xfrm>
              <a:off x="7187947" y="1655400"/>
              <a:ext cx="46709" cy="43837"/>
            </a:xfrm>
            <a:custGeom>
              <a:avLst/>
              <a:gdLst/>
              <a:ahLst/>
              <a:cxnLst/>
              <a:rect l="l" t="t" r="r" b="b"/>
              <a:pathLst>
                <a:path w="553" h="519" extrusionOk="0">
                  <a:moveTo>
                    <a:pt x="34" y="0"/>
                  </a:moveTo>
                  <a:cubicBezTo>
                    <a:pt x="0" y="17"/>
                    <a:pt x="84" y="117"/>
                    <a:pt x="201" y="268"/>
                  </a:cubicBezTo>
                  <a:cubicBezTo>
                    <a:pt x="335" y="419"/>
                    <a:pt x="486" y="519"/>
                    <a:pt x="519" y="519"/>
                  </a:cubicBezTo>
                  <a:cubicBezTo>
                    <a:pt x="553" y="502"/>
                    <a:pt x="469" y="402"/>
                    <a:pt x="352" y="251"/>
                  </a:cubicBezTo>
                  <a:cubicBezTo>
                    <a:pt x="235" y="100"/>
                    <a:pt x="84" y="0"/>
                    <a:pt x="34" y="0"/>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1" name="Google Shape;11391;p35">
              <a:extLst>
                <a:ext uri="{FF2B5EF4-FFF2-40B4-BE49-F238E27FC236}">
                  <a16:creationId xmlns:a16="http://schemas.microsoft.com/office/drawing/2014/main" id="{086D8CB0-989B-8C78-021D-72FC5B6B5E32}"/>
                </a:ext>
              </a:extLst>
            </p:cNvPr>
            <p:cNvSpPr/>
            <p:nvPr/>
          </p:nvSpPr>
          <p:spPr>
            <a:xfrm>
              <a:off x="7125696" y="1541709"/>
              <a:ext cx="56676" cy="51862"/>
            </a:xfrm>
            <a:custGeom>
              <a:avLst/>
              <a:gdLst/>
              <a:ahLst/>
              <a:cxnLst/>
              <a:rect l="l" t="t" r="r" b="b"/>
              <a:pathLst>
                <a:path w="671" h="614" extrusionOk="0">
                  <a:moveTo>
                    <a:pt x="226" y="1"/>
                  </a:moveTo>
                  <a:cubicBezTo>
                    <a:pt x="197" y="1"/>
                    <a:pt x="164" y="23"/>
                    <a:pt x="152" y="74"/>
                  </a:cubicBezTo>
                  <a:lnTo>
                    <a:pt x="34" y="258"/>
                  </a:lnTo>
                  <a:cubicBezTo>
                    <a:pt x="1" y="292"/>
                    <a:pt x="1" y="358"/>
                    <a:pt x="34" y="375"/>
                  </a:cubicBezTo>
                  <a:lnTo>
                    <a:pt x="419" y="610"/>
                  </a:lnTo>
                  <a:cubicBezTo>
                    <a:pt x="422" y="613"/>
                    <a:pt x="427" y="614"/>
                    <a:pt x="432" y="614"/>
                  </a:cubicBezTo>
                  <a:cubicBezTo>
                    <a:pt x="458" y="614"/>
                    <a:pt x="506" y="584"/>
                    <a:pt x="520" y="543"/>
                  </a:cubicBezTo>
                  <a:lnTo>
                    <a:pt x="637" y="358"/>
                  </a:lnTo>
                  <a:cubicBezTo>
                    <a:pt x="670" y="325"/>
                    <a:pt x="670" y="258"/>
                    <a:pt x="637" y="241"/>
                  </a:cubicBezTo>
                  <a:lnTo>
                    <a:pt x="252" y="7"/>
                  </a:lnTo>
                  <a:cubicBezTo>
                    <a:pt x="244" y="3"/>
                    <a:pt x="235" y="1"/>
                    <a:pt x="226" y="1"/>
                  </a:cubicBezTo>
                  <a:close/>
                </a:path>
              </a:pathLst>
            </a:custGeom>
            <a:solidFill>
              <a:srgbClr val="7C3E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2" name="Google Shape;11392;p35">
              <a:extLst>
                <a:ext uri="{FF2B5EF4-FFF2-40B4-BE49-F238E27FC236}">
                  <a16:creationId xmlns:a16="http://schemas.microsoft.com/office/drawing/2014/main" id="{D9275A2F-24D6-6D46-824C-B8073B0697AA}"/>
                </a:ext>
              </a:extLst>
            </p:cNvPr>
            <p:cNvSpPr/>
            <p:nvPr/>
          </p:nvSpPr>
          <p:spPr>
            <a:xfrm>
              <a:off x="7056434" y="1651092"/>
              <a:ext cx="101865" cy="75005"/>
            </a:xfrm>
            <a:custGeom>
              <a:avLst/>
              <a:gdLst/>
              <a:ahLst/>
              <a:cxnLst/>
              <a:rect l="l" t="t" r="r" b="b"/>
              <a:pathLst>
                <a:path w="1206" h="888" extrusionOk="0">
                  <a:moveTo>
                    <a:pt x="1206" y="1"/>
                  </a:moveTo>
                  <a:cubicBezTo>
                    <a:pt x="469" y="151"/>
                    <a:pt x="17" y="302"/>
                    <a:pt x="34" y="486"/>
                  </a:cubicBezTo>
                  <a:cubicBezTo>
                    <a:pt x="1" y="721"/>
                    <a:pt x="402" y="888"/>
                    <a:pt x="402" y="888"/>
                  </a:cubicBezTo>
                  <a:cubicBezTo>
                    <a:pt x="302" y="821"/>
                    <a:pt x="202" y="704"/>
                    <a:pt x="218" y="570"/>
                  </a:cubicBezTo>
                  <a:cubicBezTo>
                    <a:pt x="252" y="369"/>
                    <a:pt x="587" y="185"/>
                    <a:pt x="1206"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3" name="Google Shape;11393;p35">
              <a:extLst>
                <a:ext uri="{FF2B5EF4-FFF2-40B4-BE49-F238E27FC236}">
                  <a16:creationId xmlns:a16="http://schemas.microsoft.com/office/drawing/2014/main" id="{65B6E7BC-925C-7151-F404-41927400E025}"/>
                </a:ext>
              </a:extLst>
            </p:cNvPr>
            <p:cNvSpPr/>
            <p:nvPr/>
          </p:nvSpPr>
          <p:spPr>
            <a:xfrm>
              <a:off x="7026787" y="1742990"/>
              <a:ext cx="120278" cy="87337"/>
            </a:xfrm>
            <a:custGeom>
              <a:avLst/>
              <a:gdLst/>
              <a:ahLst/>
              <a:cxnLst/>
              <a:rect l="l" t="t" r="r" b="b"/>
              <a:pathLst>
                <a:path w="1424" h="1034" extrusionOk="0">
                  <a:moveTo>
                    <a:pt x="519" y="1"/>
                  </a:moveTo>
                  <a:cubicBezTo>
                    <a:pt x="519" y="1"/>
                    <a:pt x="0" y="754"/>
                    <a:pt x="469" y="972"/>
                  </a:cubicBezTo>
                  <a:cubicBezTo>
                    <a:pt x="570" y="1015"/>
                    <a:pt x="664" y="1034"/>
                    <a:pt x="749" y="1034"/>
                  </a:cubicBezTo>
                  <a:cubicBezTo>
                    <a:pt x="1189" y="1034"/>
                    <a:pt x="1423" y="553"/>
                    <a:pt x="1423" y="553"/>
                  </a:cubicBezTo>
                  <a:lnTo>
                    <a:pt x="519" y="1"/>
                  </a:lnTo>
                  <a:close/>
                </a:path>
              </a:pathLst>
            </a:custGeom>
            <a:solidFill>
              <a:srgbClr val="4229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4" name="Google Shape;11394;p35">
              <a:extLst>
                <a:ext uri="{FF2B5EF4-FFF2-40B4-BE49-F238E27FC236}">
                  <a16:creationId xmlns:a16="http://schemas.microsoft.com/office/drawing/2014/main" id="{0D652A11-C177-02E0-90D4-E59AA998E8E1}"/>
                </a:ext>
              </a:extLst>
            </p:cNvPr>
            <p:cNvSpPr/>
            <p:nvPr/>
          </p:nvSpPr>
          <p:spPr>
            <a:xfrm>
              <a:off x="7073412" y="1750086"/>
              <a:ext cx="65123" cy="48145"/>
            </a:xfrm>
            <a:custGeom>
              <a:avLst/>
              <a:gdLst/>
              <a:ahLst/>
              <a:cxnLst/>
              <a:rect l="l" t="t" r="r" b="b"/>
              <a:pathLst>
                <a:path w="771" h="570" extrusionOk="0">
                  <a:moveTo>
                    <a:pt x="17" y="1"/>
                  </a:moveTo>
                  <a:cubicBezTo>
                    <a:pt x="17" y="1"/>
                    <a:pt x="1" y="67"/>
                    <a:pt x="1" y="134"/>
                  </a:cubicBezTo>
                  <a:lnTo>
                    <a:pt x="586" y="570"/>
                  </a:lnTo>
                  <a:cubicBezTo>
                    <a:pt x="771" y="452"/>
                    <a:pt x="720" y="452"/>
                    <a:pt x="720" y="452"/>
                  </a:cubicBezTo>
                  <a:lnTo>
                    <a:pt x="17" y="1"/>
                  </a:lnTo>
                  <a:close/>
                </a:path>
              </a:pathLst>
            </a:custGeom>
            <a:solidFill>
              <a:srgbClr val="FFEF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5" name="Google Shape;11395;p35">
              <a:extLst>
                <a:ext uri="{FF2B5EF4-FFF2-40B4-BE49-F238E27FC236}">
                  <a16:creationId xmlns:a16="http://schemas.microsoft.com/office/drawing/2014/main" id="{7E331352-9DE4-0D3E-F2E1-D5D78F47D258}"/>
                </a:ext>
              </a:extLst>
            </p:cNvPr>
            <p:cNvSpPr/>
            <p:nvPr/>
          </p:nvSpPr>
          <p:spPr>
            <a:xfrm>
              <a:off x="7053647" y="1796711"/>
              <a:ext cx="66474" cy="31421"/>
            </a:xfrm>
            <a:custGeom>
              <a:avLst/>
              <a:gdLst/>
              <a:ahLst/>
              <a:cxnLst/>
              <a:rect l="l" t="t" r="r" b="b"/>
              <a:pathLst>
                <a:path w="787" h="372" extrusionOk="0">
                  <a:moveTo>
                    <a:pt x="268" y="1"/>
                  </a:moveTo>
                  <a:cubicBezTo>
                    <a:pt x="168" y="1"/>
                    <a:pt x="84" y="18"/>
                    <a:pt x="0" y="34"/>
                  </a:cubicBezTo>
                  <a:cubicBezTo>
                    <a:pt x="0" y="152"/>
                    <a:pt x="34" y="252"/>
                    <a:pt x="168" y="319"/>
                  </a:cubicBezTo>
                  <a:cubicBezTo>
                    <a:pt x="254" y="357"/>
                    <a:pt x="336" y="372"/>
                    <a:pt x="412" y="372"/>
                  </a:cubicBezTo>
                  <a:cubicBezTo>
                    <a:pt x="574" y="372"/>
                    <a:pt x="707" y="303"/>
                    <a:pt x="787" y="235"/>
                  </a:cubicBezTo>
                  <a:cubicBezTo>
                    <a:pt x="720" y="101"/>
                    <a:pt x="519" y="1"/>
                    <a:pt x="268"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6" name="Google Shape;11396;p35">
              <a:extLst>
                <a:ext uri="{FF2B5EF4-FFF2-40B4-BE49-F238E27FC236}">
                  <a16:creationId xmlns:a16="http://schemas.microsoft.com/office/drawing/2014/main" id="{E9A41BFC-99B6-551C-7032-78B252A05347}"/>
                </a:ext>
              </a:extLst>
            </p:cNvPr>
            <p:cNvSpPr/>
            <p:nvPr/>
          </p:nvSpPr>
          <p:spPr>
            <a:xfrm>
              <a:off x="7131355" y="1375396"/>
              <a:ext cx="370548" cy="507635"/>
            </a:xfrm>
            <a:custGeom>
              <a:avLst/>
              <a:gdLst/>
              <a:ahLst/>
              <a:cxnLst/>
              <a:rect l="l" t="t" r="r" b="b"/>
              <a:pathLst>
                <a:path w="4387" h="6010" extrusionOk="0">
                  <a:moveTo>
                    <a:pt x="1357" y="1"/>
                  </a:moveTo>
                  <a:cubicBezTo>
                    <a:pt x="302" y="1"/>
                    <a:pt x="1" y="1457"/>
                    <a:pt x="1022" y="1641"/>
                  </a:cubicBezTo>
                  <a:cubicBezTo>
                    <a:pt x="3616" y="2076"/>
                    <a:pt x="2160" y="5424"/>
                    <a:pt x="2127" y="5441"/>
                  </a:cubicBezTo>
                  <a:lnTo>
                    <a:pt x="2478" y="6010"/>
                  </a:lnTo>
                  <a:cubicBezTo>
                    <a:pt x="2478" y="6010"/>
                    <a:pt x="4386" y="3650"/>
                    <a:pt x="4202" y="2227"/>
                  </a:cubicBezTo>
                  <a:cubicBezTo>
                    <a:pt x="4018" y="804"/>
                    <a:pt x="2428" y="1"/>
                    <a:pt x="1357" y="1"/>
                  </a:cubicBezTo>
                  <a:close/>
                </a:path>
              </a:pathLst>
            </a:custGeom>
            <a:solidFill>
              <a:srgbClr val="7C3E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7" name="Google Shape;11397;p35">
              <a:extLst>
                <a:ext uri="{FF2B5EF4-FFF2-40B4-BE49-F238E27FC236}">
                  <a16:creationId xmlns:a16="http://schemas.microsoft.com/office/drawing/2014/main" id="{81A74F14-86E0-7D91-9B1F-084E341AAB93}"/>
                </a:ext>
              </a:extLst>
            </p:cNvPr>
            <p:cNvSpPr/>
            <p:nvPr/>
          </p:nvSpPr>
          <p:spPr>
            <a:xfrm>
              <a:off x="6898146" y="2070717"/>
              <a:ext cx="622423" cy="666598"/>
            </a:xfrm>
            <a:custGeom>
              <a:avLst/>
              <a:gdLst/>
              <a:ahLst/>
              <a:cxnLst/>
              <a:rect l="l" t="t" r="r" b="b"/>
              <a:pathLst>
                <a:path w="7369" h="7892" extrusionOk="0">
                  <a:moveTo>
                    <a:pt x="4525" y="1"/>
                  </a:moveTo>
                  <a:cubicBezTo>
                    <a:pt x="3578" y="1"/>
                    <a:pt x="2589" y="361"/>
                    <a:pt x="2310" y="1109"/>
                  </a:cubicBezTo>
                  <a:cubicBezTo>
                    <a:pt x="1322" y="4008"/>
                    <a:pt x="83" y="4055"/>
                    <a:pt x="4" y="4055"/>
                  </a:cubicBezTo>
                  <a:cubicBezTo>
                    <a:pt x="1" y="4055"/>
                    <a:pt x="0" y="4055"/>
                    <a:pt x="0" y="4055"/>
                  </a:cubicBezTo>
                  <a:lnTo>
                    <a:pt x="0" y="4055"/>
                  </a:lnTo>
                  <a:lnTo>
                    <a:pt x="167" y="7888"/>
                  </a:lnTo>
                  <a:cubicBezTo>
                    <a:pt x="226" y="7890"/>
                    <a:pt x="284" y="7891"/>
                    <a:pt x="342" y="7891"/>
                  </a:cubicBezTo>
                  <a:cubicBezTo>
                    <a:pt x="4532" y="7891"/>
                    <a:pt x="7368" y="2574"/>
                    <a:pt x="6394" y="774"/>
                  </a:cubicBezTo>
                  <a:cubicBezTo>
                    <a:pt x="6116" y="265"/>
                    <a:pt x="5336" y="1"/>
                    <a:pt x="45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8" name="Google Shape;11398;p35">
              <a:extLst>
                <a:ext uri="{FF2B5EF4-FFF2-40B4-BE49-F238E27FC236}">
                  <a16:creationId xmlns:a16="http://schemas.microsoft.com/office/drawing/2014/main" id="{72FA0BA3-E201-8688-66AB-5C216B786E4A}"/>
                </a:ext>
              </a:extLst>
            </p:cNvPr>
            <p:cNvSpPr/>
            <p:nvPr/>
          </p:nvSpPr>
          <p:spPr>
            <a:xfrm>
              <a:off x="6905157" y="2085161"/>
              <a:ext cx="615412" cy="652154"/>
            </a:xfrm>
            <a:custGeom>
              <a:avLst/>
              <a:gdLst/>
              <a:ahLst/>
              <a:cxnLst/>
              <a:rect l="l" t="t" r="r" b="b"/>
              <a:pathLst>
                <a:path w="7286" h="7721" extrusionOk="0">
                  <a:moveTo>
                    <a:pt x="5524" y="1"/>
                  </a:moveTo>
                  <a:cubicBezTo>
                    <a:pt x="5223" y="2110"/>
                    <a:pt x="3047" y="5290"/>
                    <a:pt x="1" y="5725"/>
                  </a:cubicBezTo>
                  <a:lnTo>
                    <a:pt x="84" y="7717"/>
                  </a:lnTo>
                  <a:cubicBezTo>
                    <a:pt x="142" y="7719"/>
                    <a:pt x="200" y="7720"/>
                    <a:pt x="258" y="7720"/>
                  </a:cubicBezTo>
                  <a:cubicBezTo>
                    <a:pt x="4448" y="7720"/>
                    <a:pt x="7285" y="2370"/>
                    <a:pt x="6311" y="603"/>
                  </a:cubicBezTo>
                  <a:cubicBezTo>
                    <a:pt x="6177" y="335"/>
                    <a:pt x="5876" y="134"/>
                    <a:pt x="552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9" name="Google Shape;11399;p35">
              <a:extLst>
                <a:ext uri="{FF2B5EF4-FFF2-40B4-BE49-F238E27FC236}">
                  <a16:creationId xmlns:a16="http://schemas.microsoft.com/office/drawing/2014/main" id="{EEF7FE2B-A83C-4EFB-D992-086406703808}"/>
                </a:ext>
              </a:extLst>
            </p:cNvPr>
            <p:cNvSpPr/>
            <p:nvPr/>
          </p:nvSpPr>
          <p:spPr>
            <a:xfrm>
              <a:off x="6397603" y="1894268"/>
              <a:ext cx="394536" cy="247567"/>
            </a:xfrm>
            <a:custGeom>
              <a:avLst/>
              <a:gdLst/>
              <a:ahLst/>
              <a:cxnLst/>
              <a:rect l="l" t="t" r="r" b="b"/>
              <a:pathLst>
                <a:path w="4671" h="2931" extrusionOk="0">
                  <a:moveTo>
                    <a:pt x="3867" y="1"/>
                  </a:moveTo>
                  <a:lnTo>
                    <a:pt x="1" y="1809"/>
                  </a:lnTo>
                  <a:cubicBezTo>
                    <a:pt x="68" y="2143"/>
                    <a:pt x="386" y="2562"/>
                    <a:pt x="904" y="2813"/>
                  </a:cubicBezTo>
                  <a:cubicBezTo>
                    <a:pt x="1122" y="2930"/>
                    <a:pt x="1541" y="2930"/>
                    <a:pt x="1825" y="2930"/>
                  </a:cubicBezTo>
                  <a:cubicBezTo>
                    <a:pt x="3399" y="2930"/>
                    <a:pt x="4671" y="1859"/>
                    <a:pt x="4671" y="537"/>
                  </a:cubicBezTo>
                  <a:lnTo>
                    <a:pt x="4671" y="453"/>
                  </a:lnTo>
                  <a:cubicBezTo>
                    <a:pt x="4336" y="302"/>
                    <a:pt x="4051" y="168"/>
                    <a:pt x="38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0" name="Google Shape;11400;p35">
              <a:extLst>
                <a:ext uri="{FF2B5EF4-FFF2-40B4-BE49-F238E27FC236}">
                  <a16:creationId xmlns:a16="http://schemas.microsoft.com/office/drawing/2014/main" id="{23D7110C-A610-9D6C-0CEF-F619474EAA5B}"/>
                </a:ext>
              </a:extLst>
            </p:cNvPr>
            <p:cNvSpPr/>
            <p:nvPr/>
          </p:nvSpPr>
          <p:spPr>
            <a:xfrm>
              <a:off x="6380625" y="1422106"/>
              <a:ext cx="390313" cy="676987"/>
            </a:xfrm>
            <a:custGeom>
              <a:avLst/>
              <a:gdLst/>
              <a:ahLst/>
              <a:cxnLst/>
              <a:rect l="l" t="t" r="r" b="b"/>
              <a:pathLst>
                <a:path w="4621" h="8015" extrusionOk="0">
                  <a:moveTo>
                    <a:pt x="2846" y="0"/>
                  </a:moveTo>
                  <a:cubicBezTo>
                    <a:pt x="2846" y="0"/>
                    <a:pt x="1" y="5708"/>
                    <a:pt x="101" y="6997"/>
                  </a:cubicBezTo>
                  <a:cubicBezTo>
                    <a:pt x="166" y="7720"/>
                    <a:pt x="820" y="8015"/>
                    <a:pt x="1605" y="8015"/>
                  </a:cubicBezTo>
                  <a:cubicBezTo>
                    <a:pt x="2855" y="8015"/>
                    <a:pt x="4435" y="7267"/>
                    <a:pt x="4487" y="6311"/>
                  </a:cubicBezTo>
                  <a:cubicBezTo>
                    <a:pt x="4621" y="4185"/>
                    <a:pt x="4051" y="753"/>
                    <a:pt x="4051" y="753"/>
                  </a:cubicBezTo>
                  <a:lnTo>
                    <a:pt x="2846" y="0"/>
                  </a:ln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1" name="Google Shape;11401;p35">
              <a:extLst>
                <a:ext uri="{FF2B5EF4-FFF2-40B4-BE49-F238E27FC236}">
                  <a16:creationId xmlns:a16="http://schemas.microsoft.com/office/drawing/2014/main" id="{62AAAA33-3417-D2B6-D320-6850DC8FFA2E}"/>
                </a:ext>
              </a:extLst>
            </p:cNvPr>
            <p:cNvSpPr/>
            <p:nvPr/>
          </p:nvSpPr>
          <p:spPr>
            <a:xfrm>
              <a:off x="6454195" y="1454625"/>
              <a:ext cx="315308" cy="642610"/>
            </a:xfrm>
            <a:custGeom>
              <a:avLst/>
              <a:gdLst/>
              <a:ahLst/>
              <a:cxnLst/>
              <a:rect l="l" t="t" r="r" b="b"/>
              <a:pathLst>
                <a:path w="3733" h="7608" extrusionOk="0">
                  <a:moveTo>
                    <a:pt x="2645" y="0"/>
                  </a:moveTo>
                  <a:cubicBezTo>
                    <a:pt x="2477" y="1055"/>
                    <a:pt x="2176" y="2210"/>
                    <a:pt x="1808" y="3398"/>
                  </a:cubicBezTo>
                  <a:cubicBezTo>
                    <a:pt x="1272" y="4972"/>
                    <a:pt x="653" y="6378"/>
                    <a:pt x="0" y="7499"/>
                  </a:cubicBezTo>
                  <a:cubicBezTo>
                    <a:pt x="219" y="7573"/>
                    <a:pt x="471" y="7607"/>
                    <a:pt x="740" y="7607"/>
                  </a:cubicBezTo>
                  <a:cubicBezTo>
                    <a:pt x="1994" y="7607"/>
                    <a:pt x="3594" y="6860"/>
                    <a:pt x="3649" y="5909"/>
                  </a:cubicBezTo>
                  <a:cubicBezTo>
                    <a:pt x="3733" y="3800"/>
                    <a:pt x="3180" y="335"/>
                    <a:pt x="3180" y="335"/>
                  </a:cubicBezTo>
                  <a:lnTo>
                    <a:pt x="2645" y="0"/>
                  </a:ln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2" name="Google Shape;11402;p35">
              <a:extLst>
                <a:ext uri="{FF2B5EF4-FFF2-40B4-BE49-F238E27FC236}">
                  <a16:creationId xmlns:a16="http://schemas.microsoft.com/office/drawing/2014/main" id="{E2635F4A-C737-05F3-241D-189168395071}"/>
                </a:ext>
              </a:extLst>
            </p:cNvPr>
            <p:cNvSpPr/>
            <p:nvPr/>
          </p:nvSpPr>
          <p:spPr>
            <a:xfrm>
              <a:off x="6899497" y="2372175"/>
              <a:ext cx="219271" cy="364973"/>
            </a:xfrm>
            <a:custGeom>
              <a:avLst/>
              <a:gdLst/>
              <a:ahLst/>
              <a:cxnLst/>
              <a:rect l="l" t="t" r="r" b="b"/>
              <a:pathLst>
                <a:path w="2596" h="4321" extrusionOk="0">
                  <a:moveTo>
                    <a:pt x="921" y="0"/>
                  </a:moveTo>
                  <a:cubicBezTo>
                    <a:pt x="435" y="471"/>
                    <a:pt x="51" y="486"/>
                    <a:pt x="5" y="486"/>
                  </a:cubicBezTo>
                  <a:cubicBezTo>
                    <a:pt x="2" y="486"/>
                    <a:pt x="1" y="486"/>
                    <a:pt x="1" y="486"/>
                  </a:cubicBezTo>
                  <a:lnTo>
                    <a:pt x="1" y="486"/>
                  </a:lnTo>
                  <a:lnTo>
                    <a:pt x="168" y="4319"/>
                  </a:lnTo>
                  <a:cubicBezTo>
                    <a:pt x="214" y="4320"/>
                    <a:pt x="260" y="4321"/>
                    <a:pt x="305" y="4321"/>
                  </a:cubicBezTo>
                  <a:cubicBezTo>
                    <a:pt x="889" y="4321"/>
                    <a:pt x="1430" y="4222"/>
                    <a:pt x="1942" y="4051"/>
                  </a:cubicBezTo>
                  <a:cubicBezTo>
                    <a:pt x="2344" y="3599"/>
                    <a:pt x="2595" y="3013"/>
                    <a:pt x="2595" y="2377"/>
                  </a:cubicBezTo>
                  <a:cubicBezTo>
                    <a:pt x="2595" y="1306"/>
                    <a:pt x="1909" y="385"/>
                    <a:pt x="9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3" name="Google Shape;11403;p35">
              <a:extLst>
                <a:ext uri="{FF2B5EF4-FFF2-40B4-BE49-F238E27FC236}">
                  <a16:creationId xmlns:a16="http://schemas.microsoft.com/office/drawing/2014/main" id="{E8EFECD8-F36E-893B-5E65-DA31502D7820}"/>
                </a:ext>
              </a:extLst>
            </p:cNvPr>
            <p:cNvSpPr/>
            <p:nvPr/>
          </p:nvSpPr>
          <p:spPr>
            <a:xfrm>
              <a:off x="6399039" y="2402414"/>
              <a:ext cx="692866" cy="334904"/>
            </a:xfrm>
            <a:custGeom>
              <a:avLst/>
              <a:gdLst/>
              <a:ahLst/>
              <a:cxnLst/>
              <a:rect l="l" t="t" r="r" b="b"/>
              <a:pathLst>
                <a:path w="8203" h="3965" extrusionOk="0">
                  <a:moveTo>
                    <a:pt x="4745" y="0"/>
                  </a:moveTo>
                  <a:cubicBezTo>
                    <a:pt x="2754" y="0"/>
                    <a:pt x="151" y="295"/>
                    <a:pt x="151" y="295"/>
                  </a:cubicBezTo>
                  <a:lnTo>
                    <a:pt x="0" y="1651"/>
                  </a:lnTo>
                  <a:cubicBezTo>
                    <a:pt x="0" y="1651"/>
                    <a:pt x="4819" y="3964"/>
                    <a:pt x="6227" y="3964"/>
                  </a:cubicBezTo>
                  <a:cubicBezTo>
                    <a:pt x="6257" y="3964"/>
                    <a:pt x="6284" y="3963"/>
                    <a:pt x="6311" y="3961"/>
                  </a:cubicBezTo>
                  <a:cubicBezTo>
                    <a:pt x="8119" y="3827"/>
                    <a:pt x="8202" y="1199"/>
                    <a:pt x="6846" y="279"/>
                  </a:cubicBezTo>
                  <a:cubicBezTo>
                    <a:pt x="6539" y="70"/>
                    <a:pt x="5715" y="0"/>
                    <a:pt x="4745"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4" name="Google Shape;11404;p35">
              <a:extLst>
                <a:ext uri="{FF2B5EF4-FFF2-40B4-BE49-F238E27FC236}">
                  <a16:creationId xmlns:a16="http://schemas.microsoft.com/office/drawing/2014/main" id="{0CBDB6F3-5677-393E-5A58-1809C3C992D2}"/>
                </a:ext>
              </a:extLst>
            </p:cNvPr>
            <p:cNvSpPr/>
            <p:nvPr/>
          </p:nvSpPr>
          <p:spPr>
            <a:xfrm>
              <a:off x="6399039" y="2534771"/>
              <a:ext cx="674453" cy="202547"/>
            </a:xfrm>
            <a:custGeom>
              <a:avLst/>
              <a:gdLst/>
              <a:ahLst/>
              <a:cxnLst/>
              <a:rect l="l" t="t" r="r" b="b"/>
              <a:pathLst>
                <a:path w="7985" h="2398" extrusionOk="0">
                  <a:moveTo>
                    <a:pt x="7700" y="0"/>
                  </a:moveTo>
                  <a:cubicBezTo>
                    <a:pt x="7194" y="179"/>
                    <a:pt x="6429" y="275"/>
                    <a:pt x="5511" y="275"/>
                  </a:cubicBezTo>
                  <a:cubicBezTo>
                    <a:pt x="4879" y="275"/>
                    <a:pt x="4175" y="230"/>
                    <a:pt x="3432" y="134"/>
                  </a:cubicBezTo>
                  <a:cubicBezTo>
                    <a:pt x="2888" y="65"/>
                    <a:pt x="2201" y="44"/>
                    <a:pt x="1586" y="44"/>
                  </a:cubicBezTo>
                  <a:cubicBezTo>
                    <a:pt x="724" y="44"/>
                    <a:pt x="0" y="84"/>
                    <a:pt x="0" y="84"/>
                  </a:cubicBezTo>
                  <a:cubicBezTo>
                    <a:pt x="0" y="84"/>
                    <a:pt x="4819" y="2397"/>
                    <a:pt x="6227" y="2397"/>
                  </a:cubicBezTo>
                  <a:cubicBezTo>
                    <a:pt x="6257" y="2397"/>
                    <a:pt x="6284" y="2396"/>
                    <a:pt x="6311" y="2394"/>
                  </a:cubicBezTo>
                  <a:cubicBezTo>
                    <a:pt x="7516" y="2310"/>
                    <a:pt x="7985" y="1072"/>
                    <a:pt x="7700"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5" name="Google Shape;11405;p35">
              <a:extLst>
                <a:ext uri="{FF2B5EF4-FFF2-40B4-BE49-F238E27FC236}">
                  <a16:creationId xmlns:a16="http://schemas.microsoft.com/office/drawing/2014/main" id="{4D5E46FE-3F02-6A13-DF26-F32FFE3A442C}"/>
                </a:ext>
              </a:extLst>
            </p:cNvPr>
            <p:cNvSpPr/>
            <p:nvPr/>
          </p:nvSpPr>
          <p:spPr>
            <a:xfrm>
              <a:off x="6397603" y="4068667"/>
              <a:ext cx="111747" cy="39783"/>
            </a:xfrm>
            <a:custGeom>
              <a:avLst/>
              <a:gdLst/>
              <a:ahLst/>
              <a:cxnLst/>
              <a:rect l="l" t="t" r="r" b="b"/>
              <a:pathLst>
                <a:path w="1323" h="471" extrusionOk="0">
                  <a:moveTo>
                    <a:pt x="908" y="0"/>
                  </a:moveTo>
                  <a:cubicBezTo>
                    <a:pt x="596" y="0"/>
                    <a:pt x="1" y="470"/>
                    <a:pt x="1" y="470"/>
                  </a:cubicBezTo>
                  <a:lnTo>
                    <a:pt x="1323" y="470"/>
                  </a:lnTo>
                  <a:cubicBezTo>
                    <a:pt x="1323" y="470"/>
                    <a:pt x="1223" y="35"/>
                    <a:pt x="938" y="2"/>
                  </a:cubicBezTo>
                  <a:cubicBezTo>
                    <a:pt x="928" y="1"/>
                    <a:pt x="918" y="0"/>
                    <a:pt x="9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6" name="Google Shape;11406;p35">
              <a:extLst>
                <a:ext uri="{FF2B5EF4-FFF2-40B4-BE49-F238E27FC236}">
                  <a16:creationId xmlns:a16="http://schemas.microsoft.com/office/drawing/2014/main" id="{79E58A8E-95C3-05F5-7F9D-88EB2EFD9DC5}"/>
                </a:ext>
              </a:extLst>
            </p:cNvPr>
            <p:cNvSpPr/>
            <p:nvPr/>
          </p:nvSpPr>
          <p:spPr>
            <a:xfrm>
              <a:off x="6109153" y="4067231"/>
              <a:ext cx="120278" cy="41219"/>
            </a:xfrm>
            <a:custGeom>
              <a:avLst/>
              <a:gdLst/>
              <a:ahLst/>
              <a:cxnLst/>
              <a:rect l="l" t="t" r="r" b="b"/>
              <a:pathLst>
                <a:path w="1424" h="488" extrusionOk="0">
                  <a:moveTo>
                    <a:pt x="1108" y="0"/>
                  </a:moveTo>
                  <a:cubicBezTo>
                    <a:pt x="771" y="0"/>
                    <a:pt x="1" y="487"/>
                    <a:pt x="1" y="487"/>
                  </a:cubicBezTo>
                  <a:lnTo>
                    <a:pt x="1323" y="487"/>
                  </a:lnTo>
                  <a:cubicBezTo>
                    <a:pt x="1323" y="487"/>
                    <a:pt x="1424" y="19"/>
                    <a:pt x="1139" y="2"/>
                  </a:cubicBezTo>
                  <a:cubicBezTo>
                    <a:pt x="1129" y="1"/>
                    <a:pt x="1119" y="0"/>
                    <a:pt x="11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7" name="Google Shape;11407;p35">
              <a:extLst>
                <a:ext uri="{FF2B5EF4-FFF2-40B4-BE49-F238E27FC236}">
                  <a16:creationId xmlns:a16="http://schemas.microsoft.com/office/drawing/2014/main" id="{4E239F06-29E9-05CC-EB10-1E632E9F3AC5}"/>
                </a:ext>
              </a:extLst>
            </p:cNvPr>
            <p:cNvSpPr/>
            <p:nvPr/>
          </p:nvSpPr>
          <p:spPr>
            <a:xfrm>
              <a:off x="5702028" y="2534771"/>
              <a:ext cx="654688" cy="46709"/>
            </a:xfrm>
            <a:custGeom>
              <a:avLst/>
              <a:gdLst/>
              <a:ahLst/>
              <a:cxnLst/>
              <a:rect l="l" t="t" r="r" b="b"/>
              <a:pathLst>
                <a:path w="7751" h="553" extrusionOk="0">
                  <a:moveTo>
                    <a:pt x="0" y="0"/>
                  </a:moveTo>
                  <a:cubicBezTo>
                    <a:pt x="787" y="318"/>
                    <a:pt x="2226" y="553"/>
                    <a:pt x="3867" y="553"/>
                  </a:cubicBezTo>
                  <a:cubicBezTo>
                    <a:pt x="5524" y="553"/>
                    <a:pt x="6963" y="318"/>
                    <a:pt x="775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8" name="Google Shape;11408;p35">
              <a:extLst>
                <a:ext uri="{FF2B5EF4-FFF2-40B4-BE49-F238E27FC236}">
                  <a16:creationId xmlns:a16="http://schemas.microsoft.com/office/drawing/2014/main" id="{F2AC2F4A-D1C4-F116-283C-D1059ADB7489}"/>
                </a:ext>
              </a:extLst>
            </p:cNvPr>
            <p:cNvSpPr/>
            <p:nvPr/>
          </p:nvSpPr>
          <p:spPr>
            <a:xfrm>
              <a:off x="5454544" y="2171316"/>
              <a:ext cx="301287" cy="66643"/>
            </a:xfrm>
            <a:custGeom>
              <a:avLst/>
              <a:gdLst/>
              <a:ahLst/>
              <a:cxnLst/>
              <a:rect l="l" t="t" r="r" b="b"/>
              <a:pathLst>
                <a:path w="3567" h="789" extrusionOk="0">
                  <a:moveTo>
                    <a:pt x="646" y="1"/>
                  </a:moveTo>
                  <a:cubicBezTo>
                    <a:pt x="268" y="1"/>
                    <a:pt x="30" y="311"/>
                    <a:pt x="1" y="621"/>
                  </a:cubicBezTo>
                  <a:cubicBezTo>
                    <a:pt x="503" y="738"/>
                    <a:pt x="1173" y="788"/>
                    <a:pt x="1892" y="788"/>
                  </a:cubicBezTo>
                  <a:cubicBezTo>
                    <a:pt x="2528" y="788"/>
                    <a:pt x="3098" y="755"/>
                    <a:pt x="3566" y="671"/>
                  </a:cubicBezTo>
                  <a:cubicBezTo>
                    <a:pt x="2729" y="504"/>
                    <a:pt x="1792" y="253"/>
                    <a:pt x="804" y="18"/>
                  </a:cubicBezTo>
                  <a:cubicBezTo>
                    <a:pt x="749" y="7"/>
                    <a:pt x="696" y="1"/>
                    <a:pt x="646"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9" name="Google Shape;11409;p35">
              <a:extLst>
                <a:ext uri="{FF2B5EF4-FFF2-40B4-BE49-F238E27FC236}">
                  <a16:creationId xmlns:a16="http://schemas.microsoft.com/office/drawing/2014/main" id="{B7E4C6B5-25D5-1EE6-CCA8-591489E2E232}"/>
                </a:ext>
              </a:extLst>
            </p:cNvPr>
            <p:cNvSpPr/>
            <p:nvPr/>
          </p:nvSpPr>
          <p:spPr>
            <a:xfrm>
              <a:off x="5621448" y="2185252"/>
              <a:ext cx="84887" cy="51270"/>
            </a:xfrm>
            <a:custGeom>
              <a:avLst/>
              <a:gdLst/>
              <a:ahLst/>
              <a:cxnLst/>
              <a:rect l="l" t="t" r="r" b="b"/>
              <a:pathLst>
                <a:path w="1005" h="607" extrusionOk="0">
                  <a:moveTo>
                    <a:pt x="383" y="1"/>
                  </a:moveTo>
                  <a:cubicBezTo>
                    <a:pt x="285" y="1"/>
                    <a:pt x="204" y="18"/>
                    <a:pt x="168" y="54"/>
                  </a:cubicBezTo>
                  <a:cubicBezTo>
                    <a:pt x="670" y="138"/>
                    <a:pt x="0" y="607"/>
                    <a:pt x="402" y="607"/>
                  </a:cubicBezTo>
                  <a:cubicBezTo>
                    <a:pt x="670" y="607"/>
                    <a:pt x="452" y="356"/>
                    <a:pt x="552" y="255"/>
                  </a:cubicBezTo>
                  <a:cubicBezTo>
                    <a:pt x="605" y="213"/>
                    <a:pt x="651" y="178"/>
                    <a:pt x="752" y="178"/>
                  </a:cubicBezTo>
                  <a:cubicBezTo>
                    <a:pt x="812" y="178"/>
                    <a:pt x="892" y="190"/>
                    <a:pt x="1004" y="222"/>
                  </a:cubicBezTo>
                  <a:cubicBezTo>
                    <a:pt x="901" y="83"/>
                    <a:pt x="599" y="1"/>
                    <a:pt x="3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0" name="Google Shape;11410;p35">
              <a:extLst>
                <a:ext uri="{FF2B5EF4-FFF2-40B4-BE49-F238E27FC236}">
                  <a16:creationId xmlns:a16="http://schemas.microsoft.com/office/drawing/2014/main" id="{82B0E7A2-BFB1-0493-C4A8-FB523ABB38D8}"/>
                </a:ext>
              </a:extLst>
            </p:cNvPr>
            <p:cNvSpPr/>
            <p:nvPr/>
          </p:nvSpPr>
          <p:spPr>
            <a:xfrm>
              <a:off x="7264304" y="1502686"/>
              <a:ext cx="137171" cy="292756"/>
            </a:xfrm>
            <a:custGeom>
              <a:avLst/>
              <a:gdLst/>
              <a:ahLst/>
              <a:cxnLst/>
              <a:rect l="l" t="t" r="r" b="b"/>
              <a:pathLst>
                <a:path w="1624" h="3466" extrusionOk="0">
                  <a:moveTo>
                    <a:pt x="436" y="0"/>
                  </a:moveTo>
                  <a:lnTo>
                    <a:pt x="0" y="251"/>
                  </a:lnTo>
                  <a:cubicBezTo>
                    <a:pt x="0" y="285"/>
                    <a:pt x="954" y="1172"/>
                    <a:pt x="201" y="2980"/>
                  </a:cubicBezTo>
                  <a:lnTo>
                    <a:pt x="887" y="3465"/>
                  </a:lnTo>
                  <a:lnTo>
                    <a:pt x="1624" y="1473"/>
                  </a:lnTo>
                  <a:lnTo>
                    <a:pt x="436" y="0"/>
                  </a:lnTo>
                  <a:close/>
                </a:path>
              </a:pathLst>
            </a:custGeom>
            <a:solidFill>
              <a:srgbClr val="7C3E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1" name="Google Shape;11411;p35">
              <a:extLst>
                <a:ext uri="{FF2B5EF4-FFF2-40B4-BE49-F238E27FC236}">
                  <a16:creationId xmlns:a16="http://schemas.microsoft.com/office/drawing/2014/main" id="{47F5D51E-36E7-C1F9-BB85-8C7E32563378}"/>
                </a:ext>
              </a:extLst>
            </p:cNvPr>
            <p:cNvSpPr/>
            <p:nvPr/>
          </p:nvSpPr>
          <p:spPr>
            <a:xfrm>
              <a:off x="7276974" y="1720185"/>
              <a:ext cx="114619" cy="98064"/>
            </a:xfrm>
            <a:custGeom>
              <a:avLst/>
              <a:gdLst/>
              <a:ahLst/>
              <a:cxnLst/>
              <a:rect l="l" t="t" r="r" b="b"/>
              <a:pathLst>
                <a:path w="1357" h="1161" extrusionOk="0">
                  <a:moveTo>
                    <a:pt x="969" y="0"/>
                  </a:moveTo>
                  <a:cubicBezTo>
                    <a:pt x="791" y="0"/>
                    <a:pt x="571" y="97"/>
                    <a:pt x="386" y="271"/>
                  </a:cubicBezTo>
                  <a:cubicBezTo>
                    <a:pt x="85" y="539"/>
                    <a:pt x="1" y="907"/>
                    <a:pt x="152" y="1074"/>
                  </a:cubicBezTo>
                  <a:cubicBezTo>
                    <a:pt x="210" y="1133"/>
                    <a:pt x="295" y="1161"/>
                    <a:pt x="393" y="1161"/>
                  </a:cubicBezTo>
                  <a:cubicBezTo>
                    <a:pt x="574" y="1161"/>
                    <a:pt x="798" y="1064"/>
                    <a:pt x="972" y="890"/>
                  </a:cubicBezTo>
                  <a:cubicBezTo>
                    <a:pt x="1273" y="606"/>
                    <a:pt x="1357" y="254"/>
                    <a:pt x="1206" y="87"/>
                  </a:cubicBezTo>
                  <a:cubicBezTo>
                    <a:pt x="1148" y="28"/>
                    <a:pt x="1065" y="0"/>
                    <a:pt x="969"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2" name="Google Shape;11412;p35">
              <a:extLst>
                <a:ext uri="{FF2B5EF4-FFF2-40B4-BE49-F238E27FC236}">
                  <a16:creationId xmlns:a16="http://schemas.microsoft.com/office/drawing/2014/main" id="{06CF20EC-0CE3-57D0-E889-80FD69A09E89}"/>
                </a:ext>
              </a:extLst>
            </p:cNvPr>
            <p:cNvSpPr/>
            <p:nvPr/>
          </p:nvSpPr>
          <p:spPr>
            <a:xfrm>
              <a:off x="7296824" y="1747890"/>
              <a:ext cx="69346" cy="57183"/>
            </a:xfrm>
            <a:custGeom>
              <a:avLst/>
              <a:gdLst/>
              <a:ahLst/>
              <a:cxnLst/>
              <a:rect l="l" t="t" r="r" b="b"/>
              <a:pathLst>
                <a:path w="821" h="677" extrusionOk="0">
                  <a:moveTo>
                    <a:pt x="578" y="0"/>
                  </a:moveTo>
                  <a:cubicBezTo>
                    <a:pt x="473" y="0"/>
                    <a:pt x="343" y="63"/>
                    <a:pt x="235" y="160"/>
                  </a:cubicBezTo>
                  <a:cubicBezTo>
                    <a:pt x="67" y="328"/>
                    <a:pt x="0" y="529"/>
                    <a:pt x="101" y="612"/>
                  </a:cubicBezTo>
                  <a:cubicBezTo>
                    <a:pt x="144" y="656"/>
                    <a:pt x="199" y="676"/>
                    <a:pt x="260" y="676"/>
                  </a:cubicBezTo>
                  <a:cubicBezTo>
                    <a:pt x="362" y="676"/>
                    <a:pt x="481" y="617"/>
                    <a:pt x="586" y="512"/>
                  </a:cubicBezTo>
                  <a:cubicBezTo>
                    <a:pt x="754" y="345"/>
                    <a:pt x="820" y="144"/>
                    <a:pt x="720" y="60"/>
                  </a:cubicBezTo>
                  <a:cubicBezTo>
                    <a:pt x="685" y="19"/>
                    <a:pt x="635" y="0"/>
                    <a:pt x="578" y="0"/>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3" name="Google Shape;11413;p35">
              <a:extLst>
                <a:ext uri="{FF2B5EF4-FFF2-40B4-BE49-F238E27FC236}">
                  <a16:creationId xmlns:a16="http://schemas.microsoft.com/office/drawing/2014/main" id="{DA5D86CF-411E-0472-CF6C-3B64CCD89F64}"/>
                </a:ext>
              </a:extLst>
            </p:cNvPr>
            <p:cNvSpPr/>
            <p:nvPr/>
          </p:nvSpPr>
          <p:spPr>
            <a:xfrm>
              <a:off x="7295388" y="1769006"/>
              <a:ext cx="43922" cy="38432"/>
            </a:xfrm>
            <a:custGeom>
              <a:avLst/>
              <a:gdLst/>
              <a:ahLst/>
              <a:cxnLst/>
              <a:rect l="l" t="t" r="r" b="b"/>
              <a:pathLst>
                <a:path w="520" h="455" extrusionOk="0">
                  <a:moveTo>
                    <a:pt x="371" y="0"/>
                  </a:moveTo>
                  <a:cubicBezTo>
                    <a:pt x="301" y="0"/>
                    <a:pt x="216" y="30"/>
                    <a:pt x="151" y="95"/>
                  </a:cubicBezTo>
                  <a:cubicBezTo>
                    <a:pt x="51" y="195"/>
                    <a:pt x="1" y="346"/>
                    <a:pt x="68" y="413"/>
                  </a:cubicBezTo>
                  <a:cubicBezTo>
                    <a:pt x="85" y="442"/>
                    <a:pt x="115" y="455"/>
                    <a:pt x="152" y="455"/>
                  </a:cubicBezTo>
                  <a:cubicBezTo>
                    <a:pt x="219" y="455"/>
                    <a:pt x="310" y="411"/>
                    <a:pt x="386" y="346"/>
                  </a:cubicBezTo>
                  <a:cubicBezTo>
                    <a:pt x="486" y="245"/>
                    <a:pt x="519" y="95"/>
                    <a:pt x="469" y="28"/>
                  </a:cubicBezTo>
                  <a:cubicBezTo>
                    <a:pt x="445" y="10"/>
                    <a:pt x="410" y="0"/>
                    <a:pt x="371"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4" name="Google Shape;11414;p35">
              <a:extLst>
                <a:ext uri="{FF2B5EF4-FFF2-40B4-BE49-F238E27FC236}">
                  <a16:creationId xmlns:a16="http://schemas.microsoft.com/office/drawing/2014/main" id="{4B00510F-4855-6DCD-E70C-BF717E371779}"/>
                </a:ext>
              </a:extLst>
            </p:cNvPr>
            <p:cNvSpPr/>
            <p:nvPr/>
          </p:nvSpPr>
          <p:spPr>
            <a:xfrm>
              <a:off x="6568646" y="1403692"/>
              <a:ext cx="138692" cy="299851"/>
            </a:xfrm>
            <a:custGeom>
              <a:avLst/>
              <a:gdLst/>
              <a:ahLst/>
              <a:cxnLst/>
              <a:rect l="l" t="t" r="r" b="b"/>
              <a:pathLst>
                <a:path w="1642" h="3550" extrusionOk="0">
                  <a:moveTo>
                    <a:pt x="587" y="1"/>
                  </a:moveTo>
                  <a:lnTo>
                    <a:pt x="1" y="1474"/>
                  </a:lnTo>
                  <a:lnTo>
                    <a:pt x="1424" y="3549"/>
                  </a:lnTo>
                  <a:lnTo>
                    <a:pt x="1641" y="1038"/>
                  </a:lnTo>
                  <a:lnTo>
                    <a:pt x="587" y="1"/>
                  </a:ln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5" name="Google Shape;11415;p35">
              <a:extLst>
                <a:ext uri="{FF2B5EF4-FFF2-40B4-BE49-F238E27FC236}">
                  <a16:creationId xmlns:a16="http://schemas.microsoft.com/office/drawing/2014/main" id="{45C878F6-2F5B-0CE1-8E13-48B9E6013E04}"/>
                </a:ext>
              </a:extLst>
            </p:cNvPr>
            <p:cNvSpPr/>
            <p:nvPr/>
          </p:nvSpPr>
          <p:spPr>
            <a:xfrm>
              <a:off x="6537562" y="1437647"/>
              <a:ext cx="165551" cy="140043"/>
            </a:xfrm>
            <a:custGeom>
              <a:avLst/>
              <a:gdLst/>
              <a:ahLst/>
              <a:cxnLst/>
              <a:rect l="l" t="t" r="r" b="b"/>
              <a:pathLst>
                <a:path w="1960" h="1658" extrusionOk="0">
                  <a:moveTo>
                    <a:pt x="603" y="0"/>
                  </a:moveTo>
                  <a:lnTo>
                    <a:pt x="1" y="235"/>
                  </a:lnTo>
                  <a:cubicBezTo>
                    <a:pt x="1" y="235"/>
                    <a:pt x="168" y="670"/>
                    <a:pt x="570" y="1122"/>
                  </a:cubicBezTo>
                  <a:cubicBezTo>
                    <a:pt x="838" y="1457"/>
                    <a:pt x="1256" y="1657"/>
                    <a:pt x="1691" y="1657"/>
                  </a:cubicBezTo>
                  <a:lnTo>
                    <a:pt x="1959" y="1657"/>
                  </a:lnTo>
                  <a:lnTo>
                    <a:pt x="1842" y="1172"/>
                  </a:lnTo>
                  <a:lnTo>
                    <a:pt x="603" y="0"/>
                  </a:ln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6" name="Google Shape;11416;p35">
              <a:extLst>
                <a:ext uri="{FF2B5EF4-FFF2-40B4-BE49-F238E27FC236}">
                  <a16:creationId xmlns:a16="http://schemas.microsoft.com/office/drawing/2014/main" id="{971A2211-A94F-327A-481C-BDA1DCEEAF93}"/>
                </a:ext>
              </a:extLst>
            </p:cNvPr>
            <p:cNvSpPr/>
            <p:nvPr/>
          </p:nvSpPr>
          <p:spPr>
            <a:xfrm>
              <a:off x="6481899" y="1198356"/>
              <a:ext cx="368521" cy="473680"/>
            </a:xfrm>
            <a:custGeom>
              <a:avLst/>
              <a:gdLst/>
              <a:ahLst/>
              <a:cxnLst/>
              <a:rect l="l" t="t" r="r" b="b"/>
              <a:pathLst>
                <a:path w="4363" h="5608" extrusionOk="0">
                  <a:moveTo>
                    <a:pt x="3076" y="0"/>
                  </a:moveTo>
                  <a:cubicBezTo>
                    <a:pt x="2267" y="0"/>
                    <a:pt x="0" y="842"/>
                    <a:pt x="342" y="1662"/>
                  </a:cubicBezTo>
                  <a:cubicBezTo>
                    <a:pt x="1262" y="3921"/>
                    <a:pt x="4192" y="5595"/>
                    <a:pt x="4192" y="5595"/>
                  </a:cubicBezTo>
                  <a:cubicBezTo>
                    <a:pt x="4192" y="5595"/>
                    <a:pt x="4219" y="5608"/>
                    <a:pt x="4250" y="5608"/>
                  </a:cubicBezTo>
                  <a:cubicBezTo>
                    <a:pt x="4301" y="5608"/>
                    <a:pt x="4363" y="5576"/>
                    <a:pt x="4342" y="5411"/>
                  </a:cubicBezTo>
                  <a:cubicBezTo>
                    <a:pt x="4108" y="4172"/>
                    <a:pt x="3288" y="574"/>
                    <a:pt x="3355" y="138"/>
                  </a:cubicBezTo>
                  <a:cubicBezTo>
                    <a:pt x="3367" y="43"/>
                    <a:pt x="3259" y="0"/>
                    <a:pt x="30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7" name="Google Shape;11417;p35">
              <a:extLst>
                <a:ext uri="{FF2B5EF4-FFF2-40B4-BE49-F238E27FC236}">
                  <a16:creationId xmlns:a16="http://schemas.microsoft.com/office/drawing/2014/main" id="{233D3DAC-CE08-8140-5A98-98A43AB99D96}"/>
                </a:ext>
              </a:extLst>
            </p:cNvPr>
            <p:cNvSpPr/>
            <p:nvPr/>
          </p:nvSpPr>
          <p:spPr>
            <a:xfrm>
              <a:off x="6486207" y="1185349"/>
              <a:ext cx="359652" cy="472920"/>
            </a:xfrm>
            <a:custGeom>
              <a:avLst/>
              <a:gdLst/>
              <a:ahLst/>
              <a:cxnLst/>
              <a:rect l="l" t="t" r="r" b="b"/>
              <a:pathLst>
                <a:path w="4258" h="5599" extrusionOk="0">
                  <a:moveTo>
                    <a:pt x="3088" y="1"/>
                  </a:moveTo>
                  <a:cubicBezTo>
                    <a:pt x="2222" y="1"/>
                    <a:pt x="1" y="748"/>
                    <a:pt x="307" y="1548"/>
                  </a:cubicBezTo>
                  <a:cubicBezTo>
                    <a:pt x="1228" y="3808"/>
                    <a:pt x="4258" y="5599"/>
                    <a:pt x="4258" y="5599"/>
                  </a:cubicBezTo>
                  <a:cubicBezTo>
                    <a:pt x="4258" y="5599"/>
                    <a:pt x="3337" y="694"/>
                    <a:pt x="3421" y="158"/>
                  </a:cubicBezTo>
                  <a:cubicBezTo>
                    <a:pt x="3441" y="50"/>
                    <a:pt x="3309" y="1"/>
                    <a:pt x="30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8" name="Google Shape;11418;p35">
              <a:extLst>
                <a:ext uri="{FF2B5EF4-FFF2-40B4-BE49-F238E27FC236}">
                  <a16:creationId xmlns:a16="http://schemas.microsoft.com/office/drawing/2014/main" id="{2BF2B4E3-1292-07F6-2560-A2D87FC9BB76}"/>
                </a:ext>
              </a:extLst>
            </p:cNvPr>
            <p:cNvSpPr/>
            <p:nvPr/>
          </p:nvSpPr>
          <p:spPr>
            <a:xfrm>
              <a:off x="6519824" y="1274882"/>
              <a:ext cx="344448" cy="390482"/>
            </a:xfrm>
            <a:custGeom>
              <a:avLst/>
              <a:gdLst/>
              <a:ahLst/>
              <a:cxnLst/>
              <a:rect l="l" t="t" r="r" b="b"/>
              <a:pathLst>
                <a:path w="4078" h="4623" extrusionOk="0">
                  <a:moveTo>
                    <a:pt x="2863" y="0"/>
                  </a:moveTo>
                  <a:cubicBezTo>
                    <a:pt x="2062" y="0"/>
                    <a:pt x="1" y="562"/>
                    <a:pt x="244" y="1157"/>
                  </a:cubicBezTo>
                  <a:cubicBezTo>
                    <a:pt x="1031" y="2932"/>
                    <a:pt x="3876" y="4622"/>
                    <a:pt x="3876" y="4622"/>
                  </a:cubicBezTo>
                  <a:cubicBezTo>
                    <a:pt x="4077" y="4354"/>
                    <a:pt x="3173" y="438"/>
                    <a:pt x="3173" y="103"/>
                  </a:cubicBezTo>
                  <a:cubicBezTo>
                    <a:pt x="3173" y="32"/>
                    <a:pt x="3054" y="0"/>
                    <a:pt x="28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9" name="Google Shape;11419;p35">
              <a:extLst>
                <a:ext uri="{FF2B5EF4-FFF2-40B4-BE49-F238E27FC236}">
                  <a16:creationId xmlns:a16="http://schemas.microsoft.com/office/drawing/2014/main" id="{9B2357C0-ED76-E79E-D359-35B49D447A35}"/>
                </a:ext>
              </a:extLst>
            </p:cNvPr>
            <p:cNvSpPr/>
            <p:nvPr/>
          </p:nvSpPr>
          <p:spPr>
            <a:xfrm>
              <a:off x="6553104" y="1285440"/>
              <a:ext cx="308297" cy="370041"/>
            </a:xfrm>
            <a:custGeom>
              <a:avLst/>
              <a:gdLst/>
              <a:ahLst/>
              <a:cxnLst/>
              <a:rect l="l" t="t" r="r" b="b"/>
              <a:pathLst>
                <a:path w="3650" h="4381" extrusionOk="0">
                  <a:moveTo>
                    <a:pt x="2213" y="0"/>
                  </a:moveTo>
                  <a:cubicBezTo>
                    <a:pt x="1981" y="0"/>
                    <a:pt x="1694" y="35"/>
                    <a:pt x="1424" y="112"/>
                  </a:cubicBezTo>
                  <a:cubicBezTo>
                    <a:pt x="670" y="346"/>
                    <a:pt x="1" y="848"/>
                    <a:pt x="151" y="1216"/>
                  </a:cubicBezTo>
                  <a:cubicBezTo>
                    <a:pt x="838" y="2823"/>
                    <a:pt x="3449" y="4380"/>
                    <a:pt x="3449" y="4380"/>
                  </a:cubicBezTo>
                  <a:cubicBezTo>
                    <a:pt x="3650" y="4129"/>
                    <a:pt x="2679" y="446"/>
                    <a:pt x="2679" y="128"/>
                  </a:cubicBezTo>
                  <a:cubicBezTo>
                    <a:pt x="2679" y="47"/>
                    <a:pt x="2484" y="0"/>
                    <a:pt x="22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0" name="Google Shape;11420;p35">
              <a:extLst>
                <a:ext uri="{FF2B5EF4-FFF2-40B4-BE49-F238E27FC236}">
                  <a16:creationId xmlns:a16="http://schemas.microsoft.com/office/drawing/2014/main" id="{EADFE9F1-C6EE-6013-22D7-425EA9472DB8}"/>
                </a:ext>
              </a:extLst>
            </p:cNvPr>
            <p:cNvSpPr/>
            <p:nvPr/>
          </p:nvSpPr>
          <p:spPr>
            <a:xfrm>
              <a:off x="6505043" y="1276065"/>
              <a:ext cx="53720" cy="95277"/>
            </a:xfrm>
            <a:custGeom>
              <a:avLst/>
              <a:gdLst/>
              <a:ahLst/>
              <a:cxnLst/>
              <a:rect l="l" t="t" r="r" b="b"/>
              <a:pathLst>
                <a:path w="636" h="1128" extrusionOk="0">
                  <a:moveTo>
                    <a:pt x="219" y="1"/>
                  </a:moveTo>
                  <a:cubicBezTo>
                    <a:pt x="111" y="1"/>
                    <a:pt x="1" y="147"/>
                    <a:pt x="1" y="390"/>
                  </a:cubicBezTo>
                  <a:cubicBezTo>
                    <a:pt x="1" y="742"/>
                    <a:pt x="168" y="1127"/>
                    <a:pt x="386" y="1127"/>
                  </a:cubicBezTo>
                  <a:cubicBezTo>
                    <a:pt x="390" y="1127"/>
                    <a:pt x="395" y="1127"/>
                    <a:pt x="399" y="1127"/>
                  </a:cubicBezTo>
                  <a:cubicBezTo>
                    <a:pt x="573" y="1127"/>
                    <a:pt x="635" y="817"/>
                    <a:pt x="570" y="507"/>
                  </a:cubicBezTo>
                  <a:cubicBezTo>
                    <a:pt x="536" y="256"/>
                    <a:pt x="386" y="55"/>
                    <a:pt x="252" y="5"/>
                  </a:cubicBezTo>
                  <a:cubicBezTo>
                    <a:pt x="241" y="2"/>
                    <a:pt x="230" y="1"/>
                    <a:pt x="2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1" name="Google Shape;11421;p35">
              <a:extLst>
                <a:ext uri="{FF2B5EF4-FFF2-40B4-BE49-F238E27FC236}">
                  <a16:creationId xmlns:a16="http://schemas.microsoft.com/office/drawing/2014/main" id="{47381F83-0023-A58A-6043-CA066445281B}"/>
                </a:ext>
              </a:extLst>
            </p:cNvPr>
            <p:cNvSpPr/>
            <p:nvPr/>
          </p:nvSpPr>
          <p:spPr>
            <a:xfrm>
              <a:off x="6749655" y="1187967"/>
              <a:ext cx="52368" cy="94263"/>
            </a:xfrm>
            <a:custGeom>
              <a:avLst/>
              <a:gdLst/>
              <a:ahLst/>
              <a:cxnLst/>
              <a:rect l="l" t="t" r="r" b="b"/>
              <a:pathLst>
                <a:path w="620" h="1116" extrusionOk="0">
                  <a:moveTo>
                    <a:pt x="201" y="1"/>
                  </a:moveTo>
                  <a:cubicBezTo>
                    <a:pt x="89" y="1"/>
                    <a:pt x="0" y="145"/>
                    <a:pt x="0" y="379"/>
                  </a:cubicBezTo>
                  <a:cubicBezTo>
                    <a:pt x="0" y="747"/>
                    <a:pt x="168" y="1115"/>
                    <a:pt x="369" y="1115"/>
                  </a:cubicBezTo>
                  <a:cubicBezTo>
                    <a:pt x="570" y="1115"/>
                    <a:pt x="620" y="797"/>
                    <a:pt x="570" y="512"/>
                  </a:cubicBezTo>
                  <a:cubicBezTo>
                    <a:pt x="519" y="261"/>
                    <a:pt x="369" y="44"/>
                    <a:pt x="252" y="10"/>
                  </a:cubicBezTo>
                  <a:cubicBezTo>
                    <a:pt x="234" y="4"/>
                    <a:pt x="217" y="1"/>
                    <a:pt x="2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2" name="Google Shape;11422;p35">
              <a:extLst>
                <a:ext uri="{FF2B5EF4-FFF2-40B4-BE49-F238E27FC236}">
                  <a16:creationId xmlns:a16="http://schemas.microsoft.com/office/drawing/2014/main" id="{0F68EFF0-55AF-42E2-EAAC-51E23AA6CFE9}"/>
                </a:ext>
              </a:extLst>
            </p:cNvPr>
            <p:cNvSpPr/>
            <p:nvPr/>
          </p:nvSpPr>
          <p:spPr>
            <a:xfrm>
              <a:off x="5648308" y="2934885"/>
              <a:ext cx="274342" cy="530271"/>
            </a:xfrm>
            <a:custGeom>
              <a:avLst/>
              <a:gdLst/>
              <a:ahLst/>
              <a:cxnLst/>
              <a:rect l="l" t="t" r="r" b="b"/>
              <a:pathLst>
                <a:path w="3248" h="6278" extrusionOk="0">
                  <a:moveTo>
                    <a:pt x="3247" y="0"/>
                  </a:moveTo>
                  <a:lnTo>
                    <a:pt x="3247" y="0"/>
                  </a:lnTo>
                  <a:cubicBezTo>
                    <a:pt x="3247" y="1"/>
                    <a:pt x="2226" y="3315"/>
                    <a:pt x="0" y="6177"/>
                  </a:cubicBezTo>
                  <a:cubicBezTo>
                    <a:pt x="586" y="6227"/>
                    <a:pt x="1172" y="6277"/>
                    <a:pt x="1774" y="6277"/>
                  </a:cubicBezTo>
                  <a:cubicBezTo>
                    <a:pt x="2996" y="3767"/>
                    <a:pt x="3247" y="1"/>
                    <a:pt x="324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3" name="Google Shape;11423;p35">
              <a:extLst>
                <a:ext uri="{FF2B5EF4-FFF2-40B4-BE49-F238E27FC236}">
                  <a16:creationId xmlns:a16="http://schemas.microsoft.com/office/drawing/2014/main" id="{0CBCE54D-8C37-AF71-764F-799775E6BFFB}"/>
                </a:ext>
              </a:extLst>
            </p:cNvPr>
            <p:cNvSpPr/>
            <p:nvPr/>
          </p:nvSpPr>
          <p:spPr>
            <a:xfrm>
              <a:off x="6239230" y="2417702"/>
              <a:ext cx="215048" cy="124248"/>
            </a:xfrm>
            <a:custGeom>
              <a:avLst/>
              <a:gdLst/>
              <a:ahLst/>
              <a:cxnLst/>
              <a:rect l="l" t="t" r="r" b="b"/>
              <a:pathLst>
                <a:path w="2546" h="1471" extrusionOk="0">
                  <a:moveTo>
                    <a:pt x="1806" y="1"/>
                  </a:moveTo>
                  <a:cubicBezTo>
                    <a:pt x="1574" y="1"/>
                    <a:pt x="1321" y="28"/>
                    <a:pt x="1106" y="114"/>
                  </a:cubicBezTo>
                  <a:cubicBezTo>
                    <a:pt x="520" y="365"/>
                    <a:pt x="1" y="1386"/>
                    <a:pt x="1" y="1386"/>
                  </a:cubicBezTo>
                  <a:lnTo>
                    <a:pt x="1892" y="1470"/>
                  </a:lnTo>
                  <a:lnTo>
                    <a:pt x="2545" y="81"/>
                  </a:lnTo>
                  <a:cubicBezTo>
                    <a:pt x="2545" y="81"/>
                    <a:pt x="2205" y="1"/>
                    <a:pt x="1806"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4" name="Google Shape;11424;p35">
              <a:extLst>
                <a:ext uri="{FF2B5EF4-FFF2-40B4-BE49-F238E27FC236}">
                  <a16:creationId xmlns:a16="http://schemas.microsoft.com/office/drawing/2014/main" id="{CD00016D-E7C4-5BC5-A915-A00A2609AE01}"/>
                </a:ext>
              </a:extLst>
            </p:cNvPr>
            <p:cNvSpPr/>
            <p:nvPr/>
          </p:nvSpPr>
          <p:spPr>
            <a:xfrm>
              <a:off x="6509266" y="1338738"/>
              <a:ext cx="67234" cy="133877"/>
            </a:xfrm>
            <a:custGeom>
              <a:avLst/>
              <a:gdLst/>
              <a:ahLst/>
              <a:cxnLst/>
              <a:rect l="l" t="t" r="r" b="b"/>
              <a:pathLst>
                <a:path w="796" h="1585" extrusionOk="0">
                  <a:moveTo>
                    <a:pt x="416" y="0"/>
                  </a:moveTo>
                  <a:cubicBezTo>
                    <a:pt x="330" y="0"/>
                    <a:pt x="243" y="51"/>
                    <a:pt x="185" y="184"/>
                  </a:cubicBezTo>
                  <a:cubicBezTo>
                    <a:pt x="18" y="569"/>
                    <a:pt x="1" y="1071"/>
                    <a:pt x="269" y="1422"/>
                  </a:cubicBezTo>
                  <a:cubicBezTo>
                    <a:pt x="358" y="1540"/>
                    <a:pt x="442" y="1585"/>
                    <a:pt x="514" y="1585"/>
                  </a:cubicBezTo>
                  <a:cubicBezTo>
                    <a:pt x="696" y="1585"/>
                    <a:pt x="796" y="1292"/>
                    <a:pt x="687" y="1171"/>
                  </a:cubicBezTo>
                  <a:cubicBezTo>
                    <a:pt x="537" y="1021"/>
                    <a:pt x="587" y="636"/>
                    <a:pt x="670" y="351"/>
                  </a:cubicBezTo>
                  <a:cubicBezTo>
                    <a:pt x="736" y="186"/>
                    <a:pt x="579" y="0"/>
                    <a:pt x="416"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5" name="Google Shape;11425;p35">
              <a:extLst>
                <a:ext uri="{FF2B5EF4-FFF2-40B4-BE49-F238E27FC236}">
                  <a16:creationId xmlns:a16="http://schemas.microsoft.com/office/drawing/2014/main" id="{E2B77710-9F1C-48E4-AB19-19A4BC5F4541}"/>
                </a:ext>
              </a:extLst>
            </p:cNvPr>
            <p:cNvSpPr/>
            <p:nvPr/>
          </p:nvSpPr>
          <p:spPr>
            <a:xfrm>
              <a:off x="6547445" y="1377677"/>
              <a:ext cx="67319" cy="134130"/>
            </a:xfrm>
            <a:custGeom>
              <a:avLst/>
              <a:gdLst/>
              <a:ahLst/>
              <a:cxnLst/>
              <a:rect l="l" t="t" r="r" b="b"/>
              <a:pathLst>
                <a:path w="797" h="1588" extrusionOk="0">
                  <a:moveTo>
                    <a:pt x="415" y="0"/>
                  </a:moveTo>
                  <a:cubicBezTo>
                    <a:pt x="330" y="0"/>
                    <a:pt x="243" y="53"/>
                    <a:pt x="185" y="191"/>
                  </a:cubicBezTo>
                  <a:cubicBezTo>
                    <a:pt x="34" y="560"/>
                    <a:pt x="1" y="1062"/>
                    <a:pt x="285" y="1430"/>
                  </a:cubicBezTo>
                  <a:cubicBezTo>
                    <a:pt x="367" y="1544"/>
                    <a:pt x="445" y="1587"/>
                    <a:pt x="513" y="1587"/>
                  </a:cubicBezTo>
                  <a:cubicBezTo>
                    <a:pt x="694" y="1587"/>
                    <a:pt x="797" y="1277"/>
                    <a:pt x="687" y="1179"/>
                  </a:cubicBezTo>
                  <a:cubicBezTo>
                    <a:pt x="553" y="1028"/>
                    <a:pt x="587" y="627"/>
                    <a:pt x="670" y="359"/>
                  </a:cubicBezTo>
                  <a:cubicBezTo>
                    <a:pt x="736" y="194"/>
                    <a:pt x="579" y="0"/>
                    <a:pt x="415"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6" name="Google Shape;11426;p35">
              <a:extLst>
                <a:ext uri="{FF2B5EF4-FFF2-40B4-BE49-F238E27FC236}">
                  <a16:creationId xmlns:a16="http://schemas.microsoft.com/office/drawing/2014/main" id="{304E51D7-5C11-DB5D-862A-9C8406B40412}"/>
                </a:ext>
              </a:extLst>
            </p:cNvPr>
            <p:cNvSpPr/>
            <p:nvPr/>
          </p:nvSpPr>
          <p:spPr>
            <a:xfrm>
              <a:off x="6589931" y="1432833"/>
              <a:ext cx="69261" cy="132272"/>
            </a:xfrm>
            <a:custGeom>
              <a:avLst/>
              <a:gdLst/>
              <a:ahLst/>
              <a:cxnLst/>
              <a:rect l="l" t="t" r="r" b="b"/>
              <a:pathLst>
                <a:path w="820" h="1566" extrusionOk="0">
                  <a:moveTo>
                    <a:pt x="430" y="0"/>
                  </a:moveTo>
                  <a:cubicBezTo>
                    <a:pt x="346" y="0"/>
                    <a:pt x="258" y="53"/>
                    <a:pt x="201" y="191"/>
                  </a:cubicBezTo>
                  <a:cubicBezTo>
                    <a:pt x="34" y="559"/>
                    <a:pt x="0" y="1062"/>
                    <a:pt x="285" y="1413"/>
                  </a:cubicBezTo>
                  <a:cubicBezTo>
                    <a:pt x="377" y="1523"/>
                    <a:pt x="462" y="1566"/>
                    <a:pt x="534" y="1566"/>
                  </a:cubicBezTo>
                  <a:cubicBezTo>
                    <a:pt x="724" y="1566"/>
                    <a:pt x="820" y="1271"/>
                    <a:pt x="686" y="1162"/>
                  </a:cubicBezTo>
                  <a:cubicBezTo>
                    <a:pt x="552" y="1028"/>
                    <a:pt x="586" y="626"/>
                    <a:pt x="670" y="359"/>
                  </a:cubicBezTo>
                  <a:cubicBezTo>
                    <a:pt x="746" y="194"/>
                    <a:pt x="593" y="0"/>
                    <a:pt x="430"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7" name="Google Shape;11427;p35">
              <a:extLst>
                <a:ext uri="{FF2B5EF4-FFF2-40B4-BE49-F238E27FC236}">
                  <a16:creationId xmlns:a16="http://schemas.microsoft.com/office/drawing/2014/main" id="{916D7431-5E6F-2C64-3EA6-68214C336825}"/>
                </a:ext>
              </a:extLst>
            </p:cNvPr>
            <p:cNvSpPr/>
            <p:nvPr/>
          </p:nvSpPr>
          <p:spPr>
            <a:xfrm>
              <a:off x="6792057" y="1488411"/>
              <a:ext cx="41134" cy="89364"/>
            </a:xfrm>
            <a:custGeom>
              <a:avLst/>
              <a:gdLst/>
              <a:ahLst/>
              <a:cxnLst/>
              <a:rect l="l" t="t" r="r" b="b"/>
              <a:pathLst>
                <a:path w="487" h="1058" extrusionOk="0">
                  <a:moveTo>
                    <a:pt x="94" y="1"/>
                  </a:moveTo>
                  <a:cubicBezTo>
                    <a:pt x="90" y="1"/>
                    <a:pt x="87" y="1"/>
                    <a:pt x="84" y="2"/>
                  </a:cubicBezTo>
                  <a:cubicBezTo>
                    <a:pt x="1" y="35"/>
                    <a:pt x="1" y="303"/>
                    <a:pt x="84" y="571"/>
                  </a:cubicBezTo>
                  <a:cubicBezTo>
                    <a:pt x="165" y="861"/>
                    <a:pt x="307" y="1057"/>
                    <a:pt x="392" y="1057"/>
                  </a:cubicBezTo>
                  <a:cubicBezTo>
                    <a:pt x="396" y="1057"/>
                    <a:pt x="399" y="1057"/>
                    <a:pt x="402" y="1056"/>
                  </a:cubicBezTo>
                  <a:cubicBezTo>
                    <a:pt x="486" y="1040"/>
                    <a:pt x="486" y="772"/>
                    <a:pt x="402" y="487"/>
                  </a:cubicBezTo>
                  <a:cubicBezTo>
                    <a:pt x="322" y="213"/>
                    <a:pt x="179" y="1"/>
                    <a:pt x="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8" name="Google Shape;11428;p35">
              <a:extLst>
                <a:ext uri="{FF2B5EF4-FFF2-40B4-BE49-F238E27FC236}">
                  <a16:creationId xmlns:a16="http://schemas.microsoft.com/office/drawing/2014/main" id="{480E7719-48C6-E4E5-ED82-2BDBB2A34C28}"/>
                </a:ext>
              </a:extLst>
            </p:cNvPr>
            <p:cNvSpPr/>
            <p:nvPr/>
          </p:nvSpPr>
          <p:spPr>
            <a:xfrm>
              <a:off x="6663416" y="1477177"/>
              <a:ext cx="96206" cy="79313"/>
            </a:xfrm>
            <a:custGeom>
              <a:avLst/>
              <a:gdLst/>
              <a:ahLst/>
              <a:cxnLst/>
              <a:rect l="l" t="t" r="r" b="b"/>
              <a:pathLst>
                <a:path w="1139" h="939" extrusionOk="0">
                  <a:moveTo>
                    <a:pt x="252" y="1"/>
                  </a:moveTo>
                  <a:cubicBezTo>
                    <a:pt x="34" y="1"/>
                    <a:pt x="0" y="202"/>
                    <a:pt x="185" y="470"/>
                  </a:cubicBezTo>
                  <a:cubicBezTo>
                    <a:pt x="369" y="721"/>
                    <a:pt x="687" y="938"/>
                    <a:pt x="888" y="938"/>
                  </a:cubicBezTo>
                  <a:cubicBezTo>
                    <a:pt x="1105" y="905"/>
                    <a:pt x="1139" y="704"/>
                    <a:pt x="955" y="453"/>
                  </a:cubicBezTo>
                  <a:cubicBezTo>
                    <a:pt x="770" y="202"/>
                    <a:pt x="452" y="1"/>
                    <a:pt x="2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9" name="Google Shape;11429;p35">
              <a:extLst>
                <a:ext uri="{FF2B5EF4-FFF2-40B4-BE49-F238E27FC236}">
                  <a16:creationId xmlns:a16="http://schemas.microsoft.com/office/drawing/2014/main" id="{105B62C5-BE15-2D0F-0062-C205BAE95504}"/>
                </a:ext>
              </a:extLst>
            </p:cNvPr>
            <p:cNvSpPr/>
            <p:nvPr/>
          </p:nvSpPr>
          <p:spPr>
            <a:xfrm>
              <a:off x="6705818" y="1393810"/>
              <a:ext cx="80664" cy="84887"/>
            </a:xfrm>
            <a:custGeom>
              <a:avLst/>
              <a:gdLst/>
              <a:ahLst/>
              <a:cxnLst/>
              <a:rect l="l" t="t" r="r" b="b"/>
              <a:pathLst>
                <a:path w="955" h="1005" extrusionOk="0">
                  <a:moveTo>
                    <a:pt x="335" y="0"/>
                  </a:moveTo>
                  <a:cubicBezTo>
                    <a:pt x="101" y="0"/>
                    <a:pt x="1" y="235"/>
                    <a:pt x="84" y="503"/>
                  </a:cubicBezTo>
                  <a:cubicBezTo>
                    <a:pt x="168" y="770"/>
                    <a:pt x="419" y="1005"/>
                    <a:pt x="620" y="1005"/>
                  </a:cubicBezTo>
                  <a:cubicBezTo>
                    <a:pt x="838" y="1005"/>
                    <a:pt x="955" y="770"/>
                    <a:pt x="871" y="503"/>
                  </a:cubicBezTo>
                  <a:cubicBezTo>
                    <a:pt x="787" y="235"/>
                    <a:pt x="536"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0" name="Google Shape;11430;p35">
              <a:extLst>
                <a:ext uri="{FF2B5EF4-FFF2-40B4-BE49-F238E27FC236}">
                  <a16:creationId xmlns:a16="http://schemas.microsoft.com/office/drawing/2014/main" id="{74EE4629-AA79-5DA6-64FD-4076933FDDC1}"/>
                </a:ext>
              </a:extLst>
            </p:cNvPr>
            <p:cNvSpPr/>
            <p:nvPr/>
          </p:nvSpPr>
          <p:spPr>
            <a:xfrm>
              <a:off x="6604037" y="1330714"/>
              <a:ext cx="90546" cy="77454"/>
            </a:xfrm>
            <a:custGeom>
              <a:avLst/>
              <a:gdLst/>
              <a:ahLst/>
              <a:cxnLst/>
              <a:rect l="l" t="t" r="r" b="b"/>
              <a:pathLst>
                <a:path w="1072" h="917" extrusionOk="0">
                  <a:moveTo>
                    <a:pt x="565" y="1"/>
                  </a:moveTo>
                  <a:cubicBezTo>
                    <a:pt x="377" y="1"/>
                    <a:pt x="193" y="115"/>
                    <a:pt x="101" y="312"/>
                  </a:cubicBezTo>
                  <a:cubicBezTo>
                    <a:pt x="0" y="563"/>
                    <a:pt x="101" y="814"/>
                    <a:pt x="352" y="898"/>
                  </a:cubicBezTo>
                  <a:cubicBezTo>
                    <a:pt x="396" y="911"/>
                    <a:pt x="442" y="917"/>
                    <a:pt x="488" y="917"/>
                  </a:cubicBezTo>
                  <a:cubicBezTo>
                    <a:pt x="687" y="917"/>
                    <a:pt x="890" y="804"/>
                    <a:pt x="971" y="614"/>
                  </a:cubicBezTo>
                  <a:cubicBezTo>
                    <a:pt x="1072" y="396"/>
                    <a:pt x="971" y="111"/>
                    <a:pt x="720" y="28"/>
                  </a:cubicBezTo>
                  <a:cubicBezTo>
                    <a:pt x="670" y="10"/>
                    <a:pt x="617" y="1"/>
                    <a:pt x="5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1" name="Google Shape;11431;p35">
              <a:extLst>
                <a:ext uri="{FF2B5EF4-FFF2-40B4-BE49-F238E27FC236}">
                  <a16:creationId xmlns:a16="http://schemas.microsoft.com/office/drawing/2014/main" id="{1860018C-81D5-43DE-B176-561622A738F2}"/>
                </a:ext>
              </a:extLst>
            </p:cNvPr>
            <p:cNvSpPr/>
            <p:nvPr/>
          </p:nvSpPr>
          <p:spPr>
            <a:xfrm>
              <a:off x="6717136" y="1299630"/>
              <a:ext cx="66558" cy="71288"/>
            </a:xfrm>
            <a:custGeom>
              <a:avLst/>
              <a:gdLst/>
              <a:ahLst/>
              <a:cxnLst/>
              <a:rect l="l" t="t" r="r" b="b"/>
              <a:pathLst>
                <a:path w="788" h="844" extrusionOk="0">
                  <a:moveTo>
                    <a:pt x="225" y="0"/>
                  </a:moveTo>
                  <a:cubicBezTo>
                    <a:pt x="191" y="0"/>
                    <a:pt x="160" y="9"/>
                    <a:pt x="134" y="27"/>
                  </a:cubicBezTo>
                  <a:cubicBezTo>
                    <a:pt x="1" y="111"/>
                    <a:pt x="34" y="362"/>
                    <a:pt x="168" y="563"/>
                  </a:cubicBezTo>
                  <a:cubicBezTo>
                    <a:pt x="283" y="742"/>
                    <a:pt x="438" y="843"/>
                    <a:pt x="556" y="843"/>
                  </a:cubicBezTo>
                  <a:cubicBezTo>
                    <a:pt x="593" y="843"/>
                    <a:pt x="626" y="834"/>
                    <a:pt x="653" y="814"/>
                  </a:cubicBezTo>
                  <a:cubicBezTo>
                    <a:pt x="787" y="730"/>
                    <a:pt x="754" y="479"/>
                    <a:pt x="620" y="278"/>
                  </a:cubicBezTo>
                  <a:cubicBezTo>
                    <a:pt x="502" y="109"/>
                    <a:pt x="344" y="0"/>
                    <a:pt x="2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2" name="Google Shape;11432;p35">
              <a:extLst>
                <a:ext uri="{FF2B5EF4-FFF2-40B4-BE49-F238E27FC236}">
                  <a16:creationId xmlns:a16="http://schemas.microsoft.com/office/drawing/2014/main" id="{9B196D81-9CB0-220F-B20B-D4E692CE6014}"/>
                </a:ext>
              </a:extLst>
            </p:cNvPr>
            <p:cNvSpPr/>
            <p:nvPr/>
          </p:nvSpPr>
          <p:spPr>
            <a:xfrm>
              <a:off x="6736901" y="1306134"/>
              <a:ext cx="41134" cy="62251"/>
            </a:xfrm>
            <a:custGeom>
              <a:avLst/>
              <a:gdLst/>
              <a:ahLst/>
              <a:cxnLst/>
              <a:rect l="l" t="t" r="r" b="b"/>
              <a:pathLst>
                <a:path w="487" h="737" extrusionOk="0">
                  <a:moveTo>
                    <a:pt x="68" y="1"/>
                  </a:moveTo>
                  <a:cubicBezTo>
                    <a:pt x="68" y="34"/>
                    <a:pt x="85" y="34"/>
                    <a:pt x="85" y="51"/>
                  </a:cubicBezTo>
                  <a:cubicBezTo>
                    <a:pt x="202" y="235"/>
                    <a:pt x="235" y="453"/>
                    <a:pt x="135" y="503"/>
                  </a:cubicBezTo>
                  <a:cubicBezTo>
                    <a:pt x="85" y="536"/>
                    <a:pt x="34" y="536"/>
                    <a:pt x="1" y="536"/>
                  </a:cubicBezTo>
                  <a:cubicBezTo>
                    <a:pt x="99" y="659"/>
                    <a:pt x="215" y="736"/>
                    <a:pt x="303" y="736"/>
                  </a:cubicBezTo>
                  <a:cubicBezTo>
                    <a:pt x="335" y="736"/>
                    <a:pt x="363" y="726"/>
                    <a:pt x="386" y="704"/>
                  </a:cubicBezTo>
                  <a:cubicBezTo>
                    <a:pt x="486" y="620"/>
                    <a:pt x="486" y="402"/>
                    <a:pt x="352" y="235"/>
                  </a:cubicBezTo>
                  <a:cubicBezTo>
                    <a:pt x="269" y="118"/>
                    <a:pt x="168" y="34"/>
                    <a:pt x="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3" name="Google Shape;11433;p35">
              <a:extLst>
                <a:ext uri="{FF2B5EF4-FFF2-40B4-BE49-F238E27FC236}">
                  <a16:creationId xmlns:a16="http://schemas.microsoft.com/office/drawing/2014/main" id="{4B2EF804-CD81-6EF9-3643-B57C6432E932}"/>
                </a:ext>
              </a:extLst>
            </p:cNvPr>
            <p:cNvSpPr/>
            <p:nvPr/>
          </p:nvSpPr>
          <p:spPr>
            <a:xfrm>
              <a:off x="6756750" y="1597372"/>
              <a:ext cx="43753" cy="99500"/>
            </a:xfrm>
            <a:custGeom>
              <a:avLst/>
              <a:gdLst/>
              <a:ahLst/>
              <a:cxnLst/>
              <a:rect l="l" t="t" r="r" b="b"/>
              <a:pathLst>
                <a:path w="518" h="1178" extrusionOk="0">
                  <a:moveTo>
                    <a:pt x="151" y="1"/>
                  </a:moveTo>
                  <a:lnTo>
                    <a:pt x="151" y="1"/>
                  </a:lnTo>
                  <a:cubicBezTo>
                    <a:pt x="352" y="436"/>
                    <a:pt x="0" y="1106"/>
                    <a:pt x="268" y="1172"/>
                  </a:cubicBezTo>
                  <a:cubicBezTo>
                    <a:pt x="280" y="1176"/>
                    <a:pt x="291" y="1178"/>
                    <a:pt x="301" y="1178"/>
                  </a:cubicBezTo>
                  <a:cubicBezTo>
                    <a:pt x="517" y="1178"/>
                    <a:pt x="318" y="344"/>
                    <a:pt x="318" y="168"/>
                  </a:cubicBezTo>
                  <a:lnTo>
                    <a:pt x="1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4" name="Google Shape;11434;p35">
              <a:extLst>
                <a:ext uri="{FF2B5EF4-FFF2-40B4-BE49-F238E27FC236}">
                  <a16:creationId xmlns:a16="http://schemas.microsoft.com/office/drawing/2014/main" id="{BE75A61F-4D6B-A458-5D37-BA483D0F673E}"/>
                </a:ext>
              </a:extLst>
            </p:cNvPr>
            <p:cNvSpPr/>
            <p:nvPr/>
          </p:nvSpPr>
          <p:spPr>
            <a:xfrm>
              <a:off x="6818917" y="1618573"/>
              <a:ext cx="43922" cy="124924"/>
            </a:xfrm>
            <a:custGeom>
              <a:avLst/>
              <a:gdLst/>
              <a:ahLst/>
              <a:cxnLst/>
              <a:rect l="l" t="t" r="r" b="b"/>
              <a:pathLst>
                <a:path w="520" h="1479" extrusionOk="0">
                  <a:moveTo>
                    <a:pt x="135" y="1"/>
                  </a:moveTo>
                  <a:cubicBezTo>
                    <a:pt x="352" y="536"/>
                    <a:pt x="1" y="1390"/>
                    <a:pt x="268" y="1474"/>
                  </a:cubicBezTo>
                  <a:cubicBezTo>
                    <a:pt x="278" y="1477"/>
                    <a:pt x="287" y="1478"/>
                    <a:pt x="295" y="1478"/>
                  </a:cubicBezTo>
                  <a:cubicBezTo>
                    <a:pt x="520" y="1478"/>
                    <a:pt x="302" y="428"/>
                    <a:pt x="302" y="202"/>
                  </a:cubicBezTo>
                  <a:lnTo>
                    <a:pt x="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5" name="Google Shape;11435;p35">
              <a:extLst>
                <a:ext uri="{FF2B5EF4-FFF2-40B4-BE49-F238E27FC236}">
                  <a16:creationId xmlns:a16="http://schemas.microsoft.com/office/drawing/2014/main" id="{35B65359-A190-2B85-E76E-14323B5CB84A}"/>
                </a:ext>
              </a:extLst>
            </p:cNvPr>
            <p:cNvSpPr/>
            <p:nvPr/>
          </p:nvSpPr>
          <p:spPr>
            <a:xfrm>
              <a:off x="6650662" y="1501250"/>
              <a:ext cx="123150" cy="104737"/>
            </a:xfrm>
            <a:custGeom>
              <a:avLst/>
              <a:gdLst/>
              <a:ahLst/>
              <a:cxnLst/>
              <a:rect l="l" t="t" r="r" b="b"/>
              <a:pathLst>
                <a:path w="1458" h="1240" extrusionOk="0">
                  <a:moveTo>
                    <a:pt x="1" y="1"/>
                  </a:moveTo>
                  <a:lnTo>
                    <a:pt x="1" y="1"/>
                  </a:lnTo>
                  <a:cubicBezTo>
                    <a:pt x="363" y="594"/>
                    <a:pt x="349" y="1238"/>
                    <a:pt x="632" y="1238"/>
                  </a:cubicBezTo>
                  <a:cubicBezTo>
                    <a:pt x="675" y="1238"/>
                    <a:pt x="727" y="1223"/>
                    <a:pt x="788" y="1189"/>
                  </a:cubicBezTo>
                  <a:cubicBezTo>
                    <a:pt x="861" y="1148"/>
                    <a:pt x="944" y="1133"/>
                    <a:pt x="1026" y="1133"/>
                  </a:cubicBezTo>
                  <a:cubicBezTo>
                    <a:pt x="1245" y="1133"/>
                    <a:pt x="1457" y="1239"/>
                    <a:pt x="1457" y="1239"/>
                  </a:cubicBezTo>
                  <a:lnTo>
                    <a:pt x="68" y="1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6" name="Google Shape;11436;p35">
              <a:extLst>
                <a:ext uri="{FF2B5EF4-FFF2-40B4-BE49-F238E27FC236}">
                  <a16:creationId xmlns:a16="http://schemas.microsoft.com/office/drawing/2014/main" id="{F2FAD0BE-728D-1D34-FD16-F773C40D5D07}"/>
                </a:ext>
              </a:extLst>
            </p:cNvPr>
            <p:cNvSpPr/>
            <p:nvPr/>
          </p:nvSpPr>
          <p:spPr>
            <a:xfrm>
              <a:off x="6613919" y="1333332"/>
              <a:ext cx="77877" cy="57690"/>
            </a:xfrm>
            <a:custGeom>
              <a:avLst/>
              <a:gdLst/>
              <a:ahLst/>
              <a:cxnLst/>
              <a:rect l="l" t="t" r="r" b="b"/>
              <a:pathLst>
                <a:path w="922" h="683" extrusionOk="0">
                  <a:moveTo>
                    <a:pt x="445" y="1"/>
                  </a:moveTo>
                  <a:cubicBezTo>
                    <a:pt x="270" y="1"/>
                    <a:pt x="98" y="102"/>
                    <a:pt x="34" y="281"/>
                  </a:cubicBezTo>
                  <a:cubicBezTo>
                    <a:pt x="1" y="348"/>
                    <a:pt x="1" y="465"/>
                    <a:pt x="17" y="549"/>
                  </a:cubicBezTo>
                  <a:cubicBezTo>
                    <a:pt x="100" y="443"/>
                    <a:pt x="223" y="379"/>
                    <a:pt x="353" y="379"/>
                  </a:cubicBezTo>
                  <a:cubicBezTo>
                    <a:pt x="408" y="379"/>
                    <a:pt x="465" y="390"/>
                    <a:pt x="519" y="415"/>
                  </a:cubicBezTo>
                  <a:cubicBezTo>
                    <a:pt x="637" y="465"/>
                    <a:pt x="720" y="566"/>
                    <a:pt x="771" y="683"/>
                  </a:cubicBezTo>
                  <a:cubicBezTo>
                    <a:pt x="787" y="649"/>
                    <a:pt x="804" y="633"/>
                    <a:pt x="838" y="583"/>
                  </a:cubicBezTo>
                  <a:cubicBezTo>
                    <a:pt x="921" y="365"/>
                    <a:pt x="838" y="114"/>
                    <a:pt x="603" y="30"/>
                  </a:cubicBezTo>
                  <a:cubicBezTo>
                    <a:pt x="552" y="10"/>
                    <a:pt x="498" y="1"/>
                    <a:pt x="44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7" name="Google Shape;11437;p35">
              <a:extLst>
                <a:ext uri="{FF2B5EF4-FFF2-40B4-BE49-F238E27FC236}">
                  <a16:creationId xmlns:a16="http://schemas.microsoft.com/office/drawing/2014/main" id="{BD6240C3-78C3-F307-4B63-12CF6E202ACC}"/>
                </a:ext>
              </a:extLst>
            </p:cNvPr>
            <p:cNvSpPr/>
            <p:nvPr/>
          </p:nvSpPr>
          <p:spPr>
            <a:xfrm>
              <a:off x="6530129" y="1210435"/>
              <a:ext cx="140465" cy="71542"/>
            </a:xfrm>
            <a:custGeom>
              <a:avLst/>
              <a:gdLst/>
              <a:ahLst/>
              <a:cxnLst/>
              <a:rect l="l" t="t" r="r" b="b"/>
              <a:pathLst>
                <a:path w="1663" h="847" extrusionOk="0">
                  <a:moveTo>
                    <a:pt x="1567" y="1"/>
                  </a:moveTo>
                  <a:cubicBezTo>
                    <a:pt x="1399" y="1"/>
                    <a:pt x="843" y="218"/>
                    <a:pt x="340" y="514"/>
                  </a:cubicBezTo>
                  <a:cubicBezTo>
                    <a:pt x="0" y="708"/>
                    <a:pt x="144" y="846"/>
                    <a:pt x="404" y="846"/>
                  </a:cubicBezTo>
                  <a:cubicBezTo>
                    <a:pt x="592" y="846"/>
                    <a:pt x="841" y="774"/>
                    <a:pt x="1009" y="598"/>
                  </a:cubicBezTo>
                  <a:cubicBezTo>
                    <a:pt x="1126" y="447"/>
                    <a:pt x="1662" y="62"/>
                    <a:pt x="1612" y="12"/>
                  </a:cubicBezTo>
                  <a:cubicBezTo>
                    <a:pt x="1604" y="4"/>
                    <a:pt x="1589" y="1"/>
                    <a:pt x="1567"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8" name="Google Shape;11438;p35">
              <a:extLst>
                <a:ext uri="{FF2B5EF4-FFF2-40B4-BE49-F238E27FC236}">
                  <a16:creationId xmlns:a16="http://schemas.microsoft.com/office/drawing/2014/main" id="{2C6E5CFF-D6DF-D883-C3D2-A9AD84AF1CB3}"/>
                </a:ext>
              </a:extLst>
            </p:cNvPr>
            <p:cNvSpPr/>
            <p:nvPr/>
          </p:nvSpPr>
          <p:spPr>
            <a:xfrm>
              <a:off x="6693063" y="1195907"/>
              <a:ext cx="70782" cy="24073"/>
            </a:xfrm>
            <a:custGeom>
              <a:avLst/>
              <a:gdLst/>
              <a:ahLst/>
              <a:cxnLst/>
              <a:rect l="l" t="t" r="r" b="b"/>
              <a:pathLst>
                <a:path w="838" h="285" extrusionOk="0">
                  <a:moveTo>
                    <a:pt x="419" y="0"/>
                  </a:moveTo>
                  <a:cubicBezTo>
                    <a:pt x="185" y="0"/>
                    <a:pt x="1" y="67"/>
                    <a:pt x="1" y="151"/>
                  </a:cubicBezTo>
                  <a:cubicBezTo>
                    <a:pt x="1" y="218"/>
                    <a:pt x="185" y="285"/>
                    <a:pt x="419" y="285"/>
                  </a:cubicBezTo>
                  <a:cubicBezTo>
                    <a:pt x="654" y="285"/>
                    <a:pt x="838" y="218"/>
                    <a:pt x="838" y="151"/>
                  </a:cubicBezTo>
                  <a:cubicBezTo>
                    <a:pt x="838" y="67"/>
                    <a:pt x="654" y="0"/>
                    <a:pt x="41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9" name="Google Shape;11439;p35">
              <a:extLst>
                <a:ext uri="{FF2B5EF4-FFF2-40B4-BE49-F238E27FC236}">
                  <a16:creationId xmlns:a16="http://schemas.microsoft.com/office/drawing/2014/main" id="{DF013BF8-A9CC-6643-822D-6E2E50C22C32}"/>
                </a:ext>
              </a:extLst>
            </p:cNvPr>
            <p:cNvSpPr/>
            <p:nvPr/>
          </p:nvSpPr>
          <p:spPr>
            <a:xfrm>
              <a:off x="6722795" y="1400905"/>
              <a:ext cx="58027" cy="72133"/>
            </a:xfrm>
            <a:custGeom>
              <a:avLst/>
              <a:gdLst/>
              <a:ahLst/>
              <a:cxnLst/>
              <a:rect l="l" t="t" r="r" b="b"/>
              <a:pathLst>
                <a:path w="687" h="854" extrusionOk="0">
                  <a:moveTo>
                    <a:pt x="252" y="0"/>
                  </a:moveTo>
                  <a:cubicBezTo>
                    <a:pt x="302" y="67"/>
                    <a:pt x="318" y="117"/>
                    <a:pt x="335" y="184"/>
                  </a:cubicBezTo>
                  <a:cubicBezTo>
                    <a:pt x="402" y="435"/>
                    <a:pt x="318" y="619"/>
                    <a:pt x="101" y="619"/>
                  </a:cubicBezTo>
                  <a:cubicBezTo>
                    <a:pt x="67" y="619"/>
                    <a:pt x="17" y="619"/>
                    <a:pt x="0" y="603"/>
                  </a:cubicBezTo>
                  <a:lnTo>
                    <a:pt x="0" y="603"/>
                  </a:lnTo>
                  <a:cubicBezTo>
                    <a:pt x="101" y="753"/>
                    <a:pt x="252" y="854"/>
                    <a:pt x="402" y="854"/>
                  </a:cubicBezTo>
                  <a:cubicBezTo>
                    <a:pt x="603" y="854"/>
                    <a:pt x="687" y="670"/>
                    <a:pt x="637" y="419"/>
                  </a:cubicBezTo>
                  <a:cubicBezTo>
                    <a:pt x="570" y="234"/>
                    <a:pt x="419" y="67"/>
                    <a:pt x="25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0" name="Google Shape;11440;p35">
              <a:extLst>
                <a:ext uri="{FF2B5EF4-FFF2-40B4-BE49-F238E27FC236}">
                  <a16:creationId xmlns:a16="http://schemas.microsoft.com/office/drawing/2014/main" id="{D97A0513-4CF1-A9FB-5050-381455BBB1E3}"/>
                </a:ext>
              </a:extLst>
            </p:cNvPr>
            <p:cNvSpPr/>
            <p:nvPr/>
          </p:nvSpPr>
          <p:spPr>
            <a:xfrm>
              <a:off x="6695935" y="1484272"/>
              <a:ext cx="59463" cy="66558"/>
            </a:xfrm>
            <a:custGeom>
              <a:avLst/>
              <a:gdLst/>
              <a:ahLst/>
              <a:cxnLst/>
              <a:rect l="l" t="t" r="r" b="b"/>
              <a:pathLst>
                <a:path w="704" h="788" extrusionOk="0">
                  <a:moveTo>
                    <a:pt x="51" y="1"/>
                  </a:moveTo>
                  <a:cubicBezTo>
                    <a:pt x="101" y="34"/>
                    <a:pt x="151" y="101"/>
                    <a:pt x="201" y="168"/>
                  </a:cubicBezTo>
                  <a:cubicBezTo>
                    <a:pt x="335" y="386"/>
                    <a:pt x="318" y="553"/>
                    <a:pt x="134" y="587"/>
                  </a:cubicBezTo>
                  <a:cubicBezTo>
                    <a:pt x="84" y="587"/>
                    <a:pt x="51" y="587"/>
                    <a:pt x="0" y="553"/>
                  </a:cubicBezTo>
                  <a:lnTo>
                    <a:pt x="0" y="553"/>
                  </a:lnTo>
                  <a:cubicBezTo>
                    <a:pt x="151" y="704"/>
                    <a:pt x="335" y="787"/>
                    <a:pt x="469" y="787"/>
                  </a:cubicBezTo>
                  <a:cubicBezTo>
                    <a:pt x="670" y="771"/>
                    <a:pt x="703" y="603"/>
                    <a:pt x="553" y="369"/>
                  </a:cubicBezTo>
                  <a:cubicBezTo>
                    <a:pt x="419" y="185"/>
                    <a:pt x="218" y="34"/>
                    <a:pt x="51"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1" name="Google Shape;11441;p35">
              <a:extLst>
                <a:ext uri="{FF2B5EF4-FFF2-40B4-BE49-F238E27FC236}">
                  <a16:creationId xmlns:a16="http://schemas.microsoft.com/office/drawing/2014/main" id="{EA499EB1-633B-4392-AF4C-1DCDBB74F852}"/>
                </a:ext>
              </a:extLst>
            </p:cNvPr>
            <p:cNvSpPr/>
            <p:nvPr/>
          </p:nvSpPr>
          <p:spPr>
            <a:xfrm>
              <a:off x="6804811" y="1499814"/>
              <a:ext cx="24073" cy="68079"/>
            </a:xfrm>
            <a:custGeom>
              <a:avLst/>
              <a:gdLst/>
              <a:ahLst/>
              <a:cxnLst/>
              <a:rect l="l" t="t" r="r" b="b"/>
              <a:pathLst>
                <a:path w="285" h="806" extrusionOk="0">
                  <a:moveTo>
                    <a:pt x="34" y="1"/>
                  </a:moveTo>
                  <a:lnTo>
                    <a:pt x="34" y="1"/>
                  </a:lnTo>
                  <a:cubicBezTo>
                    <a:pt x="51" y="34"/>
                    <a:pt x="51" y="51"/>
                    <a:pt x="84" y="101"/>
                  </a:cubicBezTo>
                  <a:cubicBezTo>
                    <a:pt x="134" y="336"/>
                    <a:pt x="134" y="536"/>
                    <a:pt x="84" y="570"/>
                  </a:cubicBezTo>
                  <a:cubicBezTo>
                    <a:pt x="51" y="570"/>
                    <a:pt x="34" y="570"/>
                    <a:pt x="0" y="520"/>
                  </a:cubicBezTo>
                  <a:lnTo>
                    <a:pt x="0" y="520"/>
                  </a:lnTo>
                  <a:cubicBezTo>
                    <a:pt x="51" y="704"/>
                    <a:pt x="168" y="804"/>
                    <a:pt x="218" y="804"/>
                  </a:cubicBezTo>
                  <a:cubicBezTo>
                    <a:pt x="220" y="805"/>
                    <a:pt x="223" y="805"/>
                    <a:pt x="225" y="805"/>
                  </a:cubicBezTo>
                  <a:cubicBezTo>
                    <a:pt x="285" y="805"/>
                    <a:pt x="282" y="594"/>
                    <a:pt x="218" y="352"/>
                  </a:cubicBezTo>
                  <a:cubicBezTo>
                    <a:pt x="184" y="185"/>
                    <a:pt x="101" y="68"/>
                    <a:pt x="3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2" name="Google Shape;11442;p35">
              <a:extLst>
                <a:ext uri="{FF2B5EF4-FFF2-40B4-BE49-F238E27FC236}">
                  <a16:creationId xmlns:a16="http://schemas.microsoft.com/office/drawing/2014/main" id="{D7F4D0B4-6C95-C2B0-A0BA-86858163848B}"/>
                </a:ext>
              </a:extLst>
            </p:cNvPr>
            <p:cNvSpPr/>
            <p:nvPr/>
          </p:nvSpPr>
          <p:spPr>
            <a:xfrm>
              <a:off x="6776515" y="1338654"/>
              <a:ext cx="45358" cy="152797"/>
            </a:xfrm>
            <a:custGeom>
              <a:avLst/>
              <a:gdLst/>
              <a:ahLst/>
              <a:cxnLst/>
              <a:rect l="l" t="t" r="r" b="b"/>
              <a:pathLst>
                <a:path w="537" h="1809" extrusionOk="0">
                  <a:moveTo>
                    <a:pt x="118" y="1"/>
                  </a:moveTo>
                  <a:cubicBezTo>
                    <a:pt x="118" y="1"/>
                    <a:pt x="1" y="319"/>
                    <a:pt x="101" y="653"/>
                  </a:cubicBezTo>
                  <a:cubicBezTo>
                    <a:pt x="201" y="988"/>
                    <a:pt x="519" y="1808"/>
                    <a:pt x="519" y="1808"/>
                  </a:cubicBezTo>
                  <a:cubicBezTo>
                    <a:pt x="369" y="1022"/>
                    <a:pt x="536" y="988"/>
                    <a:pt x="469" y="687"/>
                  </a:cubicBezTo>
                  <a:cubicBezTo>
                    <a:pt x="419" y="402"/>
                    <a:pt x="118" y="1"/>
                    <a:pt x="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5D95C1A0-9A5A-368E-70F7-3088474E97BF}"/>
              </a:ext>
            </a:extLst>
          </p:cNvPr>
          <p:cNvSpPr txBox="1"/>
          <p:nvPr/>
        </p:nvSpPr>
        <p:spPr>
          <a:xfrm>
            <a:off x="524692" y="1418212"/>
            <a:ext cx="5072742" cy="2077300"/>
          </a:xfrm>
          <a:prstGeom prst="rect">
            <a:avLst/>
          </a:prstGeom>
          <a:noFill/>
        </p:spPr>
        <p:txBody>
          <a:bodyPr wrap="square">
            <a:spAutoFit/>
          </a:bodyPr>
          <a:lstStyle/>
          <a:p>
            <a:pPr>
              <a:lnSpc>
                <a:spcPct val="115000"/>
              </a:lnSpc>
              <a:spcAft>
                <a:spcPts val="800"/>
              </a:spcAft>
            </a:pPr>
            <a:r>
              <a:rPr lang="en-IN" sz="1400" b="1" kern="100">
                <a:effectLst/>
                <a:latin typeface="Calibri" panose="020F0502020204030204" pitchFamily="34" charset="0"/>
                <a:ea typeface="Calibri" panose="020F0502020204030204" pitchFamily="34" charset="0"/>
                <a:cs typeface="Times New Roman" panose="02020603050405020304" pitchFamily="18" charset="0"/>
              </a:rPr>
              <a:t>J. Bottom 5 Pizzas by Quantity</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SELECT pizza_name, count(distinct order_id) as  Total_Orders</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FROM pizza_sales_excel_file</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GROUP BY pizza_name</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ORDER BY Total_Orders ASC</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400" kern="100">
                <a:effectLst/>
                <a:latin typeface="Calibri" panose="020F0502020204030204" pitchFamily="34" charset="0"/>
                <a:ea typeface="Calibri" panose="020F0502020204030204" pitchFamily="34" charset="0"/>
                <a:cs typeface="Times New Roman" panose="02020603050405020304" pitchFamily="18" charset="0"/>
              </a:rPr>
              <a:t>LIMIT 5;</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09138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44"/>
        <p:cNvGrpSpPr/>
        <p:nvPr/>
      </p:nvGrpSpPr>
      <p:grpSpPr>
        <a:xfrm>
          <a:off x="0" y="0"/>
          <a:ext cx="0" cy="0"/>
          <a:chOff x="0" y="0"/>
          <a:chExt cx="0" cy="0"/>
        </a:xfrm>
      </p:grpSpPr>
      <p:sp>
        <p:nvSpPr>
          <p:cNvPr id="11354" name="Google Shape;11354;p35"/>
          <p:cNvSpPr/>
          <p:nvPr/>
        </p:nvSpPr>
        <p:spPr>
          <a:xfrm>
            <a:off x="5143500" y="3783825"/>
            <a:ext cx="2823600" cy="490800"/>
          </a:xfrm>
          <a:prstGeom prst="ellipse">
            <a:avLst/>
          </a:prstGeom>
          <a:solidFill>
            <a:srgbClr val="F4CE89">
              <a:alpha val="36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55" name="Google Shape;11355;p35"/>
          <p:cNvGrpSpPr/>
          <p:nvPr/>
        </p:nvGrpSpPr>
        <p:grpSpPr>
          <a:xfrm>
            <a:off x="5419238" y="1185349"/>
            <a:ext cx="2272122" cy="2923101"/>
            <a:chOff x="5419238" y="1185349"/>
            <a:chExt cx="2272122" cy="2923101"/>
          </a:xfrm>
        </p:grpSpPr>
        <p:sp>
          <p:nvSpPr>
            <p:cNvPr id="11356" name="Google Shape;11356;p35"/>
            <p:cNvSpPr/>
            <p:nvPr/>
          </p:nvSpPr>
          <p:spPr>
            <a:xfrm>
              <a:off x="7408487" y="2169964"/>
              <a:ext cx="258801" cy="216399"/>
            </a:xfrm>
            <a:custGeom>
              <a:avLst/>
              <a:gdLst/>
              <a:ahLst/>
              <a:cxnLst/>
              <a:rect l="l" t="t" r="r" b="b"/>
              <a:pathLst>
                <a:path w="3064" h="2562" extrusionOk="0">
                  <a:moveTo>
                    <a:pt x="921" y="1"/>
                  </a:moveTo>
                  <a:lnTo>
                    <a:pt x="1" y="2562"/>
                  </a:lnTo>
                  <a:lnTo>
                    <a:pt x="2143" y="2562"/>
                  </a:lnTo>
                  <a:lnTo>
                    <a:pt x="30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7" name="Google Shape;11357;p35"/>
            <p:cNvSpPr/>
            <p:nvPr/>
          </p:nvSpPr>
          <p:spPr>
            <a:xfrm>
              <a:off x="7131355" y="2169964"/>
              <a:ext cx="410162" cy="1153792"/>
            </a:xfrm>
            <a:custGeom>
              <a:avLst/>
              <a:gdLst/>
              <a:ahLst/>
              <a:cxnLst/>
              <a:rect l="l" t="t" r="r" b="b"/>
              <a:pathLst>
                <a:path w="4856" h="13660" extrusionOk="0">
                  <a:moveTo>
                    <a:pt x="4135" y="1"/>
                  </a:moveTo>
                  <a:lnTo>
                    <a:pt x="1" y="13660"/>
                  </a:lnTo>
                  <a:lnTo>
                    <a:pt x="704" y="13660"/>
                  </a:lnTo>
                  <a:lnTo>
                    <a:pt x="48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8" name="Google Shape;11358;p35"/>
            <p:cNvSpPr/>
            <p:nvPr/>
          </p:nvSpPr>
          <p:spPr>
            <a:xfrm>
              <a:off x="7282633" y="2169964"/>
              <a:ext cx="408726" cy="1153792"/>
            </a:xfrm>
            <a:custGeom>
              <a:avLst/>
              <a:gdLst/>
              <a:ahLst/>
              <a:cxnLst/>
              <a:rect l="l" t="t" r="r" b="b"/>
              <a:pathLst>
                <a:path w="4839" h="13660" extrusionOk="0">
                  <a:moveTo>
                    <a:pt x="4152" y="1"/>
                  </a:moveTo>
                  <a:lnTo>
                    <a:pt x="1" y="13660"/>
                  </a:lnTo>
                  <a:lnTo>
                    <a:pt x="721" y="13660"/>
                  </a:lnTo>
                  <a:lnTo>
                    <a:pt x="48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9" name="Google Shape;11359;p35"/>
            <p:cNvSpPr/>
            <p:nvPr/>
          </p:nvSpPr>
          <p:spPr>
            <a:xfrm>
              <a:off x="6186945" y="3090386"/>
              <a:ext cx="422832" cy="1005302"/>
            </a:xfrm>
            <a:custGeom>
              <a:avLst/>
              <a:gdLst/>
              <a:ahLst/>
              <a:cxnLst/>
              <a:rect l="l" t="t" r="r" b="b"/>
              <a:pathLst>
                <a:path w="5006" h="11902" extrusionOk="0">
                  <a:moveTo>
                    <a:pt x="904" y="1"/>
                  </a:moveTo>
                  <a:lnTo>
                    <a:pt x="1" y="11902"/>
                  </a:lnTo>
                  <a:lnTo>
                    <a:pt x="118" y="11902"/>
                  </a:lnTo>
                  <a:lnTo>
                    <a:pt x="5005" y="2947"/>
                  </a:lnTo>
                  <a:lnTo>
                    <a:pt x="9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0" name="Google Shape;11360;p35"/>
            <p:cNvSpPr/>
            <p:nvPr/>
          </p:nvSpPr>
          <p:spPr>
            <a:xfrm>
              <a:off x="6397603" y="1891481"/>
              <a:ext cx="763564" cy="452479"/>
            </a:xfrm>
            <a:custGeom>
              <a:avLst/>
              <a:gdLst/>
              <a:ahLst/>
              <a:cxnLst/>
              <a:rect l="l" t="t" r="r" b="b"/>
              <a:pathLst>
                <a:path w="9040" h="5357" extrusionOk="0">
                  <a:moveTo>
                    <a:pt x="3867" y="0"/>
                  </a:moveTo>
                  <a:lnTo>
                    <a:pt x="1" y="1842"/>
                  </a:lnTo>
                  <a:cubicBezTo>
                    <a:pt x="921" y="3348"/>
                    <a:pt x="5524" y="5357"/>
                    <a:pt x="5524" y="5357"/>
                  </a:cubicBezTo>
                  <a:lnTo>
                    <a:pt x="9039" y="1490"/>
                  </a:lnTo>
                  <a:cubicBezTo>
                    <a:pt x="6947" y="1088"/>
                    <a:pt x="4587" y="720"/>
                    <a:pt x="38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1" name="Google Shape;11361;p35"/>
            <p:cNvSpPr/>
            <p:nvPr/>
          </p:nvSpPr>
          <p:spPr>
            <a:xfrm>
              <a:off x="6397603" y="1931095"/>
              <a:ext cx="818804" cy="431278"/>
            </a:xfrm>
            <a:custGeom>
              <a:avLst/>
              <a:gdLst/>
              <a:ahLst/>
              <a:cxnLst/>
              <a:rect l="l" t="t" r="r" b="b"/>
              <a:pathLst>
                <a:path w="9694" h="5106" extrusionOk="0">
                  <a:moveTo>
                    <a:pt x="4671" y="0"/>
                  </a:moveTo>
                  <a:lnTo>
                    <a:pt x="1" y="1356"/>
                  </a:lnTo>
                  <a:cubicBezTo>
                    <a:pt x="921" y="2862"/>
                    <a:pt x="5575" y="5105"/>
                    <a:pt x="5575" y="5105"/>
                  </a:cubicBezTo>
                  <a:lnTo>
                    <a:pt x="9357" y="1958"/>
                  </a:lnTo>
                  <a:cubicBezTo>
                    <a:pt x="9694" y="1388"/>
                    <a:pt x="9310" y="1276"/>
                    <a:pt x="8770" y="1276"/>
                  </a:cubicBezTo>
                  <a:cubicBezTo>
                    <a:pt x="8423" y="1276"/>
                    <a:pt x="8011" y="1322"/>
                    <a:pt x="7684" y="1322"/>
                  </a:cubicBezTo>
                  <a:cubicBezTo>
                    <a:pt x="5524" y="1322"/>
                    <a:pt x="4872" y="870"/>
                    <a:pt x="467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2" name="Google Shape;11362;p35"/>
            <p:cNvSpPr/>
            <p:nvPr/>
          </p:nvSpPr>
          <p:spPr>
            <a:xfrm>
              <a:off x="7237444" y="3336434"/>
              <a:ext cx="108960" cy="772010"/>
            </a:xfrm>
            <a:custGeom>
              <a:avLst/>
              <a:gdLst/>
              <a:ahLst/>
              <a:cxnLst/>
              <a:rect l="l" t="t" r="r" b="b"/>
              <a:pathLst>
                <a:path w="1290" h="9140" extrusionOk="0">
                  <a:moveTo>
                    <a:pt x="0" y="0"/>
                  </a:moveTo>
                  <a:lnTo>
                    <a:pt x="1005" y="9139"/>
                  </a:lnTo>
                  <a:lnTo>
                    <a:pt x="1289" y="9139"/>
                  </a:lnTo>
                  <a:lnTo>
                    <a:pt x="1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3" name="Google Shape;11363;p35"/>
            <p:cNvSpPr/>
            <p:nvPr/>
          </p:nvSpPr>
          <p:spPr>
            <a:xfrm>
              <a:off x="6643651" y="3336434"/>
              <a:ext cx="111747" cy="772010"/>
            </a:xfrm>
            <a:custGeom>
              <a:avLst/>
              <a:gdLst/>
              <a:ahLst/>
              <a:cxnLst/>
              <a:rect l="l" t="t" r="r" b="b"/>
              <a:pathLst>
                <a:path w="1323" h="9140" extrusionOk="0">
                  <a:moveTo>
                    <a:pt x="0" y="0"/>
                  </a:moveTo>
                  <a:lnTo>
                    <a:pt x="0" y="9139"/>
                  </a:lnTo>
                  <a:lnTo>
                    <a:pt x="318" y="9139"/>
                  </a:lnTo>
                  <a:lnTo>
                    <a:pt x="13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4" name="Google Shape;11364;p35"/>
            <p:cNvSpPr/>
            <p:nvPr/>
          </p:nvSpPr>
          <p:spPr>
            <a:xfrm>
              <a:off x="6649310" y="3294033"/>
              <a:ext cx="697090" cy="100429"/>
            </a:xfrm>
            <a:custGeom>
              <a:avLst/>
              <a:gdLst/>
              <a:ahLst/>
              <a:cxnLst/>
              <a:rect l="l" t="t" r="r" b="b"/>
              <a:pathLst>
                <a:path w="8253" h="1189" extrusionOk="0">
                  <a:moveTo>
                    <a:pt x="0" y="0"/>
                  </a:moveTo>
                  <a:lnTo>
                    <a:pt x="0" y="1188"/>
                  </a:lnTo>
                  <a:lnTo>
                    <a:pt x="8252" y="1188"/>
                  </a:lnTo>
                  <a:lnTo>
                    <a:pt x="8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5" name="Google Shape;11365;p35"/>
            <p:cNvSpPr/>
            <p:nvPr/>
          </p:nvSpPr>
          <p:spPr>
            <a:xfrm>
              <a:off x="6219465" y="2883952"/>
              <a:ext cx="1152356" cy="1211735"/>
            </a:xfrm>
            <a:custGeom>
              <a:avLst/>
              <a:gdLst/>
              <a:ahLst/>
              <a:cxnLst/>
              <a:rect l="l" t="t" r="r" b="b"/>
              <a:pathLst>
                <a:path w="13643" h="14346" extrusionOk="0">
                  <a:moveTo>
                    <a:pt x="7884" y="1"/>
                  </a:moveTo>
                  <a:cubicBezTo>
                    <a:pt x="7884" y="1"/>
                    <a:pt x="1323" y="1206"/>
                    <a:pt x="536" y="2428"/>
                  </a:cubicBezTo>
                  <a:cubicBezTo>
                    <a:pt x="1" y="3282"/>
                    <a:pt x="3047" y="14346"/>
                    <a:pt x="3047" y="14346"/>
                  </a:cubicBezTo>
                  <a:lnTo>
                    <a:pt x="3198" y="14346"/>
                  </a:lnTo>
                  <a:lnTo>
                    <a:pt x="5390" y="5307"/>
                  </a:lnTo>
                  <a:cubicBezTo>
                    <a:pt x="5390" y="5307"/>
                    <a:pt x="8905" y="5140"/>
                    <a:pt x="9910" y="5106"/>
                  </a:cubicBezTo>
                  <a:cubicBezTo>
                    <a:pt x="13642" y="4889"/>
                    <a:pt x="12839" y="838"/>
                    <a:pt x="12839" y="838"/>
                  </a:cubicBezTo>
                  <a:lnTo>
                    <a:pt x="78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6" name="Google Shape;11366;p35"/>
            <p:cNvSpPr/>
            <p:nvPr/>
          </p:nvSpPr>
          <p:spPr>
            <a:xfrm>
              <a:off x="6219465" y="2883952"/>
              <a:ext cx="1152356" cy="1213171"/>
            </a:xfrm>
            <a:custGeom>
              <a:avLst/>
              <a:gdLst/>
              <a:ahLst/>
              <a:cxnLst/>
              <a:rect l="l" t="t" r="r" b="b"/>
              <a:pathLst>
                <a:path w="13643" h="14363" extrusionOk="0">
                  <a:moveTo>
                    <a:pt x="7868" y="1"/>
                  </a:moveTo>
                  <a:cubicBezTo>
                    <a:pt x="7868" y="1"/>
                    <a:pt x="6445" y="269"/>
                    <a:pt x="4855" y="670"/>
                  </a:cubicBezTo>
                  <a:cubicBezTo>
                    <a:pt x="6344" y="1039"/>
                    <a:pt x="7399" y="1625"/>
                    <a:pt x="7315" y="2060"/>
                  </a:cubicBezTo>
                  <a:cubicBezTo>
                    <a:pt x="7253" y="2371"/>
                    <a:pt x="6617" y="2541"/>
                    <a:pt x="5699" y="2541"/>
                  </a:cubicBezTo>
                  <a:cubicBezTo>
                    <a:pt x="5138" y="2541"/>
                    <a:pt x="4472" y="2478"/>
                    <a:pt x="3767" y="2344"/>
                  </a:cubicBezTo>
                  <a:cubicBezTo>
                    <a:pt x="2930" y="2177"/>
                    <a:pt x="2177" y="1959"/>
                    <a:pt x="1607" y="1708"/>
                  </a:cubicBezTo>
                  <a:cubicBezTo>
                    <a:pt x="1089" y="1943"/>
                    <a:pt x="687" y="2194"/>
                    <a:pt x="536" y="2445"/>
                  </a:cubicBezTo>
                  <a:cubicBezTo>
                    <a:pt x="1" y="3298"/>
                    <a:pt x="3047" y="14363"/>
                    <a:pt x="3047" y="14363"/>
                  </a:cubicBezTo>
                  <a:lnTo>
                    <a:pt x="3214" y="14363"/>
                  </a:lnTo>
                  <a:lnTo>
                    <a:pt x="5424" y="5324"/>
                  </a:lnTo>
                  <a:cubicBezTo>
                    <a:pt x="5424" y="5324"/>
                    <a:pt x="8939" y="5156"/>
                    <a:pt x="9943" y="5123"/>
                  </a:cubicBezTo>
                  <a:cubicBezTo>
                    <a:pt x="13642" y="4872"/>
                    <a:pt x="12822" y="838"/>
                    <a:pt x="12822" y="838"/>
                  </a:cubicBezTo>
                  <a:lnTo>
                    <a:pt x="7868" y="1"/>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7" name="Google Shape;11367;p35"/>
            <p:cNvSpPr/>
            <p:nvPr/>
          </p:nvSpPr>
          <p:spPr>
            <a:xfrm>
              <a:off x="6681829" y="1989292"/>
              <a:ext cx="811540" cy="1107167"/>
            </a:xfrm>
            <a:custGeom>
              <a:avLst/>
              <a:gdLst/>
              <a:ahLst/>
              <a:cxnLst/>
              <a:rect l="l" t="t" r="r" b="b"/>
              <a:pathLst>
                <a:path w="9608" h="13108" extrusionOk="0">
                  <a:moveTo>
                    <a:pt x="6909" y="1"/>
                  </a:moveTo>
                  <a:cubicBezTo>
                    <a:pt x="4863" y="1"/>
                    <a:pt x="505" y="2543"/>
                    <a:pt x="0" y="11011"/>
                  </a:cubicBezTo>
                  <a:cubicBezTo>
                    <a:pt x="889" y="12374"/>
                    <a:pt x="5657" y="13108"/>
                    <a:pt x="7022" y="13108"/>
                  </a:cubicBezTo>
                  <a:cubicBezTo>
                    <a:pt x="7199" y="13108"/>
                    <a:pt x="7319" y="13095"/>
                    <a:pt x="7365" y="13070"/>
                  </a:cubicBezTo>
                  <a:cubicBezTo>
                    <a:pt x="8152" y="12685"/>
                    <a:pt x="7482" y="8383"/>
                    <a:pt x="9089" y="4333"/>
                  </a:cubicBezTo>
                  <a:cubicBezTo>
                    <a:pt x="9608" y="3010"/>
                    <a:pt x="9106" y="516"/>
                    <a:pt x="7415" y="64"/>
                  </a:cubicBezTo>
                  <a:cubicBezTo>
                    <a:pt x="7270" y="23"/>
                    <a:pt x="7099" y="1"/>
                    <a:pt x="69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8" name="Google Shape;11368;p35"/>
            <p:cNvSpPr/>
            <p:nvPr/>
          </p:nvSpPr>
          <p:spPr>
            <a:xfrm>
              <a:off x="6691712" y="1993262"/>
              <a:ext cx="801657" cy="1102860"/>
            </a:xfrm>
            <a:custGeom>
              <a:avLst/>
              <a:gdLst/>
              <a:ahLst/>
              <a:cxnLst/>
              <a:rect l="l" t="t" r="r" b="b"/>
              <a:pathLst>
                <a:path w="9491" h="13057" extrusionOk="0">
                  <a:moveTo>
                    <a:pt x="7298" y="1"/>
                  </a:moveTo>
                  <a:lnTo>
                    <a:pt x="7298" y="1"/>
                  </a:lnTo>
                  <a:cubicBezTo>
                    <a:pt x="7717" y="1607"/>
                    <a:pt x="7198" y="4068"/>
                    <a:pt x="5792" y="6478"/>
                  </a:cubicBezTo>
                  <a:cubicBezTo>
                    <a:pt x="4161" y="9266"/>
                    <a:pt x="1848" y="11085"/>
                    <a:pt x="136" y="11085"/>
                  </a:cubicBezTo>
                  <a:cubicBezTo>
                    <a:pt x="90" y="11085"/>
                    <a:pt x="45" y="11084"/>
                    <a:pt x="0" y="11081"/>
                  </a:cubicBezTo>
                  <a:lnTo>
                    <a:pt x="0" y="11081"/>
                  </a:lnTo>
                  <a:cubicBezTo>
                    <a:pt x="1130" y="12359"/>
                    <a:pt x="5662" y="13057"/>
                    <a:pt x="6935" y="13057"/>
                  </a:cubicBezTo>
                  <a:cubicBezTo>
                    <a:pt x="7096" y="13057"/>
                    <a:pt x="7205" y="13046"/>
                    <a:pt x="7248" y="13023"/>
                  </a:cubicBezTo>
                  <a:cubicBezTo>
                    <a:pt x="8035" y="12638"/>
                    <a:pt x="7365" y="8336"/>
                    <a:pt x="8972" y="4286"/>
                  </a:cubicBezTo>
                  <a:cubicBezTo>
                    <a:pt x="9491" y="2963"/>
                    <a:pt x="8989" y="469"/>
                    <a:pt x="729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9" name="Google Shape;11369;p35"/>
            <p:cNvSpPr/>
            <p:nvPr/>
          </p:nvSpPr>
          <p:spPr>
            <a:xfrm>
              <a:off x="5778385" y="2194037"/>
              <a:ext cx="169690" cy="21285"/>
            </a:xfrm>
            <a:custGeom>
              <a:avLst/>
              <a:gdLst/>
              <a:ahLst/>
              <a:cxnLst/>
              <a:rect l="l" t="t" r="r" b="b"/>
              <a:pathLst>
                <a:path w="2009" h="252" extrusionOk="0">
                  <a:moveTo>
                    <a:pt x="1004" y="0"/>
                  </a:moveTo>
                  <a:cubicBezTo>
                    <a:pt x="452" y="0"/>
                    <a:pt x="0" y="51"/>
                    <a:pt x="0" y="118"/>
                  </a:cubicBezTo>
                  <a:cubicBezTo>
                    <a:pt x="0" y="201"/>
                    <a:pt x="452" y="252"/>
                    <a:pt x="1004" y="252"/>
                  </a:cubicBezTo>
                  <a:cubicBezTo>
                    <a:pt x="1574" y="252"/>
                    <a:pt x="2009" y="201"/>
                    <a:pt x="2009" y="118"/>
                  </a:cubicBezTo>
                  <a:cubicBezTo>
                    <a:pt x="2009" y="51"/>
                    <a:pt x="1574" y="0"/>
                    <a:pt x="10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0" name="Google Shape;11370;p35"/>
            <p:cNvSpPr/>
            <p:nvPr/>
          </p:nvSpPr>
          <p:spPr>
            <a:xfrm>
              <a:off x="5543655" y="2263299"/>
              <a:ext cx="784764" cy="72218"/>
            </a:xfrm>
            <a:custGeom>
              <a:avLst/>
              <a:gdLst/>
              <a:ahLst/>
              <a:cxnLst/>
              <a:rect l="l" t="t" r="r" b="b"/>
              <a:pathLst>
                <a:path w="9291" h="855" extrusionOk="0">
                  <a:moveTo>
                    <a:pt x="0" y="1"/>
                  </a:moveTo>
                  <a:lnTo>
                    <a:pt x="4654" y="854"/>
                  </a:lnTo>
                  <a:lnTo>
                    <a:pt x="9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1" name="Google Shape;11371;p35"/>
            <p:cNvSpPr/>
            <p:nvPr/>
          </p:nvSpPr>
          <p:spPr>
            <a:xfrm>
              <a:off x="6226560" y="2578609"/>
              <a:ext cx="128725" cy="1529830"/>
            </a:xfrm>
            <a:custGeom>
              <a:avLst/>
              <a:gdLst/>
              <a:ahLst/>
              <a:cxnLst/>
              <a:rect l="l" t="t" r="r" b="b"/>
              <a:pathLst>
                <a:path w="1524" h="18112" extrusionOk="0">
                  <a:moveTo>
                    <a:pt x="0" y="0"/>
                  </a:moveTo>
                  <a:lnTo>
                    <a:pt x="1239" y="18111"/>
                  </a:lnTo>
                  <a:lnTo>
                    <a:pt x="1523" y="18111"/>
                  </a:lnTo>
                  <a:lnTo>
                    <a:pt x="152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2" name="Google Shape;11372;p35"/>
            <p:cNvSpPr/>
            <p:nvPr/>
          </p:nvSpPr>
          <p:spPr>
            <a:xfrm>
              <a:off x="5969193" y="2578609"/>
              <a:ext cx="130161" cy="1529830"/>
            </a:xfrm>
            <a:custGeom>
              <a:avLst/>
              <a:gdLst/>
              <a:ahLst/>
              <a:cxnLst/>
              <a:rect l="l" t="t" r="r" b="b"/>
              <a:pathLst>
                <a:path w="1541" h="18112" extrusionOk="0">
                  <a:moveTo>
                    <a:pt x="1" y="0"/>
                  </a:moveTo>
                  <a:lnTo>
                    <a:pt x="369" y="18111"/>
                  </a:lnTo>
                  <a:lnTo>
                    <a:pt x="654" y="18111"/>
                  </a:lnTo>
                  <a:lnTo>
                    <a:pt x="15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3" name="Google Shape;11373;p35"/>
            <p:cNvSpPr/>
            <p:nvPr/>
          </p:nvSpPr>
          <p:spPr>
            <a:xfrm>
              <a:off x="5969193" y="2578609"/>
              <a:ext cx="130161" cy="1225841"/>
            </a:xfrm>
            <a:custGeom>
              <a:avLst/>
              <a:gdLst/>
              <a:ahLst/>
              <a:cxnLst/>
              <a:rect l="l" t="t" r="r" b="b"/>
              <a:pathLst>
                <a:path w="1541" h="14513" extrusionOk="0">
                  <a:moveTo>
                    <a:pt x="1" y="0"/>
                  </a:moveTo>
                  <a:lnTo>
                    <a:pt x="302" y="14278"/>
                  </a:lnTo>
                  <a:lnTo>
                    <a:pt x="821" y="14513"/>
                  </a:lnTo>
                  <a:lnTo>
                    <a:pt x="1541" y="0"/>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4" name="Google Shape;11374;p35"/>
            <p:cNvSpPr/>
            <p:nvPr/>
          </p:nvSpPr>
          <p:spPr>
            <a:xfrm>
              <a:off x="5652532" y="2578609"/>
              <a:ext cx="130161" cy="1529830"/>
            </a:xfrm>
            <a:custGeom>
              <a:avLst/>
              <a:gdLst/>
              <a:ahLst/>
              <a:cxnLst/>
              <a:rect l="l" t="t" r="r" b="b"/>
              <a:pathLst>
                <a:path w="1541" h="18112" extrusionOk="0">
                  <a:moveTo>
                    <a:pt x="0" y="0"/>
                  </a:moveTo>
                  <a:lnTo>
                    <a:pt x="0" y="18111"/>
                  </a:lnTo>
                  <a:lnTo>
                    <a:pt x="285" y="18111"/>
                  </a:lnTo>
                  <a:lnTo>
                    <a:pt x="154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5" name="Google Shape;11375;p35"/>
            <p:cNvSpPr/>
            <p:nvPr/>
          </p:nvSpPr>
          <p:spPr>
            <a:xfrm>
              <a:off x="5652532" y="2578609"/>
              <a:ext cx="130161" cy="1094329"/>
            </a:xfrm>
            <a:custGeom>
              <a:avLst/>
              <a:gdLst/>
              <a:ahLst/>
              <a:cxnLst/>
              <a:rect l="l" t="t" r="r" b="b"/>
              <a:pathLst>
                <a:path w="1541" h="12956" extrusionOk="0">
                  <a:moveTo>
                    <a:pt x="0" y="0"/>
                  </a:moveTo>
                  <a:lnTo>
                    <a:pt x="0" y="12621"/>
                  </a:lnTo>
                  <a:lnTo>
                    <a:pt x="636" y="12956"/>
                  </a:lnTo>
                  <a:lnTo>
                    <a:pt x="1540" y="0"/>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6" name="Google Shape;11376;p35"/>
            <p:cNvSpPr/>
            <p:nvPr/>
          </p:nvSpPr>
          <p:spPr>
            <a:xfrm>
              <a:off x="5523637" y="2173005"/>
              <a:ext cx="751063" cy="83282"/>
            </a:xfrm>
            <a:custGeom>
              <a:avLst/>
              <a:gdLst/>
              <a:ahLst/>
              <a:cxnLst/>
              <a:rect l="l" t="t" r="r" b="b"/>
              <a:pathLst>
                <a:path w="8892" h="986" extrusionOk="0">
                  <a:moveTo>
                    <a:pt x="659" y="0"/>
                  </a:moveTo>
                  <a:cubicBezTo>
                    <a:pt x="222" y="0"/>
                    <a:pt x="0" y="128"/>
                    <a:pt x="221" y="517"/>
                  </a:cubicBezTo>
                  <a:lnTo>
                    <a:pt x="3870" y="986"/>
                  </a:lnTo>
                  <a:cubicBezTo>
                    <a:pt x="3870" y="986"/>
                    <a:pt x="8891" y="752"/>
                    <a:pt x="8724" y="283"/>
                  </a:cubicBezTo>
                  <a:cubicBezTo>
                    <a:pt x="8685" y="178"/>
                    <a:pt x="8457" y="139"/>
                    <a:pt x="8113" y="139"/>
                  </a:cubicBezTo>
                  <a:cubicBezTo>
                    <a:pt x="7127" y="139"/>
                    <a:pt x="5184" y="458"/>
                    <a:pt x="3966" y="458"/>
                  </a:cubicBezTo>
                  <a:cubicBezTo>
                    <a:pt x="3782" y="458"/>
                    <a:pt x="3613" y="450"/>
                    <a:pt x="3468" y="434"/>
                  </a:cubicBezTo>
                  <a:cubicBezTo>
                    <a:pt x="2586" y="321"/>
                    <a:pt x="1352" y="0"/>
                    <a:pt x="6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7" name="Google Shape;11377;p35"/>
            <p:cNvSpPr/>
            <p:nvPr/>
          </p:nvSpPr>
          <p:spPr>
            <a:xfrm>
              <a:off x="5426839" y="2164305"/>
              <a:ext cx="965182" cy="108706"/>
            </a:xfrm>
            <a:custGeom>
              <a:avLst/>
              <a:gdLst/>
              <a:ahLst/>
              <a:cxnLst/>
              <a:rect l="l" t="t" r="r" b="b"/>
              <a:pathLst>
                <a:path w="11427" h="1287" extrusionOk="0">
                  <a:moveTo>
                    <a:pt x="954" y="0"/>
                  </a:moveTo>
                  <a:cubicBezTo>
                    <a:pt x="197" y="0"/>
                    <a:pt x="0" y="1189"/>
                    <a:pt x="831" y="1189"/>
                  </a:cubicBezTo>
                  <a:cubicBezTo>
                    <a:pt x="2460" y="1189"/>
                    <a:pt x="5012" y="1286"/>
                    <a:pt x="7360" y="1286"/>
                  </a:cubicBezTo>
                  <a:cubicBezTo>
                    <a:pt x="8535" y="1286"/>
                    <a:pt x="9658" y="1262"/>
                    <a:pt x="10590" y="1189"/>
                  </a:cubicBezTo>
                  <a:cubicBezTo>
                    <a:pt x="11427" y="1122"/>
                    <a:pt x="11427" y="101"/>
                    <a:pt x="10590" y="101"/>
                  </a:cubicBezTo>
                  <a:cubicBezTo>
                    <a:pt x="8983" y="101"/>
                    <a:pt x="7627" y="855"/>
                    <a:pt x="5384" y="855"/>
                  </a:cubicBezTo>
                  <a:cubicBezTo>
                    <a:pt x="4229" y="855"/>
                    <a:pt x="2739" y="386"/>
                    <a:pt x="1116" y="18"/>
                  </a:cubicBezTo>
                  <a:cubicBezTo>
                    <a:pt x="1059" y="6"/>
                    <a:pt x="1005" y="0"/>
                    <a:pt x="9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8" name="Google Shape;11378;p35"/>
            <p:cNvSpPr/>
            <p:nvPr/>
          </p:nvSpPr>
          <p:spPr>
            <a:xfrm>
              <a:off x="6044114" y="2172836"/>
              <a:ext cx="347911" cy="99077"/>
            </a:xfrm>
            <a:custGeom>
              <a:avLst/>
              <a:gdLst/>
              <a:ahLst/>
              <a:cxnLst/>
              <a:rect l="l" t="t" r="r" b="b"/>
              <a:pathLst>
                <a:path w="4119" h="1173" extrusionOk="0">
                  <a:moveTo>
                    <a:pt x="3282" y="0"/>
                  </a:moveTo>
                  <a:cubicBezTo>
                    <a:pt x="3014" y="0"/>
                    <a:pt x="2763" y="17"/>
                    <a:pt x="2512" y="67"/>
                  </a:cubicBezTo>
                  <a:cubicBezTo>
                    <a:pt x="2445" y="519"/>
                    <a:pt x="1474" y="921"/>
                    <a:pt x="1" y="1172"/>
                  </a:cubicBezTo>
                  <a:cubicBezTo>
                    <a:pt x="1189" y="1172"/>
                    <a:pt x="2344" y="1155"/>
                    <a:pt x="3282" y="1088"/>
                  </a:cubicBezTo>
                  <a:cubicBezTo>
                    <a:pt x="4119" y="1021"/>
                    <a:pt x="4119" y="0"/>
                    <a:pt x="328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9" name="Google Shape;11379;p35"/>
            <p:cNvSpPr/>
            <p:nvPr/>
          </p:nvSpPr>
          <p:spPr>
            <a:xfrm>
              <a:off x="5942333" y="2199696"/>
              <a:ext cx="265896" cy="50088"/>
            </a:xfrm>
            <a:custGeom>
              <a:avLst/>
              <a:gdLst/>
              <a:ahLst/>
              <a:cxnLst/>
              <a:rect l="l" t="t" r="r" b="b"/>
              <a:pathLst>
                <a:path w="3148" h="593" extrusionOk="0">
                  <a:moveTo>
                    <a:pt x="2361" y="0"/>
                  </a:moveTo>
                  <a:cubicBezTo>
                    <a:pt x="1022" y="0"/>
                    <a:pt x="1" y="335"/>
                    <a:pt x="1" y="335"/>
                  </a:cubicBezTo>
                  <a:cubicBezTo>
                    <a:pt x="834" y="254"/>
                    <a:pt x="1460" y="197"/>
                    <a:pt x="1897" y="197"/>
                  </a:cubicBezTo>
                  <a:cubicBezTo>
                    <a:pt x="2366" y="197"/>
                    <a:pt x="2618" y="263"/>
                    <a:pt x="2679" y="436"/>
                  </a:cubicBezTo>
                  <a:cubicBezTo>
                    <a:pt x="2699" y="534"/>
                    <a:pt x="2800" y="592"/>
                    <a:pt x="2897" y="592"/>
                  </a:cubicBezTo>
                  <a:cubicBezTo>
                    <a:pt x="2964" y="592"/>
                    <a:pt x="3030" y="564"/>
                    <a:pt x="3064" y="503"/>
                  </a:cubicBezTo>
                  <a:cubicBezTo>
                    <a:pt x="3148" y="352"/>
                    <a:pt x="3047" y="17"/>
                    <a:pt x="23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0" name="Google Shape;11380;p35"/>
            <p:cNvSpPr/>
            <p:nvPr/>
          </p:nvSpPr>
          <p:spPr>
            <a:xfrm>
              <a:off x="5918345" y="2270394"/>
              <a:ext cx="25508" cy="231941"/>
            </a:xfrm>
            <a:custGeom>
              <a:avLst/>
              <a:gdLst/>
              <a:ahLst/>
              <a:cxnLst/>
              <a:rect l="l" t="t" r="r" b="b"/>
              <a:pathLst>
                <a:path w="302" h="2746" extrusionOk="0">
                  <a:moveTo>
                    <a:pt x="0" y="0"/>
                  </a:moveTo>
                  <a:cubicBezTo>
                    <a:pt x="134" y="954"/>
                    <a:pt x="151" y="1875"/>
                    <a:pt x="0" y="2745"/>
                  </a:cubicBezTo>
                  <a:lnTo>
                    <a:pt x="302" y="2745"/>
                  </a:lnTo>
                  <a:cubicBezTo>
                    <a:pt x="168" y="1909"/>
                    <a:pt x="184" y="988"/>
                    <a:pt x="3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1" name="Google Shape;11381;p35"/>
            <p:cNvSpPr/>
            <p:nvPr/>
          </p:nvSpPr>
          <p:spPr>
            <a:xfrm>
              <a:off x="5762759" y="2482487"/>
              <a:ext cx="338029" cy="65123"/>
            </a:xfrm>
            <a:custGeom>
              <a:avLst/>
              <a:gdLst/>
              <a:ahLst/>
              <a:cxnLst/>
              <a:rect l="l" t="t" r="r" b="b"/>
              <a:pathLst>
                <a:path w="4002" h="771" extrusionOk="0">
                  <a:moveTo>
                    <a:pt x="1993" y="0"/>
                  </a:moveTo>
                  <a:lnTo>
                    <a:pt x="1" y="419"/>
                  </a:lnTo>
                  <a:lnTo>
                    <a:pt x="1" y="770"/>
                  </a:lnTo>
                  <a:lnTo>
                    <a:pt x="4001" y="770"/>
                  </a:lnTo>
                  <a:lnTo>
                    <a:pt x="4001" y="419"/>
                  </a:lnTo>
                  <a:lnTo>
                    <a:pt x="19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2" name="Google Shape;11382;p35"/>
            <p:cNvSpPr/>
            <p:nvPr/>
          </p:nvSpPr>
          <p:spPr>
            <a:xfrm>
              <a:off x="5419238" y="2534771"/>
              <a:ext cx="1139602" cy="933338"/>
            </a:xfrm>
            <a:custGeom>
              <a:avLst/>
              <a:gdLst/>
              <a:ahLst/>
              <a:cxnLst/>
              <a:rect l="l" t="t" r="r" b="b"/>
              <a:pathLst>
                <a:path w="13492" h="11050" extrusionOk="0">
                  <a:moveTo>
                    <a:pt x="1925" y="0"/>
                  </a:moveTo>
                  <a:lnTo>
                    <a:pt x="1" y="10429"/>
                  </a:lnTo>
                  <a:cubicBezTo>
                    <a:pt x="1605" y="10889"/>
                    <a:pt x="3472" y="11050"/>
                    <a:pt x="5297" y="11050"/>
                  </a:cubicBezTo>
                  <a:cubicBezTo>
                    <a:pt x="9508" y="11050"/>
                    <a:pt x="13492" y="10194"/>
                    <a:pt x="13492" y="10194"/>
                  </a:cubicBezTo>
                  <a:lnTo>
                    <a:pt x="120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3" name="Google Shape;11383;p35"/>
            <p:cNvSpPr/>
            <p:nvPr/>
          </p:nvSpPr>
          <p:spPr>
            <a:xfrm>
              <a:off x="5860317" y="2537559"/>
              <a:ext cx="697174" cy="930382"/>
            </a:xfrm>
            <a:custGeom>
              <a:avLst/>
              <a:gdLst/>
              <a:ahLst/>
              <a:cxnLst/>
              <a:rect l="l" t="t" r="r" b="b"/>
              <a:pathLst>
                <a:path w="8254" h="11015" extrusionOk="0">
                  <a:moveTo>
                    <a:pt x="4035" y="1"/>
                  </a:moveTo>
                  <a:cubicBezTo>
                    <a:pt x="3868" y="1189"/>
                    <a:pt x="3600" y="2461"/>
                    <a:pt x="3248" y="3767"/>
                  </a:cubicBezTo>
                  <a:cubicBezTo>
                    <a:pt x="2428" y="6629"/>
                    <a:pt x="1273" y="9140"/>
                    <a:pt x="1" y="11015"/>
                  </a:cubicBezTo>
                  <a:cubicBezTo>
                    <a:pt x="4236" y="11015"/>
                    <a:pt x="8253" y="10161"/>
                    <a:pt x="8253" y="10161"/>
                  </a:cubicBezTo>
                  <a:lnTo>
                    <a:pt x="6797" y="1"/>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4" name="Google Shape;11384;p35"/>
            <p:cNvSpPr/>
            <p:nvPr/>
          </p:nvSpPr>
          <p:spPr>
            <a:xfrm>
              <a:off x="5977724" y="2196233"/>
              <a:ext cx="148489" cy="32435"/>
            </a:xfrm>
            <a:custGeom>
              <a:avLst/>
              <a:gdLst/>
              <a:ahLst/>
              <a:cxnLst/>
              <a:rect l="l" t="t" r="r" b="b"/>
              <a:pathLst>
                <a:path w="1758" h="384" extrusionOk="0">
                  <a:moveTo>
                    <a:pt x="1544" y="0"/>
                  </a:moveTo>
                  <a:cubicBezTo>
                    <a:pt x="1385" y="0"/>
                    <a:pt x="1137" y="26"/>
                    <a:pt x="854" y="75"/>
                  </a:cubicBezTo>
                  <a:cubicBezTo>
                    <a:pt x="368" y="159"/>
                    <a:pt x="0" y="292"/>
                    <a:pt x="17" y="343"/>
                  </a:cubicBezTo>
                  <a:cubicBezTo>
                    <a:pt x="17" y="371"/>
                    <a:pt x="87" y="384"/>
                    <a:pt x="203" y="384"/>
                  </a:cubicBezTo>
                  <a:cubicBezTo>
                    <a:pt x="364" y="384"/>
                    <a:pt x="614" y="358"/>
                    <a:pt x="887" y="309"/>
                  </a:cubicBezTo>
                  <a:cubicBezTo>
                    <a:pt x="1356" y="226"/>
                    <a:pt x="1758" y="108"/>
                    <a:pt x="1724" y="41"/>
                  </a:cubicBezTo>
                  <a:cubicBezTo>
                    <a:pt x="1724" y="13"/>
                    <a:pt x="1657" y="0"/>
                    <a:pt x="15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5" name="Google Shape;11385;p35"/>
            <p:cNvSpPr/>
            <p:nvPr/>
          </p:nvSpPr>
          <p:spPr>
            <a:xfrm>
              <a:off x="6992832" y="1982366"/>
              <a:ext cx="407290" cy="133117"/>
            </a:xfrm>
            <a:custGeom>
              <a:avLst/>
              <a:gdLst/>
              <a:ahLst/>
              <a:cxnLst/>
              <a:rect l="l" t="t" r="r" b="b"/>
              <a:pathLst>
                <a:path w="4822" h="1576" extrusionOk="0">
                  <a:moveTo>
                    <a:pt x="3221" y="1"/>
                  </a:moveTo>
                  <a:cubicBezTo>
                    <a:pt x="2398" y="1"/>
                    <a:pt x="1176" y="476"/>
                    <a:pt x="1" y="1569"/>
                  </a:cubicBezTo>
                  <a:cubicBezTo>
                    <a:pt x="59" y="1573"/>
                    <a:pt x="116" y="1575"/>
                    <a:pt x="173" y="1575"/>
                  </a:cubicBezTo>
                  <a:cubicBezTo>
                    <a:pt x="1378" y="1575"/>
                    <a:pt x="2315" y="659"/>
                    <a:pt x="3708" y="659"/>
                  </a:cubicBezTo>
                  <a:cubicBezTo>
                    <a:pt x="4049" y="659"/>
                    <a:pt x="4416" y="713"/>
                    <a:pt x="4821" y="849"/>
                  </a:cubicBezTo>
                  <a:cubicBezTo>
                    <a:pt x="4587" y="481"/>
                    <a:pt x="4118" y="163"/>
                    <a:pt x="3683" y="63"/>
                  </a:cubicBezTo>
                  <a:cubicBezTo>
                    <a:pt x="3549" y="22"/>
                    <a:pt x="3394"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6" name="Google Shape;11386;p35"/>
            <p:cNvSpPr/>
            <p:nvPr/>
          </p:nvSpPr>
          <p:spPr>
            <a:xfrm>
              <a:off x="7097485" y="1721790"/>
              <a:ext cx="275778" cy="323839"/>
            </a:xfrm>
            <a:custGeom>
              <a:avLst/>
              <a:gdLst/>
              <a:ahLst/>
              <a:cxnLst/>
              <a:rect l="l" t="t" r="r" b="b"/>
              <a:pathLst>
                <a:path w="3265" h="3834" extrusionOk="0">
                  <a:moveTo>
                    <a:pt x="3264" y="1"/>
                  </a:moveTo>
                  <a:lnTo>
                    <a:pt x="636" y="1424"/>
                  </a:lnTo>
                  <a:lnTo>
                    <a:pt x="0" y="3834"/>
                  </a:lnTo>
                  <a:cubicBezTo>
                    <a:pt x="832" y="3557"/>
                    <a:pt x="1663" y="3257"/>
                    <a:pt x="2409" y="3257"/>
                  </a:cubicBezTo>
                  <a:cubicBezTo>
                    <a:pt x="2564" y="3257"/>
                    <a:pt x="2716" y="3269"/>
                    <a:pt x="2862" y="3298"/>
                  </a:cubicBezTo>
                  <a:cubicBezTo>
                    <a:pt x="2779" y="2177"/>
                    <a:pt x="2929" y="1089"/>
                    <a:pt x="3264"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7" name="Google Shape;11387;p35"/>
            <p:cNvSpPr/>
            <p:nvPr/>
          </p:nvSpPr>
          <p:spPr>
            <a:xfrm>
              <a:off x="6995619" y="1497364"/>
              <a:ext cx="425704" cy="421565"/>
            </a:xfrm>
            <a:custGeom>
              <a:avLst/>
              <a:gdLst/>
              <a:ahLst/>
              <a:cxnLst/>
              <a:rect l="l" t="t" r="r" b="b"/>
              <a:pathLst>
                <a:path w="5040" h="4991" extrusionOk="0">
                  <a:moveTo>
                    <a:pt x="2974" y="0"/>
                  </a:moveTo>
                  <a:cubicBezTo>
                    <a:pt x="2875" y="0"/>
                    <a:pt x="2787" y="15"/>
                    <a:pt x="2713" y="47"/>
                  </a:cubicBezTo>
                  <a:cubicBezTo>
                    <a:pt x="1005" y="783"/>
                    <a:pt x="1" y="4666"/>
                    <a:pt x="1" y="4666"/>
                  </a:cubicBezTo>
                  <a:cubicBezTo>
                    <a:pt x="492" y="4908"/>
                    <a:pt x="1043" y="4990"/>
                    <a:pt x="1550" y="4990"/>
                  </a:cubicBezTo>
                  <a:cubicBezTo>
                    <a:pt x="2270" y="4990"/>
                    <a:pt x="2902" y="4825"/>
                    <a:pt x="3148" y="4717"/>
                  </a:cubicBezTo>
                  <a:cubicBezTo>
                    <a:pt x="3550" y="4532"/>
                    <a:pt x="5039" y="1988"/>
                    <a:pt x="4922" y="1302"/>
                  </a:cubicBezTo>
                  <a:cubicBezTo>
                    <a:pt x="4820" y="702"/>
                    <a:pt x="3656" y="0"/>
                    <a:pt x="2974"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8" name="Google Shape;11388;p35"/>
            <p:cNvSpPr/>
            <p:nvPr/>
          </p:nvSpPr>
          <p:spPr>
            <a:xfrm>
              <a:off x="7211936" y="1590108"/>
              <a:ext cx="80749" cy="70106"/>
            </a:xfrm>
            <a:custGeom>
              <a:avLst/>
              <a:gdLst/>
              <a:ahLst/>
              <a:cxnLst/>
              <a:rect l="l" t="t" r="r" b="b"/>
              <a:pathLst>
                <a:path w="956" h="830" extrusionOk="0">
                  <a:moveTo>
                    <a:pt x="274" y="1"/>
                  </a:moveTo>
                  <a:cubicBezTo>
                    <a:pt x="247" y="1"/>
                    <a:pt x="220" y="17"/>
                    <a:pt x="202" y="53"/>
                  </a:cubicBezTo>
                  <a:lnTo>
                    <a:pt x="51" y="221"/>
                  </a:lnTo>
                  <a:cubicBezTo>
                    <a:pt x="1" y="271"/>
                    <a:pt x="34" y="338"/>
                    <a:pt x="68" y="371"/>
                  </a:cubicBezTo>
                  <a:lnTo>
                    <a:pt x="620" y="807"/>
                  </a:lnTo>
                  <a:cubicBezTo>
                    <a:pt x="635" y="822"/>
                    <a:pt x="657" y="830"/>
                    <a:pt x="680" y="830"/>
                  </a:cubicBezTo>
                  <a:cubicBezTo>
                    <a:pt x="707" y="830"/>
                    <a:pt x="736" y="817"/>
                    <a:pt x="754" y="790"/>
                  </a:cubicBezTo>
                  <a:lnTo>
                    <a:pt x="905" y="622"/>
                  </a:lnTo>
                  <a:cubicBezTo>
                    <a:pt x="955" y="589"/>
                    <a:pt x="922" y="522"/>
                    <a:pt x="888" y="472"/>
                  </a:cubicBezTo>
                  <a:lnTo>
                    <a:pt x="336" y="37"/>
                  </a:lnTo>
                  <a:cubicBezTo>
                    <a:pt x="320" y="13"/>
                    <a:pt x="297" y="1"/>
                    <a:pt x="274" y="1"/>
                  </a:cubicBezTo>
                  <a:close/>
                </a:path>
              </a:pathLst>
            </a:custGeom>
            <a:solidFill>
              <a:srgbClr val="7C3E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9" name="Google Shape;11389;p35"/>
            <p:cNvSpPr/>
            <p:nvPr/>
          </p:nvSpPr>
          <p:spPr>
            <a:xfrm>
              <a:off x="7111591" y="1617812"/>
              <a:ext cx="48145" cy="15879"/>
            </a:xfrm>
            <a:custGeom>
              <a:avLst/>
              <a:gdLst/>
              <a:ahLst/>
              <a:cxnLst/>
              <a:rect l="l" t="t" r="r" b="b"/>
              <a:pathLst>
                <a:path w="570" h="188" extrusionOk="0">
                  <a:moveTo>
                    <a:pt x="98" y="1"/>
                  </a:moveTo>
                  <a:cubicBezTo>
                    <a:pt x="63" y="1"/>
                    <a:pt x="36" y="8"/>
                    <a:pt x="17" y="27"/>
                  </a:cubicBezTo>
                  <a:cubicBezTo>
                    <a:pt x="1" y="43"/>
                    <a:pt x="84" y="110"/>
                    <a:pt x="235" y="144"/>
                  </a:cubicBezTo>
                  <a:cubicBezTo>
                    <a:pt x="330" y="176"/>
                    <a:pt x="419" y="187"/>
                    <a:pt x="480" y="187"/>
                  </a:cubicBezTo>
                  <a:cubicBezTo>
                    <a:pt x="515" y="187"/>
                    <a:pt x="541" y="183"/>
                    <a:pt x="553" y="177"/>
                  </a:cubicBezTo>
                  <a:cubicBezTo>
                    <a:pt x="570" y="144"/>
                    <a:pt x="486" y="94"/>
                    <a:pt x="335" y="43"/>
                  </a:cubicBezTo>
                  <a:cubicBezTo>
                    <a:pt x="240" y="22"/>
                    <a:pt x="158" y="1"/>
                    <a:pt x="98"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0" name="Google Shape;11390;p35"/>
            <p:cNvSpPr/>
            <p:nvPr/>
          </p:nvSpPr>
          <p:spPr>
            <a:xfrm>
              <a:off x="7187947" y="1655400"/>
              <a:ext cx="46709" cy="43837"/>
            </a:xfrm>
            <a:custGeom>
              <a:avLst/>
              <a:gdLst/>
              <a:ahLst/>
              <a:cxnLst/>
              <a:rect l="l" t="t" r="r" b="b"/>
              <a:pathLst>
                <a:path w="553" h="519" extrusionOk="0">
                  <a:moveTo>
                    <a:pt x="34" y="0"/>
                  </a:moveTo>
                  <a:cubicBezTo>
                    <a:pt x="0" y="17"/>
                    <a:pt x="84" y="117"/>
                    <a:pt x="201" y="268"/>
                  </a:cubicBezTo>
                  <a:cubicBezTo>
                    <a:pt x="335" y="419"/>
                    <a:pt x="486" y="519"/>
                    <a:pt x="519" y="519"/>
                  </a:cubicBezTo>
                  <a:cubicBezTo>
                    <a:pt x="553" y="502"/>
                    <a:pt x="469" y="402"/>
                    <a:pt x="352" y="251"/>
                  </a:cubicBezTo>
                  <a:cubicBezTo>
                    <a:pt x="235" y="100"/>
                    <a:pt x="84" y="0"/>
                    <a:pt x="34" y="0"/>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1" name="Google Shape;11391;p35"/>
            <p:cNvSpPr/>
            <p:nvPr/>
          </p:nvSpPr>
          <p:spPr>
            <a:xfrm>
              <a:off x="7125696" y="1541709"/>
              <a:ext cx="56676" cy="51862"/>
            </a:xfrm>
            <a:custGeom>
              <a:avLst/>
              <a:gdLst/>
              <a:ahLst/>
              <a:cxnLst/>
              <a:rect l="l" t="t" r="r" b="b"/>
              <a:pathLst>
                <a:path w="671" h="614" extrusionOk="0">
                  <a:moveTo>
                    <a:pt x="226" y="1"/>
                  </a:moveTo>
                  <a:cubicBezTo>
                    <a:pt x="197" y="1"/>
                    <a:pt x="164" y="23"/>
                    <a:pt x="152" y="74"/>
                  </a:cubicBezTo>
                  <a:lnTo>
                    <a:pt x="34" y="258"/>
                  </a:lnTo>
                  <a:cubicBezTo>
                    <a:pt x="1" y="292"/>
                    <a:pt x="1" y="358"/>
                    <a:pt x="34" y="375"/>
                  </a:cubicBezTo>
                  <a:lnTo>
                    <a:pt x="419" y="610"/>
                  </a:lnTo>
                  <a:cubicBezTo>
                    <a:pt x="422" y="613"/>
                    <a:pt x="427" y="614"/>
                    <a:pt x="432" y="614"/>
                  </a:cubicBezTo>
                  <a:cubicBezTo>
                    <a:pt x="458" y="614"/>
                    <a:pt x="506" y="584"/>
                    <a:pt x="520" y="543"/>
                  </a:cubicBezTo>
                  <a:lnTo>
                    <a:pt x="637" y="358"/>
                  </a:lnTo>
                  <a:cubicBezTo>
                    <a:pt x="670" y="325"/>
                    <a:pt x="670" y="258"/>
                    <a:pt x="637" y="241"/>
                  </a:cubicBezTo>
                  <a:lnTo>
                    <a:pt x="252" y="7"/>
                  </a:lnTo>
                  <a:cubicBezTo>
                    <a:pt x="244" y="3"/>
                    <a:pt x="235" y="1"/>
                    <a:pt x="226" y="1"/>
                  </a:cubicBezTo>
                  <a:close/>
                </a:path>
              </a:pathLst>
            </a:custGeom>
            <a:solidFill>
              <a:srgbClr val="7C3E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2" name="Google Shape;11392;p35"/>
            <p:cNvSpPr/>
            <p:nvPr/>
          </p:nvSpPr>
          <p:spPr>
            <a:xfrm>
              <a:off x="7056434" y="1651092"/>
              <a:ext cx="101865" cy="75005"/>
            </a:xfrm>
            <a:custGeom>
              <a:avLst/>
              <a:gdLst/>
              <a:ahLst/>
              <a:cxnLst/>
              <a:rect l="l" t="t" r="r" b="b"/>
              <a:pathLst>
                <a:path w="1206" h="888" extrusionOk="0">
                  <a:moveTo>
                    <a:pt x="1206" y="1"/>
                  </a:moveTo>
                  <a:cubicBezTo>
                    <a:pt x="469" y="151"/>
                    <a:pt x="17" y="302"/>
                    <a:pt x="34" y="486"/>
                  </a:cubicBezTo>
                  <a:cubicBezTo>
                    <a:pt x="1" y="721"/>
                    <a:pt x="402" y="888"/>
                    <a:pt x="402" y="888"/>
                  </a:cubicBezTo>
                  <a:cubicBezTo>
                    <a:pt x="302" y="821"/>
                    <a:pt x="202" y="704"/>
                    <a:pt x="218" y="570"/>
                  </a:cubicBezTo>
                  <a:cubicBezTo>
                    <a:pt x="252" y="369"/>
                    <a:pt x="587" y="185"/>
                    <a:pt x="1206"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3" name="Google Shape;11393;p35"/>
            <p:cNvSpPr/>
            <p:nvPr/>
          </p:nvSpPr>
          <p:spPr>
            <a:xfrm>
              <a:off x="7026787" y="1742990"/>
              <a:ext cx="120278" cy="87337"/>
            </a:xfrm>
            <a:custGeom>
              <a:avLst/>
              <a:gdLst/>
              <a:ahLst/>
              <a:cxnLst/>
              <a:rect l="l" t="t" r="r" b="b"/>
              <a:pathLst>
                <a:path w="1424" h="1034" extrusionOk="0">
                  <a:moveTo>
                    <a:pt x="519" y="1"/>
                  </a:moveTo>
                  <a:cubicBezTo>
                    <a:pt x="519" y="1"/>
                    <a:pt x="0" y="754"/>
                    <a:pt x="469" y="972"/>
                  </a:cubicBezTo>
                  <a:cubicBezTo>
                    <a:pt x="570" y="1015"/>
                    <a:pt x="664" y="1034"/>
                    <a:pt x="749" y="1034"/>
                  </a:cubicBezTo>
                  <a:cubicBezTo>
                    <a:pt x="1189" y="1034"/>
                    <a:pt x="1423" y="553"/>
                    <a:pt x="1423" y="553"/>
                  </a:cubicBezTo>
                  <a:lnTo>
                    <a:pt x="519" y="1"/>
                  </a:lnTo>
                  <a:close/>
                </a:path>
              </a:pathLst>
            </a:custGeom>
            <a:solidFill>
              <a:srgbClr val="4229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4" name="Google Shape;11394;p35"/>
            <p:cNvSpPr/>
            <p:nvPr/>
          </p:nvSpPr>
          <p:spPr>
            <a:xfrm>
              <a:off x="7073412" y="1750086"/>
              <a:ext cx="65123" cy="48145"/>
            </a:xfrm>
            <a:custGeom>
              <a:avLst/>
              <a:gdLst/>
              <a:ahLst/>
              <a:cxnLst/>
              <a:rect l="l" t="t" r="r" b="b"/>
              <a:pathLst>
                <a:path w="771" h="570" extrusionOk="0">
                  <a:moveTo>
                    <a:pt x="17" y="1"/>
                  </a:moveTo>
                  <a:cubicBezTo>
                    <a:pt x="17" y="1"/>
                    <a:pt x="1" y="67"/>
                    <a:pt x="1" y="134"/>
                  </a:cubicBezTo>
                  <a:lnTo>
                    <a:pt x="586" y="570"/>
                  </a:lnTo>
                  <a:cubicBezTo>
                    <a:pt x="771" y="452"/>
                    <a:pt x="720" y="452"/>
                    <a:pt x="720" y="452"/>
                  </a:cubicBezTo>
                  <a:lnTo>
                    <a:pt x="17" y="1"/>
                  </a:lnTo>
                  <a:close/>
                </a:path>
              </a:pathLst>
            </a:custGeom>
            <a:solidFill>
              <a:srgbClr val="FFEF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5" name="Google Shape;11395;p35"/>
            <p:cNvSpPr/>
            <p:nvPr/>
          </p:nvSpPr>
          <p:spPr>
            <a:xfrm>
              <a:off x="7053647" y="1796711"/>
              <a:ext cx="66474" cy="31421"/>
            </a:xfrm>
            <a:custGeom>
              <a:avLst/>
              <a:gdLst/>
              <a:ahLst/>
              <a:cxnLst/>
              <a:rect l="l" t="t" r="r" b="b"/>
              <a:pathLst>
                <a:path w="787" h="372" extrusionOk="0">
                  <a:moveTo>
                    <a:pt x="268" y="1"/>
                  </a:moveTo>
                  <a:cubicBezTo>
                    <a:pt x="168" y="1"/>
                    <a:pt x="84" y="18"/>
                    <a:pt x="0" y="34"/>
                  </a:cubicBezTo>
                  <a:cubicBezTo>
                    <a:pt x="0" y="152"/>
                    <a:pt x="34" y="252"/>
                    <a:pt x="168" y="319"/>
                  </a:cubicBezTo>
                  <a:cubicBezTo>
                    <a:pt x="254" y="357"/>
                    <a:pt x="336" y="372"/>
                    <a:pt x="412" y="372"/>
                  </a:cubicBezTo>
                  <a:cubicBezTo>
                    <a:pt x="574" y="372"/>
                    <a:pt x="707" y="303"/>
                    <a:pt x="787" y="235"/>
                  </a:cubicBezTo>
                  <a:cubicBezTo>
                    <a:pt x="720" y="101"/>
                    <a:pt x="519" y="1"/>
                    <a:pt x="268"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6" name="Google Shape;11396;p35"/>
            <p:cNvSpPr/>
            <p:nvPr/>
          </p:nvSpPr>
          <p:spPr>
            <a:xfrm>
              <a:off x="7131355" y="1375396"/>
              <a:ext cx="370548" cy="507635"/>
            </a:xfrm>
            <a:custGeom>
              <a:avLst/>
              <a:gdLst/>
              <a:ahLst/>
              <a:cxnLst/>
              <a:rect l="l" t="t" r="r" b="b"/>
              <a:pathLst>
                <a:path w="4387" h="6010" extrusionOk="0">
                  <a:moveTo>
                    <a:pt x="1357" y="1"/>
                  </a:moveTo>
                  <a:cubicBezTo>
                    <a:pt x="302" y="1"/>
                    <a:pt x="1" y="1457"/>
                    <a:pt x="1022" y="1641"/>
                  </a:cubicBezTo>
                  <a:cubicBezTo>
                    <a:pt x="3616" y="2076"/>
                    <a:pt x="2160" y="5424"/>
                    <a:pt x="2127" y="5441"/>
                  </a:cubicBezTo>
                  <a:lnTo>
                    <a:pt x="2478" y="6010"/>
                  </a:lnTo>
                  <a:cubicBezTo>
                    <a:pt x="2478" y="6010"/>
                    <a:pt x="4386" y="3650"/>
                    <a:pt x="4202" y="2227"/>
                  </a:cubicBezTo>
                  <a:cubicBezTo>
                    <a:pt x="4018" y="804"/>
                    <a:pt x="2428" y="1"/>
                    <a:pt x="1357" y="1"/>
                  </a:cubicBezTo>
                  <a:close/>
                </a:path>
              </a:pathLst>
            </a:custGeom>
            <a:solidFill>
              <a:srgbClr val="7C3E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7" name="Google Shape;11397;p35"/>
            <p:cNvSpPr/>
            <p:nvPr/>
          </p:nvSpPr>
          <p:spPr>
            <a:xfrm>
              <a:off x="6898146" y="2070717"/>
              <a:ext cx="622423" cy="666598"/>
            </a:xfrm>
            <a:custGeom>
              <a:avLst/>
              <a:gdLst/>
              <a:ahLst/>
              <a:cxnLst/>
              <a:rect l="l" t="t" r="r" b="b"/>
              <a:pathLst>
                <a:path w="7369" h="7892" extrusionOk="0">
                  <a:moveTo>
                    <a:pt x="4525" y="1"/>
                  </a:moveTo>
                  <a:cubicBezTo>
                    <a:pt x="3578" y="1"/>
                    <a:pt x="2589" y="361"/>
                    <a:pt x="2310" y="1109"/>
                  </a:cubicBezTo>
                  <a:cubicBezTo>
                    <a:pt x="1322" y="4008"/>
                    <a:pt x="83" y="4055"/>
                    <a:pt x="4" y="4055"/>
                  </a:cubicBezTo>
                  <a:cubicBezTo>
                    <a:pt x="1" y="4055"/>
                    <a:pt x="0" y="4055"/>
                    <a:pt x="0" y="4055"/>
                  </a:cubicBezTo>
                  <a:lnTo>
                    <a:pt x="0" y="4055"/>
                  </a:lnTo>
                  <a:lnTo>
                    <a:pt x="167" y="7888"/>
                  </a:lnTo>
                  <a:cubicBezTo>
                    <a:pt x="226" y="7890"/>
                    <a:pt x="284" y="7891"/>
                    <a:pt x="342" y="7891"/>
                  </a:cubicBezTo>
                  <a:cubicBezTo>
                    <a:pt x="4532" y="7891"/>
                    <a:pt x="7368" y="2574"/>
                    <a:pt x="6394" y="774"/>
                  </a:cubicBezTo>
                  <a:cubicBezTo>
                    <a:pt x="6116" y="265"/>
                    <a:pt x="5336" y="1"/>
                    <a:pt x="45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8" name="Google Shape;11398;p35"/>
            <p:cNvSpPr/>
            <p:nvPr/>
          </p:nvSpPr>
          <p:spPr>
            <a:xfrm>
              <a:off x="6905157" y="2085161"/>
              <a:ext cx="615412" cy="652154"/>
            </a:xfrm>
            <a:custGeom>
              <a:avLst/>
              <a:gdLst/>
              <a:ahLst/>
              <a:cxnLst/>
              <a:rect l="l" t="t" r="r" b="b"/>
              <a:pathLst>
                <a:path w="7286" h="7721" extrusionOk="0">
                  <a:moveTo>
                    <a:pt x="5524" y="1"/>
                  </a:moveTo>
                  <a:cubicBezTo>
                    <a:pt x="5223" y="2110"/>
                    <a:pt x="3047" y="5290"/>
                    <a:pt x="1" y="5725"/>
                  </a:cubicBezTo>
                  <a:lnTo>
                    <a:pt x="84" y="7717"/>
                  </a:lnTo>
                  <a:cubicBezTo>
                    <a:pt x="142" y="7719"/>
                    <a:pt x="200" y="7720"/>
                    <a:pt x="258" y="7720"/>
                  </a:cubicBezTo>
                  <a:cubicBezTo>
                    <a:pt x="4448" y="7720"/>
                    <a:pt x="7285" y="2370"/>
                    <a:pt x="6311" y="603"/>
                  </a:cubicBezTo>
                  <a:cubicBezTo>
                    <a:pt x="6177" y="335"/>
                    <a:pt x="5876" y="134"/>
                    <a:pt x="552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9" name="Google Shape;11399;p35"/>
            <p:cNvSpPr/>
            <p:nvPr/>
          </p:nvSpPr>
          <p:spPr>
            <a:xfrm>
              <a:off x="6397603" y="1894268"/>
              <a:ext cx="394536" cy="247567"/>
            </a:xfrm>
            <a:custGeom>
              <a:avLst/>
              <a:gdLst/>
              <a:ahLst/>
              <a:cxnLst/>
              <a:rect l="l" t="t" r="r" b="b"/>
              <a:pathLst>
                <a:path w="4671" h="2931" extrusionOk="0">
                  <a:moveTo>
                    <a:pt x="3867" y="1"/>
                  </a:moveTo>
                  <a:lnTo>
                    <a:pt x="1" y="1809"/>
                  </a:lnTo>
                  <a:cubicBezTo>
                    <a:pt x="68" y="2143"/>
                    <a:pt x="386" y="2562"/>
                    <a:pt x="904" y="2813"/>
                  </a:cubicBezTo>
                  <a:cubicBezTo>
                    <a:pt x="1122" y="2930"/>
                    <a:pt x="1541" y="2930"/>
                    <a:pt x="1825" y="2930"/>
                  </a:cubicBezTo>
                  <a:cubicBezTo>
                    <a:pt x="3399" y="2930"/>
                    <a:pt x="4671" y="1859"/>
                    <a:pt x="4671" y="537"/>
                  </a:cubicBezTo>
                  <a:lnTo>
                    <a:pt x="4671" y="453"/>
                  </a:lnTo>
                  <a:cubicBezTo>
                    <a:pt x="4336" y="302"/>
                    <a:pt x="4051" y="168"/>
                    <a:pt x="38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0" name="Google Shape;11400;p35"/>
            <p:cNvSpPr/>
            <p:nvPr/>
          </p:nvSpPr>
          <p:spPr>
            <a:xfrm>
              <a:off x="6380625" y="1422106"/>
              <a:ext cx="390313" cy="676987"/>
            </a:xfrm>
            <a:custGeom>
              <a:avLst/>
              <a:gdLst/>
              <a:ahLst/>
              <a:cxnLst/>
              <a:rect l="l" t="t" r="r" b="b"/>
              <a:pathLst>
                <a:path w="4621" h="8015" extrusionOk="0">
                  <a:moveTo>
                    <a:pt x="2846" y="0"/>
                  </a:moveTo>
                  <a:cubicBezTo>
                    <a:pt x="2846" y="0"/>
                    <a:pt x="1" y="5708"/>
                    <a:pt x="101" y="6997"/>
                  </a:cubicBezTo>
                  <a:cubicBezTo>
                    <a:pt x="166" y="7720"/>
                    <a:pt x="820" y="8015"/>
                    <a:pt x="1605" y="8015"/>
                  </a:cubicBezTo>
                  <a:cubicBezTo>
                    <a:pt x="2855" y="8015"/>
                    <a:pt x="4435" y="7267"/>
                    <a:pt x="4487" y="6311"/>
                  </a:cubicBezTo>
                  <a:cubicBezTo>
                    <a:pt x="4621" y="4185"/>
                    <a:pt x="4051" y="753"/>
                    <a:pt x="4051" y="753"/>
                  </a:cubicBezTo>
                  <a:lnTo>
                    <a:pt x="2846" y="0"/>
                  </a:ln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1" name="Google Shape;11401;p35"/>
            <p:cNvSpPr/>
            <p:nvPr/>
          </p:nvSpPr>
          <p:spPr>
            <a:xfrm>
              <a:off x="6454195" y="1454625"/>
              <a:ext cx="315308" cy="642610"/>
            </a:xfrm>
            <a:custGeom>
              <a:avLst/>
              <a:gdLst/>
              <a:ahLst/>
              <a:cxnLst/>
              <a:rect l="l" t="t" r="r" b="b"/>
              <a:pathLst>
                <a:path w="3733" h="7608" extrusionOk="0">
                  <a:moveTo>
                    <a:pt x="2645" y="0"/>
                  </a:moveTo>
                  <a:cubicBezTo>
                    <a:pt x="2477" y="1055"/>
                    <a:pt x="2176" y="2210"/>
                    <a:pt x="1808" y="3398"/>
                  </a:cubicBezTo>
                  <a:cubicBezTo>
                    <a:pt x="1272" y="4972"/>
                    <a:pt x="653" y="6378"/>
                    <a:pt x="0" y="7499"/>
                  </a:cubicBezTo>
                  <a:cubicBezTo>
                    <a:pt x="219" y="7573"/>
                    <a:pt x="471" y="7607"/>
                    <a:pt x="740" y="7607"/>
                  </a:cubicBezTo>
                  <a:cubicBezTo>
                    <a:pt x="1994" y="7607"/>
                    <a:pt x="3594" y="6860"/>
                    <a:pt x="3649" y="5909"/>
                  </a:cubicBezTo>
                  <a:cubicBezTo>
                    <a:pt x="3733" y="3800"/>
                    <a:pt x="3180" y="335"/>
                    <a:pt x="3180" y="335"/>
                  </a:cubicBezTo>
                  <a:lnTo>
                    <a:pt x="2645" y="0"/>
                  </a:ln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2" name="Google Shape;11402;p35"/>
            <p:cNvSpPr/>
            <p:nvPr/>
          </p:nvSpPr>
          <p:spPr>
            <a:xfrm>
              <a:off x="6899497" y="2372175"/>
              <a:ext cx="219271" cy="364973"/>
            </a:xfrm>
            <a:custGeom>
              <a:avLst/>
              <a:gdLst/>
              <a:ahLst/>
              <a:cxnLst/>
              <a:rect l="l" t="t" r="r" b="b"/>
              <a:pathLst>
                <a:path w="2596" h="4321" extrusionOk="0">
                  <a:moveTo>
                    <a:pt x="921" y="0"/>
                  </a:moveTo>
                  <a:cubicBezTo>
                    <a:pt x="435" y="471"/>
                    <a:pt x="51" y="486"/>
                    <a:pt x="5" y="486"/>
                  </a:cubicBezTo>
                  <a:cubicBezTo>
                    <a:pt x="2" y="486"/>
                    <a:pt x="1" y="486"/>
                    <a:pt x="1" y="486"/>
                  </a:cubicBezTo>
                  <a:lnTo>
                    <a:pt x="1" y="486"/>
                  </a:lnTo>
                  <a:lnTo>
                    <a:pt x="168" y="4319"/>
                  </a:lnTo>
                  <a:cubicBezTo>
                    <a:pt x="214" y="4320"/>
                    <a:pt x="260" y="4321"/>
                    <a:pt x="305" y="4321"/>
                  </a:cubicBezTo>
                  <a:cubicBezTo>
                    <a:pt x="889" y="4321"/>
                    <a:pt x="1430" y="4222"/>
                    <a:pt x="1942" y="4051"/>
                  </a:cubicBezTo>
                  <a:cubicBezTo>
                    <a:pt x="2344" y="3599"/>
                    <a:pt x="2595" y="3013"/>
                    <a:pt x="2595" y="2377"/>
                  </a:cubicBezTo>
                  <a:cubicBezTo>
                    <a:pt x="2595" y="1306"/>
                    <a:pt x="1909" y="385"/>
                    <a:pt x="9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3" name="Google Shape;11403;p35"/>
            <p:cNvSpPr/>
            <p:nvPr/>
          </p:nvSpPr>
          <p:spPr>
            <a:xfrm>
              <a:off x="6399039" y="2402414"/>
              <a:ext cx="692866" cy="334904"/>
            </a:xfrm>
            <a:custGeom>
              <a:avLst/>
              <a:gdLst/>
              <a:ahLst/>
              <a:cxnLst/>
              <a:rect l="l" t="t" r="r" b="b"/>
              <a:pathLst>
                <a:path w="8203" h="3965" extrusionOk="0">
                  <a:moveTo>
                    <a:pt x="4745" y="0"/>
                  </a:moveTo>
                  <a:cubicBezTo>
                    <a:pt x="2754" y="0"/>
                    <a:pt x="151" y="295"/>
                    <a:pt x="151" y="295"/>
                  </a:cubicBezTo>
                  <a:lnTo>
                    <a:pt x="0" y="1651"/>
                  </a:lnTo>
                  <a:cubicBezTo>
                    <a:pt x="0" y="1651"/>
                    <a:pt x="4819" y="3964"/>
                    <a:pt x="6227" y="3964"/>
                  </a:cubicBezTo>
                  <a:cubicBezTo>
                    <a:pt x="6257" y="3964"/>
                    <a:pt x="6284" y="3963"/>
                    <a:pt x="6311" y="3961"/>
                  </a:cubicBezTo>
                  <a:cubicBezTo>
                    <a:pt x="8119" y="3827"/>
                    <a:pt x="8202" y="1199"/>
                    <a:pt x="6846" y="279"/>
                  </a:cubicBezTo>
                  <a:cubicBezTo>
                    <a:pt x="6539" y="70"/>
                    <a:pt x="5715" y="0"/>
                    <a:pt x="4745"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4" name="Google Shape;11404;p35"/>
            <p:cNvSpPr/>
            <p:nvPr/>
          </p:nvSpPr>
          <p:spPr>
            <a:xfrm>
              <a:off x="6399039" y="2534771"/>
              <a:ext cx="674453" cy="202547"/>
            </a:xfrm>
            <a:custGeom>
              <a:avLst/>
              <a:gdLst/>
              <a:ahLst/>
              <a:cxnLst/>
              <a:rect l="l" t="t" r="r" b="b"/>
              <a:pathLst>
                <a:path w="7985" h="2398" extrusionOk="0">
                  <a:moveTo>
                    <a:pt x="7700" y="0"/>
                  </a:moveTo>
                  <a:cubicBezTo>
                    <a:pt x="7194" y="179"/>
                    <a:pt x="6429" y="275"/>
                    <a:pt x="5511" y="275"/>
                  </a:cubicBezTo>
                  <a:cubicBezTo>
                    <a:pt x="4879" y="275"/>
                    <a:pt x="4175" y="230"/>
                    <a:pt x="3432" y="134"/>
                  </a:cubicBezTo>
                  <a:cubicBezTo>
                    <a:pt x="2888" y="65"/>
                    <a:pt x="2201" y="44"/>
                    <a:pt x="1586" y="44"/>
                  </a:cubicBezTo>
                  <a:cubicBezTo>
                    <a:pt x="724" y="44"/>
                    <a:pt x="0" y="84"/>
                    <a:pt x="0" y="84"/>
                  </a:cubicBezTo>
                  <a:cubicBezTo>
                    <a:pt x="0" y="84"/>
                    <a:pt x="4819" y="2397"/>
                    <a:pt x="6227" y="2397"/>
                  </a:cubicBezTo>
                  <a:cubicBezTo>
                    <a:pt x="6257" y="2397"/>
                    <a:pt x="6284" y="2396"/>
                    <a:pt x="6311" y="2394"/>
                  </a:cubicBezTo>
                  <a:cubicBezTo>
                    <a:pt x="7516" y="2310"/>
                    <a:pt x="7985" y="1072"/>
                    <a:pt x="7700"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5" name="Google Shape;11405;p35"/>
            <p:cNvSpPr/>
            <p:nvPr/>
          </p:nvSpPr>
          <p:spPr>
            <a:xfrm>
              <a:off x="6397603" y="4068667"/>
              <a:ext cx="111747" cy="39783"/>
            </a:xfrm>
            <a:custGeom>
              <a:avLst/>
              <a:gdLst/>
              <a:ahLst/>
              <a:cxnLst/>
              <a:rect l="l" t="t" r="r" b="b"/>
              <a:pathLst>
                <a:path w="1323" h="471" extrusionOk="0">
                  <a:moveTo>
                    <a:pt x="908" y="0"/>
                  </a:moveTo>
                  <a:cubicBezTo>
                    <a:pt x="596" y="0"/>
                    <a:pt x="1" y="470"/>
                    <a:pt x="1" y="470"/>
                  </a:cubicBezTo>
                  <a:lnTo>
                    <a:pt x="1323" y="470"/>
                  </a:lnTo>
                  <a:cubicBezTo>
                    <a:pt x="1323" y="470"/>
                    <a:pt x="1223" y="35"/>
                    <a:pt x="938" y="2"/>
                  </a:cubicBezTo>
                  <a:cubicBezTo>
                    <a:pt x="928" y="1"/>
                    <a:pt x="918" y="0"/>
                    <a:pt x="9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6" name="Google Shape;11406;p35"/>
            <p:cNvSpPr/>
            <p:nvPr/>
          </p:nvSpPr>
          <p:spPr>
            <a:xfrm>
              <a:off x="6109153" y="4067231"/>
              <a:ext cx="120278" cy="41219"/>
            </a:xfrm>
            <a:custGeom>
              <a:avLst/>
              <a:gdLst/>
              <a:ahLst/>
              <a:cxnLst/>
              <a:rect l="l" t="t" r="r" b="b"/>
              <a:pathLst>
                <a:path w="1424" h="488" extrusionOk="0">
                  <a:moveTo>
                    <a:pt x="1108" y="0"/>
                  </a:moveTo>
                  <a:cubicBezTo>
                    <a:pt x="771" y="0"/>
                    <a:pt x="1" y="487"/>
                    <a:pt x="1" y="487"/>
                  </a:cubicBezTo>
                  <a:lnTo>
                    <a:pt x="1323" y="487"/>
                  </a:lnTo>
                  <a:cubicBezTo>
                    <a:pt x="1323" y="487"/>
                    <a:pt x="1424" y="19"/>
                    <a:pt x="1139" y="2"/>
                  </a:cubicBezTo>
                  <a:cubicBezTo>
                    <a:pt x="1129" y="1"/>
                    <a:pt x="1119" y="0"/>
                    <a:pt x="11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7" name="Google Shape;11407;p35"/>
            <p:cNvSpPr/>
            <p:nvPr/>
          </p:nvSpPr>
          <p:spPr>
            <a:xfrm>
              <a:off x="5702028" y="2534771"/>
              <a:ext cx="654688" cy="46709"/>
            </a:xfrm>
            <a:custGeom>
              <a:avLst/>
              <a:gdLst/>
              <a:ahLst/>
              <a:cxnLst/>
              <a:rect l="l" t="t" r="r" b="b"/>
              <a:pathLst>
                <a:path w="7751" h="553" extrusionOk="0">
                  <a:moveTo>
                    <a:pt x="0" y="0"/>
                  </a:moveTo>
                  <a:cubicBezTo>
                    <a:pt x="787" y="318"/>
                    <a:pt x="2226" y="553"/>
                    <a:pt x="3867" y="553"/>
                  </a:cubicBezTo>
                  <a:cubicBezTo>
                    <a:pt x="5524" y="553"/>
                    <a:pt x="6963" y="318"/>
                    <a:pt x="775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8" name="Google Shape;11408;p35"/>
            <p:cNvSpPr/>
            <p:nvPr/>
          </p:nvSpPr>
          <p:spPr>
            <a:xfrm>
              <a:off x="5454544" y="2171316"/>
              <a:ext cx="301287" cy="66643"/>
            </a:xfrm>
            <a:custGeom>
              <a:avLst/>
              <a:gdLst/>
              <a:ahLst/>
              <a:cxnLst/>
              <a:rect l="l" t="t" r="r" b="b"/>
              <a:pathLst>
                <a:path w="3567" h="789" extrusionOk="0">
                  <a:moveTo>
                    <a:pt x="646" y="1"/>
                  </a:moveTo>
                  <a:cubicBezTo>
                    <a:pt x="268" y="1"/>
                    <a:pt x="30" y="311"/>
                    <a:pt x="1" y="621"/>
                  </a:cubicBezTo>
                  <a:cubicBezTo>
                    <a:pt x="503" y="738"/>
                    <a:pt x="1173" y="788"/>
                    <a:pt x="1892" y="788"/>
                  </a:cubicBezTo>
                  <a:cubicBezTo>
                    <a:pt x="2528" y="788"/>
                    <a:pt x="3098" y="755"/>
                    <a:pt x="3566" y="671"/>
                  </a:cubicBezTo>
                  <a:cubicBezTo>
                    <a:pt x="2729" y="504"/>
                    <a:pt x="1792" y="253"/>
                    <a:pt x="804" y="18"/>
                  </a:cubicBezTo>
                  <a:cubicBezTo>
                    <a:pt x="749" y="7"/>
                    <a:pt x="696" y="1"/>
                    <a:pt x="646"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9" name="Google Shape;11409;p35"/>
            <p:cNvSpPr/>
            <p:nvPr/>
          </p:nvSpPr>
          <p:spPr>
            <a:xfrm>
              <a:off x="5621448" y="2185252"/>
              <a:ext cx="84887" cy="51270"/>
            </a:xfrm>
            <a:custGeom>
              <a:avLst/>
              <a:gdLst/>
              <a:ahLst/>
              <a:cxnLst/>
              <a:rect l="l" t="t" r="r" b="b"/>
              <a:pathLst>
                <a:path w="1005" h="607" extrusionOk="0">
                  <a:moveTo>
                    <a:pt x="383" y="1"/>
                  </a:moveTo>
                  <a:cubicBezTo>
                    <a:pt x="285" y="1"/>
                    <a:pt x="204" y="18"/>
                    <a:pt x="168" y="54"/>
                  </a:cubicBezTo>
                  <a:cubicBezTo>
                    <a:pt x="670" y="138"/>
                    <a:pt x="0" y="607"/>
                    <a:pt x="402" y="607"/>
                  </a:cubicBezTo>
                  <a:cubicBezTo>
                    <a:pt x="670" y="607"/>
                    <a:pt x="452" y="356"/>
                    <a:pt x="552" y="255"/>
                  </a:cubicBezTo>
                  <a:cubicBezTo>
                    <a:pt x="605" y="213"/>
                    <a:pt x="651" y="178"/>
                    <a:pt x="752" y="178"/>
                  </a:cubicBezTo>
                  <a:cubicBezTo>
                    <a:pt x="812" y="178"/>
                    <a:pt x="892" y="190"/>
                    <a:pt x="1004" y="222"/>
                  </a:cubicBezTo>
                  <a:cubicBezTo>
                    <a:pt x="901" y="83"/>
                    <a:pt x="599" y="1"/>
                    <a:pt x="3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0" name="Google Shape;11410;p35"/>
            <p:cNvSpPr/>
            <p:nvPr/>
          </p:nvSpPr>
          <p:spPr>
            <a:xfrm>
              <a:off x="7264304" y="1502686"/>
              <a:ext cx="137171" cy="292756"/>
            </a:xfrm>
            <a:custGeom>
              <a:avLst/>
              <a:gdLst/>
              <a:ahLst/>
              <a:cxnLst/>
              <a:rect l="l" t="t" r="r" b="b"/>
              <a:pathLst>
                <a:path w="1624" h="3466" extrusionOk="0">
                  <a:moveTo>
                    <a:pt x="436" y="0"/>
                  </a:moveTo>
                  <a:lnTo>
                    <a:pt x="0" y="251"/>
                  </a:lnTo>
                  <a:cubicBezTo>
                    <a:pt x="0" y="285"/>
                    <a:pt x="954" y="1172"/>
                    <a:pt x="201" y="2980"/>
                  </a:cubicBezTo>
                  <a:lnTo>
                    <a:pt x="887" y="3465"/>
                  </a:lnTo>
                  <a:lnTo>
                    <a:pt x="1624" y="1473"/>
                  </a:lnTo>
                  <a:lnTo>
                    <a:pt x="436" y="0"/>
                  </a:lnTo>
                  <a:close/>
                </a:path>
              </a:pathLst>
            </a:custGeom>
            <a:solidFill>
              <a:srgbClr val="7C3E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1" name="Google Shape;11411;p35"/>
            <p:cNvSpPr/>
            <p:nvPr/>
          </p:nvSpPr>
          <p:spPr>
            <a:xfrm>
              <a:off x="7276974" y="1720185"/>
              <a:ext cx="114619" cy="98064"/>
            </a:xfrm>
            <a:custGeom>
              <a:avLst/>
              <a:gdLst/>
              <a:ahLst/>
              <a:cxnLst/>
              <a:rect l="l" t="t" r="r" b="b"/>
              <a:pathLst>
                <a:path w="1357" h="1161" extrusionOk="0">
                  <a:moveTo>
                    <a:pt x="969" y="0"/>
                  </a:moveTo>
                  <a:cubicBezTo>
                    <a:pt x="791" y="0"/>
                    <a:pt x="571" y="97"/>
                    <a:pt x="386" y="271"/>
                  </a:cubicBezTo>
                  <a:cubicBezTo>
                    <a:pt x="85" y="539"/>
                    <a:pt x="1" y="907"/>
                    <a:pt x="152" y="1074"/>
                  </a:cubicBezTo>
                  <a:cubicBezTo>
                    <a:pt x="210" y="1133"/>
                    <a:pt x="295" y="1161"/>
                    <a:pt x="393" y="1161"/>
                  </a:cubicBezTo>
                  <a:cubicBezTo>
                    <a:pt x="574" y="1161"/>
                    <a:pt x="798" y="1064"/>
                    <a:pt x="972" y="890"/>
                  </a:cubicBezTo>
                  <a:cubicBezTo>
                    <a:pt x="1273" y="606"/>
                    <a:pt x="1357" y="254"/>
                    <a:pt x="1206" y="87"/>
                  </a:cubicBezTo>
                  <a:cubicBezTo>
                    <a:pt x="1148" y="28"/>
                    <a:pt x="1065" y="0"/>
                    <a:pt x="969"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2" name="Google Shape;11412;p35"/>
            <p:cNvSpPr/>
            <p:nvPr/>
          </p:nvSpPr>
          <p:spPr>
            <a:xfrm>
              <a:off x="7296824" y="1747890"/>
              <a:ext cx="69346" cy="57183"/>
            </a:xfrm>
            <a:custGeom>
              <a:avLst/>
              <a:gdLst/>
              <a:ahLst/>
              <a:cxnLst/>
              <a:rect l="l" t="t" r="r" b="b"/>
              <a:pathLst>
                <a:path w="821" h="677" extrusionOk="0">
                  <a:moveTo>
                    <a:pt x="578" y="0"/>
                  </a:moveTo>
                  <a:cubicBezTo>
                    <a:pt x="473" y="0"/>
                    <a:pt x="343" y="63"/>
                    <a:pt x="235" y="160"/>
                  </a:cubicBezTo>
                  <a:cubicBezTo>
                    <a:pt x="67" y="328"/>
                    <a:pt x="0" y="529"/>
                    <a:pt x="101" y="612"/>
                  </a:cubicBezTo>
                  <a:cubicBezTo>
                    <a:pt x="144" y="656"/>
                    <a:pt x="199" y="676"/>
                    <a:pt x="260" y="676"/>
                  </a:cubicBezTo>
                  <a:cubicBezTo>
                    <a:pt x="362" y="676"/>
                    <a:pt x="481" y="617"/>
                    <a:pt x="586" y="512"/>
                  </a:cubicBezTo>
                  <a:cubicBezTo>
                    <a:pt x="754" y="345"/>
                    <a:pt x="820" y="144"/>
                    <a:pt x="720" y="60"/>
                  </a:cubicBezTo>
                  <a:cubicBezTo>
                    <a:pt x="685" y="19"/>
                    <a:pt x="635" y="0"/>
                    <a:pt x="578" y="0"/>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3" name="Google Shape;11413;p35"/>
            <p:cNvSpPr/>
            <p:nvPr/>
          </p:nvSpPr>
          <p:spPr>
            <a:xfrm>
              <a:off x="7295388" y="1769006"/>
              <a:ext cx="43922" cy="38432"/>
            </a:xfrm>
            <a:custGeom>
              <a:avLst/>
              <a:gdLst/>
              <a:ahLst/>
              <a:cxnLst/>
              <a:rect l="l" t="t" r="r" b="b"/>
              <a:pathLst>
                <a:path w="520" h="455" extrusionOk="0">
                  <a:moveTo>
                    <a:pt x="371" y="0"/>
                  </a:moveTo>
                  <a:cubicBezTo>
                    <a:pt x="301" y="0"/>
                    <a:pt x="216" y="30"/>
                    <a:pt x="151" y="95"/>
                  </a:cubicBezTo>
                  <a:cubicBezTo>
                    <a:pt x="51" y="195"/>
                    <a:pt x="1" y="346"/>
                    <a:pt x="68" y="413"/>
                  </a:cubicBezTo>
                  <a:cubicBezTo>
                    <a:pt x="85" y="442"/>
                    <a:pt x="115" y="455"/>
                    <a:pt x="152" y="455"/>
                  </a:cubicBezTo>
                  <a:cubicBezTo>
                    <a:pt x="219" y="455"/>
                    <a:pt x="310" y="411"/>
                    <a:pt x="386" y="346"/>
                  </a:cubicBezTo>
                  <a:cubicBezTo>
                    <a:pt x="486" y="245"/>
                    <a:pt x="519" y="95"/>
                    <a:pt x="469" y="28"/>
                  </a:cubicBezTo>
                  <a:cubicBezTo>
                    <a:pt x="445" y="10"/>
                    <a:pt x="410" y="0"/>
                    <a:pt x="371"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4" name="Google Shape;11414;p35"/>
            <p:cNvSpPr/>
            <p:nvPr/>
          </p:nvSpPr>
          <p:spPr>
            <a:xfrm>
              <a:off x="6568646" y="1403692"/>
              <a:ext cx="138692" cy="299851"/>
            </a:xfrm>
            <a:custGeom>
              <a:avLst/>
              <a:gdLst/>
              <a:ahLst/>
              <a:cxnLst/>
              <a:rect l="l" t="t" r="r" b="b"/>
              <a:pathLst>
                <a:path w="1642" h="3550" extrusionOk="0">
                  <a:moveTo>
                    <a:pt x="587" y="1"/>
                  </a:moveTo>
                  <a:lnTo>
                    <a:pt x="1" y="1474"/>
                  </a:lnTo>
                  <a:lnTo>
                    <a:pt x="1424" y="3549"/>
                  </a:lnTo>
                  <a:lnTo>
                    <a:pt x="1641" y="1038"/>
                  </a:lnTo>
                  <a:lnTo>
                    <a:pt x="587" y="1"/>
                  </a:ln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5" name="Google Shape;11415;p35"/>
            <p:cNvSpPr/>
            <p:nvPr/>
          </p:nvSpPr>
          <p:spPr>
            <a:xfrm>
              <a:off x="6537562" y="1437647"/>
              <a:ext cx="165551" cy="140043"/>
            </a:xfrm>
            <a:custGeom>
              <a:avLst/>
              <a:gdLst/>
              <a:ahLst/>
              <a:cxnLst/>
              <a:rect l="l" t="t" r="r" b="b"/>
              <a:pathLst>
                <a:path w="1960" h="1658" extrusionOk="0">
                  <a:moveTo>
                    <a:pt x="603" y="0"/>
                  </a:moveTo>
                  <a:lnTo>
                    <a:pt x="1" y="235"/>
                  </a:lnTo>
                  <a:cubicBezTo>
                    <a:pt x="1" y="235"/>
                    <a:pt x="168" y="670"/>
                    <a:pt x="570" y="1122"/>
                  </a:cubicBezTo>
                  <a:cubicBezTo>
                    <a:pt x="838" y="1457"/>
                    <a:pt x="1256" y="1657"/>
                    <a:pt x="1691" y="1657"/>
                  </a:cubicBezTo>
                  <a:lnTo>
                    <a:pt x="1959" y="1657"/>
                  </a:lnTo>
                  <a:lnTo>
                    <a:pt x="1842" y="1172"/>
                  </a:lnTo>
                  <a:lnTo>
                    <a:pt x="603" y="0"/>
                  </a:ln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6" name="Google Shape;11416;p35"/>
            <p:cNvSpPr/>
            <p:nvPr/>
          </p:nvSpPr>
          <p:spPr>
            <a:xfrm>
              <a:off x="6481899" y="1198356"/>
              <a:ext cx="368521" cy="473680"/>
            </a:xfrm>
            <a:custGeom>
              <a:avLst/>
              <a:gdLst/>
              <a:ahLst/>
              <a:cxnLst/>
              <a:rect l="l" t="t" r="r" b="b"/>
              <a:pathLst>
                <a:path w="4363" h="5608" extrusionOk="0">
                  <a:moveTo>
                    <a:pt x="3076" y="0"/>
                  </a:moveTo>
                  <a:cubicBezTo>
                    <a:pt x="2267" y="0"/>
                    <a:pt x="0" y="842"/>
                    <a:pt x="342" y="1662"/>
                  </a:cubicBezTo>
                  <a:cubicBezTo>
                    <a:pt x="1262" y="3921"/>
                    <a:pt x="4192" y="5595"/>
                    <a:pt x="4192" y="5595"/>
                  </a:cubicBezTo>
                  <a:cubicBezTo>
                    <a:pt x="4192" y="5595"/>
                    <a:pt x="4219" y="5608"/>
                    <a:pt x="4250" y="5608"/>
                  </a:cubicBezTo>
                  <a:cubicBezTo>
                    <a:pt x="4301" y="5608"/>
                    <a:pt x="4363" y="5576"/>
                    <a:pt x="4342" y="5411"/>
                  </a:cubicBezTo>
                  <a:cubicBezTo>
                    <a:pt x="4108" y="4172"/>
                    <a:pt x="3288" y="574"/>
                    <a:pt x="3355" y="138"/>
                  </a:cubicBezTo>
                  <a:cubicBezTo>
                    <a:pt x="3367" y="43"/>
                    <a:pt x="3259" y="0"/>
                    <a:pt x="30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7" name="Google Shape;11417;p35"/>
            <p:cNvSpPr/>
            <p:nvPr/>
          </p:nvSpPr>
          <p:spPr>
            <a:xfrm>
              <a:off x="6486207" y="1185349"/>
              <a:ext cx="359652" cy="472920"/>
            </a:xfrm>
            <a:custGeom>
              <a:avLst/>
              <a:gdLst/>
              <a:ahLst/>
              <a:cxnLst/>
              <a:rect l="l" t="t" r="r" b="b"/>
              <a:pathLst>
                <a:path w="4258" h="5599" extrusionOk="0">
                  <a:moveTo>
                    <a:pt x="3088" y="1"/>
                  </a:moveTo>
                  <a:cubicBezTo>
                    <a:pt x="2222" y="1"/>
                    <a:pt x="1" y="748"/>
                    <a:pt x="307" y="1548"/>
                  </a:cubicBezTo>
                  <a:cubicBezTo>
                    <a:pt x="1228" y="3808"/>
                    <a:pt x="4258" y="5599"/>
                    <a:pt x="4258" y="5599"/>
                  </a:cubicBezTo>
                  <a:cubicBezTo>
                    <a:pt x="4258" y="5599"/>
                    <a:pt x="3337" y="694"/>
                    <a:pt x="3421" y="158"/>
                  </a:cubicBezTo>
                  <a:cubicBezTo>
                    <a:pt x="3441" y="50"/>
                    <a:pt x="3309" y="1"/>
                    <a:pt x="30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8" name="Google Shape;11418;p35"/>
            <p:cNvSpPr/>
            <p:nvPr/>
          </p:nvSpPr>
          <p:spPr>
            <a:xfrm>
              <a:off x="6519824" y="1274882"/>
              <a:ext cx="344448" cy="390482"/>
            </a:xfrm>
            <a:custGeom>
              <a:avLst/>
              <a:gdLst/>
              <a:ahLst/>
              <a:cxnLst/>
              <a:rect l="l" t="t" r="r" b="b"/>
              <a:pathLst>
                <a:path w="4078" h="4623" extrusionOk="0">
                  <a:moveTo>
                    <a:pt x="2863" y="0"/>
                  </a:moveTo>
                  <a:cubicBezTo>
                    <a:pt x="2062" y="0"/>
                    <a:pt x="1" y="562"/>
                    <a:pt x="244" y="1157"/>
                  </a:cubicBezTo>
                  <a:cubicBezTo>
                    <a:pt x="1031" y="2932"/>
                    <a:pt x="3876" y="4622"/>
                    <a:pt x="3876" y="4622"/>
                  </a:cubicBezTo>
                  <a:cubicBezTo>
                    <a:pt x="4077" y="4354"/>
                    <a:pt x="3173" y="438"/>
                    <a:pt x="3173" y="103"/>
                  </a:cubicBezTo>
                  <a:cubicBezTo>
                    <a:pt x="3173" y="32"/>
                    <a:pt x="3054" y="0"/>
                    <a:pt x="28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9" name="Google Shape;11419;p35"/>
            <p:cNvSpPr/>
            <p:nvPr/>
          </p:nvSpPr>
          <p:spPr>
            <a:xfrm>
              <a:off x="6553104" y="1285440"/>
              <a:ext cx="308297" cy="370041"/>
            </a:xfrm>
            <a:custGeom>
              <a:avLst/>
              <a:gdLst/>
              <a:ahLst/>
              <a:cxnLst/>
              <a:rect l="l" t="t" r="r" b="b"/>
              <a:pathLst>
                <a:path w="3650" h="4381" extrusionOk="0">
                  <a:moveTo>
                    <a:pt x="2213" y="0"/>
                  </a:moveTo>
                  <a:cubicBezTo>
                    <a:pt x="1981" y="0"/>
                    <a:pt x="1694" y="35"/>
                    <a:pt x="1424" y="112"/>
                  </a:cubicBezTo>
                  <a:cubicBezTo>
                    <a:pt x="670" y="346"/>
                    <a:pt x="1" y="848"/>
                    <a:pt x="151" y="1216"/>
                  </a:cubicBezTo>
                  <a:cubicBezTo>
                    <a:pt x="838" y="2823"/>
                    <a:pt x="3449" y="4380"/>
                    <a:pt x="3449" y="4380"/>
                  </a:cubicBezTo>
                  <a:cubicBezTo>
                    <a:pt x="3650" y="4129"/>
                    <a:pt x="2679" y="446"/>
                    <a:pt x="2679" y="128"/>
                  </a:cubicBezTo>
                  <a:cubicBezTo>
                    <a:pt x="2679" y="47"/>
                    <a:pt x="2484" y="0"/>
                    <a:pt x="22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0" name="Google Shape;11420;p35"/>
            <p:cNvSpPr/>
            <p:nvPr/>
          </p:nvSpPr>
          <p:spPr>
            <a:xfrm>
              <a:off x="6505043" y="1276065"/>
              <a:ext cx="53720" cy="95277"/>
            </a:xfrm>
            <a:custGeom>
              <a:avLst/>
              <a:gdLst/>
              <a:ahLst/>
              <a:cxnLst/>
              <a:rect l="l" t="t" r="r" b="b"/>
              <a:pathLst>
                <a:path w="636" h="1128" extrusionOk="0">
                  <a:moveTo>
                    <a:pt x="219" y="1"/>
                  </a:moveTo>
                  <a:cubicBezTo>
                    <a:pt x="111" y="1"/>
                    <a:pt x="1" y="147"/>
                    <a:pt x="1" y="390"/>
                  </a:cubicBezTo>
                  <a:cubicBezTo>
                    <a:pt x="1" y="742"/>
                    <a:pt x="168" y="1127"/>
                    <a:pt x="386" y="1127"/>
                  </a:cubicBezTo>
                  <a:cubicBezTo>
                    <a:pt x="390" y="1127"/>
                    <a:pt x="395" y="1127"/>
                    <a:pt x="399" y="1127"/>
                  </a:cubicBezTo>
                  <a:cubicBezTo>
                    <a:pt x="573" y="1127"/>
                    <a:pt x="635" y="817"/>
                    <a:pt x="570" y="507"/>
                  </a:cubicBezTo>
                  <a:cubicBezTo>
                    <a:pt x="536" y="256"/>
                    <a:pt x="386" y="55"/>
                    <a:pt x="252" y="5"/>
                  </a:cubicBezTo>
                  <a:cubicBezTo>
                    <a:pt x="241" y="2"/>
                    <a:pt x="230" y="1"/>
                    <a:pt x="2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1" name="Google Shape;11421;p35"/>
            <p:cNvSpPr/>
            <p:nvPr/>
          </p:nvSpPr>
          <p:spPr>
            <a:xfrm>
              <a:off x="6749655" y="1187967"/>
              <a:ext cx="52368" cy="94263"/>
            </a:xfrm>
            <a:custGeom>
              <a:avLst/>
              <a:gdLst/>
              <a:ahLst/>
              <a:cxnLst/>
              <a:rect l="l" t="t" r="r" b="b"/>
              <a:pathLst>
                <a:path w="620" h="1116" extrusionOk="0">
                  <a:moveTo>
                    <a:pt x="201" y="1"/>
                  </a:moveTo>
                  <a:cubicBezTo>
                    <a:pt x="89" y="1"/>
                    <a:pt x="0" y="145"/>
                    <a:pt x="0" y="379"/>
                  </a:cubicBezTo>
                  <a:cubicBezTo>
                    <a:pt x="0" y="747"/>
                    <a:pt x="168" y="1115"/>
                    <a:pt x="369" y="1115"/>
                  </a:cubicBezTo>
                  <a:cubicBezTo>
                    <a:pt x="570" y="1115"/>
                    <a:pt x="620" y="797"/>
                    <a:pt x="570" y="512"/>
                  </a:cubicBezTo>
                  <a:cubicBezTo>
                    <a:pt x="519" y="261"/>
                    <a:pt x="369" y="44"/>
                    <a:pt x="252" y="10"/>
                  </a:cubicBezTo>
                  <a:cubicBezTo>
                    <a:pt x="234" y="4"/>
                    <a:pt x="217" y="1"/>
                    <a:pt x="2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2" name="Google Shape;11422;p35"/>
            <p:cNvSpPr/>
            <p:nvPr/>
          </p:nvSpPr>
          <p:spPr>
            <a:xfrm>
              <a:off x="5648308" y="2934885"/>
              <a:ext cx="274342" cy="530271"/>
            </a:xfrm>
            <a:custGeom>
              <a:avLst/>
              <a:gdLst/>
              <a:ahLst/>
              <a:cxnLst/>
              <a:rect l="l" t="t" r="r" b="b"/>
              <a:pathLst>
                <a:path w="3248" h="6278" extrusionOk="0">
                  <a:moveTo>
                    <a:pt x="3247" y="0"/>
                  </a:moveTo>
                  <a:lnTo>
                    <a:pt x="3247" y="0"/>
                  </a:lnTo>
                  <a:cubicBezTo>
                    <a:pt x="3247" y="1"/>
                    <a:pt x="2226" y="3315"/>
                    <a:pt x="0" y="6177"/>
                  </a:cubicBezTo>
                  <a:cubicBezTo>
                    <a:pt x="586" y="6227"/>
                    <a:pt x="1172" y="6277"/>
                    <a:pt x="1774" y="6277"/>
                  </a:cubicBezTo>
                  <a:cubicBezTo>
                    <a:pt x="2996" y="3767"/>
                    <a:pt x="3247" y="1"/>
                    <a:pt x="324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3" name="Google Shape;11423;p35"/>
            <p:cNvSpPr/>
            <p:nvPr/>
          </p:nvSpPr>
          <p:spPr>
            <a:xfrm>
              <a:off x="6239230" y="2417702"/>
              <a:ext cx="215048" cy="124248"/>
            </a:xfrm>
            <a:custGeom>
              <a:avLst/>
              <a:gdLst/>
              <a:ahLst/>
              <a:cxnLst/>
              <a:rect l="l" t="t" r="r" b="b"/>
              <a:pathLst>
                <a:path w="2546" h="1471" extrusionOk="0">
                  <a:moveTo>
                    <a:pt x="1806" y="1"/>
                  </a:moveTo>
                  <a:cubicBezTo>
                    <a:pt x="1574" y="1"/>
                    <a:pt x="1321" y="28"/>
                    <a:pt x="1106" y="114"/>
                  </a:cubicBezTo>
                  <a:cubicBezTo>
                    <a:pt x="520" y="365"/>
                    <a:pt x="1" y="1386"/>
                    <a:pt x="1" y="1386"/>
                  </a:cubicBezTo>
                  <a:lnTo>
                    <a:pt x="1892" y="1470"/>
                  </a:lnTo>
                  <a:lnTo>
                    <a:pt x="2545" y="81"/>
                  </a:lnTo>
                  <a:cubicBezTo>
                    <a:pt x="2545" y="81"/>
                    <a:pt x="2205" y="1"/>
                    <a:pt x="1806"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4" name="Google Shape;11424;p35"/>
            <p:cNvSpPr/>
            <p:nvPr/>
          </p:nvSpPr>
          <p:spPr>
            <a:xfrm>
              <a:off x="6509266" y="1338738"/>
              <a:ext cx="67234" cy="133877"/>
            </a:xfrm>
            <a:custGeom>
              <a:avLst/>
              <a:gdLst/>
              <a:ahLst/>
              <a:cxnLst/>
              <a:rect l="l" t="t" r="r" b="b"/>
              <a:pathLst>
                <a:path w="796" h="1585" extrusionOk="0">
                  <a:moveTo>
                    <a:pt x="416" y="0"/>
                  </a:moveTo>
                  <a:cubicBezTo>
                    <a:pt x="330" y="0"/>
                    <a:pt x="243" y="51"/>
                    <a:pt x="185" y="184"/>
                  </a:cubicBezTo>
                  <a:cubicBezTo>
                    <a:pt x="18" y="569"/>
                    <a:pt x="1" y="1071"/>
                    <a:pt x="269" y="1422"/>
                  </a:cubicBezTo>
                  <a:cubicBezTo>
                    <a:pt x="358" y="1540"/>
                    <a:pt x="442" y="1585"/>
                    <a:pt x="514" y="1585"/>
                  </a:cubicBezTo>
                  <a:cubicBezTo>
                    <a:pt x="696" y="1585"/>
                    <a:pt x="796" y="1292"/>
                    <a:pt x="687" y="1171"/>
                  </a:cubicBezTo>
                  <a:cubicBezTo>
                    <a:pt x="537" y="1021"/>
                    <a:pt x="587" y="636"/>
                    <a:pt x="670" y="351"/>
                  </a:cubicBezTo>
                  <a:cubicBezTo>
                    <a:pt x="736" y="186"/>
                    <a:pt x="579" y="0"/>
                    <a:pt x="416"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5" name="Google Shape;11425;p35"/>
            <p:cNvSpPr/>
            <p:nvPr/>
          </p:nvSpPr>
          <p:spPr>
            <a:xfrm>
              <a:off x="6547445" y="1377677"/>
              <a:ext cx="67319" cy="134130"/>
            </a:xfrm>
            <a:custGeom>
              <a:avLst/>
              <a:gdLst/>
              <a:ahLst/>
              <a:cxnLst/>
              <a:rect l="l" t="t" r="r" b="b"/>
              <a:pathLst>
                <a:path w="797" h="1588" extrusionOk="0">
                  <a:moveTo>
                    <a:pt x="415" y="0"/>
                  </a:moveTo>
                  <a:cubicBezTo>
                    <a:pt x="330" y="0"/>
                    <a:pt x="243" y="53"/>
                    <a:pt x="185" y="191"/>
                  </a:cubicBezTo>
                  <a:cubicBezTo>
                    <a:pt x="34" y="560"/>
                    <a:pt x="1" y="1062"/>
                    <a:pt x="285" y="1430"/>
                  </a:cubicBezTo>
                  <a:cubicBezTo>
                    <a:pt x="367" y="1544"/>
                    <a:pt x="445" y="1587"/>
                    <a:pt x="513" y="1587"/>
                  </a:cubicBezTo>
                  <a:cubicBezTo>
                    <a:pt x="694" y="1587"/>
                    <a:pt x="797" y="1277"/>
                    <a:pt x="687" y="1179"/>
                  </a:cubicBezTo>
                  <a:cubicBezTo>
                    <a:pt x="553" y="1028"/>
                    <a:pt x="587" y="627"/>
                    <a:pt x="670" y="359"/>
                  </a:cubicBezTo>
                  <a:cubicBezTo>
                    <a:pt x="736" y="194"/>
                    <a:pt x="579" y="0"/>
                    <a:pt x="415"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6" name="Google Shape;11426;p35"/>
            <p:cNvSpPr/>
            <p:nvPr/>
          </p:nvSpPr>
          <p:spPr>
            <a:xfrm>
              <a:off x="6589931" y="1432833"/>
              <a:ext cx="69261" cy="132272"/>
            </a:xfrm>
            <a:custGeom>
              <a:avLst/>
              <a:gdLst/>
              <a:ahLst/>
              <a:cxnLst/>
              <a:rect l="l" t="t" r="r" b="b"/>
              <a:pathLst>
                <a:path w="820" h="1566" extrusionOk="0">
                  <a:moveTo>
                    <a:pt x="430" y="0"/>
                  </a:moveTo>
                  <a:cubicBezTo>
                    <a:pt x="346" y="0"/>
                    <a:pt x="258" y="53"/>
                    <a:pt x="201" y="191"/>
                  </a:cubicBezTo>
                  <a:cubicBezTo>
                    <a:pt x="34" y="559"/>
                    <a:pt x="0" y="1062"/>
                    <a:pt x="285" y="1413"/>
                  </a:cubicBezTo>
                  <a:cubicBezTo>
                    <a:pt x="377" y="1523"/>
                    <a:pt x="462" y="1566"/>
                    <a:pt x="534" y="1566"/>
                  </a:cubicBezTo>
                  <a:cubicBezTo>
                    <a:pt x="724" y="1566"/>
                    <a:pt x="820" y="1271"/>
                    <a:pt x="686" y="1162"/>
                  </a:cubicBezTo>
                  <a:cubicBezTo>
                    <a:pt x="552" y="1028"/>
                    <a:pt x="586" y="626"/>
                    <a:pt x="670" y="359"/>
                  </a:cubicBezTo>
                  <a:cubicBezTo>
                    <a:pt x="746" y="194"/>
                    <a:pt x="593" y="0"/>
                    <a:pt x="430"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7" name="Google Shape;11427;p35"/>
            <p:cNvSpPr/>
            <p:nvPr/>
          </p:nvSpPr>
          <p:spPr>
            <a:xfrm>
              <a:off x="6792057" y="1488411"/>
              <a:ext cx="41134" cy="89364"/>
            </a:xfrm>
            <a:custGeom>
              <a:avLst/>
              <a:gdLst/>
              <a:ahLst/>
              <a:cxnLst/>
              <a:rect l="l" t="t" r="r" b="b"/>
              <a:pathLst>
                <a:path w="487" h="1058" extrusionOk="0">
                  <a:moveTo>
                    <a:pt x="94" y="1"/>
                  </a:moveTo>
                  <a:cubicBezTo>
                    <a:pt x="90" y="1"/>
                    <a:pt x="87" y="1"/>
                    <a:pt x="84" y="2"/>
                  </a:cubicBezTo>
                  <a:cubicBezTo>
                    <a:pt x="1" y="35"/>
                    <a:pt x="1" y="303"/>
                    <a:pt x="84" y="571"/>
                  </a:cubicBezTo>
                  <a:cubicBezTo>
                    <a:pt x="165" y="861"/>
                    <a:pt x="307" y="1057"/>
                    <a:pt x="392" y="1057"/>
                  </a:cubicBezTo>
                  <a:cubicBezTo>
                    <a:pt x="396" y="1057"/>
                    <a:pt x="399" y="1057"/>
                    <a:pt x="402" y="1056"/>
                  </a:cubicBezTo>
                  <a:cubicBezTo>
                    <a:pt x="486" y="1040"/>
                    <a:pt x="486" y="772"/>
                    <a:pt x="402" y="487"/>
                  </a:cubicBezTo>
                  <a:cubicBezTo>
                    <a:pt x="322" y="213"/>
                    <a:pt x="179" y="1"/>
                    <a:pt x="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8" name="Google Shape;11428;p35"/>
            <p:cNvSpPr/>
            <p:nvPr/>
          </p:nvSpPr>
          <p:spPr>
            <a:xfrm>
              <a:off x="6663416" y="1477177"/>
              <a:ext cx="96206" cy="79313"/>
            </a:xfrm>
            <a:custGeom>
              <a:avLst/>
              <a:gdLst/>
              <a:ahLst/>
              <a:cxnLst/>
              <a:rect l="l" t="t" r="r" b="b"/>
              <a:pathLst>
                <a:path w="1139" h="939" extrusionOk="0">
                  <a:moveTo>
                    <a:pt x="252" y="1"/>
                  </a:moveTo>
                  <a:cubicBezTo>
                    <a:pt x="34" y="1"/>
                    <a:pt x="0" y="202"/>
                    <a:pt x="185" y="470"/>
                  </a:cubicBezTo>
                  <a:cubicBezTo>
                    <a:pt x="369" y="721"/>
                    <a:pt x="687" y="938"/>
                    <a:pt x="888" y="938"/>
                  </a:cubicBezTo>
                  <a:cubicBezTo>
                    <a:pt x="1105" y="905"/>
                    <a:pt x="1139" y="704"/>
                    <a:pt x="955" y="453"/>
                  </a:cubicBezTo>
                  <a:cubicBezTo>
                    <a:pt x="770" y="202"/>
                    <a:pt x="452" y="1"/>
                    <a:pt x="2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9" name="Google Shape;11429;p35"/>
            <p:cNvSpPr/>
            <p:nvPr/>
          </p:nvSpPr>
          <p:spPr>
            <a:xfrm>
              <a:off x="6705818" y="1393810"/>
              <a:ext cx="80664" cy="84887"/>
            </a:xfrm>
            <a:custGeom>
              <a:avLst/>
              <a:gdLst/>
              <a:ahLst/>
              <a:cxnLst/>
              <a:rect l="l" t="t" r="r" b="b"/>
              <a:pathLst>
                <a:path w="955" h="1005" extrusionOk="0">
                  <a:moveTo>
                    <a:pt x="335" y="0"/>
                  </a:moveTo>
                  <a:cubicBezTo>
                    <a:pt x="101" y="0"/>
                    <a:pt x="1" y="235"/>
                    <a:pt x="84" y="503"/>
                  </a:cubicBezTo>
                  <a:cubicBezTo>
                    <a:pt x="168" y="770"/>
                    <a:pt x="419" y="1005"/>
                    <a:pt x="620" y="1005"/>
                  </a:cubicBezTo>
                  <a:cubicBezTo>
                    <a:pt x="838" y="1005"/>
                    <a:pt x="955" y="770"/>
                    <a:pt x="871" y="503"/>
                  </a:cubicBezTo>
                  <a:cubicBezTo>
                    <a:pt x="787" y="235"/>
                    <a:pt x="536"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0" name="Google Shape;11430;p35"/>
            <p:cNvSpPr/>
            <p:nvPr/>
          </p:nvSpPr>
          <p:spPr>
            <a:xfrm>
              <a:off x="6604037" y="1330714"/>
              <a:ext cx="90546" cy="77454"/>
            </a:xfrm>
            <a:custGeom>
              <a:avLst/>
              <a:gdLst/>
              <a:ahLst/>
              <a:cxnLst/>
              <a:rect l="l" t="t" r="r" b="b"/>
              <a:pathLst>
                <a:path w="1072" h="917" extrusionOk="0">
                  <a:moveTo>
                    <a:pt x="565" y="1"/>
                  </a:moveTo>
                  <a:cubicBezTo>
                    <a:pt x="377" y="1"/>
                    <a:pt x="193" y="115"/>
                    <a:pt x="101" y="312"/>
                  </a:cubicBezTo>
                  <a:cubicBezTo>
                    <a:pt x="0" y="563"/>
                    <a:pt x="101" y="814"/>
                    <a:pt x="352" y="898"/>
                  </a:cubicBezTo>
                  <a:cubicBezTo>
                    <a:pt x="396" y="911"/>
                    <a:pt x="442" y="917"/>
                    <a:pt x="488" y="917"/>
                  </a:cubicBezTo>
                  <a:cubicBezTo>
                    <a:pt x="687" y="917"/>
                    <a:pt x="890" y="804"/>
                    <a:pt x="971" y="614"/>
                  </a:cubicBezTo>
                  <a:cubicBezTo>
                    <a:pt x="1072" y="396"/>
                    <a:pt x="971" y="111"/>
                    <a:pt x="720" y="28"/>
                  </a:cubicBezTo>
                  <a:cubicBezTo>
                    <a:pt x="670" y="10"/>
                    <a:pt x="617" y="1"/>
                    <a:pt x="5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1" name="Google Shape;11431;p35"/>
            <p:cNvSpPr/>
            <p:nvPr/>
          </p:nvSpPr>
          <p:spPr>
            <a:xfrm>
              <a:off x="6717136" y="1299630"/>
              <a:ext cx="66558" cy="71288"/>
            </a:xfrm>
            <a:custGeom>
              <a:avLst/>
              <a:gdLst/>
              <a:ahLst/>
              <a:cxnLst/>
              <a:rect l="l" t="t" r="r" b="b"/>
              <a:pathLst>
                <a:path w="788" h="844" extrusionOk="0">
                  <a:moveTo>
                    <a:pt x="225" y="0"/>
                  </a:moveTo>
                  <a:cubicBezTo>
                    <a:pt x="191" y="0"/>
                    <a:pt x="160" y="9"/>
                    <a:pt x="134" y="27"/>
                  </a:cubicBezTo>
                  <a:cubicBezTo>
                    <a:pt x="1" y="111"/>
                    <a:pt x="34" y="362"/>
                    <a:pt x="168" y="563"/>
                  </a:cubicBezTo>
                  <a:cubicBezTo>
                    <a:pt x="283" y="742"/>
                    <a:pt x="438" y="843"/>
                    <a:pt x="556" y="843"/>
                  </a:cubicBezTo>
                  <a:cubicBezTo>
                    <a:pt x="593" y="843"/>
                    <a:pt x="626" y="834"/>
                    <a:pt x="653" y="814"/>
                  </a:cubicBezTo>
                  <a:cubicBezTo>
                    <a:pt x="787" y="730"/>
                    <a:pt x="754" y="479"/>
                    <a:pt x="620" y="278"/>
                  </a:cubicBezTo>
                  <a:cubicBezTo>
                    <a:pt x="502" y="109"/>
                    <a:pt x="344" y="0"/>
                    <a:pt x="2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2" name="Google Shape;11432;p35"/>
            <p:cNvSpPr/>
            <p:nvPr/>
          </p:nvSpPr>
          <p:spPr>
            <a:xfrm>
              <a:off x="6736901" y="1306134"/>
              <a:ext cx="41134" cy="62251"/>
            </a:xfrm>
            <a:custGeom>
              <a:avLst/>
              <a:gdLst/>
              <a:ahLst/>
              <a:cxnLst/>
              <a:rect l="l" t="t" r="r" b="b"/>
              <a:pathLst>
                <a:path w="487" h="737" extrusionOk="0">
                  <a:moveTo>
                    <a:pt x="68" y="1"/>
                  </a:moveTo>
                  <a:cubicBezTo>
                    <a:pt x="68" y="34"/>
                    <a:pt x="85" y="34"/>
                    <a:pt x="85" y="51"/>
                  </a:cubicBezTo>
                  <a:cubicBezTo>
                    <a:pt x="202" y="235"/>
                    <a:pt x="235" y="453"/>
                    <a:pt x="135" y="503"/>
                  </a:cubicBezTo>
                  <a:cubicBezTo>
                    <a:pt x="85" y="536"/>
                    <a:pt x="34" y="536"/>
                    <a:pt x="1" y="536"/>
                  </a:cubicBezTo>
                  <a:cubicBezTo>
                    <a:pt x="99" y="659"/>
                    <a:pt x="215" y="736"/>
                    <a:pt x="303" y="736"/>
                  </a:cubicBezTo>
                  <a:cubicBezTo>
                    <a:pt x="335" y="736"/>
                    <a:pt x="363" y="726"/>
                    <a:pt x="386" y="704"/>
                  </a:cubicBezTo>
                  <a:cubicBezTo>
                    <a:pt x="486" y="620"/>
                    <a:pt x="486" y="402"/>
                    <a:pt x="352" y="235"/>
                  </a:cubicBezTo>
                  <a:cubicBezTo>
                    <a:pt x="269" y="118"/>
                    <a:pt x="168" y="34"/>
                    <a:pt x="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3" name="Google Shape;11433;p35"/>
            <p:cNvSpPr/>
            <p:nvPr/>
          </p:nvSpPr>
          <p:spPr>
            <a:xfrm>
              <a:off x="6756750" y="1597372"/>
              <a:ext cx="43753" cy="99500"/>
            </a:xfrm>
            <a:custGeom>
              <a:avLst/>
              <a:gdLst/>
              <a:ahLst/>
              <a:cxnLst/>
              <a:rect l="l" t="t" r="r" b="b"/>
              <a:pathLst>
                <a:path w="518" h="1178" extrusionOk="0">
                  <a:moveTo>
                    <a:pt x="151" y="1"/>
                  </a:moveTo>
                  <a:lnTo>
                    <a:pt x="151" y="1"/>
                  </a:lnTo>
                  <a:cubicBezTo>
                    <a:pt x="352" y="436"/>
                    <a:pt x="0" y="1106"/>
                    <a:pt x="268" y="1172"/>
                  </a:cubicBezTo>
                  <a:cubicBezTo>
                    <a:pt x="280" y="1176"/>
                    <a:pt x="291" y="1178"/>
                    <a:pt x="301" y="1178"/>
                  </a:cubicBezTo>
                  <a:cubicBezTo>
                    <a:pt x="517" y="1178"/>
                    <a:pt x="318" y="344"/>
                    <a:pt x="318" y="168"/>
                  </a:cubicBezTo>
                  <a:lnTo>
                    <a:pt x="1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4" name="Google Shape;11434;p35"/>
            <p:cNvSpPr/>
            <p:nvPr/>
          </p:nvSpPr>
          <p:spPr>
            <a:xfrm>
              <a:off x="6818917" y="1618573"/>
              <a:ext cx="43922" cy="124924"/>
            </a:xfrm>
            <a:custGeom>
              <a:avLst/>
              <a:gdLst/>
              <a:ahLst/>
              <a:cxnLst/>
              <a:rect l="l" t="t" r="r" b="b"/>
              <a:pathLst>
                <a:path w="520" h="1479" extrusionOk="0">
                  <a:moveTo>
                    <a:pt x="135" y="1"/>
                  </a:moveTo>
                  <a:cubicBezTo>
                    <a:pt x="352" y="536"/>
                    <a:pt x="1" y="1390"/>
                    <a:pt x="268" y="1474"/>
                  </a:cubicBezTo>
                  <a:cubicBezTo>
                    <a:pt x="278" y="1477"/>
                    <a:pt x="287" y="1478"/>
                    <a:pt x="295" y="1478"/>
                  </a:cubicBezTo>
                  <a:cubicBezTo>
                    <a:pt x="520" y="1478"/>
                    <a:pt x="302" y="428"/>
                    <a:pt x="302" y="202"/>
                  </a:cubicBezTo>
                  <a:lnTo>
                    <a:pt x="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5" name="Google Shape;11435;p35"/>
            <p:cNvSpPr/>
            <p:nvPr/>
          </p:nvSpPr>
          <p:spPr>
            <a:xfrm>
              <a:off x="6650662" y="1501250"/>
              <a:ext cx="123150" cy="104737"/>
            </a:xfrm>
            <a:custGeom>
              <a:avLst/>
              <a:gdLst/>
              <a:ahLst/>
              <a:cxnLst/>
              <a:rect l="l" t="t" r="r" b="b"/>
              <a:pathLst>
                <a:path w="1458" h="1240" extrusionOk="0">
                  <a:moveTo>
                    <a:pt x="1" y="1"/>
                  </a:moveTo>
                  <a:lnTo>
                    <a:pt x="1" y="1"/>
                  </a:lnTo>
                  <a:cubicBezTo>
                    <a:pt x="363" y="594"/>
                    <a:pt x="349" y="1238"/>
                    <a:pt x="632" y="1238"/>
                  </a:cubicBezTo>
                  <a:cubicBezTo>
                    <a:pt x="675" y="1238"/>
                    <a:pt x="727" y="1223"/>
                    <a:pt x="788" y="1189"/>
                  </a:cubicBezTo>
                  <a:cubicBezTo>
                    <a:pt x="861" y="1148"/>
                    <a:pt x="944" y="1133"/>
                    <a:pt x="1026" y="1133"/>
                  </a:cubicBezTo>
                  <a:cubicBezTo>
                    <a:pt x="1245" y="1133"/>
                    <a:pt x="1457" y="1239"/>
                    <a:pt x="1457" y="1239"/>
                  </a:cubicBezTo>
                  <a:lnTo>
                    <a:pt x="68" y="1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6" name="Google Shape;11436;p35"/>
            <p:cNvSpPr/>
            <p:nvPr/>
          </p:nvSpPr>
          <p:spPr>
            <a:xfrm>
              <a:off x="6613919" y="1333332"/>
              <a:ext cx="77877" cy="57690"/>
            </a:xfrm>
            <a:custGeom>
              <a:avLst/>
              <a:gdLst/>
              <a:ahLst/>
              <a:cxnLst/>
              <a:rect l="l" t="t" r="r" b="b"/>
              <a:pathLst>
                <a:path w="922" h="683" extrusionOk="0">
                  <a:moveTo>
                    <a:pt x="445" y="1"/>
                  </a:moveTo>
                  <a:cubicBezTo>
                    <a:pt x="270" y="1"/>
                    <a:pt x="98" y="102"/>
                    <a:pt x="34" y="281"/>
                  </a:cubicBezTo>
                  <a:cubicBezTo>
                    <a:pt x="1" y="348"/>
                    <a:pt x="1" y="465"/>
                    <a:pt x="17" y="549"/>
                  </a:cubicBezTo>
                  <a:cubicBezTo>
                    <a:pt x="100" y="443"/>
                    <a:pt x="223" y="379"/>
                    <a:pt x="353" y="379"/>
                  </a:cubicBezTo>
                  <a:cubicBezTo>
                    <a:pt x="408" y="379"/>
                    <a:pt x="465" y="390"/>
                    <a:pt x="519" y="415"/>
                  </a:cubicBezTo>
                  <a:cubicBezTo>
                    <a:pt x="637" y="465"/>
                    <a:pt x="720" y="566"/>
                    <a:pt x="771" y="683"/>
                  </a:cubicBezTo>
                  <a:cubicBezTo>
                    <a:pt x="787" y="649"/>
                    <a:pt x="804" y="633"/>
                    <a:pt x="838" y="583"/>
                  </a:cubicBezTo>
                  <a:cubicBezTo>
                    <a:pt x="921" y="365"/>
                    <a:pt x="838" y="114"/>
                    <a:pt x="603" y="30"/>
                  </a:cubicBezTo>
                  <a:cubicBezTo>
                    <a:pt x="552" y="10"/>
                    <a:pt x="498" y="1"/>
                    <a:pt x="44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7" name="Google Shape;11437;p35"/>
            <p:cNvSpPr/>
            <p:nvPr/>
          </p:nvSpPr>
          <p:spPr>
            <a:xfrm>
              <a:off x="6530129" y="1210435"/>
              <a:ext cx="140465" cy="71542"/>
            </a:xfrm>
            <a:custGeom>
              <a:avLst/>
              <a:gdLst/>
              <a:ahLst/>
              <a:cxnLst/>
              <a:rect l="l" t="t" r="r" b="b"/>
              <a:pathLst>
                <a:path w="1663" h="847" extrusionOk="0">
                  <a:moveTo>
                    <a:pt x="1567" y="1"/>
                  </a:moveTo>
                  <a:cubicBezTo>
                    <a:pt x="1399" y="1"/>
                    <a:pt x="843" y="218"/>
                    <a:pt x="340" y="514"/>
                  </a:cubicBezTo>
                  <a:cubicBezTo>
                    <a:pt x="0" y="708"/>
                    <a:pt x="144" y="846"/>
                    <a:pt x="404" y="846"/>
                  </a:cubicBezTo>
                  <a:cubicBezTo>
                    <a:pt x="592" y="846"/>
                    <a:pt x="841" y="774"/>
                    <a:pt x="1009" y="598"/>
                  </a:cubicBezTo>
                  <a:cubicBezTo>
                    <a:pt x="1126" y="447"/>
                    <a:pt x="1662" y="62"/>
                    <a:pt x="1612" y="12"/>
                  </a:cubicBezTo>
                  <a:cubicBezTo>
                    <a:pt x="1604" y="4"/>
                    <a:pt x="1589" y="1"/>
                    <a:pt x="1567"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8" name="Google Shape;11438;p35"/>
            <p:cNvSpPr/>
            <p:nvPr/>
          </p:nvSpPr>
          <p:spPr>
            <a:xfrm>
              <a:off x="6693063" y="1195907"/>
              <a:ext cx="70782" cy="24073"/>
            </a:xfrm>
            <a:custGeom>
              <a:avLst/>
              <a:gdLst/>
              <a:ahLst/>
              <a:cxnLst/>
              <a:rect l="l" t="t" r="r" b="b"/>
              <a:pathLst>
                <a:path w="838" h="285" extrusionOk="0">
                  <a:moveTo>
                    <a:pt x="419" y="0"/>
                  </a:moveTo>
                  <a:cubicBezTo>
                    <a:pt x="185" y="0"/>
                    <a:pt x="1" y="67"/>
                    <a:pt x="1" y="151"/>
                  </a:cubicBezTo>
                  <a:cubicBezTo>
                    <a:pt x="1" y="218"/>
                    <a:pt x="185" y="285"/>
                    <a:pt x="419" y="285"/>
                  </a:cubicBezTo>
                  <a:cubicBezTo>
                    <a:pt x="654" y="285"/>
                    <a:pt x="838" y="218"/>
                    <a:pt x="838" y="151"/>
                  </a:cubicBezTo>
                  <a:cubicBezTo>
                    <a:pt x="838" y="67"/>
                    <a:pt x="654" y="0"/>
                    <a:pt x="41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9" name="Google Shape;11439;p35"/>
            <p:cNvSpPr/>
            <p:nvPr/>
          </p:nvSpPr>
          <p:spPr>
            <a:xfrm>
              <a:off x="6722795" y="1400905"/>
              <a:ext cx="58027" cy="72133"/>
            </a:xfrm>
            <a:custGeom>
              <a:avLst/>
              <a:gdLst/>
              <a:ahLst/>
              <a:cxnLst/>
              <a:rect l="l" t="t" r="r" b="b"/>
              <a:pathLst>
                <a:path w="687" h="854" extrusionOk="0">
                  <a:moveTo>
                    <a:pt x="252" y="0"/>
                  </a:moveTo>
                  <a:cubicBezTo>
                    <a:pt x="302" y="67"/>
                    <a:pt x="318" y="117"/>
                    <a:pt x="335" y="184"/>
                  </a:cubicBezTo>
                  <a:cubicBezTo>
                    <a:pt x="402" y="435"/>
                    <a:pt x="318" y="619"/>
                    <a:pt x="101" y="619"/>
                  </a:cubicBezTo>
                  <a:cubicBezTo>
                    <a:pt x="67" y="619"/>
                    <a:pt x="17" y="619"/>
                    <a:pt x="0" y="603"/>
                  </a:cubicBezTo>
                  <a:lnTo>
                    <a:pt x="0" y="603"/>
                  </a:lnTo>
                  <a:cubicBezTo>
                    <a:pt x="101" y="753"/>
                    <a:pt x="252" y="854"/>
                    <a:pt x="402" y="854"/>
                  </a:cubicBezTo>
                  <a:cubicBezTo>
                    <a:pt x="603" y="854"/>
                    <a:pt x="687" y="670"/>
                    <a:pt x="637" y="419"/>
                  </a:cubicBezTo>
                  <a:cubicBezTo>
                    <a:pt x="570" y="234"/>
                    <a:pt x="419" y="67"/>
                    <a:pt x="25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0" name="Google Shape;11440;p35"/>
            <p:cNvSpPr/>
            <p:nvPr/>
          </p:nvSpPr>
          <p:spPr>
            <a:xfrm>
              <a:off x="6695935" y="1484272"/>
              <a:ext cx="59463" cy="66558"/>
            </a:xfrm>
            <a:custGeom>
              <a:avLst/>
              <a:gdLst/>
              <a:ahLst/>
              <a:cxnLst/>
              <a:rect l="l" t="t" r="r" b="b"/>
              <a:pathLst>
                <a:path w="704" h="788" extrusionOk="0">
                  <a:moveTo>
                    <a:pt x="51" y="1"/>
                  </a:moveTo>
                  <a:cubicBezTo>
                    <a:pt x="101" y="34"/>
                    <a:pt x="151" y="101"/>
                    <a:pt x="201" y="168"/>
                  </a:cubicBezTo>
                  <a:cubicBezTo>
                    <a:pt x="335" y="386"/>
                    <a:pt x="318" y="553"/>
                    <a:pt x="134" y="587"/>
                  </a:cubicBezTo>
                  <a:cubicBezTo>
                    <a:pt x="84" y="587"/>
                    <a:pt x="51" y="587"/>
                    <a:pt x="0" y="553"/>
                  </a:cubicBezTo>
                  <a:lnTo>
                    <a:pt x="0" y="553"/>
                  </a:lnTo>
                  <a:cubicBezTo>
                    <a:pt x="151" y="704"/>
                    <a:pt x="335" y="787"/>
                    <a:pt x="469" y="787"/>
                  </a:cubicBezTo>
                  <a:cubicBezTo>
                    <a:pt x="670" y="771"/>
                    <a:pt x="703" y="603"/>
                    <a:pt x="553" y="369"/>
                  </a:cubicBezTo>
                  <a:cubicBezTo>
                    <a:pt x="419" y="185"/>
                    <a:pt x="218" y="34"/>
                    <a:pt x="51"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1" name="Google Shape;11441;p35"/>
            <p:cNvSpPr/>
            <p:nvPr/>
          </p:nvSpPr>
          <p:spPr>
            <a:xfrm>
              <a:off x="6804811" y="1499814"/>
              <a:ext cx="24073" cy="68079"/>
            </a:xfrm>
            <a:custGeom>
              <a:avLst/>
              <a:gdLst/>
              <a:ahLst/>
              <a:cxnLst/>
              <a:rect l="l" t="t" r="r" b="b"/>
              <a:pathLst>
                <a:path w="285" h="806" extrusionOk="0">
                  <a:moveTo>
                    <a:pt x="34" y="1"/>
                  </a:moveTo>
                  <a:lnTo>
                    <a:pt x="34" y="1"/>
                  </a:lnTo>
                  <a:cubicBezTo>
                    <a:pt x="51" y="34"/>
                    <a:pt x="51" y="51"/>
                    <a:pt x="84" y="101"/>
                  </a:cubicBezTo>
                  <a:cubicBezTo>
                    <a:pt x="134" y="336"/>
                    <a:pt x="134" y="536"/>
                    <a:pt x="84" y="570"/>
                  </a:cubicBezTo>
                  <a:cubicBezTo>
                    <a:pt x="51" y="570"/>
                    <a:pt x="34" y="570"/>
                    <a:pt x="0" y="520"/>
                  </a:cubicBezTo>
                  <a:lnTo>
                    <a:pt x="0" y="520"/>
                  </a:lnTo>
                  <a:cubicBezTo>
                    <a:pt x="51" y="704"/>
                    <a:pt x="168" y="804"/>
                    <a:pt x="218" y="804"/>
                  </a:cubicBezTo>
                  <a:cubicBezTo>
                    <a:pt x="220" y="805"/>
                    <a:pt x="223" y="805"/>
                    <a:pt x="225" y="805"/>
                  </a:cubicBezTo>
                  <a:cubicBezTo>
                    <a:pt x="285" y="805"/>
                    <a:pt x="282" y="594"/>
                    <a:pt x="218" y="352"/>
                  </a:cubicBezTo>
                  <a:cubicBezTo>
                    <a:pt x="184" y="185"/>
                    <a:pt x="101" y="68"/>
                    <a:pt x="3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2" name="Google Shape;11442;p35"/>
            <p:cNvSpPr/>
            <p:nvPr/>
          </p:nvSpPr>
          <p:spPr>
            <a:xfrm>
              <a:off x="6776515" y="1338654"/>
              <a:ext cx="45358" cy="152797"/>
            </a:xfrm>
            <a:custGeom>
              <a:avLst/>
              <a:gdLst/>
              <a:ahLst/>
              <a:cxnLst/>
              <a:rect l="l" t="t" r="r" b="b"/>
              <a:pathLst>
                <a:path w="537" h="1809" extrusionOk="0">
                  <a:moveTo>
                    <a:pt x="118" y="1"/>
                  </a:moveTo>
                  <a:cubicBezTo>
                    <a:pt x="118" y="1"/>
                    <a:pt x="1" y="319"/>
                    <a:pt x="101" y="653"/>
                  </a:cubicBezTo>
                  <a:cubicBezTo>
                    <a:pt x="201" y="988"/>
                    <a:pt x="519" y="1808"/>
                    <a:pt x="519" y="1808"/>
                  </a:cubicBezTo>
                  <a:cubicBezTo>
                    <a:pt x="369" y="1022"/>
                    <a:pt x="536" y="988"/>
                    <a:pt x="469" y="687"/>
                  </a:cubicBezTo>
                  <a:cubicBezTo>
                    <a:pt x="419" y="402"/>
                    <a:pt x="118" y="1"/>
                    <a:pt x="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extBox 6">
            <a:extLst>
              <a:ext uri="{FF2B5EF4-FFF2-40B4-BE49-F238E27FC236}">
                <a16:creationId xmlns:a16="http://schemas.microsoft.com/office/drawing/2014/main" id="{72DE9242-CF20-1885-E20A-C1B8D9C9455C}"/>
              </a:ext>
            </a:extLst>
          </p:cNvPr>
          <p:cNvSpPr txBox="1"/>
          <p:nvPr/>
        </p:nvSpPr>
        <p:spPr>
          <a:xfrm>
            <a:off x="1176900" y="1339610"/>
            <a:ext cx="5072742" cy="1761893"/>
          </a:xfrm>
          <a:prstGeom prst="rect">
            <a:avLst/>
          </a:prstGeom>
          <a:noFill/>
        </p:spPr>
        <p:txBody>
          <a:bodyPr wrap="square">
            <a:spAutoFit/>
          </a:bodyPr>
          <a:lstStyle/>
          <a:p>
            <a:pPr>
              <a:lnSpc>
                <a:spcPct val="115000"/>
              </a:lnSpc>
              <a:spcAft>
                <a:spcPts val="800"/>
              </a:spcAft>
            </a:pPr>
            <a:r>
              <a:rPr lang="en-IN" sz="1100" b="1" kern="100">
                <a:effectLst/>
                <a:latin typeface="Calibri" panose="020F0502020204030204" pitchFamily="34" charset="0"/>
                <a:ea typeface="Calibri" panose="020F0502020204030204" pitchFamily="34" charset="0"/>
                <a:cs typeface="Times New Roman" panose="02020603050405020304" pitchFamily="18" charset="0"/>
              </a:rPr>
              <a:t>J. Bottom 5 Pizzas by Quantity</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SELECT pizza_name, count(distinct order_id) as  Total_Orders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FROM pizza_sales_excel_file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GROUP BY pizza_name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ORDER BY Total_Orders ASC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LIMIT 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705D25B9-A795-B88A-0AAE-266AAFB4D278}"/>
              </a:ext>
            </a:extLst>
          </p:cNvPr>
          <p:cNvSpPr txBox="1"/>
          <p:nvPr/>
        </p:nvSpPr>
        <p:spPr>
          <a:xfrm>
            <a:off x="1176900" y="3311214"/>
            <a:ext cx="5072742" cy="1761893"/>
          </a:xfrm>
          <a:prstGeom prst="rect">
            <a:avLst/>
          </a:prstGeom>
          <a:noFill/>
        </p:spPr>
        <p:txBody>
          <a:bodyPr wrap="square">
            <a:spAutoFit/>
          </a:bodyPr>
          <a:lstStyle/>
          <a:p>
            <a:pPr>
              <a:lnSpc>
                <a:spcPct val="115000"/>
              </a:lnSpc>
              <a:spcAft>
                <a:spcPts val="800"/>
              </a:spcAft>
            </a:pPr>
            <a:r>
              <a:rPr lang="en-IN" sz="1100" b="1" kern="100">
                <a:effectLst/>
                <a:latin typeface="Calibri" panose="020F0502020204030204" pitchFamily="34" charset="0"/>
                <a:ea typeface="Calibri" panose="020F0502020204030204" pitchFamily="34" charset="0"/>
                <a:cs typeface="Times New Roman" panose="02020603050405020304" pitchFamily="18" charset="0"/>
              </a:rPr>
              <a:t>L. Borrom 5 Pizzas by Total Orders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SELECT pizza_name, COUNT(DISTINCT order_id) AS Total_Orders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FROM pizza_sales_excel_file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GROUP BY pizza_name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ORDER BY Total_Orders ASC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100" kern="100">
                <a:effectLst/>
                <a:latin typeface="Calibri" panose="020F0502020204030204" pitchFamily="34" charset="0"/>
                <a:ea typeface="Calibri" panose="020F0502020204030204" pitchFamily="34" charset="0"/>
                <a:cs typeface="Times New Roman" panose="02020603050405020304" pitchFamily="18" charset="0"/>
              </a:rPr>
              <a:t>LIMIT 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44">
          <a:extLst>
            <a:ext uri="{FF2B5EF4-FFF2-40B4-BE49-F238E27FC236}">
              <a16:creationId xmlns:a16="http://schemas.microsoft.com/office/drawing/2014/main" id="{23E93D32-0CA0-4C47-B66B-83B2374D27F6}"/>
            </a:ext>
          </a:extLst>
        </p:cNvPr>
        <p:cNvGrpSpPr/>
        <p:nvPr/>
      </p:nvGrpSpPr>
      <p:grpSpPr>
        <a:xfrm>
          <a:off x="0" y="0"/>
          <a:ext cx="0" cy="0"/>
          <a:chOff x="0" y="0"/>
          <a:chExt cx="0" cy="0"/>
        </a:xfrm>
      </p:grpSpPr>
      <p:sp>
        <p:nvSpPr>
          <p:cNvPr id="11345" name="Google Shape;11345;p35">
            <a:extLst>
              <a:ext uri="{FF2B5EF4-FFF2-40B4-BE49-F238E27FC236}">
                <a16:creationId xmlns:a16="http://schemas.microsoft.com/office/drawing/2014/main" id="{7DFAA280-DC42-F75D-17F7-AED516906C4C}"/>
              </a:ext>
            </a:extLst>
          </p:cNvPr>
          <p:cNvSpPr txBox="1">
            <a:spLocks noGrp="1"/>
          </p:cNvSpPr>
          <p:nvPr>
            <p:ph type="title" idx="8"/>
          </p:nvPr>
        </p:nvSpPr>
        <p:spPr>
          <a:xfrm>
            <a:off x="1653750" y="539500"/>
            <a:ext cx="7717500" cy="59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a:solidFill>
                  <a:schemeClr val="accent5"/>
                </a:solidFill>
              </a:rPr>
              <a:t>Insights and Findings</a:t>
            </a:r>
            <a:endParaRPr>
              <a:solidFill>
                <a:schemeClr val="accent5"/>
              </a:solidFill>
            </a:endParaRPr>
          </a:p>
        </p:txBody>
      </p:sp>
      <p:sp>
        <p:nvSpPr>
          <p:cNvPr id="11354" name="Google Shape;11354;p35">
            <a:extLst>
              <a:ext uri="{FF2B5EF4-FFF2-40B4-BE49-F238E27FC236}">
                <a16:creationId xmlns:a16="http://schemas.microsoft.com/office/drawing/2014/main" id="{56974959-3D24-0E5C-E292-2247719C472F}"/>
              </a:ext>
            </a:extLst>
          </p:cNvPr>
          <p:cNvSpPr/>
          <p:nvPr/>
        </p:nvSpPr>
        <p:spPr>
          <a:xfrm>
            <a:off x="5143500" y="3783825"/>
            <a:ext cx="2823600" cy="490800"/>
          </a:xfrm>
          <a:prstGeom prst="ellipse">
            <a:avLst/>
          </a:prstGeom>
          <a:solidFill>
            <a:srgbClr val="F4CE89">
              <a:alpha val="360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55" name="Google Shape;11355;p35">
            <a:extLst>
              <a:ext uri="{FF2B5EF4-FFF2-40B4-BE49-F238E27FC236}">
                <a16:creationId xmlns:a16="http://schemas.microsoft.com/office/drawing/2014/main" id="{8327627F-F80F-4648-FDA2-41860E3B522B}"/>
              </a:ext>
            </a:extLst>
          </p:cNvPr>
          <p:cNvGrpSpPr/>
          <p:nvPr/>
        </p:nvGrpSpPr>
        <p:grpSpPr>
          <a:xfrm>
            <a:off x="7602583" y="2264229"/>
            <a:ext cx="1500578" cy="2018547"/>
            <a:chOff x="5419238" y="1185349"/>
            <a:chExt cx="2272122" cy="2923101"/>
          </a:xfrm>
        </p:grpSpPr>
        <p:sp>
          <p:nvSpPr>
            <p:cNvPr id="11356" name="Google Shape;11356;p35">
              <a:extLst>
                <a:ext uri="{FF2B5EF4-FFF2-40B4-BE49-F238E27FC236}">
                  <a16:creationId xmlns:a16="http://schemas.microsoft.com/office/drawing/2014/main" id="{16D9D7E0-215A-0CE1-EC51-89FC20655897}"/>
                </a:ext>
              </a:extLst>
            </p:cNvPr>
            <p:cNvSpPr/>
            <p:nvPr/>
          </p:nvSpPr>
          <p:spPr>
            <a:xfrm>
              <a:off x="7408487" y="2169964"/>
              <a:ext cx="258801" cy="216399"/>
            </a:xfrm>
            <a:custGeom>
              <a:avLst/>
              <a:gdLst/>
              <a:ahLst/>
              <a:cxnLst/>
              <a:rect l="l" t="t" r="r" b="b"/>
              <a:pathLst>
                <a:path w="3064" h="2562" extrusionOk="0">
                  <a:moveTo>
                    <a:pt x="921" y="1"/>
                  </a:moveTo>
                  <a:lnTo>
                    <a:pt x="1" y="2562"/>
                  </a:lnTo>
                  <a:lnTo>
                    <a:pt x="2143" y="2562"/>
                  </a:lnTo>
                  <a:lnTo>
                    <a:pt x="30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7" name="Google Shape;11357;p35">
              <a:extLst>
                <a:ext uri="{FF2B5EF4-FFF2-40B4-BE49-F238E27FC236}">
                  <a16:creationId xmlns:a16="http://schemas.microsoft.com/office/drawing/2014/main" id="{6DD914BA-F08B-0253-0F3F-0877B9C58DAB}"/>
                </a:ext>
              </a:extLst>
            </p:cNvPr>
            <p:cNvSpPr/>
            <p:nvPr/>
          </p:nvSpPr>
          <p:spPr>
            <a:xfrm>
              <a:off x="7131355" y="2169964"/>
              <a:ext cx="410162" cy="1153792"/>
            </a:xfrm>
            <a:custGeom>
              <a:avLst/>
              <a:gdLst/>
              <a:ahLst/>
              <a:cxnLst/>
              <a:rect l="l" t="t" r="r" b="b"/>
              <a:pathLst>
                <a:path w="4856" h="13660" extrusionOk="0">
                  <a:moveTo>
                    <a:pt x="4135" y="1"/>
                  </a:moveTo>
                  <a:lnTo>
                    <a:pt x="1" y="13660"/>
                  </a:lnTo>
                  <a:lnTo>
                    <a:pt x="704" y="13660"/>
                  </a:lnTo>
                  <a:lnTo>
                    <a:pt x="48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8" name="Google Shape;11358;p35">
              <a:extLst>
                <a:ext uri="{FF2B5EF4-FFF2-40B4-BE49-F238E27FC236}">
                  <a16:creationId xmlns:a16="http://schemas.microsoft.com/office/drawing/2014/main" id="{980BC638-F38C-E87D-96B5-A9A41D467FE0}"/>
                </a:ext>
              </a:extLst>
            </p:cNvPr>
            <p:cNvSpPr/>
            <p:nvPr/>
          </p:nvSpPr>
          <p:spPr>
            <a:xfrm>
              <a:off x="7282633" y="2169964"/>
              <a:ext cx="408726" cy="1153792"/>
            </a:xfrm>
            <a:custGeom>
              <a:avLst/>
              <a:gdLst/>
              <a:ahLst/>
              <a:cxnLst/>
              <a:rect l="l" t="t" r="r" b="b"/>
              <a:pathLst>
                <a:path w="4839" h="13660" extrusionOk="0">
                  <a:moveTo>
                    <a:pt x="4152" y="1"/>
                  </a:moveTo>
                  <a:lnTo>
                    <a:pt x="1" y="13660"/>
                  </a:lnTo>
                  <a:lnTo>
                    <a:pt x="721" y="13660"/>
                  </a:lnTo>
                  <a:lnTo>
                    <a:pt x="48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9" name="Google Shape;11359;p35">
              <a:extLst>
                <a:ext uri="{FF2B5EF4-FFF2-40B4-BE49-F238E27FC236}">
                  <a16:creationId xmlns:a16="http://schemas.microsoft.com/office/drawing/2014/main" id="{BDF95822-6D3C-5D34-9526-0470D7C30A90}"/>
                </a:ext>
              </a:extLst>
            </p:cNvPr>
            <p:cNvSpPr/>
            <p:nvPr/>
          </p:nvSpPr>
          <p:spPr>
            <a:xfrm>
              <a:off x="6186945" y="3090386"/>
              <a:ext cx="422832" cy="1005302"/>
            </a:xfrm>
            <a:custGeom>
              <a:avLst/>
              <a:gdLst/>
              <a:ahLst/>
              <a:cxnLst/>
              <a:rect l="l" t="t" r="r" b="b"/>
              <a:pathLst>
                <a:path w="5006" h="11902" extrusionOk="0">
                  <a:moveTo>
                    <a:pt x="904" y="1"/>
                  </a:moveTo>
                  <a:lnTo>
                    <a:pt x="1" y="11902"/>
                  </a:lnTo>
                  <a:lnTo>
                    <a:pt x="118" y="11902"/>
                  </a:lnTo>
                  <a:lnTo>
                    <a:pt x="5005" y="2947"/>
                  </a:lnTo>
                  <a:lnTo>
                    <a:pt x="9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0" name="Google Shape;11360;p35">
              <a:extLst>
                <a:ext uri="{FF2B5EF4-FFF2-40B4-BE49-F238E27FC236}">
                  <a16:creationId xmlns:a16="http://schemas.microsoft.com/office/drawing/2014/main" id="{BFEBF139-4EB7-6EBE-C5E6-680A16B5EC56}"/>
                </a:ext>
              </a:extLst>
            </p:cNvPr>
            <p:cNvSpPr/>
            <p:nvPr/>
          </p:nvSpPr>
          <p:spPr>
            <a:xfrm>
              <a:off x="6397603" y="1891481"/>
              <a:ext cx="763564" cy="452479"/>
            </a:xfrm>
            <a:custGeom>
              <a:avLst/>
              <a:gdLst/>
              <a:ahLst/>
              <a:cxnLst/>
              <a:rect l="l" t="t" r="r" b="b"/>
              <a:pathLst>
                <a:path w="9040" h="5357" extrusionOk="0">
                  <a:moveTo>
                    <a:pt x="3867" y="0"/>
                  </a:moveTo>
                  <a:lnTo>
                    <a:pt x="1" y="1842"/>
                  </a:lnTo>
                  <a:cubicBezTo>
                    <a:pt x="921" y="3348"/>
                    <a:pt x="5524" y="5357"/>
                    <a:pt x="5524" y="5357"/>
                  </a:cubicBezTo>
                  <a:lnTo>
                    <a:pt x="9039" y="1490"/>
                  </a:lnTo>
                  <a:cubicBezTo>
                    <a:pt x="6947" y="1088"/>
                    <a:pt x="4587" y="720"/>
                    <a:pt x="38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1" name="Google Shape;11361;p35">
              <a:extLst>
                <a:ext uri="{FF2B5EF4-FFF2-40B4-BE49-F238E27FC236}">
                  <a16:creationId xmlns:a16="http://schemas.microsoft.com/office/drawing/2014/main" id="{B3CED4F8-FAF3-1E94-F46B-58AE3C470F25}"/>
                </a:ext>
              </a:extLst>
            </p:cNvPr>
            <p:cNvSpPr/>
            <p:nvPr/>
          </p:nvSpPr>
          <p:spPr>
            <a:xfrm>
              <a:off x="6397603" y="1931095"/>
              <a:ext cx="818804" cy="431278"/>
            </a:xfrm>
            <a:custGeom>
              <a:avLst/>
              <a:gdLst/>
              <a:ahLst/>
              <a:cxnLst/>
              <a:rect l="l" t="t" r="r" b="b"/>
              <a:pathLst>
                <a:path w="9694" h="5106" extrusionOk="0">
                  <a:moveTo>
                    <a:pt x="4671" y="0"/>
                  </a:moveTo>
                  <a:lnTo>
                    <a:pt x="1" y="1356"/>
                  </a:lnTo>
                  <a:cubicBezTo>
                    <a:pt x="921" y="2862"/>
                    <a:pt x="5575" y="5105"/>
                    <a:pt x="5575" y="5105"/>
                  </a:cubicBezTo>
                  <a:lnTo>
                    <a:pt x="9357" y="1958"/>
                  </a:lnTo>
                  <a:cubicBezTo>
                    <a:pt x="9694" y="1388"/>
                    <a:pt x="9310" y="1276"/>
                    <a:pt x="8770" y="1276"/>
                  </a:cubicBezTo>
                  <a:cubicBezTo>
                    <a:pt x="8423" y="1276"/>
                    <a:pt x="8011" y="1322"/>
                    <a:pt x="7684" y="1322"/>
                  </a:cubicBezTo>
                  <a:cubicBezTo>
                    <a:pt x="5524" y="1322"/>
                    <a:pt x="4872" y="870"/>
                    <a:pt x="4671"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2" name="Google Shape;11362;p35">
              <a:extLst>
                <a:ext uri="{FF2B5EF4-FFF2-40B4-BE49-F238E27FC236}">
                  <a16:creationId xmlns:a16="http://schemas.microsoft.com/office/drawing/2014/main" id="{2E7E6C33-CDCF-9440-F967-ECE4C43126D0}"/>
                </a:ext>
              </a:extLst>
            </p:cNvPr>
            <p:cNvSpPr/>
            <p:nvPr/>
          </p:nvSpPr>
          <p:spPr>
            <a:xfrm>
              <a:off x="7237444" y="3336434"/>
              <a:ext cx="108960" cy="772010"/>
            </a:xfrm>
            <a:custGeom>
              <a:avLst/>
              <a:gdLst/>
              <a:ahLst/>
              <a:cxnLst/>
              <a:rect l="l" t="t" r="r" b="b"/>
              <a:pathLst>
                <a:path w="1290" h="9140" extrusionOk="0">
                  <a:moveTo>
                    <a:pt x="0" y="0"/>
                  </a:moveTo>
                  <a:lnTo>
                    <a:pt x="1005" y="9139"/>
                  </a:lnTo>
                  <a:lnTo>
                    <a:pt x="1289" y="9139"/>
                  </a:lnTo>
                  <a:lnTo>
                    <a:pt x="1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3" name="Google Shape;11363;p35">
              <a:extLst>
                <a:ext uri="{FF2B5EF4-FFF2-40B4-BE49-F238E27FC236}">
                  <a16:creationId xmlns:a16="http://schemas.microsoft.com/office/drawing/2014/main" id="{86864EC8-1648-3B0B-59B7-E84678BBEBB7}"/>
                </a:ext>
              </a:extLst>
            </p:cNvPr>
            <p:cNvSpPr/>
            <p:nvPr/>
          </p:nvSpPr>
          <p:spPr>
            <a:xfrm>
              <a:off x="6643651" y="3336434"/>
              <a:ext cx="111747" cy="772010"/>
            </a:xfrm>
            <a:custGeom>
              <a:avLst/>
              <a:gdLst/>
              <a:ahLst/>
              <a:cxnLst/>
              <a:rect l="l" t="t" r="r" b="b"/>
              <a:pathLst>
                <a:path w="1323" h="9140" extrusionOk="0">
                  <a:moveTo>
                    <a:pt x="0" y="0"/>
                  </a:moveTo>
                  <a:lnTo>
                    <a:pt x="0" y="9139"/>
                  </a:lnTo>
                  <a:lnTo>
                    <a:pt x="318" y="9139"/>
                  </a:lnTo>
                  <a:lnTo>
                    <a:pt x="13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4" name="Google Shape;11364;p35">
              <a:extLst>
                <a:ext uri="{FF2B5EF4-FFF2-40B4-BE49-F238E27FC236}">
                  <a16:creationId xmlns:a16="http://schemas.microsoft.com/office/drawing/2014/main" id="{F54BAEF3-24A5-DDD8-31BB-47E2D50C7298}"/>
                </a:ext>
              </a:extLst>
            </p:cNvPr>
            <p:cNvSpPr/>
            <p:nvPr/>
          </p:nvSpPr>
          <p:spPr>
            <a:xfrm>
              <a:off x="6649310" y="3294033"/>
              <a:ext cx="697090" cy="100429"/>
            </a:xfrm>
            <a:custGeom>
              <a:avLst/>
              <a:gdLst/>
              <a:ahLst/>
              <a:cxnLst/>
              <a:rect l="l" t="t" r="r" b="b"/>
              <a:pathLst>
                <a:path w="8253" h="1189" extrusionOk="0">
                  <a:moveTo>
                    <a:pt x="0" y="0"/>
                  </a:moveTo>
                  <a:lnTo>
                    <a:pt x="0" y="1188"/>
                  </a:lnTo>
                  <a:lnTo>
                    <a:pt x="8252" y="1188"/>
                  </a:lnTo>
                  <a:lnTo>
                    <a:pt x="82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5" name="Google Shape;11365;p35">
              <a:extLst>
                <a:ext uri="{FF2B5EF4-FFF2-40B4-BE49-F238E27FC236}">
                  <a16:creationId xmlns:a16="http://schemas.microsoft.com/office/drawing/2014/main" id="{EAAD868A-134E-BEF0-1469-1A247B4B3E93}"/>
                </a:ext>
              </a:extLst>
            </p:cNvPr>
            <p:cNvSpPr/>
            <p:nvPr/>
          </p:nvSpPr>
          <p:spPr>
            <a:xfrm>
              <a:off x="6219465" y="2883952"/>
              <a:ext cx="1152356" cy="1211735"/>
            </a:xfrm>
            <a:custGeom>
              <a:avLst/>
              <a:gdLst/>
              <a:ahLst/>
              <a:cxnLst/>
              <a:rect l="l" t="t" r="r" b="b"/>
              <a:pathLst>
                <a:path w="13643" h="14346" extrusionOk="0">
                  <a:moveTo>
                    <a:pt x="7884" y="1"/>
                  </a:moveTo>
                  <a:cubicBezTo>
                    <a:pt x="7884" y="1"/>
                    <a:pt x="1323" y="1206"/>
                    <a:pt x="536" y="2428"/>
                  </a:cubicBezTo>
                  <a:cubicBezTo>
                    <a:pt x="1" y="3282"/>
                    <a:pt x="3047" y="14346"/>
                    <a:pt x="3047" y="14346"/>
                  </a:cubicBezTo>
                  <a:lnTo>
                    <a:pt x="3198" y="14346"/>
                  </a:lnTo>
                  <a:lnTo>
                    <a:pt x="5390" y="5307"/>
                  </a:lnTo>
                  <a:cubicBezTo>
                    <a:pt x="5390" y="5307"/>
                    <a:pt x="8905" y="5140"/>
                    <a:pt x="9910" y="5106"/>
                  </a:cubicBezTo>
                  <a:cubicBezTo>
                    <a:pt x="13642" y="4889"/>
                    <a:pt x="12839" y="838"/>
                    <a:pt x="12839" y="838"/>
                  </a:cubicBezTo>
                  <a:lnTo>
                    <a:pt x="788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6" name="Google Shape;11366;p35">
              <a:extLst>
                <a:ext uri="{FF2B5EF4-FFF2-40B4-BE49-F238E27FC236}">
                  <a16:creationId xmlns:a16="http://schemas.microsoft.com/office/drawing/2014/main" id="{CFB5C4C9-C5EB-7F12-A24D-B894F22BB8AB}"/>
                </a:ext>
              </a:extLst>
            </p:cNvPr>
            <p:cNvSpPr/>
            <p:nvPr/>
          </p:nvSpPr>
          <p:spPr>
            <a:xfrm>
              <a:off x="6219465" y="2883952"/>
              <a:ext cx="1152356" cy="1213171"/>
            </a:xfrm>
            <a:custGeom>
              <a:avLst/>
              <a:gdLst/>
              <a:ahLst/>
              <a:cxnLst/>
              <a:rect l="l" t="t" r="r" b="b"/>
              <a:pathLst>
                <a:path w="13643" h="14363" extrusionOk="0">
                  <a:moveTo>
                    <a:pt x="7868" y="1"/>
                  </a:moveTo>
                  <a:cubicBezTo>
                    <a:pt x="7868" y="1"/>
                    <a:pt x="6445" y="269"/>
                    <a:pt x="4855" y="670"/>
                  </a:cubicBezTo>
                  <a:cubicBezTo>
                    <a:pt x="6344" y="1039"/>
                    <a:pt x="7399" y="1625"/>
                    <a:pt x="7315" y="2060"/>
                  </a:cubicBezTo>
                  <a:cubicBezTo>
                    <a:pt x="7253" y="2371"/>
                    <a:pt x="6617" y="2541"/>
                    <a:pt x="5699" y="2541"/>
                  </a:cubicBezTo>
                  <a:cubicBezTo>
                    <a:pt x="5138" y="2541"/>
                    <a:pt x="4472" y="2478"/>
                    <a:pt x="3767" y="2344"/>
                  </a:cubicBezTo>
                  <a:cubicBezTo>
                    <a:pt x="2930" y="2177"/>
                    <a:pt x="2177" y="1959"/>
                    <a:pt x="1607" y="1708"/>
                  </a:cubicBezTo>
                  <a:cubicBezTo>
                    <a:pt x="1089" y="1943"/>
                    <a:pt x="687" y="2194"/>
                    <a:pt x="536" y="2445"/>
                  </a:cubicBezTo>
                  <a:cubicBezTo>
                    <a:pt x="1" y="3298"/>
                    <a:pt x="3047" y="14363"/>
                    <a:pt x="3047" y="14363"/>
                  </a:cubicBezTo>
                  <a:lnTo>
                    <a:pt x="3214" y="14363"/>
                  </a:lnTo>
                  <a:lnTo>
                    <a:pt x="5424" y="5324"/>
                  </a:lnTo>
                  <a:cubicBezTo>
                    <a:pt x="5424" y="5324"/>
                    <a:pt x="8939" y="5156"/>
                    <a:pt x="9943" y="5123"/>
                  </a:cubicBezTo>
                  <a:cubicBezTo>
                    <a:pt x="13642" y="4872"/>
                    <a:pt x="12822" y="838"/>
                    <a:pt x="12822" y="838"/>
                  </a:cubicBezTo>
                  <a:lnTo>
                    <a:pt x="7868" y="1"/>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7" name="Google Shape;11367;p35">
              <a:extLst>
                <a:ext uri="{FF2B5EF4-FFF2-40B4-BE49-F238E27FC236}">
                  <a16:creationId xmlns:a16="http://schemas.microsoft.com/office/drawing/2014/main" id="{CCF916BB-7CA3-6552-57AD-113CC2304C10}"/>
                </a:ext>
              </a:extLst>
            </p:cNvPr>
            <p:cNvSpPr/>
            <p:nvPr/>
          </p:nvSpPr>
          <p:spPr>
            <a:xfrm>
              <a:off x="6681829" y="1989292"/>
              <a:ext cx="811540" cy="1107167"/>
            </a:xfrm>
            <a:custGeom>
              <a:avLst/>
              <a:gdLst/>
              <a:ahLst/>
              <a:cxnLst/>
              <a:rect l="l" t="t" r="r" b="b"/>
              <a:pathLst>
                <a:path w="9608" h="13108" extrusionOk="0">
                  <a:moveTo>
                    <a:pt x="6909" y="1"/>
                  </a:moveTo>
                  <a:cubicBezTo>
                    <a:pt x="4863" y="1"/>
                    <a:pt x="505" y="2543"/>
                    <a:pt x="0" y="11011"/>
                  </a:cubicBezTo>
                  <a:cubicBezTo>
                    <a:pt x="889" y="12374"/>
                    <a:pt x="5657" y="13108"/>
                    <a:pt x="7022" y="13108"/>
                  </a:cubicBezTo>
                  <a:cubicBezTo>
                    <a:pt x="7199" y="13108"/>
                    <a:pt x="7319" y="13095"/>
                    <a:pt x="7365" y="13070"/>
                  </a:cubicBezTo>
                  <a:cubicBezTo>
                    <a:pt x="8152" y="12685"/>
                    <a:pt x="7482" y="8383"/>
                    <a:pt x="9089" y="4333"/>
                  </a:cubicBezTo>
                  <a:cubicBezTo>
                    <a:pt x="9608" y="3010"/>
                    <a:pt x="9106" y="516"/>
                    <a:pt x="7415" y="64"/>
                  </a:cubicBezTo>
                  <a:cubicBezTo>
                    <a:pt x="7270" y="23"/>
                    <a:pt x="7099" y="1"/>
                    <a:pt x="69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8" name="Google Shape;11368;p35">
              <a:extLst>
                <a:ext uri="{FF2B5EF4-FFF2-40B4-BE49-F238E27FC236}">
                  <a16:creationId xmlns:a16="http://schemas.microsoft.com/office/drawing/2014/main" id="{F918EE60-E657-4C6F-0E99-FD52C55C5812}"/>
                </a:ext>
              </a:extLst>
            </p:cNvPr>
            <p:cNvSpPr/>
            <p:nvPr/>
          </p:nvSpPr>
          <p:spPr>
            <a:xfrm>
              <a:off x="6691712" y="1993262"/>
              <a:ext cx="801657" cy="1102860"/>
            </a:xfrm>
            <a:custGeom>
              <a:avLst/>
              <a:gdLst/>
              <a:ahLst/>
              <a:cxnLst/>
              <a:rect l="l" t="t" r="r" b="b"/>
              <a:pathLst>
                <a:path w="9491" h="13057" extrusionOk="0">
                  <a:moveTo>
                    <a:pt x="7298" y="1"/>
                  </a:moveTo>
                  <a:lnTo>
                    <a:pt x="7298" y="1"/>
                  </a:lnTo>
                  <a:cubicBezTo>
                    <a:pt x="7717" y="1607"/>
                    <a:pt x="7198" y="4068"/>
                    <a:pt x="5792" y="6478"/>
                  </a:cubicBezTo>
                  <a:cubicBezTo>
                    <a:pt x="4161" y="9266"/>
                    <a:pt x="1848" y="11085"/>
                    <a:pt x="136" y="11085"/>
                  </a:cubicBezTo>
                  <a:cubicBezTo>
                    <a:pt x="90" y="11085"/>
                    <a:pt x="45" y="11084"/>
                    <a:pt x="0" y="11081"/>
                  </a:cubicBezTo>
                  <a:lnTo>
                    <a:pt x="0" y="11081"/>
                  </a:lnTo>
                  <a:cubicBezTo>
                    <a:pt x="1130" y="12359"/>
                    <a:pt x="5662" y="13057"/>
                    <a:pt x="6935" y="13057"/>
                  </a:cubicBezTo>
                  <a:cubicBezTo>
                    <a:pt x="7096" y="13057"/>
                    <a:pt x="7205" y="13046"/>
                    <a:pt x="7248" y="13023"/>
                  </a:cubicBezTo>
                  <a:cubicBezTo>
                    <a:pt x="8035" y="12638"/>
                    <a:pt x="7365" y="8336"/>
                    <a:pt x="8972" y="4286"/>
                  </a:cubicBezTo>
                  <a:cubicBezTo>
                    <a:pt x="9491" y="2963"/>
                    <a:pt x="8989" y="469"/>
                    <a:pt x="729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9" name="Google Shape;11369;p35">
              <a:extLst>
                <a:ext uri="{FF2B5EF4-FFF2-40B4-BE49-F238E27FC236}">
                  <a16:creationId xmlns:a16="http://schemas.microsoft.com/office/drawing/2014/main" id="{E9C4445F-EFC1-A148-54BD-6A40CED06800}"/>
                </a:ext>
              </a:extLst>
            </p:cNvPr>
            <p:cNvSpPr/>
            <p:nvPr/>
          </p:nvSpPr>
          <p:spPr>
            <a:xfrm>
              <a:off x="5778385" y="2194037"/>
              <a:ext cx="169690" cy="21285"/>
            </a:xfrm>
            <a:custGeom>
              <a:avLst/>
              <a:gdLst/>
              <a:ahLst/>
              <a:cxnLst/>
              <a:rect l="l" t="t" r="r" b="b"/>
              <a:pathLst>
                <a:path w="2009" h="252" extrusionOk="0">
                  <a:moveTo>
                    <a:pt x="1004" y="0"/>
                  </a:moveTo>
                  <a:cubicBezTo>
                    <a:pt x="452" y="0"/>
                    <a:pt x="0" y="51"/>
                    <a:pt x="0" y="118"/>
                  </a:cubicBezTo>
                  <a:cubicBezTo>
                    <a:pt x="0" y="201"/>
                    <a:pt x="452" y="252"/>
                    <a:pt x="1004" y="252"/>
                  </a:cubicBezTo>
                  <a:cubicBezTo>
                    <a:pt x="1574" y="252"/>
                    <a:pt x="2009" y="201"/>
                    <a:pt x="2009" y="118"/>
                  </a:cubicBezTo>
                  <a:cubicBezTo>
                    <a:pt x="2009" y="51"/>
                    <a:pt x="1574" y="0"/>
                    <a:pt x="10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0" name="Google Shape;11370;p35">
              <a:extLst>
                <a:ext uri="{FF2B5EF4-FFF2-40B4-BE49-F238E27FC236}">
                  <a16:creationId xmlns:a16="http://schemas.microsoft.com/office/drawing/2014/main" id="{41E1F26C-879F-E280-5EE0-A93ABA2F6A07}"/>
                </a:ext>
              </a:extLst>
            </p:cNvPr>
            <p:cNvSpPr/>
            <p:nvPr/>
          </p:nvSpPr>
          <p:spPr>
            <a:xfrm>
              <a:off x="5543655" y="2263299"/>
              <a:ext cx="784764" cy="72218"/>
            </a:xfrm>
            <a:custGeom>
              <a:avLst/>
              <a:gdLst/>
              <a:ahLst/>
              <a:cxnLst/>
              <a:rect l="l" t="t" r="r" b="b"/>
              <a:pathLst>
                <a:path w="9291" h="855" extrusionOk="0">
                  <a:moveTo>
                    <a:pt x="0" y="1"/>
                  </a:moveTo>
                  <a:lnTo>
                    <a:pt x="4654" y="854"/>
                  </a:lnTo>
                  <a:lnTo>
                    <a:pt x="9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1" name="Google Shape;11371;p35">
              <a:extLst>
                <a:ext uri="{FF2B5EF4-FFF2-40B4-BE49-F238E27FC236}">
                  <a16:creationId xmlns:a16="http://schemas.microsoft.com/office/drawing/2014/main" id="{68E5BBFA-79F3-516B-C9AA-0D9D5D7AE63E}"/>
                </a:ext>
              </a:extLst>
            </p:cNvPr>
            <p:cNvSpPr/>
            <p:nvPr/>
          </p:nvSpPr>
          <p:spPr>
            <a:xfrm>
              <a:off x="6226560" y="2578609"/>
              <a:ext cx="128725" cy="1529830"/>
            </a:xfrm>
            <a:custGeom>
              <a:avLst/>
              <a:gdLst/>
              <a:ahLst/>
              <a:cxnLst/>
              <a:rect l="l" t="t" r="r" b="b"/>
              <a:pathLst>
                <a:path w="1524" h="18112" extrusionOk="0">
                  <a:moveTo>
                    <a:pt x="0" y="0"/>
                  </a:moveTo>
                  <a:lnTo>
                    <a:pt x="1239" y="18111"/>
                  </a:lnTo>
                  <a:lnTo>
                    <a:pt x="1523" y="18111"/>
                  </a:lnTo>
                  <a:lnTo>
                    <a:pt x="152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2" name="Google Shape;11372;p35">
              <a:extLst>
                <a:ext uri="{FF2B5EF4-FFF2-40B4-BE49-F238E27FC236}">
                  <a16:creationId xmlns:a16="http://schemas.microsoft.com/office/drawing/2014/main" id="{860503A7-AE30-8329-CDBD-042B2EF2D51C}"/>
                </a:ext>
              </a:extLst>
            </p:cNvPr>
            <p:cNvSpPr/>
            <p:nvPr/>
          </p:nvSpPr>
          <p:spPr>
            <a:xfrm>
              <a:off x="5969193" y="2578609"/>
              <a:ext cx="130161" cy="1529830"/>
            </a:xfrm>
            <a:custGeom>
              <a:avLst/>
              <a:gdLst/>
              <a:ahLst/>
              <a:cxnLst/>
              <a:rect l="l" t="t" r="r" b="b"/>
              <a:pathLst>
                <a:path w="1541" h="18112" extrusionOk="0">
                  <a:moveTo>
                    <a:pt x="1" y="0"/>
                  </a:moveTo>
                  <a:lnTo>
                    <a:pt x="369" y="18111"/>
                  </a:lnTo>
                  <a:lnTo>
                    <a:pt x="654" y="18111"/>
                  </a:lnTo>
                  <a:lnTo>
                    <a:pt x="15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3" name="Google Shape;11373;p35">
              <a:extLst>
                <a:ext uri="{FF2B5EF4-FFF2-40B4-BE49-F238E27FC236}">
                  <a16:creationId xmlns:a16="http://schemas.microsoft.com/office/drawing/2014/main" id="{7CC4C328-B478-50B5-9B12-FC0A5BF82FC3}"/>
                </a:ext>
              </a:extLst>
            </p:cNvPr>
            <p:cNvSpPr/>
            <p:nvPr/>
          </p:nvSpPr>
          <p:spPr>
            <a:xfrm>
              <a:off x="5969193" y="2578609"/>
              <a:ext cx="130161" cy="1225841"/>
            </a:xfrm>
            <a:custGeom>
              <a:avLst/>
              <a:gdLst/>
              <a:ahLst/>
              <a:cxnLst/>
              <a:rect l="l" t="t" r="r" b="b"/>
              <a:pathLst>
                <a:path w="1541" h="14513" extrusionOk="0">
                  <a:moveTo>
                    <a:pt x="1" y="0"/>
                  </a:moveTo>
                  <a:lnTo>
                    <a:pt x="302" y="14278"/>
                  </a:lnTo>
                  <a:lnTo>
                    <a:pt x="821" y="14513"/>
                  </a:lnTo>
                  <a:lnTo>
                    <a:pt x="1541" y="0"/>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4" name="Google Shape;11374;p35">
              <a:extLst>
                <a:ext uri="{FF2B5EF4-FFF2-40B4-BE49-F238E27FC236}">
                  <a16:creationId xmlns:a16="http://schemas.microsoft.com/office/drawing/2014/main" id="{6A933201-994F-0E3B-E692-CA94BBCF8EC0}"/>
                </a:ext>
              </a:extLst>
            </p:cNvPr>
            <p:cNvSpPr/>
            <p:nvPr/>
          </p:nvSpPr>
          <p:spPr>
            <a:xfrm>
              <a:off x="5652532" y="2578609"/>
              <a:ext cx="130161" cy="1529830"/>
            </a:xfrm>
            <a:custGeom>
              <a:avLst/>
              <a:gdLst/>
              <a:ahLst/>
              <a:cxnLst/>
              <a:rect l="l" t="t" r="r" b="b"/>
              <a:pathLst>
                <a:path w="1541" h="18112" extrusionOk="0">
                  <a:moveTo>
                    <a:pt x="0" y="0"/>
                  </a:moveTo>
                  <a:lnTo>
                    <a:pt x="0" y="18111"/>
                  </a:lnTo>
                  <a:lnTo>
                    <a:pt x="285" y="18111"/>
                  </a:lnTo>
                  <a:lnTo>
                    <a:pt x="154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5" name="Google Shape;11375;p35">
              <a:extLst>
                <a:ext uri="{FF2B5EF4-FFF2-40B4-BE49-F238E27FC236}">
                  <a16:creationId xmlns:a16="http://schemas.microsoft.com/office/drawing/2014/main" id="{7F34DA68-3FAF-304A-727D-DE39466E1891}"/>
                </a:ext>
              </a:extLst>
            </p:cNvPr>
            <p:cNvSpPr/>
            <p:nvPr/>
          </p:nvSpPr>
          <p:spPr>
            <a:xfrm>
              <a:off x="5652532" y="2578609"/>
              <a:ext cx="130161" cy="1094329"/>
            </a:xfrm>
            <a:custGeom>
              <a:avLst/>
              <a:gdLst/>
              <a:ahLst/>
              <a:cxnLst/>
              <a:rect l="l" t="t" r="r" b="b"/>
              <a:pathLst>
                <a:path w="1541" h="12956" extrusionOk="0">
                  <a:moveTo>
                    <a:pt x="0" y="0"/>
                  </a:moveTo>
                  <a:lnTo>
                    <a:pt x="0" y="12621"/>
                  </a:lnTo>
                  <a:lnTo>
                    <a:pt x="636" y="12956"/>
                  </a:lnTo>
                  <a:lnTo>
                    <a:pt x="1540" y="0"/>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6" name="Google Shape;11376;p35">
              <a:extLst>
                <a:ext uri="{FF2B5EF4-FFF2-40B4-BE49-F238E27FC236}">
                  <a16:creationId xmlns:a16="http://schemas.microsoft.com/office/drawing/2014/main" id="{D1283EB4-D492-E425-CBCA-5653F80815CB}"/>
                </a:ext>
              </a:extLst>
            </p:cNvPr>
            <p:cNvSpPr/>
            <p:nvPr/>
          </p:nvSpPr>
          <p:spPr>
            <a:xfrm>
              <a:off x="5523637" y="2173005"/>
              <a:ext cx="751063" cy="83282"/>
            </a:xfrm>
            <a:custGeom>
              <a:avLst/>
              <a:gdLst/>
              <a:ahLst/>
              <a:cxnLst/>
              <a:rect l="l" t="t" r="r" b="b"/>
              <a:pathLst>
                <a:path w="8892" h="986" extrusionOk="0">
                  <a:moveTo>
                    <a:pt x="659" y="0"/>
                  </a:moveTo>
                  <a:cubicBezTo>
                    <a:pt x="222" y="0"/>
                    <a:pt x="0" y="128"/>
                    <a:pt x="221" y="517"/>
                  </a:cubicBezTo>
                  <a:lnTo>
                    <a:pt x="3870" y="986"/>
                  </a:lnTo>
                  <a:cubicBezTo>
                    <a:pt x="3870" y="986"/>
                    <a:pt x="8891" y="752"/>
                    <a:pt x="8724" y="283"/>
                  </a:cubicBezTo>
                  <a:cubicBezTo>
                    <a:pt x="8685" y="178"/>
                    <a:pt x="8457" y="139"/>
                    <a:pt x="8113" y="139"/>
                  </a:cubicBezTo>
                  <a:cubicBezTo>
                    <a:pt x="7127" y="139"/>
                    <a:pt x="5184" y="458"/>
                    <a:pt x="3966" y="458"/>
                  </a:cubicBezTo>
                  <a:cubicBezTo>
                    <a:pt x="3782" y="458"/>
                    <a:pt x="3613" y="450"/>
                    <a:pt x="3468" y="434"/>
                  </a:cubicBezTo>
                  <a:cubicBezTo>
                    <a:pt x="2586" y="321"/>
                    <a:pt x="1352" y="0"/>
                    <a:pt x="6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7" name="Google Shape;11377;p35">
              <a:extLst>
                <a:ext uri="{FF2B5EF4-FFF2-40B4-BE49-F238E27FC236}">
                  <a16:creationId xmlns:a16="http://schemas.microsoft.com/office/drawing/2014/main" id="{ECA6F972-E987-FB58-E537-814C04DC3C86}"/>
                </a:ext>
              </a:extLst>
            </p:cNvPr>
            <p:cNvSpPr/>
            <p:nvPr/>
          </p:nvSpPr>
          <p:spPr>
            <a:xfrm>
              <a:off x="5426839" y="2164305"/>
              <a:ext cx="965182" cy="108706"/>
            </a:xfrm>
            <a:custGeom>
              <a:avLst/>
              <a:gdLst/>
              <a:ahLst/>
              <a:cxnLst/>
              <a:rect l="l" t="t" r="r" b="b"/>
              <a:pathLst>
                <a:path w="11427" h="1287" extrusionOk="0">
                  <a:moveTo>
                    <a:pt x="954" y="0"/>
                  </a:moveTo>
                  <a:cubicBezTo>
                    <a:pt x="197" y="0"/>
                    <a:pt x="0" y="1189"/>
                    <a:pt x="831" y="1189"/>
                  </a:cubicBezTo>
                  <a:cubicBezTo>
                    <a:pt x="2460" y="1189"/>
                    <a:pt x="5012" y="1286"/>
                    <a:pt x="7360" y="1286"/>
                  </a:cubicBezTo>
                  <a:cubicBezTo>
                    <a:pt x="8535" y="1286"/>
                    <a:pt x="9658" y="1262"/>
                    <a:pt x="10590" y="1189"/>
                  </a:cubicBezTo>
                  <a:cubicBezTo>
                    <a:pt x="11427" y="1122"/>
                    <a:pt x="11427" y="101"/>
                    <a:pt x="10590" y="101"/>
                  </a:cubicBezTo>
                  <a:cubicBezTo>
                    <a:pt x="8983" y="101"/>
                    <a:pt x="7627" y="855"/>
                    <a:pt x="5384" y="855"/>
                  </a:cubicBezTo>
                  <a:cubicBezTo>
                    <a:pt x="4229" y="855"/>
                    <a:pt x="2739" y="386"/>
                    <a:pt x="1116" y="18"/>
                  </a:cubicBezTo>
                  <a:cubicBezTo>
                    <a:pt x="1059" y="6"/>
                    <a:pt x="1005" y="0"/>
                    <a:pt x="9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8" name="Google Shape;11378;p35">
              <a:extLst>
                <a:ext uri="{FF2B5EF4-FFF2-40B4-BE49-F238E27FC236}">
                  <a16:creationId xmlns:a16="http://schemas.microsoft.com/office/drawing/2014/main" id="{AD0CAC7A-CD8C-B73B-3FD0-36124A0BC041}"/>
                </a:ext>
              </a:extLst>
            </p:cNvPr>
            <p:cNvSpPr/>
            <p:nvPr/>
          </p:nvSpPr>
          <p:spPr>
            <a:xfrm>
              <a:off x="6044114" y="2172836"/>
              <a:ext cx="347911" cy="99077"/>
            </a:xfrm>
            <a:custGeom>
              <a:avLst/>
              <a:gdLst/>
              <a:ahLst/>
              <a:cxnLst/>
              <a:rect l="l" t="t" r="r" b="b"/>
              <a:pathLst>
                <a:path w="4119" h="1173" extrusionOk="0">
                  <a:moveTo>
                    <a:pt x="3282" y="0"/>
                  </a:moveTo>
                  <a:cubicBezTo>
                    <a:pt x="3014" y="0"/>
                    <a:pt x="2763" y="17"/>
                    <a:pt x="2512" y="67"/>
                  </a:cubicBezTo>
                  <a:cubicBezTo>
                    <a:pt x="2445" y="519"/>
                    <a:pt x="1474" y="921"/>
                    <a:pt x="1" y="1172"/>
                  </a:cubicBezTo>
                  <a:cubicBezTo>
                    <a:pt x="1189" y="1172"/>
                    <a:pt x="2344" y="1155"/>
                    <a:pt x="3282" y="1088"/>
                  </a:cubicBezTo>
                  <a:cubicBezTo>
                    <a:pt x="4119" y="1021"/>
                    <a:pt x="4119" y="0"/>
                    <a:pt x="328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9" name="Google Shape;11379;p35">
              <a:extLst>
                <a:ext uri="{FF2B5EF4-FFF2-40B4-BE49-F238E27FC236}">
                  <a16:creationId xmlns:a16="http://schemas.microsoft.com/office/drawing/2014/main" id="{DA3ECD1E-1549-431E-FD21-DC93A773A89C}"/>
                </a:ext>
              </a:extLst>
            </p:cNvPr>
            <p:cNvSpPr/>
            <p:nvPr/>
          </p:nvSpPr>
          <p:spPr>
            <a:xfrm>
              <a:off x="5942333" y="2199696"/>
              <a:ext cx="265896" cy="50088"/>
            </a:xfrm>
            <a:custGeom>
              <a:avLst/>
              <a:gdLst/>
              <a:ahLst/>
              <a:cxnLst/>
              <a:rect l="l" t="t" r="r" b="b"/>
              <a:pathLst>
                <a:path w="3148" h="593" extrusionOk="0">
                  <a:moveTo>
                    <a:pt x="2361" y="0"/>
                  </a:moveTo>
                  <a:cubicBezTo>
                    <a:pt x="1022" y="0"/>
                    <a:pt x="1" y="335"/>
                    <a:pt x="1" y="335"/>
                  </a:cubicBezTo>
                  <a:cubicBezTo>
                    <a:pt x="834" y="254"/>
                    <a:pt x="1460" y="197"/>
                    <a:pt x="1897" y="197"/>
                  </a:cubicBezTo>
                  <a:cubicBezTo>
                    <a:pt x="2366" y="197"/>
                    <a:pt x="2618" y="263"/>
                    <a:pt x="2679" y="436"/>
                  </a:cubicBezTo>
                  <a:cubicBezTo>
                    <a:pt x="2699" y="534"/>
                    <a:pt x="2800" y="592"/>
                    <a:pt x="2897" y="592"/>
                  </a:cubicBezTo>
                  <a:cubicBezTo>
                    <a:pt x="2964" y="592"/>
                    <a:pt x="3030" y="564"/>
                    <a:pt x="3064" y="503"/>
                  </a:cubicBezTo>
                  <a:cubicBezTo>
                    <a:pt x="3148" y="352"/>
                    <a:pt x="3047" y="17"/>
                    <a:pt x="23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0" name="Google Shape;11380;p35">
              <a:extLst>
                <a:ext uri="{FF2B5EF4-FFF2-40B4-BE49-F238E27FC236}">
                  <a16:creationId xmlns:a16="http://schemas.microsoft.com/office/drawing/2014/main" id="{0631E482-1329-D9D1-6683-09217A885844}"/>
                </a:ext>
              </a:extLst>
            </p:cNvPr>
            <p:cNvSpPr/>
            <p:nvPr/>
          </p:nvSpPr>
          <p:spPr>
            <a:xfrm>
              <a:off x="5918345" y="2270394"/>
              <a:ext cx="25508" cy="231941"/>
            </a:xfrm>
            <a:custGeom>
              <a:avLst/>
              <a:gdLst/>
              <a:ahLst/>
              <a:cxnLst/>
              <a:rect l="l" t="t" r="r" b="b"/>
              <a:pathLst>
                <a:path w="302" h="2746" extrusionOk="0">
                  <a:moveTo>
                    <a:pt x="0" y="0"/>
                  </a:moveTo>
                  <a:cubicBezTo>
                    <a:pt x="134" y="954"/>
                    <a:pt x="151" y="1875"/>
                    <a:pt x="0" y="2745"/>
                  </a:cubicBezTo>
                  <a:lnTo>
                    <a:pt x="302" y="2745"/>
                  </a:lnTo>
                  <a:cubicBezTo>
                    <a:pt x="168" y="1909"/>
                    <a:pt x="184" y="988"/>
                    <a:pt x="3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1" name="Google Shape;11381;p35">
              <a:extLst>
                <a:ext uri="{FF2B5EF4-FFF2-40B4-BE49-F238E27FC236}">
                  <a16:creationId xmlns:a16="http://schemas.microsoft.com/office/drawing/2014/main" id="{D3FD8B19-ED0F-1E15-21F0-52C63B091A6A}"/>
                </a:ext>
              </a:extLst>
            </p:cNvPr>
            <p:cNvSpPr/>
            <p:nvPr/>
          </p:nvSpPr>
          <p:spPr>
            <a:xfrm>
              <a:off x="5762759" y="2482487"/>
              <a:ext cx="338029" cy="65123"/>
            </a:xfrm>
            <a:custGeom>
              <a:avLst/>
              <a:gdLst/>
              <a:ahLst/>
              <a:cxnLst/>
              <a:rect l="l" t="t" r="r" b="b"/>
              <a:pathLst>
                <a:path w="4002" h="771" extrusionOk="0">
                  <a:moveTo>
                    <a:pt x="1993" y="0"/>
                  </a:moveTo>
                  <a:lnTo>
                    <a:pt x="1" y="419"/>
                  </a:lnTo>
                  <a:lnTo>
                    <a:pt x="1" y="770"/>
                  </a:lnTo>
                  <a:lnTo>
                    <a:pt x="4001" y="770"/>
                  </a:lnTo>
                  <a:lnTo>
                    <a:pt x="4001" y="419"/>
                  </a:lnTo>
                  <a:lnTo>
                    <a:pt x="19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2" name="Google Shape;11382;p35">
              <a:extLst>
                <a:ext uri="{FF2B5EF4-FFF2-40B4-BE49-F238E27FC236}">
                  <a16:creationId xmlns:a16="http://schemas.microsoft.com/office/drawing/2014/main" id="{6780B128-903A-BB5B-D80D-DFED0B6E79CE}"/>
                </a:ext>
              </a:extLst>
            </p:cNvPr>
            <p:cNvSpPr/>
            <p:nvPr/>
          </p:nvSpPr>
          <p:spPr>
            <a:xfrm>
              <a:off x="5419238" y="2534771"/>
              <a:ext cx="1139602" cy="933338"/>
            </a:xfrm>
            <a:custGeom>
              <a:avLst/>
              <a:gdLst/>
              <a:ahLst/>
              <a:cxnLst/>
              <a:rect l="l" t="t" r="r" b="b"/>
              <a:pathLst>
                <a:path w="13492" h="11050" extrusionOk="0">
                  <a:moveTo>
                    <a:pt x="1925" y="0"/>
                  </a:moveTo>
                  <a:lnTo>
                    <a:pt x="1" y="10429"/>
                  </a:lnTo>
                  <a:cubicBezTo>
                    <a:pt x="1605" y="10889"/>
                    <a:pt x="3472" y="11050"/>
                    <a:pt x="5297" y="11050"/>
                  </a:cubicBezTo>
                  <a:cubicBezTo>
                    <a:pt x="9508" y="11050"/>
                    <a:pt x="13492" y="10194"/>
                    <a:pt x="13492" y="10194"/>
                  </a:cubicBezTo>
                  <a:lnTo>
                    <a:pt x="1201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3" name="Google Shape;11383;p35">
              <a:extLst>
                <a:ext uri="{FF2B5EF4-FFF2-40B4-BE49-F238E27FC236}">
                  <a16:creationId xmlns:a16="http://schemas.microsoft.com/office/drawing/2014/main" id="{00FC2255-0768-7FC8-D953-8C7F8102999D}"/>
                </a:ext>
              </a:extLst>
            </p:cNvPr>
            <p:cNvSpPr/>
            <p:nvPr/>
          </p:nvSpPr>
          <p:spPr>
            <a:xfrm>
              <a:off x="5860317" y="2537559"/>
              <a:ext cx="697174" cy="930382"/>
            </a:xfrm>
            <a:custGeom>
              <a:avLst/>
              <a:gdLst/>
              <a:ahLst/>
              <a:cxnLst/>
              <a:rect l="l" t="t" r="r" b="b"/>
              <a:pathLst>
                <a:path w="8254" h="11015" extrusionOk="0">
                  <a:moveTo>
                    <a:pt x="4035" y="1"/>
                  </a:moveTo>
                  <a:cubicBezTo>
                    <a:pt x="3868" y="1189"/>
                    <a:pt x="3600" y="2461"/>
                    <a:pt x="3248" y="3767"/>
                  </a:cubicBezTo>
                  <a:cubicBezTo>
                    <a:pt x="2428" y="6629"/>
                    <a:pt x="1273" y="9140"/>
                    <a:pt x="1" y="11015"/>
                  </a:cubicBezTo>
                  <a:cubicBezTo>
                    <a:pt x="4236" y="11015"/>
                    <a:pt x="8253" y="10161"/>
                    <a:pt x="8253" y="10161"/>
                  </a:cubicBezTo>
                  <a:lnTo>
                    <a:pt x="6797" y="1"/>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4" name="Google Shape;11384;p35">
              <a:extLst>
                <a:ext uri="{FF2B5EF4-FFF2-40B4-BE49-F238E27FC236}">
                  <a16:creationId xmlns:a16="http://schemas.microsoft.com/office/drawing/2014/main" id="{DB87236E-7413-AF9B-8B5B-F5FF4DD54F40}"/>
                </a:ext>
              </a:extLst>
            </p:cNvPr>
            <p:cNvSpPr/>
            <p:nvPr/>
          </p:nvSpPr>
          <p:spPr>
            <a:xfrm>
              <a:off x="5977724" y="2196233"/>
              <a:ext cx="148489" cy="32435"/>
            </a:xfrm>
            <a:custGeom>
              <a:avLst/>
              <a:gdLst/>
              <a:ahLst/>
              <a:cxnLst/>
              <a:rect l="l" t="t" r="r" b="b"/>
              <a:pathLst>
                <a:path w="1758" h="384" extrusionOk="0">
                  <a:moveTo>
                    <a:pt x="1544" y="0"/>
                  </a:moveTo>
                  <a:cubicBezTo>
                    <a:pt x="1385" y="0"/>
                    <a:pt x="1137" y="26"/>
                    <a:pt x="854" y="75"/>
                  </a:cubicBezTo>
                  <a:cubicBezTo>
                    <a:pt x="368" y="159"/>
                    <a:pt x="0" y="292"/>
                    <a:pt x="17" y="343"/>
                  </a:cubicBezTo>
                  <a:cubicBezTo>
                    <a:pt x="17" y="371"/>
                    <a:pt x="87" y="384"/>
                    <a:pt x="203" y="384"/>
                  </a:cubicBezTo>
                  <a:cubicBezTo>
                    <a:pt x="364" y="384"/>
                    <a:pt x="614" y="358"/>
                    <a:pt x="887" y="309"/>
                  </a:cubicBezTo>
                  <a:cubicBezTo>
                    <a:pt x="1356" y="226"/>
                    <a:pt x="1758" y="108"/>
                    <a:pt x="1724" y="41"/>
                  </a:cubicBezTo>
                  <a:cubicBezTo>
                    <a:pt x="1724" y="13"/>
                    <a:pt x="1657" y="0"/>
                    <a:pt x="15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5" name="Google Shape;11385;p35">
              <a:extLst>
                <a:ext uri="{FF2B5EF4-FFF2-40B4-BE49-F238E27FC236}">
                  <a16:creationId xmlns:a16="http://schemas.microsoft.com/office/drawing/2014/main" id="{4DBCF3CF-D11F-FA74-C65B-CF6E83F9735B}"/>
                </a:ext>
              </a:extLst>
            </p:cNvPr>
            <p:cNvSpPr/>
            <p:nvPr/>
          </p:nvSpPr>
          <p:spPr>
            <a:xfrm>
              <a:off x="6992832" y="1982366"/>
              <a:ext cx="407290" cy="133117"/>
            </a:xfrm>
            <a:custGeom>
              <a:avLst/>
              <a:gdLst/>
              <a:ahLst/>
              <a:cxnLst/>
              <a:rect l="l" t="t" r="r" b="b"/>
              <a:pathLst>
                <a:path w="4822" h="1576" extrusionOk="0">
                  <a:moveTo>
                    <a:pt x="3221" y="1"/>
                  </a:moveTo>
                  <a:cubicBezTo>
                    <a:pt x="2398" y="1"/>
                    <a:pt x="1176" y="476"/>
                    <a:pt x="1" y="1569"/>
                  </a:cubicBezTo>
                  <a:cubicBezTo>
                    <a:pt x="59" y="1573"/>
                    <a:pt x="116" y="1575"/>
                    <a:pt x="173" y="1575"/>
                  </a:cubicBezTo>
                  <a:cubicBezTo>
                    <a:pt x="1378" y="1575"/>
                    <a:pt x="2315" y="659"/>
                    <a:pt x="3708" y="659"/>
                  </a:cubicBezTo>
                  <a:cubicBezTo>
                    <a:pt x="4049" y="659"/>
                    <a:pt x="4416" y="713"/>
                    <a:pt x="4821" y="849"/>
                  </a:cubicBezTo>
                  <a:cubicBezTo>
                    <a:pt x="4587" y="481"/>
                    <a:pt x="4118" y="163"/>
                    <a:pt x="3683" y="63"/>
                  </a:cubicBezTo>
                  <a:cubicBezTo>
                    <a:pt x="3549" y="22"/>
                    <a:pt x="3394" y="1"/>
                    <a:pt x="32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6" name="Google Shape;11386;p35">
              <a:extLst>
                <a:ext uri="{FF2B5EF4-FFF2-40B4-BE49-F238E27FC236}">
                  <a16:creationId xmlns:a16="http://schemas.microsoft.com/office/drawing/2014/main" id="{06D004E4-0D09-4ADC-083F-3412F56A94DC}"/>
                </a:ext>
              </a:extLst>
            </p:cNvPr>
            <p:cNvSpPr/>
            <p:nvPr/>
          </p:nvSpPr>
          <p:spPr>
            <a:xfrm>
              <a:off x="7097485" y="1721790"/>
              <a:ext cx="275778" cy="323839"/>
            </a:xfrm>
            <a:custGeom>
              <a:avLst/>
              <a:gdLst/>
              <a:ahLst/>
              <a:cxnLst/>
              <a:rect l="l" t="t" r="r" b="b"/>
              <a:pathLst>
                <a:path w="3265" h="3834" extrusionOk="0">
                  <a:moveTo>
                    <a:pt x="3264" y="1"/>
                  </a:moveTo>
                  <a:lnTo>
                    <a:pt x="636" y="1424"/>
                  </a:lnTo>
                  <a:lnTo>
                    <a:pt x="0" y="3834"/>
                  </a:lnTo>
                  <a:cubicBezTo>
                    <a:pt x="832" y="3557"/>
                    <a:pt x="1663" y="3257"/>
                    <a:pt x="2409" y="3257"/>
                  </a:cubicBezTo>
                  <a:cubicBezTo>
                    <a:pt x="2564" y="3257"/>
                    <a:pt x="2716" y="3269"/>
                    <a:pt x="2862" y="3298"/>
                  </a:cubicBezTo>
                  <a:cubicBezTo>
                    <a:pt x="2779" y="2177"/>
                    <a:pt x="2929" y="1089"/>
                    <a:pt x="3264"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7" name="Google Shape;11387;p35">
              <a:extLst>
                <a:ext uri="{FF2B5EF4-FFF2-40B4-BE49-F238E27FC236}">
                  <a16:creationId xmlns:a16="http://schemas.microsoft.com/office/drawing/2014/main" id="{1FB41864-A490-B44B-6811-F62CF01CE11C}"/>
                </a:ext>
              </a:extLst>
            </p:cNvPr>
            <p:cNvSpPr/>
            <p:nvPr/>
          </p:nvSpPr>
          <p:spPr>
            <a:xfrm>
              <a:off x="6995619" y="1497364"/>
              <a:ext cx="425704" cy="421565"/>
            </a:xfrm>
            <a:custGeom>
              <a:avLst/>
              <a:gdLst/>
              <a:ahLst/>
              <a:cxnLst/>
              <a:rect l="l" t="t" r="r" b="b"/>
              <a:pathLst>
                <a:path w="5040" h="4991" extrusionOk="0">
                  <a:moveTo>
                    <a:pt x="2974" y="0"/>
                  </a:moveTo>
                  <a:cubicBezTo>
                    <a:pt x="2875" y="0"/>
                    <a:pt x="2787" y="15"/>
                    <a:pt x="2713" y="47"/>
                  </a:cubicBezTo>
                  <a:cubicBezTo>
                    <a:pt x="1005" y="783"/>
                    <a:pt x="1" y="4666"/>
                    <a:pt x="1" y="4666"/>
                  </a:cubicBezTo>
                  <a:cubicBezTo>
                    <a:pt x="492" y="4908"/>
                    <a:pt x="1043" y="4990"/>
                    <a:pt x="1550" y="4990"/>
                  </a:cubicBezTo>
                  <a:cubicBezTo>
                    <a:pt x="2270" y="4990"/>
                    <a:pt x="2902" y="4825"/>
                    <a:pt x="3148" y="4717"/>
                  </a:cubicBezTo>
                  <a:cubicBezTo>
                    <a:pt x="3550" y="4532"/>
                    <a:pt x="5039" y="1988"/>
                    <a:pt x="4922" y="1302"/>
                  </a:cubicBezTo>
                  <a:cubicBezTo>
                    <a:pt x="4820" y="702"/>
                    <a:pt x="3656" y="0"/>
                    <a:pt x="2974"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8" name="Google Shape;11388;p35">
              <a:extLst>
                <a:ext uri="{FF2B5EF4-FFF2-40B4-BE49-F238E27FC236}">
                  <a16:creationId xmlns:a16="http://schemas.microsoft.com/office/drawing/2014/main" id="{25C59B6F-2B3E-F489-7738-70A3374E771C}"/>
                </a:ext>
              </a:extLst>
            </p:cNvPr>
            <p:cNvSpPr/>
            <p:nvPr/>
          </p:nvSpPr>
          <p:spPr>
            <a:xfrm>
              <a:off x="7211936" y="1590108"/>
              <a:ext cx="80749" cy="70106"/>
            </a:xfrm>
            <a:custGeom>
              <a:avLst/>
              <a:gdLst/>
              <a:ahLst/>
              <a:cxnLst/>
              <a:rect l="l" t="t" r="r" b="b"/>
              <a:pathLst>
                <a:path w="956" h="830" extrusionOk="0">
                  <a:moveTo>
                    <a:pt x="274" y="1"/>
                  </a:moveTo>
                  <a:cubicBezTo>
                    <a:pt x="247" y="1"/>
                    <a:pt x="220" y="17"/>
                    <a:pt x="202" y="53"/>
                  </a:cubicBezTo>
                  <a:lnTo>
                    <a:pt x="51" y="221"/>
                  </a:lnTo>
                  <a:cubicBezTo>
                    <a:pt x="1" y="271"/>
                    <a:pt x="34" y="338"/>
                    <a:pt x="68" y="371"/>
                  </a:cubicBezTo>
                  <a:lnTo>
                    <a:pt x="620" y="807"/>
                  </a:lnTo>
                  <a:cubicBezTo>
                    <a:pt x="635" y="822"/>
                    <a:pt x="657" y="830"/>
                    <a:pt x="680" y="830"/>
                  </a:cubicBezTo>
                  <a:cubicBezTo>
                    <a:pt x="707" y="830"/>
                    <a:pt x="736" y="817"/>
                    <a:pt x="754" y="790"/>
                  </a:cubicBezTo>
                  <a:lnTo>
                    <a:pt x="905" y="622"/>
                  </a:lnTo>
                  <a:cubicBezTo>
                    <a:pt x="955" y="589"/>
                    <a:pt x="922" y="522"/>
                    <a:pt x="888" y="472"/>
                  </a:cubicBezTo>
                  <a:lnTo>
                    <a:pt x="336" y="37"/>
                  </a:lnTo>
                  <a:cubicBezTo>
                    <a:pt x="320" y="13"/>
                    <a:pt x="297" y="1"/>
                    <a:pt x="274" y="1"/>
                  </a:cubicBezTo>
                  <a:close/>
                </a:path>
              </a:pathLst>
            </a:custGeom>
            <a:solidFill>
              <a:srgbClr val="7C3E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9" name="Google Shape;11389;p35">
              <a:extLst>
                <a:ext uri="{FF2B5EF4-FFF2-40B4-BE49-F238E27FC236}">
                  <a16:creationId xmlns:a16="http://schemas.microsoft.com/office/drawing/2014/main" id="{6A302CC2-393A-8B7A-2980-F700E304BA37}"/>
                </a:ext>
              </a:extLst>
            </p:cNvPr>
            <p:cNvSpPr/>
            <p:nvPr/>
          </p:nvSpPr>
          <p:spPr>
            <a:xfrm>
              <a:off x="7111591" y="1617812"/>
              <a:ext cx="48145" cy="15879"/>
            </a:xfrm>
            <a:custGeom>
              <a:avLst/>
              <a:gdLst/>
              <a:ahLst/>
              <a:cxnLst/>
              <a:rect l="l" t="t" r="r" b="b"/>
              <a:pathLst>
                <a:path w="570" h="188" extrusionOk="0">
                  <a:moveTo>
                    <a:pt x="98" y="1"/>
                  </a:moveTo>
                  <a:cubicBezTo>
                    <a:pt x="63" y="1"/>
                    <a:pt x="36" y="8"/>
                    <a:pt x="17" y="27"/>
                  </a:cubicBezTo>
                  <a:cubicBezTo>
                    <a:pt x="1" y="43"/>
                    <a:pt x="84" y="110"/>
                    <a:pt x="235" y="144"/>
                  </a:cubicBezTo>
                  <a:cubicBezTo>
                    <a:pt x="330" y="176"/>
                    <a:pt x="419" y="187"/>
                    <a:pt x="480" y="187"/>
                  </a:cubicBezTo>
                  <a:cubicBezTo>
                    <a:pt x="515" y="187"/>
                    <a:pt x="541" y="183"/>
                    <a:pt x="553" y="177"/>
                  </a:cubicBezTo>
                  <a:cubicBezTo>
                    <a:pt x="570" y="144"/>
                    <a:pt x="486" y="94"/>
                    <a:pt x="335" y="43"/>
                  </a:cubicBezTo>
                  <a:cubicBezTo>
                    <a:pt x="240" y="22"/>
                    <a:pt x="158" y="1"/>
                    <a:pt x="98"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0" name="Google Shape;11390;p35">
              <a:extLst>
                <a:ext uri="{FF2B5EF4-FFF2-40B4-BE49-F238E27FC236}">
                  <a16:creationId xmlns:a16="http://schemas.microsoft.com/office/drawing/2014/main" id="{6D03028C-ACAE-9F3C-D9EC-DD36EFE2D9A2}"/>
                </a:ext>
              </a:extLst>
            </p:cNvPr>
            <p:cNvSpPr/>
            <p:nvPr/>
          </p:nvSpPr>
          <p:spPr>
            <a:xfrm>
              <a:off x="7187947" y="1655400"/>
              <a:ext cx="46709" cy="43837"/>
            </a:xfrm>
            <a:custGeom>
              <a:avLst/>
              <a:gdLst/>
              <a:ahLst/>
              <a:cxnLst/>
              <a:rect l="l" t="t" r="r" b="b"/>
              <a:pathLst>
                <a:path w="553" h="519" extrusionOk="0">
                  <a:moveTo>
                    <a:pt x="34" y="0"/>
                  </a:moveTo>
                  <a:cubicBezTo>
                    <a:pt x="0" y="17"/>
                    <a:pt x="84" y="117"/>
                    <a:pt x="201" y="268"/>
                  </a:cubicBezTo>
                  <a:cubicBezTo>
                    <a:pt x="335" y="419"/>
                    <a:pt x="486" y="519"/>
                    <a:pt x="519" y="519"/>
                  </a:cubicBezTo>
                  <a:cubicBezTo>
                    <a:pt x="553" y="502"/>
                    <a:pt x="469" y="402"/>
                    <a:pt x="352" y="251"/>
                  </a:cubicBezTo>
                  <a:cubicBezTo>
                    <a:pt x="235" y="100"/>
                    <a:pt x="84" y="0"/>
                    <a:pt x="34" y="0"/>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1" name="Google Shape;11391;p35">
              <a:extLst>
                <a:ext uri="{FF2B5EF4-FFF2-40B4-BE49-F238E27FC236}">
                  <a16:creationId xmlns:a16="http://schemas.microsoft.com/office/drawing/2014/main" id="{C563E89A-132C-FF96-B329-2A3002FAFDD8}"/>
                </a:ext>
              </a:extLst>
            </p:cNvPr>
            <p:cNvSpPr/>
            <p:nvPr/>
          </p:nvSpPr>
          <p:spPr>
            <a:xfrm>
              <a:off x="7125696" y="1541709"/>
              <a:ext cx="56676" cy="51862"/>
            </a:xfrm>
            <a:custGeom>
              <a:avLst/>
              <a:gdLst/>
              <a:ahLst/>
              <a:cxnLst/>
              <a:rect l="l" t="t" r="r" b="b"/>
              <a:pathLst>
                <a:path w="671" h="614" extrusionOk="0">
                  <a:moveTo>
                    <a:pt x="226" y="1"/>
                  </a:moveTo>
                  <a:cubicBezTo>
                    <a:pt x="197" y="1"/>
                    <a:pt x="164" y="23"/>
                    <a:pt x="152" y="74"/>
                  </a:cubicBezTo>
                  <a:lnTo>
                    <a:pt x="34" y="258"/>
                  </a:lnTo>
                  <a:cubicBezTo>
                    <a:pt x="1" y="292"/>
                    <a:pt x="1" y="358"/>
                    <a:pt x="34" y="375"/>
                  </a:cubicBezTo>
                  <a:lnTo>
                    <a:pt x="419" y="610"/>
                  </a:lnTo>
                  <a:cubicBezTo>
                    <a:pt x="422" y="613"/>
                    <a:pt x="427" y="614"/>
                    <a:pt x="432" y="614"/>
                  </a:cubicBezTo>
                  <a:cubicBezTo>
                    <a:pt x="458" y="614"/>
                    <a:pt x="506" y="584"/>
                    <a:pt x="520" y="543"/>
                  </a:cubicBezTo>
                  <a:lnTo>
                    <a:pt x="637" y="358"/>
                  </a:lnTo>
                  <a:cubicBezTo>
                    <a:pt x="670" y="325"/>
                    <a:pt x="670" y="258"/>
                    <a:pt x="637" y="241"/>
                  </a:cubicBezTo>
                  <a:lnTo>
                    <a:pt x="252" y="7"/>
                  </a:lnTo>
                  <a:cubicBezTo>
                    <a:pt x="244" y="3"/>
                    <a:pt x="235" y="1"/>
                    <a:pt x="226" y="1"/>
                  </a:cubicBezTo>
                  <a:close/>
                </a:path>
              </a:pathLst>
            </a:custGeom>
            <a:solidFill>
              <a:srgbClr val="7C3E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2" name="Google Shape;11392;p35">
              <a:extLst>
                <a:ext uri="{FF2B5EF4-FFF2-40B4-BE49-F238E27FC236}">
                  <a16:creationId xmlns:a16="http://schemas.microsoft.com/office/drawing/2014/main" id="{8294A7D7-00CA-5FDD-DF2D-6BB98249F7A5}"/>
                </a:ext>
              </a:extLst>
            </p:cNvPr>
            <p:cNvSpPr/>
            <p:nvPr/>
          </p:nvSpPr>
          <p:spPr>
            <a:xfrm>
              <a:off x="7056434" y="1651092"/>
              <a:ext cx="101865" cy="75005"/>
            </a:xfrm>
            <a:custGeom>
              <a:avLst/>
              <a:gdLst/>
              <a:ahLst/>
              <a:cxnLst/>
              <a:rect l="l" t="t" r="r" b="b"/>
              <a:pathLst>
                <a:path w="1206" h="888" extrusionOk="0">
                  <a:moveTo>
                    <a:pt x="1206" y="1"/>
                  </a:moveTo>
                  <a:cubicBezTo>
                    <a:pt x="469" y="151"/>
                    <a:pt x="17" y="302"/>
                    <a:pt x="34" y="486"/>
                  </a:cubicBezTo>
                  <a:cubicBezTo>
                    <a:pt x="1" y="721"/>
                    <a:pt x="402" y="888"/>
                    <a:pt x="402" y="888"/>
                  </a:cubicBezTo>
                  <a:cubicBezTo>
                    <a:pt x="302" y="821"/>
                    <a:pt x="202" y="704"/>
                    <a:pt x="218" y="570"/>
                  </a:cubicBezTo>
                  <a:cubicBezTo>
                    <a:pt x="252" y="369"/>
                    <a:pt x="587" y="185"/>
                    <a:pt x="1206"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3" name="Google Shape;11393;p35">
              <a:extLst>
                <a:ext uri="{FF2B5EF4-FFF2-40B4-BE49-F238E27FC236}">
                  <a16:creationId xmlns:a16="http://schemas.microsoft.com/office/drawing/2014/main" id="{71DBBBF7-F7B6-C4E9-4F23-D741179A025E}"/>
                </a:ext>
              </a:extLst>
            </p:cNvPr>
            <p:cNvSpPr/>
            <p:nvPr/>
          </p:nvSpPr>
          <p:spPr>
            <a:xfrm>
              <a:off x="7026787" y="1742990"/>
              <a:ext cx="120278" cy="87337"/>
            </a:xfrm>
            <a:custGeom>
              <a:avLst/>
              <a:gdLst/>
              <a:ahLst/>
              <a:cxnLst/>
              <a:rect l="l" t="t" r="r" b="b"/>
              <a:pathLst>
                <a:path w="1424" h="1034" extrusionOk="0">
                  <a:moveTo>
                    <a:pt x="519" y="1"/>
                  </a:moveTo>
                  <a:cubicBezTo>
                    <a:pt x="519" y="1"/>
                    <a:pt x="0" y="754"/>
                    <a:pt x="469" y="972"/>
                  </a:cubicBezTo>
                  <a:cubicBezTo>
                    <a:pt x="570" y="1015"/>
                    <a:pt x="664" y="1034"/>
                    <a:pt x="749" y="1034"/>
                  </a:cubicBezTo>
                  <a:cubicBezTo>
                    <a:pt x="1189" y="1034"/>
                    <a:pt x="1423" y="553"/>
                    <a:pt x="1423" y="553"/>
                  </a:cubicBezTo>
                  <a:lnTo>
                    <a:pt x="519" y="1"/>
                  </a:lnTo>
                  <a:close/>
                </a:path>
              </a:pathLst>
            </a:custGeom>
            <a:solidFill>
              <a:srgbClr val="4229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4" name="Google Shape;11394;p35">
              <a:extLst>
                <a:ext uri="{FF2B5EF4-FFF2-40B4-BE49-F238E27FC236}">
                  <a16:creationId xmlns:a16="http://schemas.microsoft.com/office/drawing/2014/main" id="{2527C728-9D4E-6347-F748-F07156DDF90C}"/>
                </a:ext>
              </a:extLst>
            </p:cNvPr>
            <p:cNvSpPr/>
            <p:nvPr/>
          </p:nvSpPr>
          <p:spPr>
            <a:xfrm>
              <a:off x="7073412" y="1750086"/>
              <a:ext cx="65123" cy="48145"/>
            </a:xfrm>
            <a:custGeom>
              <a:avLst/>
              <a:gdLst/>
              <a:ahLst/>
              <a:cxnLst/>
              <a:rect l="l" t="t" r="r" b="b"/>
              <a:pathLst>
                <a:path w="771" h="570" extrusionOk="0">
                  <a:moveTo>
                    <a:pt x="17" y="1"/>
                  </a:moveTo>
                  <a:cubicBezTo>
                    <a:pt x="17" y="1"/>
                    <a:pt x="1" y="67"/>
                    <a:pt x="1" y="134"/>
                  </a:cubicBezTo>
                  <a:lnTo>
                    <a:pt x="586" y="570"/>
                  </a:lnTo>
                  <a:cubicBezTo>
                    <a:pt x="771" y="452"/>
                    <a:pt x="720" y="452"/>
                    <a:pt x="720" y="452"/>
                  </a:cubicBezTo>
                  <a:lnTo>
                    <a:pt x="17" y="1"/>
                  </a:lnTo>
                  <a:close/>
                </a:path>
              </a:pathLst>
            </a:custGeom>
            <a:solidFill>
              <a:srgbClr val="FFEF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5" name="Google Shape;11395;p35">
              <a:extLst>
                <a:ext uri="{FF2B5EF4-FFF2-40B4-BE49-F238E27FC236}">
                  <a16:creationId xmlns:a16="http://schemas.microsoft.com/office/drawing/2014/main" id="{C082EF5F-314B-77D9-6C55-E3D78F1447B9}"/>
                </a:ext>
              </a:extLst>
            </p:cNvPr>
            <p:cNvSpPr/>
            <p:nvPr/>
          </p:nvSpPr>
          <p:spPr>
            <a:xfrm>
              <a:off x="7053647" y="1796711"/>
              <a:ext cx="66474" cy="31421"/>
            </a:xfrm>
            <a:custGeom>
              <a:avLst/>
              <a:gdLst/>
              <a:ahLst/>
              <a:cxnLst/>
              <a:rect l="l" t="t" r="r" b="b"/>
              <a:pathLst>
                <a:path w="787" h="372" extrusionOk="0">
                  <a:moveTo>
                    <a:pt x="268" y="1"/>
                  </a:moveTo>
                  <a:cubicBezTo>
                    <a:pt x="168" y="1"/>
                    <a:pt x="84" y="18"/>
                    <a:pt x="0" y="34"/>
                  </a:cubicBezTo>
                  <a:cubicBezTo>
                    <a:pt x="0" y="152"/>
                    <a:pt x="34" y="252"/>
                    <a:pt x="168" y="319"/>
                  </a:cubicBezTo>
                  <a:cubicBezTo>
                    <a:pt x="254" y="357"/>
                    <a:pt x="336" y="372"/>
                    <a:pt x="412" y="372"/>
                  </a:cubicBezTo>
                  <a:cubicBezTo>
                    <a:pt x="574" y="372"/>
                    <a:pt x="707" y="303"/>
                    <a:pt x="787" y="235"/>
                  </a:cubicBezTo>
                  <a:cubicBezTo>
                    <a:pt x="720" y="101"/>
                    <a:pt x="519" y="1"/>
                    <a:pt x="268"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6" name="Google Shape;11396;p35">
              <a:extLst>
                <a:ext uri="{FF2B5EF4-FFF2-40B4-BE49-F238E27FC236}">
                  <a16:creationId xmlns:a16="http://schemas.microsoft.com/office/drawing/2014/main" id="{07EFF329-DB14-082F-6F18-3BA3F34F8D27}"/>
                </a:ext>
              </a:extLst>
            </p:cNvPr>
            <p:cNvSpPr/>
            <p:nvPr/>
          </p:nvSpPr>
          <p:spPr>
            <a:xfrm>
              <a:off x="7131355" y="1375396"/>
              <a:ext cx="370548" cy="507635"/>
            </a:xfrm>
            <a:custGeom>
              <a:avLst/>
              <a:gdLst/>
              <a:ahLst/>
              <a:cxnLst/>
              <a:rect l="l" t="t" r="r" b="b"/>
              <a:pathLst>
                <a:path w="4387" h="6010" extrusionOk="0">
                  <a:moveTo>
                    <a:pt x="1357" y="1"/>
                  </a:moveTo>
                  <a:cubicBezTo>
                    <a:pt x="302" y="1"/>
                    <a:pt x="1" y="1457"/>
                    <a:pt x="1022" y="1641"/>
                  </a:cubicBezTo>
                  <a:cubicBezTo>
                    <a:pt x="3616" y="2076"/>
                    <a:pt x="2160" y="5424"/>
                    <a:pt x="2127" y="5441"/>
                  </a:cubicBezTo>
                  <a:lnTo>
                    <a:pt x="2478" y="6010"/>
                  </a:lnTo>
                  <a:cubicBezTo>
                    <a:pt x="2478" y="6010"/>
                    <a:pt x="4386" y="3650"/>
                    <a:pt x="4202" y="2227"/>
                  </a:cubicBezTo>
                  <a:cubicBezTo>
                    <a:pt x="4018" y="804"/>
                    <a:pt x="2428" y="1"/>
                    <a:pt x="1357" y="1"/>
                  </a:cubicBezTo>
                  <a:close/>
                </a:path>
              </a:pathLst>
            </a:custGeom>
            <a:solidFill>
              <a:srgbClr val="7C3E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7" name="Google Shape;11397;p35">
              <a:extLst>
                <a:ext uri="{FF2B5EF4-FFF2-40B4-BE49-F238E27FC236}">
                  <a16:creationId xmlns:a16="http://schemas.microsoft.com/office/drawing/2014/main" id="{076E3659-820C-908F-1C1F-3AA65459D1E5}"/>
                </a:ext>
              </a:extLst>
            </p:cNvPr>
            <p:cNvSpPr/>
            <p:nvPr/>
          </p:nvSpPr>
          <p:spPr>
            <a:xfrm>
              <a:off x="6898146" y="2070717"/>
              <a:ext cx="622423" cy="666598"/>
            </a:xfrm>
            <a:custGeom>
              <a:avLst/>
              <a:gdLst/>
              <a:ahLst/>
              <a:cxnLst/>
              <a:rect l="l" t="t" r="r" b="b"/>
              <a:pathLst>
                <a:path w="7369" h="7892" extrusionOk="0">
                  <a:moveTo>
                    <a:pt x="4525" y="1"/>
                  </a:moveTo>
                  <a:cubicBezTo>
                    <a:pt x="3578" y="1"/>
                    <a:pt x="2589" y="361"/>
                    <a:pt x="2310" y="1109"/>
                  </a:cubicBezTo>
                  <a:cubicBezTo>
                    <a:pt x="1322" y="4008"/>
                    <a:pt x="83" y="4055"/>
                    <a:pt x="4" y="4055"/>
                  </a:cubicBezTo>
                  <a:cubicBezTo>
                    <a:pt x="1" y="4055"/>
                    <a:pt x="0" y="4055"/>
                    <a:pt x="0" y="4055"/>
                  </a:cubicBezTo>
                  <a:lnTo>
                    <a:pt x="0" y="4055"/>
                  </a:lnTo>
                  <a:lnTo>
                    <a:pt x="167" y="7888"/>
                  </a:lnTo>
                  <a:cubicBezTo>
                    <a:pt x="226" y="7890"/>
                    <a:pt x="284" y="7891"/>
                    <a:pt x="342" y="7891"/>
                  </a:cubicBezTo>
                  <a:cubicBezTo>
                    <a:pt x="4532" y="7891"/>
                    <a:pt x="7368" y="2574"/>
                    <a:pt x="6394" y="774"/>
                  </a:cubicBezTo>
                  <a:cubicBezTo>
                    <a:pt x="6116" y="265"/>
                    <a:pt x="5336" y="1"/>
                    <a:pt x="45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8" name="Google Shape;11398;p35">
              <a:extLst>
                <a:ext uri="{FF2B5EF4-FFF2-40B4-BE49-F238E27FC236}">
                  <a16:creationId xmlns:a16="http://schemas.microsoft.com/office/drawing/2014/main" id="{0373A8C2-71B3-A662-0509-0E91A4B971FB}"/>
                </a:ext>
              </a:extLst>
            </p:cNvPr>
            <p:cNvSpPr/>
            <p:nvPr/>
          </p:nvSpPr>
          <p:spPr>
            <a:xfrm>
              <a:off x="6905157" y="2085161"/>
              <a:ext cx="615412" cy="652154"/>
            </a:xfrm>
            <a:custGeom>
              <a:avLst/>
              <a:gdLst/>
              <a:ahLst/>
              <a:cxnLst/>
              <a:rect l="l" t="t" r="r" b="b"/>
              <a:pathLst>
                <a:path w="7286" h="7721" extrusionOk="0">
                  <a:moveTo>
                    <a:pt x="5524" y="1"/>
                  </a:moveTo>
                  <a:cubicBezTo>
                    <a:pt x="5223" y="2110"/>
                    <a:pt x="3047" y="5290"/>
                    <a:pt x="1" y="5725"/>
                  </a:cubicBezTo>
                  <a:lnTo>
                    <a:pt x="84" y="7717"/>
                  </a:lnTo>
                  <a:cubicBezTo>
                    <a:pt x="142" y="7719"/>
                    <a:pt x="200" y="7720"/>
                    <a:pt x="258" y="7720"/>
                  </a:cubicBezTo>
                  <a:cubicBezTo>
                    <a:pt x="4448" y="7720"/>
                    <a:pt x="7285" y="2370"/>
                    <a:pt x="6311" y="603"/>
                  </a:cubicBezTo>
                  <a:cubicBezTo>
                    <a:pt x="6177" y="335"/>
                    <a:pt x="5876" y="134"/>
                    <a:pt x="552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9" name="Google Shape;11399;p35">
              <a:extLst>
                <a:ext uri="{FF2B5EF4-FFF2-40B4-BE49-F238E27FC236}">
                  <a16:creationId xmlns:a16="http://schemas.microsoft.com/office/drawing/2014/main" id="{F90B26D1-D99B-09E7-53A8-616B74FE5E82}"/>
                </a:ext>
              </a:extLst>
            </p:cNvPr>
            <p:cNvSpPr/>
            <p:nvPr/>
          </p:nvSpPr>
          <p:spPr>
            <a:xfrm>
              <a:off x="6397603" y="1894268"/>
              <a:ext cx="394536" cy="247567"/>
            </a:xfrm>
            <a:custGeom>
              <a:avLst/>
              <a:gdLst/>
              <a:ahLst/>
              <a:cxnLst/>
              <a:rect l="l" t="t" r="r" b="b"/>
              <a:pathLst>
                <a:path w="4671" h="2931" extrusionOk="0">
                  <a:moveTo>
                    <a:pt x="3867" y="1"/>
                  </a:moveTo>
                  <a:lnTo>
                    <a:pt x="1" y="1809"/>
                  </a:lnTo>
                  <a:cubicBezTo>
                    <a:pt x="68" y="2143"/>
                    <a:pt x="386" y="2562"/>
                    <a:pt x="904" y="2813"/>
                  </a:cubicBezTo>
                  <a:cubicBezTo>
                    <a:pt x="1122" y="2930"/>
                    <a:pt x="1541" y="2930"/>
                    <a:pt x="1825" y="2930"/>
                  </a:cubicBezTo>
                  <a:cubicBezTo>
                    <a:pt x="3399" y="2930"/>
                    <a:pt x="4671" y="1859"/>
                    <a:pt x="4671" y="537"/>
                  </a:cubicBezTo>
                  <a:lnTo>
                    <a:pt x="4671" y="453"/>
                  </a:lnTo>
                  <a:cubicBezTo>
                    <a:pt x="4336" y="302"/>
                    <a:pt x="4051" y="168"/>
                    <a:pt x="38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0" name="Google Shape;11400;p35">
              <a:extLst>
                <a:ext uri="{FF2B5EF4-FFF2-40B4-BE49-F238E27FC236}">
                  <a16:creationId xmlns:a16="http://schemas.microsoft.com/office/drawing/2014/main" id="{90B81BF8-2657-3465-5861-E8230CA12967}"/>
                </a:ext>
              </a:extLst>
            </p:cNvPr>
            <p:cNvSpPr/>
            <p:nvPr/>
          </p:nvSpPr>
          <p:spPr>
            <a:xfrm>
              <a:off x="6380625" y="1422106"/>
              <a:ext cx="390313" cy="676987"/>
            </a:xfrm>
            <a:custGeom>
              <a:avLst/>
              <a:gdLst/>
              <a:ahLst/>
              <a:cxnLst/>
              <a:rect l="l" t="t" r="r" b="b"/>
              <a:pathLst>
                <a:path w="4621" h="8015" extrusionOk="0">
                  <a:moveTo>
                    <a:pt x="2846" y="0"/>
                  </a:moveTo>
                  <a:cubicBezTo>
                    <a:pt x="2846" y="0"/>
                    <a:pt x="1" y="5708"/>
                    <a:pt x="101" y="6997"/>
                  </a:cubicBezTo>
                  <a:cubicBezTo>
                    <a:pt x="166" y="7720"/>
                    <a:pt x="820" y="8015"/>
                    <a:pt x="1605" y="8015"/>
                  </a:cubicBezTo>
                  <a:cubicBezTo>
                    <a:pt x="2855" y="8015"/>
                    <a:pt x="4435" y="7267"/>
                    <a:pt x="4487" y="6311"/>
                  </a:cubicBezTo>
                  <a:cubicBezTo>
                    <a:pt x="4621" y="4185"/>
                    <a:pt x="4051" y="753"/>
                    <a:pt x="4051" y="753"/>
                  </a:cubicBezTo>
                  <a:lnTo>
                    <a:pt x="2846" y="0"/>
                  </a:ln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1" name="Google Shape;11401;p35">
              <a:extLst>
                <a:ext uri="{FF2B5EF4-FFF2-40B4-BE49-F238E27FC236}">
                  <a16:creationId xmlns:a16="http://schemas.microsoft.com/office/drawing/2014/main" id="{D5D97683-A5E8-CCC8-288E-297A134CD7EE}"/>
                </a:ext>
              </a:extLst>
            </p:cNvPr>
            <p:cNvSpPr/>
            <p:nvPr/>
          </p:nvSpPr>
          <p:spPr>
            <a:xfrm>
              <a:off x="6454195" y="1454625"/>
              <a:ext cx="315308" cy="642610"/>
            </a:xfrm>
            <a:custGeom>
              <a:avLst/>
              <a:gdLst/>
              <a:ahLst/>
              <a:cxnLst/>
              <a:rect l="l" t="t" r="r" b="b"/>
              <a:pathLst>
                <a:path w="3733" h="7608" extrusionOk="0">
                  <a:moveTo>
                    <a:pt x="2645" y="0"/>
                  </a:moveTo>
                  <a:cubicBezTo>
                    <a:pt x="2477" y="1055"/>
                    <a:pt x="2176" y="2210"/>
                    <a:pt x="1808" y="3398"/>
                  </a:cubicBezTo>
                  <a:cubicBezTo>
                    <a:pt x="1272" y="4972"/>
                    <a:pt x="653" y="6378"/>
                    <a:pt x="0" y="7499"/>
                  </a:cubicBezTo>
                  <a:cubicBezTo>
                    <a:pt x="219" y="7573"/>
                    <a:pt x="471" y="7607"/>
                    <a:pt x="740" y="7607"/>
                  </a:cubicBezTo>
                  <a:cubicBezTo>
                    <a:pt x="1994" y="7607"/>
                    <a:pt x="3594" y="6860"/>
                    <a:pt x="3649" y="5909"/>
                  </a:cubicBezTo>
                  <a:cubicBezTo>
                    <a:pt x="3733" y="3800"/>
                    <a:pt x="3180" y="335"/>
                    <a:pt x="3180" y="335"/>
                  </a:cubicBezTo>
                  <a:lnTo>
                    <a:pt x="2645" y="0"/>
                  </a:ln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2" name="Google Shape;11402;p35">
              <a:extLst>
                <a:ext uri="{FF2B5EF4-FFF2-40B4-BE49-F238E27FC236}">
                  <a16:creationId xmlns:a16="http://schemas.microsoft.com/office/drawing/2014/main" id="{E4CAB58A-96DF-CC64-2239-4F0EDD1D4FDF}"/>
                </a:ext>
              </a:extLst>
            </p:cNvPr>
            <p:cNvSpPr/>
            <p:nvPr/>
          </p:nvSpPr>
          <p:spPr>
            <a:xfrm>
              <a:off x="6899497" y="2372175"/>
              <a:ext cx="219271" cy="364973"/>
            </a:xfrm>
            <a:custGeom>
              <a:avLst/>
              <a:gdLst/>
              <a:ahLst/>
              <a:cxnLst/>
              <a:rect l="l" t="t" r="r" b="b"/>
              <a:pathLst>
                <a:path w="2596" h="4321" extrusionOk="0">
                  <a:moveTo>
                    <a:pt x="921" y="0"/>
                  </a:moveTo>
                  <a:cubicBezTo>
                    <a:pt x="435" y="471"/>
                    <a:pt x="51" y="486"/>
                    <a:pt x="5" y="486"/>
                  </a:cubicBezTo>
                  <a:cubicBezTo>
                    <a:pt x="2" y="486"/>
                    <a:pt x="1" y="486"/>
                    <a:pt x="1" y="486"/>
                  </a:cubicBezTo>
                  <a:lnTo>
                    <a:pt x="1" y="486"/>
                  </a:lnTo>
                  <a:lnTo>
                    <a:pt x="168" y="4319"/>
                  </a:lnTo>
                  <a:cubicBezTo>
                    <a:pt x="214" y="4320"/>
                    <a:pt x="260" y="4321"/>
                    <a:pt x="305" y="4321"/>
                  </a:cubicBezTo>
                  <a:cubicBezTo>
                    <a:pt x="889" y="4321"/>
                    <a:pt x="1430" y="4222"/>
                    <a:pt x="1942" y="4051"/>
                  </a:cubicBezTo>
                  <a:cubicBezTo>
                    <a:pt x="2344" y="3599"/>
                    <a:pt x="2595" y="3013"/>
                    <a:pt x="2595" y="2377"/>
                  </a:cubicBezTo>
                  <a:cubicBezTo>
                    <a:pt x="2595" y="1306"/>
                    <a:pt x="1909" y="385"/>
                    <a:pt x="9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3" name="Google Shape;11403;p35">
              <a:extLst>
                <a:ext uri="{FF2B5EF4-FFF2-40B4-BE49-F238E27FC236}">
                  <a16:creationId xmlns:a16="http://schemas.microsoft.com/office/drawing/2014/main" id="{62718054-1F84-B3C7-A19C-569687162515}"/>
                </a:ext>
              </a:extLst>
            </p:cNvPr>
            <p:cNvSpPr/>
            <p:nvPr/>
          </p:nvSpPr>
          <p:spPr>
            <a:xfrm>
              <a:off x="6399039" y="2402414"/>
              <a:ext cx="692866" cy="334904"/>
            </a:xfrm>
            <a:custGeom>
              <a:avLst/>
              <a:gdLst/>
              <a:ahLst/>
              <a:cxnLst/>
              <a:rect l="l" t="t" r="r" b="b"/>
              <a:pathLst>
                <a:path w="8203" h="3965" extrusionOk="0">
                  <a:moveTo>
                    <a:pt x="4745" y="0"/>
                  </a:moveTo>
                  <a:cubicBezTo>
                    <a:pt x="2754" y="0"/>
                    <a:pt x="151" y="295"/>
                    <a:pt x="151" y="295"/>
                  </a:cubicBezTo>
                  <a:lnTo>
                    <a:pt x="0" y="1651"/>
                  </a:lnTo>
                  <a:cubicBezTo>
                    <a:pt x="0" y="1651"/>
                    <a:pt x="4819" y="3964"/>
                    <a:pt x="6227" y="3964"/>
                  </a:cubicBezTo>
                  <a:cubicBezTo>
                    <a:pt x="6257" y="3964"/>
                    <a:pt x="6284" y="3963"/>
                    <a:pt x="6311" y="3961"/>
                  </a:cubicBezTo>
                  <a:cubicBezTo>
                    <a:pt x="8119" y="3827"/>
                    <a:pt x="8202" y="1199"/>
                    <a:pt x="6846" y="279"/>
                  </a:cubicBezTo>
                  <a:cubicBezTo>
                    <a:pt x="6539" y="70"/>
                    <a:pt x="5715" y="0"/>
                    <a:pt x="4745"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4" name="Google Shape;11404;p35">
              <a:extLst>
                <a:ext uri="{FF2B5EF4-FFF2-40B4-BE49-F238E27FC236}">
                  <a16:creationId xmlns:a16="http://schemas.microsoft.com/office/drawing/2014/main" id="{552F86D8-E48C-AB38-E121-7E325E207EEE}"/>
                </a:ext>
              </a:extLst>
            </p:cNvPr>
            <p:cNvSpPr/>
            <p:nvPr/>
          </p:nvSpPr>
          <p:spPr>
            <a:xfrm>
              <a:off x="6399039" y="2534771"/>
              <a:ext cx="674453" cy="202547"/>
            </a:xfrm>
            <a:custGeom>
              <a:avLst/>
              <a:gdLst/>
              <a:ahLst/>
              <a:cxnLst/>
              <a:rect l="l" t="t" r="r" b="b"/>
              <a:pathLst>
                <a:path w="7985" h="2398" extrusionOk="0">
                  <a:moveTo>
                    <a:pt x="7700" y="0"/>
                  </a:moveTo>
                  <a:cubicBezTo>
                    <a:pt x="7194" y="179"/>
                    <a:pt x="6429" y="275"/>
                    <a:pt x="5511" y="275"/>
                  </a:cubicBezTo>
                  <a:cubicBezTo>
                    <a:pt x="4879" y="275"/>
                    <a:pt x="4175" y="230"/>
                    <a:pt x="3432" y="134"/>
                  </a:cubicBezTo>
                  <a:cubicBezTo>
                    <a:pt x="2888" y="65"/>
                    <a:pt x="2201" y="44"/>
                    <a:pt x="1586" y="44"/>
                  </a:cubicBezTo>
                  <a:cubicBezTo>
                    <a:pt x="724" y="44"/>
                    <a:pt x="0" y="84"/>
                    <a:pt x="0" y="84"/>
                  </a:cubicBezTo>
                  <a:cubicBezTo>
                    <a:pt x="0" y="84"/>
                    <a:pt x="4819" y="2397"/>
                    <a:pt x="6227" y="2397"/>
                  </a:cubicBezTo>
                  <a:cubicBezTo>
                    <a:pt x="6257" y="2397"/>
                    <a:pt x="6284" y="2396"/>
                    <a:pt x="6311" y="2394"/>
                  </a:cubicBezTo>
                  <a:cubicBezTo>
                    <a:pt x="7516" y="2310"/>
                    <a:pt x="7985" y="1072"/>
                    <a:pt x="7700"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5" name="Google Shape;11405;p35">
              <a:extLst>
                <a:ext uri="{FF2B5EF4-FFF2-40B4-BE49-F238E27FC236}">
                  <a16:creationId xmlns:a16="http://schemas.microsoft.com/office/drawing/2014/main" id="{21C90E2F-8430-BC18-F3D3-9FC6859DACB0}"/>
                </a:ext>
              </a:extLst>
            </p:cNvPr>
            <p:cNvSpPr/>
            <p:nvPr/>
          </p:nvSpPr>
          <p:spPr>
            <a:xfrm>
              <a:off x="6397603" y="4068667"/>
              <a:ext cx="111747" cy="39783"/>
            </a:xfrm>
            <a:custGeom>
              <a:avLst/>
              <a:gdLst/>
              <a:ahLst/>
              <a:cxnLst/>
              <a:rect l="l" t="t" r="r" b="b"/>
              <a:pathLst>
                <a:path w="1323" h="471" extrusionOk="0">
                  <a:moveTo>
                    <a:pt x="908" y="0"/>
                  </a:moveTo>
                  <a:cubicBezTo>
                    <a:pt x="596" y="0"/>
                    <a:pt x="1" y="470"/>
                    <a:pt x="1" y="470"/>
                  </a:cubicBezTo>
                  <a:lnTo>
                    <a:pt x="1323" y="470"/>
                  </a:lnTo>
                  <a:cubicBezTo>
                    <a:pt x="1323" y="470"/>
                    <a:pt x="1223" y="35"/>
                    <a:pt x="938" y="2"/>
                  </a:cubicBezTo>
                  <a:cubicBezTo>
                    <a:pt x="928" y="1"/>
                    <a:pt x="918" y="0"/>
                    <a:pt x="9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6" name="Google Shape;11406;p35">
              <a:extLst>
                <a:ext uri="{FF2B5EF4-FFF2-40B4-BE49-F238E27FC236}">
                  <a16:creationId xmlns:a16="http://schemas.microsoft.com/office/drawing/2014/main" id="{4F756DE6-E03B-0DD2-8DBF-BE44E8086897}"/>
                </a:ext>
              </a:extLst>
            </p:cNvPr>
            <p:cNvSpPr/>
            <p:nvPr/>
          </p:nvSpPr>
          <p:spPr>
            <a:xfrm>
              <a:off x="6109153" y="4067231"/>
              <a:ext cx="120278" cy="41219"/>
            </a:xfrm>
            <a:custGeom>
              <a:avLst/>
              <a:gdLst/>
              <a:ahLst/>
              <a:cxnLst/>
              <a:rect l="l" t="t" r="r" b="b"/>
              <a:pathLst>
                <a:path w="1424" h="488" extrusionOk="0">
                  <a:moveTo>
                    <a:pt x="1108" y="0"/>
                  </a:moveTo>
                  <a:cubicBezTo>
                    <a:pt x="771" y="0"/>
                    <a:pt x="1" y="487"/>
                    <a:pt x="1" y="487"/>
                  </a:cubicBezTo>
                  <a:lnTo>
                    <a:pt x="1323" y="487"/>
                  </a:lnTo>
                  <a:cubicBezTo>
                    <a:pt x="1323" y="487"/>
                    <a:pt x="1424" y="19"/>
                    <a:pt x="1139" y="2"/>
                  </a:cubicBezTo>
                  <a:cubicBezTo>
                    <a:pt x="1129" y="1"/>
                    <a:pt x="1119" y="0"/>
                    <a:pt x="11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7" name="Google Shape;11407;p35">
              <a:extLst>
                <a:ext uri="{FF2B5EF4-FFF2-40B4-BE49-F238E27FC236}">
                  <a16:creationId xmlns:a16="http://schemas.microsoft.com/office/drawing/2014/main" id="{718CF8B2-8C4E-669F-A8C8-701076DDBA65}"/>
                </a:ext>
              </a:extLst>
            </p:cNvPr>
            <p:cNvSpPr/>
            <p:nvPr/>
          </p:nvSpPr>
          <p:spPr>
            <a:xfrm>
              <a:off x="5702028" y="2534771"/>
              <a:ext cx="654688" cy="46709"/>
            </a:xfrm>
            <a:custGeom>
              <a:avLst/>
              <a:gdLst/>
              <a:ahLst/>
              <a:cxnLst/>
              <a:rect l="l" t="t" r="r" b="b"/>
              <a:pathLst>
                <a:path w="7751" h="553" extrusionOk="0">
                  <a:moveTo>
                    <a:pt x="0" y="0"/>
                  </a:moveTo>
                  <a:cubicBezTo>
                    <a:pt x="787" y="318"/>
                    <a:pt x="2226" y="553"/>
                    <a:pt x="3867" y="553"/>
                  </a:cubicBezTo>
                  <a:cubicBezTo>
                    <a:pt x="5524" y="553"/>
                    <a:pt x="6963" y="318"/>
                    <a:pt x="7750"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8" name="Google Shape;11408;p35">
              <a:extLst>
                <a:ext uri="{FF2B5EF4-FFF2-40B4-BE49-F238E27FC236}">
                  <a16:creationId xmlns:a16="http://schemas.microsoft.com/office/drawing/2014/main" id="{4164BEBD-B5CE-E0BE-EF65-11BA9C7D5FB2}"/>
                </a:ext>
              </a:extLst>
            </p:cNvPr>
            <p:cNvSpPr/>
            <p:nvPr/>
          </p:nvSpPr>
          <p:spPr>
            <a:xfrm>
              <a:off x="5454544" y="2171316"/>
              <a:ext cx="301287" cy="66643"/>
            </a:xfrm>
            <a:custGeom>
              <a:avLst/>
              <a:gdLst/>
              <a:ahLst/>
              <a:cxnLst/>
              <a:rect l="l" t="t" r="r" b="b"/>
              <a:pathLst>
                <a:path w="3567" h="789" extrusionOk="0">
                  <a:moveTo>
                    <a:pt x="646" y="1"/>
                  </a:moveTo>
                  <a:cubicBezTo>
                    <a:pt x="268" y="1"/>
                    <a:pt x="30" y="311"/>
                    <a:pt x="1" y="621"/>
                  </a:cubicBezTo>
                  <a:cubicBezTo>
                    <a:pt x="503" y="738"/>
                    <a:pt x="1173" y="788"/>
                    <a:pt x="1892" y="788"/>
                  </a:cubicBezTo>
                  <a:cubicBezTo>
                    <a:pt x="2528" y="788"/>
                    <a:pt x="3098" y="755"/>
                    <a:pt x="3566" y="671"/>
                  </a:cubicBezTo>
                  <a:cubicBezTo>
                    <a:pt x="2729" y="504"/>
                    <a:pt x="1792" y="253"/>
                    <a:pt x="804" y="18"/>
                  </a:cubicBezTo>
                  <a:cubicBezTo>
                    <a:pt x="749" y="7"/>
                    <a:pt x="696" y="1"/>
                    <a:pt x="646"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9" name="Google Shape;11409;p35">
              <a:extLst>
                <a:ext uri="{FF2B5EF4-FFF2-40B4-BE49-F238E27FC236}">
                  <a16:creationId xmlns:a16="http://schemas.microsoft.com/office/drawing/2014/main" id="{297466D3-6624-5C19-74FF-5EF72CB23747}"/>
                </a:ext>
              </a:extLst>
            </p:cNvPr>
            <p:cNvSpPr/>
            <p:nvPr/>
          </p:nvSpPr>
          <p:spPr>
            <a:xfrm>
              <a:off x="5621448" y="2185252"/>
              <a:ext cx="84887" cy="51270"/>
            </a:xfrm>
            <a:custGeom>
              <a:avLst/>
              <a:gdLst/>
              <a:ahLst/>
              <a:cxnLst/>
              <a:rect l="l" t="t" r="r" b="b"/>
              <a:pathLst>
                <a:path w="1005" h="607" extrusionOk="0">
                  <a:moveTo>
                    <a:pt x="383" y="1"/>
                  </a:moveTo>
                  <a:cubicBezTo>
                    <a:pt x="285" y="1"/>
                    <a:pt x="204" y="18"/>
                    <a:pt x="168" y="54"/>
                  </a:cubicBezTo>
                  <a:cubicBezTo>
                    <a:pt x="670" y="138"/>
                    <a:pt x="0" y="607"/>
                    <a:pt x="402" y="607"/>
                  </a:cubicBezTo>
                  <a:cubicBezTo>
                    <a:pt x="670" y="607"/>
                    <a:pt x="452" y="356"/>
                    <a:pt x="552" y="255"/>
                  </a:cubicBezTo>
                  <a:cubicBezTo>
                    <a:pt x="605" y="213"/>
                    <a:pt x="651" y="178"/>
                    <a:pt x="752" y="178"/>
                  </a:cubicBezTo>
                  <a:cubicBezTo>
                    <a:pt x="812" y="178"/>
                    <a:pt x="892" y="190"/>
                    <a:pt x="1004" y="222"/>
                  </a:cubicBezTo>
                  <a:cubicBezTo>
                    <a:pt x="901" y="83"/>
                    <a:pt x="599" y="1"/>
                    <a:pt x="38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0" name="Google Shape;11410;p35">
              <a:extLst>
                <a:ext uri="{FF2B5EF4-FFF2-40B4-BE49-F238E27FC236}">
                  <a16:creationId xmlns:a16="http://schemas.microsoft.com/office/drawing/2014/main" id="{9CF60AE7-C1CB-739F-54D5-54A459949249}"/>
                </a:ext>
              </a:extLst>
            </p:cNvPr>
            <p:cNvSpPr/>
            <p:nvPr/>
          </p:nvSpPr>
          <p:spPr>
            <a:xfrm>
              <a:off x="7264304" y="1502686"/>
              <a:ext cx="137171" cy="292756"/>
            </a:xfrm>
            <a:custGeom>
              <a:avLst/>
              <a:gdLst/>
              <a:ahLst/>
              <a:cxnLst/>
              <a:rect l="l" t="t" r="r" b="b"/>
              <a:pathLst>
                <a:path w="1624" h="3466" extrusionOk="0">
                  <a:moveTo>
                    <a:pt x="436" y="0"/>
                  </a:moveTo>
                  <a:lnTo>
                    <a:pt x="0" y="251"/>
                  </a:lnTo>
                  <a:cubicBezTo>
                    <a:pt x="0" y="285"/>
                    <a:pt x="954" y="1172"/>
                    <a:pt x="201" y="2980"/>
                  </a:cubicBezTo>
                  <a:lnTo>
                    <a:pt x="887" y="3465"/>
                  </a:lnTo>
                  <a:lnTo>
                    <a:pt x="1624" y="1473"/>
                  </a:lnTo>
                  <a:lnTo>
                    <a:pt x="436" y="0"/>
                  </a:lnTo>
                  <a:close/>
                </a:path>
              </a:pathLst>
            </a:custGeom>
            <a:solidFill>
              <a:srgbClr val="7C3E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1" name="Google Shape;11411;p35">
              <a:extLst>
                <a:ext uri="{FF2B5EF4-FFF2-40B4-BE49-F238E27FC236}">
                  <a16:creationId xmlns:a16="http://schemas.microsoft.com/office/drawing/2014/main" id="{3212CC6E-D1A3-67F0-C5E1-DF421453DD19}"/>
                </a:ext>
              </a:extLst>
            </p:cNvPr>
            <p:cNvSpPr/>
            <p:nvPr/>
          </p:nvSpPr>
          <p:spPr>
            <a:xfrm>
              <a:off x="7276974" y="1720185"/>
              <a:ext cx="114619" cy="98064"/>
            </a:xfrm>
            <a:custGeom>
              <a:avLst/>
              <a:gdLst/>
              <a:ahLst/>
              <a:cxnLst/>
              <a:rect l="l" t="t" r="r" b="b"/>
              <a:pathLst>
                <a:path w="1357" h="1161" extrusionOk="0">
                  <a:moveTo>
                    <a:pt x="969" y="0"/>
                  </a:moveTo>
                  <a:cubicBezTo>
                    <a:pt x="791" y="0"/>
                    <a:pt x="571" y="97"/>
                    <a:pt x="386" y="271"/>
                  </a:cubicBezTo>
                  <a:cubicBezTo>
                    <a:pt x="85" y="539"/>
                    <a:pt x="1" y="907"/>
                    <a:pt x="152" y="1074"/>
                  </a:cubicBezTo>
                  <a:cubicBezTo>
                    <a:pt x="210" y="1133"/>
                    <a:pt x="295" y="1161"/>
                    <a:pt x="393" y="1161"/>
                  </a:cubicBezTo>
                  <a:cubicBezTo>
                    <a:pt x="574" y="1161"/>
                    <a:pt x="798" y="1064"/>
                    <a:pt x="972" y="890"/>
                  </a:cubicBezTo>
                  <a:cubicBezTo>
                    <a:pt x="1273" y="606"/>
                    <a:pt x="1357" y="254"/>
                    <a:pt x="1206" y="87"/>
                  </a:cubicBezTo>
                  <a:cubicBezTo>
                    <a:pt x="1148" y="28"/>
                    <a:pt x="1065" y="0"/>
                    <a:pt x="969"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2" name="Google Shape;11412;p35">
              <a:extLst>
                <a:ext uri="{FF2B5EF4-FFF2-40B4-BE49-F238E27FC236}">
                  <a16:creationId xmlns:a16="http://schemas.microsoft.com/office/drawing/2014/main" id="{9110F1E2-4FDF-F8C4-1957-1033D17D75EF}"/>
                </a:ext>
              </a:extLst>
            </p:cNvPr>
            <p:cNvSpPr/>
            <p:nvPr/>
          </p:nvSpPr>
          <p:spPr>
            <a:xfrm>
              <a:off x="7296824" y="1747890"/>
              <a:ext cx="69346" cy="57183"/>
            </a:xfrm>
            <a:custGeom>
              <a:avLst/>
              <a:gdLst/>
              <a:ahLst/>
              <a:cxnLst/>
              <a:rect l="l" t="t" r="r" b="b"/>
              <a:pathLst>
                <a:path w="821" h="677" extrusionOk="0">
                  <a:moveTo>
                    <a:pt x="578" y="0"/>
                  </a:moveTo>
                  <a:cubicBezTo>
                    <a:pt x="473" y="0"/>
                    <a:pt x="343" y="63"/>
                    <a:pt x="235" y="160"/>
                  </a:cubicBezTo>
                  <a:cubicBezTo>
                    <a:pt x="67" y="328"/>
                    <a:pt x="0" y="529"/>
                    <a:pt x="101" y="612"/>
                  </a:cubicBezTo>
                  <a:cubicBezTo>
                    <a:pt x="144" y="656"/>
                    <a:pt x="199" y="676"/>
                    <a:pt x="260" y="676"/>
                  </a:cubicBezTo>
                  <a:cubicBezTo>
                    <a:pt x="362" y="676"/>
                    <a:pt x="481" y="617"/>
                    <a:pt x="586" y="512"/>
                  </a:cubicBezTo>
                  <a:cubicBezTo>
                    <a:pt x="754" y="345"/>
                    <a:pt x="820" y="144"/>
                    <a:pt x="720" y="60"/>
                  </a:cubicBezTo>
                  <a:cubicBezTo>
                    <a:pt x="685" y="19"/>
                    <a:pt x="635" y="0"/>
                    <a:pt x="578" y="0"/>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3" name="Google Shape;11413;p35">
              <a:extLst>
                <a:ext uri="{FF2B5EF4-FFF2-40B4-BE49-F238E27FC236}">
                  <a16:creationId xmlns:a16="http://schemas.microsoft.com/office/drawing/2014/main" id="{0E420CD9-2BF6-552C-4573-5EF5D4057B54}"/>
                </a:ext>
              </a:extLst>
            </p:cNvPr>
            <p:cNvSpPr/>
            <p:nvPr/>
          </p:nvSpPr>
          <p:spPr>
            <a:xfrm>
              <a:off x="7295388" y="1769006"/>
              <a:ext cx="43922" cy="38432"/>
            </a:xfrm>
            <a:custGeom>
              <a:avLst/>
              <a:gdLst/>
              <a:ahLst/>
              <a:cxnLst/>
              <a:rect l="l" t="t" r="r" b="b"/>
              <a:pathLst>
                <a:path w="520" h="455" extrusionOk="0">
                  <a:moveTo>
                    <a:pt x="371" y="0"/>
                  </a:moveTo>
                  <a:cubicBezTo>
                    <a:pt x="301" y="0"/>
                    <a:pt x="216" y="30"/>
                    <a:pt x="151" y="95"/>
                  </a:cubicBezTo>
                  <a:cubicBezTo>
                    <a:pt x="51" y="195"/>
                    <a:pt x="1" y="346"/>
                    <a:pt x="68" y="413"/>
                  </a:cubicBezTo>
                  <a:cubicBezTo>
                    <a:pt x="85" y="442"/>
                    <a:pt x="115" y="455"/>
                    <a:pt x="152" y="455"/>
                  </a:cubicBezTo>
                  <a:cubicBezTo>
                    <a:pt x="219" y="455"/>
                    <a:pt x="310" y="411"/>
                    <a:pt x="386" y="346"/>
                  </a:cubicBezTo>
                  <a:cubicBezTo>
                    <a:pt x="486" y="245"/>
                    <a:pt x="519" y="95"/>
                    <a:pt x="469" y="28"/>
                  </a:cubicBezTo>
                  <a:cubicBezTo>
                    <a:pt x="445" y="10"/>
                    <a:pt x="410" y="0"/>
                    <a:pt x="371"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4" name="Google Shape;11414;p35">
              <a:extLst>
                <a:ext uri="{FF2B5EF4-FFF2-40B4-BE49-F238E27FC236}">
                  <a16:creationId xmlns:a16="http://schemas.microsoft.com/office/drawing/2014/main" id="{65C9BE56-1C08-A7A7-156C-AD6A1EA1867D}"/>
                </a:ext>
              </a:extLst>
            </p:cNvPr>
            <p:cNvSpPr/>
            <p:nvPr/>
          </p:nvSpPr>
          <p:spPr>
            <a:xfrm>
              <a:off x="6568646" y="1403692"/>
              <a:ext cx="138692" cy="299851"/>
            </a:xfrm>
            <a:custGeom>
              <a:avLst/>
              <a:gdLst/>
              <a:ahLst/>
              <a:cxnLst/>
              <a:rect l="l" t="t" r="r" b="b"/>
              <a:pathLst>
                <a:path w="1642" h="3550" extrusionOk="0">
                  <a:moveTo>
                    <a:pt x="587" y="1"/>
                  </a:moveTo>
                  <a:lnTo>
                    <a:pt x="1" y="1474"/>
                  </a:lnTo>
                  <a:lnTo>
                    <a:pt x="1424" y="3549"/>
                  </a:lnTo>
                  <a:lnTo>
                    <a:pt x="1641" y="1038"/>
                  </a:lnTo>
                  <a:lnTo>
                    <a:pt x="587" y="1"/>
                  </a:ln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5" name="Google Shape;11415;p35">
              <a:extLst>
                <a:ext uri="{FF2B5EF4-FFF2-40B4-BE49-F238E27FC236}">
                  <a16:creationId xmlns:a16="http://schemas.microsoft.com/office/drawing/2014/main" id="{EBBD6850-48C1-3CC7-59EF-D9A06751142E}"/>
                </a:ext>
              </a:extLst>
            </p:cNvPr>
            <p:cNvSpPr/>
            <p:nvPr/>
          </p:nvSpPr>
          <p:spPr>
            <a:xfrm>
              <a:off x="6537562" y="1437647"/>
              <a:ext cx="165551" cy="140043"/>
            </a:xfrm>
            <a:custGeom>
              <a:avLst/>
              <a:gdLst/>
              <a:ahLst/>
              <a:cxnLst/>
              <a:rect l="l" t="t" r="r" b="b"/>
              <a:pathLst>
                <a:path w="1960" h="1658" extrusionOk="0">
                  <a:moveTo>
                    <a:pt x="603" y="0"/>
                  </a:moveTo>
                  <a:lnTo>
                    <a:pt x="1" y="235"/>
                  </a:lnTo>
                  <a:cubicBezTo>
                    <a:pt x="1" y="235"/>
                    <a:pt x="168" y="670"/>
                    <a:pt x="570" y="1122"/>
                  </a:cubicBezTo>
                  <a:cubicBezTo>
                    <a:pt x="838" y="1457"/>
                    <a:pt x="1256" y="1657"/>
                    <a:pt x="1691" y="1657"/>
                  </a:cubicBezTo>
                  <a:lnTo>
                    <a:pt x="1959" y="1657"/>
                  </a:lnTo>
                  <a:lnTo>
                    <a:pt x="1842" y="1172"/>
                  </a:lnTo>
                  <a:lnTo>
                    <a:pt x="603" y="0"/>
                  </a:ln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6" name="Google Shape;11416;p35">
              <a:extLst>
                <a:ext uri="{FF2B5EF4-FFF2-40B4-BE49-F238E27FC236}">
                  <a16:creationId xmlns:a16="http://schemas.microsoft.com/office/drawing/2014/main" id="{5141DEB9-5074-ECAE-27A8-9107E2D57C84}"/>
                </a:ext>
              </a:extLst>
            </p:cNvPr>
            <p:cNvSpPr/>
            <p:nvPr/>
          </p:nvSpPr>
          <p:spPr>
            <a:xfrm>
              <a:off x="6481899" y="1198356"/>
              <a:ext cx="368521" cy="473680"/>
            </a:xfrm>
            <a:custGeom>
              <a:avLst/>
              <a:gdLst/>
              <a:ahLst/>
              <a:cxnLst/>
              <a:rect l="l" t="t" r="r" b="b"/>
              <a:pathLst>
                <a:path w="4363" h="5608" extrusionOk="0">
                  <a:moveTo>
                    <a:pt x="3076" y="0"/>
                  </a:moveTo>
                  <a:cubicBezTo>
                    <a:pt x="2267" y="0"/>
                    <a:pt x="0" y="842"/>
                    <a:pt x="342" y="1662"/>
                  </a:cubicBezTo>
                  <a:cubicBezTo>
                    <a:pt x="1262" y="3921"/>
                    <a:pt x="4192" y="5595"/>
                    <a:pt x="4192" y="5595"/>
                  </a:cubicBezTo>
                  <a:cubicBezTo>
                    <a:pt x="4192" y="5595"/>
                    <a:pt x="4219" y="5608"/>
                    <a:pt x="4250" y="5608"/>
                  </a:cubicBezTo>
                  <a:cubicBezTo>
                    <a:pt x="4301" y="5608"/>
                    <a:pt x="4363" y="5576"/>
                    <a:pt x="4342" y="5411"/>
                  </a:cubicBezTo>
                  <a:cubicBezTo>
                    <a:pt x="4108" y="4172"/>
                    <a:pt x="3288" y="574"/>
                    <a:pt x="3355" y="138"/>
                  </a:cubicBezTo>
                  <a:cubicBezTo>
                    <a:pt x="3367" y="43"/>
                    <a:pt x="3259" y="0"/>
                    <a:pt x="30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7" name="Google Shape;11417;p35">
              <a:extLst>
                <a:ext uri="{FF2B5EF4-FFF2-40B4-BE49-F238E27FC236}">
                  <a16:creationId xmlns:a16="http://schemas.microsoft.com/office/drawing/2014/main" id="{CFA2B4EE-AE3D-26A6-DC9B-9C18DFB759FF}"/>
                </a:ext>
              </a:extLst>
            </p:cNvPr>
            <p:cNvSpPr/>
            <p:nvPr/>
          </p:nvSpPr>
          <p:spPr>
            <a:xfrm>
              <a:off x="6486207" y="1185349"/>
              <a:ext cx="359652" cy="472920"/>
            </a:xfrm>
            <a:custGeom>
              <a:avLst/>
              <a:gdLst/>
              <a:ahLst/>
              <a:cxnLst/>
              <a:rect l="l" t="t" r="r" b="b"/>
              <a:pathLst>
                <a:path w="4258" h="5599" extrusionOk="0">
                  <a:moveTo>
                    <a:pt x="3088" y="1"/>
                  </a:moveTo>
                  <a:cubicBezTo>
                    <a:pt x="2222" y="1"/>
                    <a:pt x="1" y="748"/>
                    <a:pt x="307" y="1548"/>
                  </a:cubicBezTo>
                  <a:cubicBezTo>
                    <a:pt x="1228" y="3808"/>
                    <a:pt x="4258" y="5599"/>
                    <a:pt x="4258" y="5599"/>
                  </a:cubicBezTo>
                  <a:cubicBezTo>
                    <a:pt x="4258" y="5599"/>
                    <a:pt x="3337" y="694"/>
                    <a:pt x="3421" y="158"/>
                  </a:cubicBezTo>
                  <a:cubicBezTo>
                    <a:pt x="3441" y="50"/>
                    <a:pt x="3309" y="1"/>
                    <a:pt x="30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8" name="Google Shape;11418;p35">
              <a:extLst>
                <a:ext uri="{FF2B5EF4-FFF2-40B4-BE49-F238E27FC236}">
                  <a16:creationId xmlns:a16="http://schemas.microsoft.com/office/drawing/2014/main" id="{9AC486DC-DAAB-8CB3-4F6C-995BAE36B944}"/>
                </a:ext>
              </a:extLst>
            </p:cNvPr>
            <p:cNvSpPr/>
            <p:nvPr/>
          </p:nvSpPr>
          <p:spPr>
            <a:xfrm>
              <a:off x="6519824" y="1274882"/>
              <a:ext cx="344448" cy="390482"/>
            </a:xfrm>
            <a:custGeom>
              <a:avLst/>
              <a:gdLst/>
              <a:ahLst/>
              <a:cxnLst/>
              <a:rect l="l" t="t" r="r" b="b"/>
              <a:pathLst>
                <a:path w="4078" h="4623" extrusionOk="0">
                  <a:moveTo>
                    <a:pt x="2863" y="0"/>
                  </a:moveTo>
                  <a:cubicBezTo>
                    <a:pt x="2062" y="0"/>
                    <a:pt x="1" y="562"/>
                    <a:pt x="244" y="1157"/>
                  </a:cubicBezTo>
                  <a:cubicBezTo>
                    <a:pt x="1031" y="2932"/>
                    <a:pt x="3876" y="4622"/>
                    <a:pt x="3876" y="4622"/>
                  </a:cubicBezTo>
                  <a:cubicBezTo>
                    <a:pt x="4077" y="4354"/>
                    <a:pt x="3173" y="438"/>
                    <a:pt x="3173" y="103"/>
                  </a:cubicBezTo>
                  <a:cubicBezTo>
                    <a:pt x="3173" y="32"/>
                    <a:pt x="3054" y="0"/>
                    <a:pt x="28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9" name="Google Shape;11419;p35">
              <a:extLst>
                <a:ext uri="{FF2B5EF4-FFF2-40B4-BE49-F238E27FC236}">
                  <a16:creationId xmlns:a16="http://schemas.microsoft.com/office/drawing/2014/main" id="{A3C91712-B164-9E6F-D558-EB9ADBA54F30}"/>
                </a:ext>
              </a:extLst>
            </p:cNvPr>
            <p:cNvSpPr/>
            <p:nvPr/>
          </p:nvSpPr>
          <p:spPr>
            <a:xfrm>
              <a:off x="6553104" y="1285440"/>
              <a:ext cx="308297" cy="370041"/>
            </a:xfrm>
            <a:custGeom>
              <a:avLst/>
              <a:gdLst/>
              <a:ahLst/>
              <a:cxnLst/>
              <a:rect l="l" t="t" r="r" b="b"/>
              <a:pathLst>
                <a:path w="3650" h="4381" extrusionOk="0">
                  <a:moveTo>
                    <a:pt x="2213" y="0"/>
                  </a:moveTo>
                  <a:cubicBezTo>
                    <a:pt x="1981" y="0"/>
                    <a:pt x="1694" y="35"/>
                    <a:pt x="1424" y="112"/>
                  </a:cubicBezTo>
                  <a:cubicBezTo>
                    <a:pt x="670" y="346"/>
                    <a:pt x="1" y="848"/>
                    <a:pt x="151" y="1216"/>
                  </a:cubicBezTo>
                  <a:cubicBezTo>
                    <a:pt x="838" y="2823"/>
                    <a:pt x="3449" y="4380"/>
                    <a:pt x="3449" y="4380"/>
                  </a:cubicBezTo>
                  <a:cubicBezTo>
                    <a:pt x="3650" y="4129"/>
                    <a:pt x="2679" y="446"/>
                    <a:pt x="2679" y="128"/>
                  </a:cubicBezTo>
                  <a:cubicBezTo>
                    <a:pt x="2679" y="47"/>
                    <a:pt x="2484" y="0"/>
                    <a:pt x="22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0" name="Google Shape;11420;p35">
              <a:extLst>
                <a:ext uri="{FF2B5EF4-FFF2-40B4-BE49-F238E27FC236}">
                  <a16:creationId xmlns:a16="http://schemas.microsoft.com/office/drawing/2014/main" id="{86B29DAA-2F59-8F26-890F-245D4DE09504}"/>
                </a:ext>
              </a:extLst>
            </p:cNvPr>
            <p:cNvSpPr/>
            <p:nvPr/>
          </p:nvSpPr>
          <p:spPr>
            <a:xfrm>
              <a:off x="6505043" y="1276065"/>
              <a:ext cx="53720" cy="95277"/>
            </a:xfrm>
            <a:custGeom>
              <a:avLst/>
              <a:gdLst/>
              <a:ahLst/>
              <a:cxnLst/>
              <a:rect l="l" t="t" r="r" b="b"/>
              <a:pathLst>
                <a:path w="636" h="1128" extrusionOk="0">
                  <a:moveTo>
                    <a:pt x="219" y="1"/>
                  </a:moveTo>
                  <a:cubicBezTo>
                    <a:pt x="111" y="1"/>
                    <a:pt x="1" y="147"/>
                    <a:pt x="1" y="390"/>
                  </a:cubicBezTo>
                  <a:cubicBezTo>
                    <a:pt x="1" y="742"/>
                    <a:pt x="168" y="1127"/>
                    <a:pt x="386" y="1127"/>
                  </a:cubicBezTo>
                  <a:cubicBezTo>
                    <a:pt x="390" y="1127"/>
                    <a:pt x="395" y="1127"/>
                    <a:pt x="399" y="1127"/>
                  </a:cubicBezTo>
                  <a:cubicBezTo>
                    <a:pt x="573" y="1127"/>
                    <a:pt x="635" y="817"/>
                    <a:pt x="570" y="507"/>
                  </a:cubicBezTo>
                  <a:cubicBezTo>
                    <a:pt x="536" y="256"/>
                    <a:pt x="386" y="55"/>
                    <a:pt x="252" y="5"/>
                  </a:cubicBezTo>
                  <a:cubicBezTo>
                    <a:pt x="241" y="2"/>
                    <a:pt x="230" y="1"/>
                    <a:pt x="2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1" name="Google Shape;11421;p35">
              <a:extLst>
                <a:ext uri="{FF2B5EF4-FFF2-40B4-BE49-F238E27FC236}">
                  <a16:creationId xmlns:a16="http://schemas.microsoft.com/office/drawing/2014/main" id="{650F7FE9-A3ED-0275-F63B-EE180C908B45}"/>
                </a:ext>
              </a:extLst>
            </p:cNvPr>
            <p:cNvSpPr/>
            <p:nvPr/>
          </p:nvSpPr>
          <p:spPr>
            <a:xfrm>
              <a:off x="6749655" y="1187967"/>
              <a:ext cx="52368" cy="94263"/>
            </a:xfrm>
            <a:custGeom>
              <a:avLst/>
              <a:gdLst/>
              <a:ahLst/>
              <a:cxnLst/>
              <a:rect l="l" t="t" r="r" b="b"/>
              <a:pathLst>
                <a:path w="620" h="1116" extrusionOk="0">
                  <a:moveTo>
                    <a:pt x="201" y="1"/>
                  </a:moveTo>
                  <a:cubicBezTo>
                    <a:pt x="89" y="1"/>
                    <a:pt x="0" y="145"/>
                    <a:pt x="0" y="379"/>
                  </a:cubicBezTo>
                  <a:cubicBezTo>
                    <a:pt x="0" y="747"/>
                    <a:pt x="168" y="1115"/>
                    <a:pt x="369" y="1115"/>
                  </a:cubicBezTo>
                  <a:cubicBezTo>
                    <a:pt x="570" y="1115"/>
                    <a:pt x="620" y="797"/>
                    <a:pt x="570" y="512"/>
                  </a:cubicBezTo>
                  <a:cubicBezTo>
                    <a:pt x="519" y="261"/>
                    <a:pt x="369" y="44"/>
                    <a:pt x="252" y="10"/>
                  </a:cubicBezTo>
                  <a:cubicBezTo>
                    <a:pt x="234" y="4"/>
                    <a:pt x="217" y="1"/>
                    <a:pt x="2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2" name="Google Shape;11422;p35">
              <a:extLst>
                <a:ext uri="{FF2B5EF4-FFF2-40B4-BE49-F238E27FC236}">
                  <a16:creationId xmlns:a16="http://schemas.microsoft.com/office/drawing/2014/main" id="{EFCB0C60-B7ED-8E24-0B94-FFDB978A6E88}"/>
                </a:ext>
              </a:extLst>
            </p:cNvPr>
            <p:cNvSpPr/>
            <p:nvPr/>
          </p:nvSpPr>
          <p:spPr>
            <a:xfrm>
              <a:off x="5648308" y="2934885"/>
              <a:ext cx="274342" cy="530271"/>
            </a:xfrm>
            <a:custGeom>
              <a:avLst/>
              <a:gdLst/>
              <a:ahLst/>
              <a:cxnLst/>
              <a:rect l="l" t="t" r="r" b="b"/>
              <a:pathLst>
                <a:path w="3248" h="6278" extrusionOk="0">
                  <a:moveTo>
                    <a:pt x="3247" y="0"/>
                  </a:moveTo>
                  <a:lnTo>
                    <a:pt x="3247" y="0"/>
                  </a:lnTo>
                  <a:cubicBezTo>
                    <a:pt x="3247" y="1"/>
                    <a:pt x="2226" y="3315"/>
                    <a:pt x="0" y="6177"/>
                  </a:cubicBezTo>
                  <a:cubicBezTo>
                    <a:pt x="586" y="6227"/>
                    <a:pt x="1172" y="6277"/>
                    <a:pt x="1774" y="6277"/>
                  </a:cubicBezTo>
                  <a:cubicBezTo>
                    <a:pt x="2996" y="3767"/>
                    <a:pt x="3247" y="1"/>
                    <a:pt x="3247"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3" name="Google Shape;11423;p35">
              <a:extLst>
                <a:ext uri="{FF2B5EF4-FFF2-40B4-BE49-F238E27FC236}">
                  <a16:creationId xmlns:a16="http://schemas.microsoft.com/office/drawing/2014/main" id="{662E281F-0EA8-A225-6D7E-3AECF456F8FC}"/>
                </a:ext>
              </a:extLst>
            </p:cNvPr>
            <p:cNvSpPr/>
            <p:nvPr/>
          </p:nvSpPr>
          <p:spPr>
            <a:xfrm>
              <a:off x="6239230" y="2417702"/>
              <a:ext cx="215048" cy="124248"/>
            </a:xfrm>
            <a:custGeom>
              <a:avLst/>
              <a:gdLst/>
              <a:ahLst/>
              <a:cxnLst/>
              <a:rect l="l" t="t" r="r" b="b"/>
              <a:pathLst>
                <a:path w="2546" h="1471" extrusionOk="0">
                  <a:moveTo>
                    <a:pt x="1806" y="1"/>
                  </a:moveTo>
                  <a:cubicBezTo>
                    <a:pt x="1574" y="1"/>
                    <a:pt x="1321" y="28"/>
                    <a:pt x="1106" y="114"/>
                  </a:cubicBezTo>
                  <a:cubicBezTo>
                    <a:pt x="520" y="365"/>
                    <a:pt x="1" y="1386"/>
                    <a:pt x="1" y="1386"/>
                  </a:cubicBezTo>
                  <a:lnTo>
                    <a:pt x="1892" y="1470"/>
                  </a:lnTo>
                  <a:lnTo>
                    <a:pt x="2545" y="81"/>
                  </a:lnTo>
                  <a:cubicBezTo>
                    <a:pt x="2545" y="81"/>
                    <a:pt x="2205" y="1"/>
                    <a:pt x="1806"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4" name="Google Shape;11424;p35">
              <a:extLst>
                <a:ext uri="{FF2B5EF4-FFF2-40B4-BE49-F238E27FC236}">
                  <a16:creationId xmlns:a16="http://schemas.microsoft.com/office/drawing/2014/main" id="{D0EAF428-9A19-A2C8-6CF8-5A3601285A2A}"/>
                </a:ext>
              </a:extLst>
            </p:cNvPr>
            <p:cNvSpPr/>
            <p:nvPr/>
          </p:nvSpPr>
          <p:spPr>
            <a:xfrm>
              <a:off x="6509266" y="1338738"/>
              <a:ext cx="67234" cy="133877"/>
            </a:xfrm>
            <a:custGeom>
              <a:avLst/>
              <a:gdLst/>
              <a:ahLst/>
              <a:cxnLst/>
              <a:rect l="l" t="t" r="r" b="b"/>
              <a:pathLst>
                <a:path w="796" h="1585" extrusionOk="0">
                  <a:moveTo>
                    <a:pt x="416" y="0"/>
                  </a:moveTo>
                  <a:cubicBezTo>
                    <a:pt x="330" y="0"/>
                    <a:pt x="243" y="51"/>
                    <a:pt x="185" y="184"/>
                  </a:cubicBezTo>
                  <a:cubicBezTo>
                    <a:pt x="18" y="569"/>
                    <a:pt x="1" y="1071"/>
                    <a:pt x="269" y="1422"/>
                  </a:cubicBezTo>
                  <a:cubicBezTo>
                    <a:pt x="358" y="1540"/>
                    <a:pt x="442" y="1585"/>
                    <a:pt x="514" y="1585"/>
                  </a:cubicBezTo>
                  <a:cubicBezTo>
                    <a:pt x="696" y="1585"/>
                    <a:pt x="796" y="1292"/>
                    <a:pt x="687" y="1171"/>
                  </a:cubicBezTo>
                  <a:cubicBezTo>
                    <a:pt x="537" y="1021"/>
                    <a:pt x="587" y="636"/>
                    <a:pt x="670" y="351"/>
                  </a:cubicBezTo>
                  <a:cubicBezTo>
                    <a:pt x="736" y="186"/>
                    <a:pt x="579" y="0"/>
                    <a:pt x="416"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5" name="Google Shape;11425;p35">
              <a:extLst>
                <a:ext uri="{FF2B5EF4-FFF2-40B4-BE49-F238E27FC236}">
                  <a16:creationId xmlns:a16="http://schemas.microsoft.com/office/drawing/2014/main" id="{9C17843A-4A75-6D19-49DC-F5A9873B66A5}"/>
                </a:ext>
              </a:extLst>
            </p:cNvPr>
            <p:cNvSpPr/>
            <p:nvPr/>
          </p:nvSpPr>
          <p:spPr>
            <a:xfrm>
              <a:off x="6547445" y="1377677"/>
              <a:ext cx="67319" cy="134130"/>
            </a:xfrm>
            <a:custGeom>
              <a:avLst/>
              <a:gdLst/>
              <a:ahLst/>
              <a:cxnLst/>
              <a:rect l="l" t="t" r="r" b="b"/>
              <a:pathLst>
                <a:path w="797" h="1588" extrusionOk="0">
                  <a:moveTo>
                    <a:pt x="415" y="0"/>
                  </a:moveTo>
                  <a:cubicBezTo>
                    <a:pt x="330" y="0"/>
                    <a:pt x="243" y="53"/>
                    <a:pt x="185" y="191"/>
                  </a:cubicBezTo>
                  <a:cubicBezTo>
                    <a:pt x="34" y="560"/>
                    <a:pt x="1" y="1062"/>
                    <a:pt x="285" y="1430"/>
                  </a:cubicBezTo>
                  <a:cubicBezTo>
                    <a:pt x="367" y="1544"/>
                    <a:pt x="445" y="1587"/>
                    <a:pt x="513" y="1587"/>
                  </a:cubicBezTo>
                  <a:cubicBezTo>
                    <a:pt x="694" y="1587"/>
                    <a:pt x="797" y="1277"/>
                    <a:pt x="687" y="1179"/>
                  </a:cubicBezTo>
                  <a:cubicBezTo>
                    <a:pt x="553" y="1028"/>
                    <a:pt x="587" y="627"/>
                    <a:pt x="670" y="359"/>
                  </a:cubicBezTo>
                  <a:cubicBezTo>
                    <a:pt x="736" y="194"/>
                    <a:pt x="579" y="0"/>
                    <a:pt x="415"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6" name="Google Shape;11426;p35">
              <a:extLst>
                <a:ext uri="{FF2B5EF4-FFF2-40B4-BE49-F238E27FC236}">
                  <a16:creationId xmlns:a16="http://schemas.microsoft.com/office/drawing/2014/main" id="{E49E6B12-07F5-EA39-F54E-A9ED2EF8CA59}"/>
                </a:ext>
              </a:extLst>
            </p:cNvPr>
            <p:cNvSpPr/>
            <p:nvPr/>
          </p:nvSpPr>
          <p:spPr>
            <a:xfrm>
              <a:off x="6589931" y="1432833"/>
              <a:ext cx="69261" cy="132272"/>
            </a:xfrm>
            <a:custGeom>
              <a:avLst/>
              <a:gdLst/>
              <a:ahLst/>
              <a:cxnLst/>
              <a:rect l="l" t="t" r="r" b="b"/>
              <a:pathLst>
                <a:path w="820" h="1566" extrusionOk="0">
                  <a:moveTo>
                    <a:pt x="430" y="0"/>
                  </a:moveTo>
                  <a:cubicBezTo>
                    <a:pt x="346" y="0"/>
                    <a:pt x="258" y="53"/>
                    <a:pt x="201" y="191"/>
                  </a:cubicBezTo>
                  <a:cubicBezTo>
                    <a:pt x="34" y="559"/>
                    <a:pt x="0" y="1062"/>
                    <a:pt x="285" y="1413"/>
                  </a:cubicBezTo>
                  <a:cubicBezTo>
                    <a:pt x="377" y="1523"/>
                    <a:pt x="462" y="1566"/>
                    <a:pt x="534" y="1566"/>
                  </a:cubicBezTo>
                  <a:cubicBezTo>
                    <a:pt x="724" y="1566"/>
                    <a:pt x="820" y="1271"/>
                    <a:pt x="686" y="1162"/>
                  </a:cubicBezTo>
                  <a:cubicBezTo>
                    <a:pt x="552" y="1028"/>
                    <a:pt x="586" y="626"/>
                    <a:pt x="670" y="359"/>
                  </a:cubicBezTo>
                  <a:cubicBezTo>
                    <a:pt x="746" y="194"/>
                    <a:pt x="593" y="0"/>
                    <a:pt x="430"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7" name="Google Shape;11427;p35">
              <a:extLst>
                <a:ext uri="{FF2B5EF4-FFF2-40B4-BE49-F238E27FC236}">
                  <a16:creationId xmlns:a16="http://schemas.microsoft.com/office/drawing/2014/main" id="{D7BBA5DE-489F-AFFC-6282-17FB1BD43214}"/>
                </a:ext>
              </a:extLst>
            </p:cNvPr>
            <p:cNvSpPr/>
            <p:nvPr/>
          </p:nvSpPr>
          <p:spPr>
            <a:xfrm>
              <a:off x="6792057" y="1488411"/>
              <a:ext cx="41134" cy="89364"/>
            </a:xfrm>
            <a:custGeom>
              <a:avLst/>
              <a:gdLst/>
              <a:ahLst/>
              <a:cxnLst/>
              <a:rect l="l" t="t" r="r" b="b"/>
              <a:pathLst>
                <a:path w="487" h="1058" extrusionOk="0">
                  <a:moveTo>
                    <a:pt x="94" y="1"/>
                  </a:moveTo>
                  <a:cubicBezTo>
                    <a:pt x="90" y="1"/>
                    <a:pt x="87" y="1"/>
                    <a:pt x="84" y="2"/>
                  </a:cubicBezTo>
                  <a:cubicBezTo>
                    <a:pt x="1" y="35"/>
                    <a:pt x="1" y="303"/>
                    <a:pt x="84" y="571"/>
                  </a:cubicBezTo>
                  <a:cubicBezTo>
                    <a:pt x="165" y="861"/>
                    <a:pt x="307" y="1057"/>
                    <a:pt x="392" y="1057"/>
                  </a:cubicBezTo>
                  <a:cubicBezTo>
                    <a:pt x="396" y="1057"/>
                    <a:pt x="399" y="1057"/>
                    <a:pt x="402" y="1056"/>
                  </a:cubicBezTo>
                  <a:cubicBezTo>
                    <a:pt x="486" y="1040"/>
                    <a:pt x="486" y="772"/>
                    <a:pt x="402" y="487"/>
                  </a:cubicBezTo>
                  <a:cubicBezTo>
                    <a:pt x="322" y="213"/>
                    <a:pt x="179" y="1"/>
                    <a:pt x="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8" name="Google Shape;11428;p35">
              <a:extLst>
                <a:ext uri="{FF2B5EF4-FFF2-40B4-BE49-F238E27FC236}">
                  <a16:creationId xmlns:a16="http://schemas.microsoft.com/office/drawing/2014/main" id="{6B788AAA-0E5A-29E8-BEB1-58399BBD3FE7}"/>
                </a:ext>
              </a:extLst>
            </p:cNvPr>
            <p:cNvSpPr/>
            <p:nvPr/>
          </p:nvSpPr>
          <p:spPr>
            <a:xfrm>
              <a:off x="6663416" y="1477177"/>
              <a:ext cx="96206" cy="79313"/>
            </a:xfrm>
            <a:custGeom>
              <a:avLst/>
              <a:gdLst/>
              <a:ahLst/>
              <a:cxnLst/>
              <a:rect l="l" t="t" r="r" b="b"/>
              <a:pathLst>
                <a:path w="1139" h="939" extrusionOk="0">
                  <a:moveTo>
                    <a:pt x="252" y="1"/>
                  </a:moveTo>
                  <a:cubicBezTo>
                    <a:pt x="34" y="1"/>
                    <a:pt x="0" y="202"/>
                    <a:pt x="185" y="470"/>
                  </a:cubicBezTo>
                  <a:cubicBezTo>
                    <a:pt x="369" y="721"/>
                    <a:pt x="687" y="938"/>
                    <a:pt x="888" y="938"/>
                  </a:cubicBezTo>
                  <a:cubicBezTo>
                    <a:pt x="1105" y="905"/>
                    <a:pt x="1139" y="704"/>
                    <a:pt x="955" y="453"/>
                  </a:cubicBezTo>
                  <a:cubicBezTo>
                    <a:pt x="770" y="202"/>
                    <a:pt x="452" y="1"/>
                    <a:pt x="2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9" name="Google Shape;11429;p35">
              <a:extLst>
                <a:ext uri="{FF2B5EF4-FFF2-40B4-BE49-F238E27FC236}">
                  <a16:creationId xmlns:a16="http://schemas.microsoft.com/office/drawing/2014/main" id="{81541C39-2FC0-EA08-A5EC-94E16E1DA525}"/>
                </a:ext>
              </a:extLst>
            </p:cNvPr>
            <p:cNvSpPr/>
            <p:nvPr/>
          </p:nvSpPr>
          <p:spPr>
            <a:xfrm>
              <a:off x="6705818" y="1393810"/>
              <a:ext cx="80664" cy="84887"/>
            </a:xfrm>
            <a:custGeom>
              <a:avLst/>
              <a:gdLst/>
              <a:ahLst/>
              <a:cxnLst/>
              <a:rect l="l" t="t" r="r" b="b"/>
              <a:pathLst>
                <a:path w="955" h="1005" extrusionOk="0">
                  <a:moveTo>
                    <a:pt x="335" y="0"/>
                  </a:moveTo>
                  <a:cubicBezTo>
                    <a:pt x="101" y="0"/>
                    <a:pt x="1" y="235"/>
                    <a:pt x="84" y="503"/>
                  </a:cubicBezTo>
                  <a:cubicBezTo>
                    <a:pt x="168" y="770"/>
                    <a:pt x="419" y="1005"/>
                    <a:pt x="620" y="1005"/>
                  </a:cubicBezTo>
                  <a:cubicBezTo>
                    <a:pt x="838" y="1005"/>
                    <a:pt x="955" y="770"/>
                    <a:pt x="871" y="503"/>
                  </a:cubicBezTo>
                  <a:cubicBezTo>
                    <a:pt x="787" y="235"/>
                    <a:pt x="536"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0" name="Google Shape;11430;p35">
              <a:extLst>
                <a:ext uri="{FF2B5EF4-FFF2-40B4-BE49-F238E27FC236}">
                  <a16:creationId xmlns:a16="http://schemas.microsoft.com/office/drawing/2014/main" id="{B8074FB0-9D57-3F03-7900-CD566AF23570}"/>
                </a:ext>
              </a:extLst>
            </p:cNvPr>
            <p:cNvSpPr/>
            <p:nvPr/>
          </p:nvSpPr>
          <p:spPr>
            <a:xfrm>
              <a:off x="6604037" y="1330714"/>
              <a:ext cx="90546" cy="77454"/>
            </a:xfrm>
            <a:custGeom>
              <a:avLst/>
              <a:gdLst/>
              <a:ahLst/>
              <a:cxnLst/>
              <a:rect l="l" t="t" r="r" b="b"/>
              <a:pathLst>
                <a:path w="1072" h="917" extrusionOk="0">
                  <a:moveTo>
                    <a:pt x="565" y="1"/>
                  </a:moveTo>
                  <a:cubicBezTo>
                    <a:pt x="377" y="1"/>
                    <a:pt x="193" y="115"/>
                    <a:pt x="101" y="312"/>
                  </a:cubicBezTo>
                  <a:cubicBezTo>
                    <a:pt x="0" y="563"/>
                    <a:pt x="101" y="814"/>
                    <a:pt x="352" y="898"/>
                  </a:cubicBezTo>
                  <a:cubicBezTo>
                    <a:pt x="396" y="911"/>
                    <a:pt x="442" y="917"/>
                    <a:pt x="488" y="917"/>
                  </a:cubicBezTo>
                  <a:cubicBezTo>
                    <a:pt x="687" y="917"/>
                    <a:pt x="890" y="804"/>
                    <a:pt x="971" y="614"/>
                  </a:cubicBezTo>
                  <a:cubicBezTo>
                    <a:pt x="1072" y="396"/>
                    <a:pt x="971" y="111"/>
                    <a:pt x="720" y="28"/>
                  </a:cubicBezTo>
                  <a:cubicBezTo>
                    <a:pt x="670" y="10"/>
                    <a:pt x="617" y="1"/>
                    <a:pt x="5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1" name="Google Shape;11431;p35">
              <a:extLst>
                <a:ext uri="{FF2B5EF4-FFF2-40B4-BE49-F238E27FC236}">
                  <a16:creationId xmlns:a16="http://schemas.microsoft.com/office/drawing/2014/main" id="{8EDC5C9A-1624-87FC-6B48-77A23A944773}"/>
                </a:ext>
              </a:extLst>
            </p:cNvPr>
            <p:cNvSpPr/>
            <p:nvPr/>
          </p:nvSpPr>
          <p:spPr>
            <a:xfrm>
              <a:off x="6717136" y="1299630"/>
              <a:ext cx="66558" cy="71288"/>
            </a:xfrm>
            <a:custGeom>
              <a:avLst/>
              <a:gdLst/>
              <a:ahLst/>
              <a:cxnLst/>
              <a:rect l="l" t="t" r="r" b="b"/>
              <a:pathLst>
                <a:path w="788" h="844" extrusionOk="0">
                  <a:moveTo>
                    <a:pt x="225" y="0"/>
                  </a:moveTo>
                  <a:cubicBezTo>
                    <a:pt x="191" y="0"/>
                    <a:pt x="160" y="9"/>
                    <a:pt x="134" y="27"/>
                  </a:cubicBezTo>
                  <a:cubicBezTo>
                    <a:pt x="1" y="111"/>
                    <a:pt x="34" y="362"/>
                    <a:pt x="168" y="563"/>
                  </a:cubicBezTo>
                  <a:cubicBezTo>
                    <a:pt x="283" y="742"/>
                    <a:pt x="438" y="843"/>
                    <a:pt x="556" y="843"/>
                  </a:cubicBezTo>
                  <a:cubicBezTo>
                    <a:pt x="593" y="843"/>
                    <a:pt x="626" y="834"/>
                    <a:pt x="653" y="814"/>
                  </a:cubicBezTo>
                  <a:cubicBezTo>
                    <a:pt x="787" y="730"/>
                    <a:pt x="754" y="479"/>
                    <a:pt x="620" y="278"/>
                  </a:cubicBezTo>
                  <a:cubicBezTo>
                    <a:pt x="502" y="109"/>
                    <a:pt x="344" y="0"/>
                    <a:pt x="2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2" name="Google Shape;11432;p35">
              <a:extLst>
                <a:ext uri="{FF2B5EF4-FFF2-40B4-BE49-F238E27FC236}">
                  <a16:creationId xmlns:a16="http://schemas.microsoft.com/office/drawing/2014/main" id="{3D7B1D9A-2A3F-C30B-DE3D-435DC6FF74A4}"/>
                </a:ext>
              </a:extLst>
            </p:cNvPr>
            <p:cNvSpPr/>
            <p:nvPr/>
          </p:nvSpPr>
          <p:spPr>
            <a:xfrm>
              <a:off x="6736901" y="1306134"/>
              <a:ext cx="41134" cy="62251"/>
            </a:xfrm>
            <a:custGeom>
              <a:avLst/>
              <a:gdLst/>
              <a:ahLst/>
              <a:cxnLst/>
              <a:rect l="l" t="t" r="r" b="b"/>
              <a:pathLst>
                <a:path w="487" h="737" extrusionOk="0">
                  <a:moveTo>
                    <a:pt x="68" y="1"/>
                  </a:moveTo>
                  <a:cubicBezTo>
                    <a:pt x="68" y="34"/>
                    <a:pt x="85" y="34"/>
                    <a:pt x="85" y="51"/>
                  </a:cubicBezTo>
                  <a:cubicBezTo>
                    <a:pt x="202" y="235"/>
                    <a:pt x="235" y="453"/>
                    <a:pt x="135" y="503"/>
                  </a:cubicBezTo>
                  <a:cubicBezTo>
                    <a:pt x="85" y="536"/>
                    <a:pt x="34" y="536"/>
                    <a:pt x="1" y="536"/>
                  </a:cubicBezTo>
                  <a:cubicBezTo>
                    <a:pt x="99" y="659"/>
                    <a:pt x="215" y="736"/>
                    <a:pt x="303" y="736"/>
                  </a:cubicBezTo>
                  <a:cubicBezTo>
                    <a:pt x="335" y="736"/>
                    <a:pt x="363" y="726"/>
                    <a:pt x="386" y="704"/>
                  </a:cubicBezTo>
                  <a:cubicBezTo>
                    <a:pt x="486" y="620"/>
                    <a:pt x="486" y="402"/>
                    <a:pt x="352" y="235"/>
                  </a:cubicBezTo>
                  <a:cubicBezTo>
                    <a:pt x="269" y="118"/>
                    <a:pt x="168" y="34"/>
                    <a:pt x="68"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3" name="Google Shape;11433;p35">
              <a:extLst>
                <a:ext uri="{FF2B5EF4-FFF2-40B4-BE49-F238E27FC236}">
                  <a16:creationId xmlns:a16="http://schemas.microsoft.com/office/drawing/2014/main" id="{5FA9BC98-137E-2EBD-9909-E6C886622235}"/>
                </a:ext>
              </a:extLst>
            </p:cNvPr>
            <p:cNvSpPr/>
            <p:nvPr/>
          </p:nvSpPr>
          <p:spPr>
            <a:xfrm>
              <a:off x="6756750" y="1597372"/>
              <a:ext cx="43753" cy="99500"/>
            </a:xfrm>
            <a:custGeom>
              <a:avLst/>
              <a:gdLst/>
              <a:ahLst/>
              <a:cxnLst/>
              <a:rect l="l" t="t" r="r" b="b"/>
              <a:pathLst>
                <a:path w="518" h="1178" extrusionOk="0">
                  <a:moveTo>
                    <a:pt x="151" y="1"/>
                  </a:moveTo>
                  <a:lnTo>
                    <a:pt x="151" y="1"/>
                  </a:lnTo>
                  <a:cubicBezTo>
                    <a:pt x="352" y="436"/>
                    <a:pt x="0" y="1106"/>
                    <a:pt x="268" y="1172"/>
                  </a:cubicBezTo>
                  <a:cubicBezTo>
                    <a:pt x="280" y="1176"/>
                    <a:pt x="291" y="1178"/>
                    <a:pt x="301" y="1178"/>
                  </a:cubicBezTo>
                  <a:cubicBezTo>
                    <a:pt x="517" y="1178"/>
                    <a:pt x="318" y="344"/>
                    <a:pt x="318" y="168"/>
                  </a:cubicBezTo>
                  <a:lnTo>
                    <a:pt x="1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4" name="Google Shape;11434;p35">
              <a:extLst>
                <a:ext uri="{FF2B5EF4-FFF2-40B4-BE49-F238E27FC236}">
                  <a16:creationId xmlns:a16="http://schemas.microsoft.com/office/drawing/2014/main" id="{C2C5AC5F-4E7E-5003-34E0-C79B4FFCF889}"/>
                </a:ext>
              </a:extLst>
            </p:cNvPr>
            <p:cNvSpPr/>
            <p:nvPr/>
          </p:nvSpPr>
          <p:spPr>
            <a:xfrm>
              <a:off x="6818917" y="1618573"/>
              <a:ext cx="43922" cy="124924"/>
            </a:xfrm>
            <a:custGeom>
              <a:avLst/>
              <a:gdLst/>
              <a:ahLst/>
              <a:cxnLst/>
              <a:rect l="l" t="t" r="r" b="b"/>
              <a:pathLst>
                <a:path w="520" h="1479" extrusionOk="0">
                  <a:moveTo>
                    <a:pt x="135" y="1"/>
                  </a:moveTo>
                  <a:cubicBezTo>
                    <a:pt x="352" y="536"/>
                    <a:pt x="1" y="1390"/>
                    <a:pt x="268" y="1474"/>
                  </a:cubicBezTo>
                  <a:cubicBezTo>
                    <a:pt x="278" y="1477"/>
                    <a:pt x="287" y="1478"/>
                    <a:pt x="295" y="1478"/>
                  </a:cubicBezTo>
                  <a:cubicBezTo>
                    <a:pt x="520" y="1478"/>
                    <a:pt x="302" y="428"/>
                    <a:pt x="302" y="202"/>
                  </a:cubicBezTo>
                  <a:lnTo>
                    <a:pt x="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5" name="Google Shape;11435;p35">
              <a:extLst>
                <a:ext uri="{FF2B5EF4-FFF2-40B4-BE49-F238E27FC236}">
                  <a16:creationId xmlns:a16="http://schemas.microsoft.com/office/drawing/2014/main" id="{7D5BABD0-69DF-15B4-7F6D-39A8FDF64E65}"/>
                </a:ext>
              </a:extLst>
            </p:cNvPr>
            <p:cNvSpPr/>
            <p:nvPr/>
          </p:nvSpPr>
          <p:spPr>
            <a:xfrm>
              <a:off x="6650662" y="1501250"/>
              <a:ext cx="123150" cy="104737"/>
            </a:xfrm>
            <a:custGeom>
              <a:avLst/>
              <a:gdLst/>
              <a:ahLst/>
              <a:cxnLst/>
              <a:rect l="l" t="t" r="r" b="b"/>
              <a:pathLst>
                <a:path w="1458" h="1240" extrusionOk="0">
                  <a:moveTo>
                    <a:pt x="1" y="1"/>
                  </a:moveTo>
                  <a:lnTo>
                    <a:pt x="1" y="1"/>
                  </a:lnTo>
                  <a:cubicBezTo>
                    <a:pt x="363" y="594"/>
                    <a:pt x="349" y="1238"/>
                    <a:pt x="632" y="1238"/>
                  </a:cubicBezTo>
                  <a:cubicBezTo>
                    <a:pt x="675" y="1238"/>
                    <a:pt x="727" y="1223"/>
                    <a:pt x="788" y="1189"/>
                  </a:cubicBezTo>
                  <a:cubicBezTo>
                    <a:pt x="861" y="1148"/>
                    <a:pt x="944" y="1133"/>
                    <a:pt x="1026" y="1133"/>
                  </a:cubicBezTo>
                  <a:cubicBezTo>
                    <a:pt x="1245" y="1133"/>
                    <a:pt x="1457" y="1239"/>
                    <a:pt x="1457" y="1239"/>
                  </a:cubicBezTo>
                  <a:lnTo>
                    <a:pt x="68" y="1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6" name="Google Shape;11436;p35">
              <a:extLst>
                <a:ext uri="{FF2B5EF4-FFF2-40B4-BE49-F238E27FC236}">
                  <a16:creationId xmlns:a16="http://schemas.microsoft.com/office/drawing/2014/main" id="{93ABCB1C-CE0E-A546-6535-875C8EAA0BA8}"/>
                </a:ext>
              </a:extLst>
            </p:cNvPr>
            <p:cNvSpPr/>
            <p:nvPr/>
          </p:nvSpPr>
          <p:spPr>
            <a:xfrm>
              <a:off x="6613919" y="1333332"/>
              <a:ext cx="77877" cy="57690"/>
            </a:xfrm>
            <a:custGeom>
              <a:avLst/>
              <a:gdLst/>
              <a:ahLst/>
              <a:cxnLst/>
              <a:rect l="l" t="t" r="r" b="b"/>
              <a:pathLst>
                <a:path w="922" h="683" extrusionOk="0">
                  <a:moveTo>
                    <a:pt x="445" y="1"/>
                  </a:moveTo>
                  <a:cubicBezTo>
                    <a:pt x="270" y="1"/>
                    <a:pt x="98" y="102"/>
                    <a:pt x="34" y="281"/>
                  </a:cubicBezTo>
                  <a:cubicBezTo>
                    <a:pt x="1" y="348"/>
                    <a:pt x="1" y="465"/>
                    <a:pt x="17" y="549"/>
                  </a:cubicBezTo>
                  <a:cubicBezTo>
                    <a:pt x="100" y="443"/>
                    <a:pt x="223" y="379"/>
                    <a:pt x="353" y="379"/>
                  </a:cubicBezTo>
                  <a:cubicBezTo>
                    <a:pt x="408" y="379"/>
                    <a:pt x="465" y="390"/>
                    <a:pt x="519" y="415"/>
                  </a:cubicBezTo>
                  <a:cubicBezTo>
                    <a:pt x="637" y="465"/>
                    <a:pt x="720" y="566"/>
                    <a:pt x="771" y="683"/>
                  </a:cubicBezTo>
                  <a:cubicBezTo>
                    <a:pt x="787" y="649"/>
                    <a:pt x="804" y="633"/>
                    <a:pt x="838" y="583"/>
                  </a:cubicBezTo>
                  <a:cubicBezTo>
                    <a:pt x="921" y="365"/>
                    <a:pt x="838" y="114"/>
                    <a:pt x="603" y="30"/>
                  </a:cubicBezTo>
                  <a:cubicBezTo>
                    <a:pt x="552" y="10"/>
                    <a:pt x="498" y="1"/>
                    <a:pt x="445"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7" name="Google Shape;11437;p35">
              <a:extLst>
                <a:ext uri="{FF2B5EF4-FFF2-40B4-BE49-F238E27FC236}">
                  <a16:creationId xmlns:a16="http://schemas.microsoft.com/office/drawing/2014/main" id="{2169B001-B404-69A4-ACC9-C3EA80B0F2A9}"/>
                </a:ext>
              </a:extLst>
            </p:cNvPr>
            <p:cNvSpPr/>
            <p:nvPr/>
          </p:nvSpPr>
          <p:spPr>
            <a:xfrm>
              <a:off x="6530129" y="1210435"/>
              <a:ext cx="140465" cy="71542"/>
            </a:xfrm>
            <a:custGeom>
              <a:avLst/>
              <a:gdLst/>
              <a:ahLst/>
              <a:cxnLst/>
              <a:rect l="l" t="t" r="r" b="b"/>
              <a:pathLst>
                <a:path w="1663" h="847" extrusionOk="0">
                  <a:moveTo>
                    <a:pt x="1567" y="1"/>
                  </a:moveTo>
                  <a:cubicBezTo>
                    <a:pt x="1399" y="1"/>
                    <a:pt x="843" y="218"/>
                    <a:pt x="340" y="514"/>
                  </a:cubicBezTo>
                  <a:cubicBezTo>
                    <a:pt x="0" y="708"/>
                    <a:pt x="144" y="846"/>
                    <a:pt x="404" y="846"/>
                  </a:cubicBezTo>
                  <a:cubicBezTo>
                    <a:pt x="592" y="846"/>
                    <a:pt x="841" y="774"/>
                    <a:pt x="1009" y="598"/>
                  </a:cubicBezTo>
                  <a:cubicBezTo>
                    <a:pt x="1126" y="447"/>
                    <a:pt x="1662" y="62"/>
                    <a:pt x="1612" y="12"/>
                  </a:cubicBezTo>
                  <a:cubicBezTo>
                    <a:pt x="1604" y="4"/>
                    <a:pt x="1589" y="1"/>
                    <a:pt x="1567" y="1"/>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8" name="Google Shape;11438;p35">
              <a:extLst>
                <a:ext uri="{FF2B5EF4-FFF2-40B4-BE49-F238E27FC236}">
                  <a16:creationId xmlns:a16="http://schemas.microsoft.com/office/drawing/2014/main" id="{EB73BF06-18DD-A9C9-EC70-C796538758E2}"/>
                </a:ext>
              </a:extLst>
            </p:cNvPr>
            <p:cNvSpPr/>
            <p:nvPr/>
          </p:nvSpPr>
          <p:spPr>
            <a:xfrm>
              <a:off x="6693063" y="1195907"/>
              <a:ext cx="70782" cy="24073"/>
            </a:xfrm>
            <a:custGeom>
              <a:avLst/>
              <a:gdLst/>
              <a:ahLst/>
              <a:cxnLst/>
              <a:rect l="l" t="t" r="r" b="b"/>
              <a:pathLst>
                <a:path w="838" h="285" extrusionOk="0">
                  <a:moveTo>
                    <a:pt x="419" y="0"/>
                  </a:moveTo>
                  <a:cubicBezTo>
                    <a:pt x="185" y="0"/>
                    <a:pt x="1" y="67"/>
                    <a:pt x="1" y="151"/>
                  </a:cubicBezTo>
                  <a:cubicBezTo>
                    <a:pt x="1" y="218"/>
                    <a:pt x="185" y="285"/>
                    <a:pt x="419" y="285"/>
                  </a:cubicBezTo>
                  <a:cubicBezTo>
                    <a:pt x="654" y="285"/>
                    <a:pt x="838" y="218"/>
                    <a:pt x="838" y="151"/>
                  </a:cubicBezTo>
                  <a:cubicBezTo>
                    <a:pt x="838" y="67"/>
                    <a:pt x="654" y="0"/>
                    <a:pt x="419" y="0"/>
                  </a:cubicBez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9" name="Google Shape;11439;p35">
              <a:extLst>
                <a:ext uri="{FF2B5EF4-FFF2-40B4-BE49-F238E27FC236}">
                  <a16:creationId xmlns:a16="http://schemas.microsoft.com/office/drawing/2014/main" id="{EE74F3C3-E7A8-1C84-278C-3EE852171BA4}"/>
                </a:ext>
              </a:extLst>
            </p:cNvPr>
            <p:cNvSpPr/>
            <p:nvPr/>
          </p:nvSpPr>
          <p:spPr>
            <a:xfrm>
              <a:off x="6722795" y="1400905"/>
              <a:ext cx="58027" cy="72133"/>
            </a:xfrm>
            <a:custGeom>
              <a:avLst/>
              <a:gdLst/>
              <a:ahLst/>
              <a:cxnLst/>
              <a:rect l="l" t="t" r="r" b="b"/>
              <a:pathLst>
                <a:path w="687" h="854" extrusionOk="0">
                  <a:moveTo>
                    <a:pt x="252" y="0"/>
                  </a:moveTo>
                  <a:cubicBezTo>
                    <a:pt x="302" y="67"/>
                    <a:pt x="318" y="117"/>
                    <a:pt x="335" y="184"/>
                  </a:cubicBezTo>
                  <a:cubicBezTo>
                    <a:pt x="402" y="435"/>
                    <a:pt x="318" y="619"/>
                    <a:pt x="101" y="619"/>
                  </a:cubicBezTo>
                  <a:cubicBezTo>
                    <a:pt x="67" y="619"/>
                    <a:pt x="17" y="619"/>
                    <a:pt x="0" y="603"/>
                  </a:cubicBezTo>
                  <a:lnTo>
                    <a:pt x="0" y="603"/>
                  </a:lnTo>
                  <a:cubicBezTo>
                    <a:pt x="101" y="753"/>
                    <a:pt x="252" y="854"/>
                    <a:pt x="402" y="854"/>
                  </a:cubicBezTo>
                  <a:cubicBezTo>
                    <a:pt x="603" y="854"/>
                    <a:pt x="687" y="670"/>
                    <a:pt x="637" y="419"/>
                  </a:cubicBezTo>
                  <a:cubicBezTo>
                    <a:pt x="570" y="234"/>
                    <a:pt x="419" y="67"/>
                    <a:pt x="252"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0" name="Google Shape;11440;p35">
              <a:extLst>
                <a:ext uri="{FF2B5EF4-FFF2-40B4-BE49-F238E27FC236}">
                  <a16:creationId xmlns:a16="http://schemas.microsoft.com/office/drawing/2014/main" id="{AB8CA034-B686-F5AE-E6D1-BF72CAB64E62}"/>
                </a:ext>
              </a:extLst>
            </p:cNvPr>
            <p:cNvSpPr/>
            <p:nvPr/>
          </p:nvSpPr>
          <p:spPr>
            <a:xfrm>
              <a:off x="6695935" y="1484272"/>
              <a:ext cx="59463" cy="66558"/>
            </a:xfrm>
            <a:custGeom>
              <a:avLst/>
              <a:gdLst/>
              <a:ahLst/>
              <a:cxnLst/>
              <a:rect l="l" t="t" r="r" b="b"/>
              <a:pathLst>
                <a:path w="704" h="788" extrusionOk="0">
                  <a:moveTo>
                    <a:pt x="51" y="1"/>
                  </a:moveTo>
                  <a:cubicBezTo>
                    <a:pt x="101" y="34"/>
                    <a:pt x="151" y="101"/>
                    <a:pt x="201" y="168"/>
                  </a:cubicBezTo>
                  <a:cubicBezTo>
                    <a:pt x="335" y="386"/>
                    <a:pt x="318" y="553"/>
                    <a:pt x="134" y="587"/>
                  </a:cubicBezTo>
                  <a:cubicBezTo>
                    <a:pt x="84" y="587"/>
                    <a:pt x="51" y="587"/>
                    <a:pt x="0" y="553"/>
                  </a:cubicBezTo>
                  <a:lnTo>
                    <a:pt x="0" y="553"/>
                  </a:lnTo>
                  <a:cubicBezTo>
                    <a:pt x="151" y="704"/>
                    <a:pt x="335" y="787"/>
                    <a:pt x="469" y="787"/>
                  </a:cubicBezTo>
                  <a:cubicBezTo>
                    <a:pt x="670" y="771"/>
                    <a:pt x="703" y="603"/>
                    <a:pt x="553" y="369"/>
                  </a:cubicBezTo>
                  <a:cubicBezTo>
                    <a:pt x="419" y="185"/>
                    <a:pt x="218" y="34"/>
                    <a:pt x="51"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1" name="Google Shape;11441;p35">
              <a:extLst>
                <a:ext uri="{FF2B5EF4-FFF2-40B4-BE49-F238E27FC236}">
                  <a16:creationId xmlns:a16="http://schemas.microsoft.com/office/drawing/2014/main" id="{63D719BE-F114-8BFB-E22D-E13C4D8B2BED}"/>
                </a:ext>
              </a:extLst>
            </p:cNvPr>
            <p:cNvSpPr/>
            <p:nvPr/>
          </p:nvSpPr>
          <p:spPr>
            <a:xfrm>
              <a:off x="6804811" y="1499814"/>
              <a:ext cx="24073" cy="68079"/>
            </a:xfrm>
            <a:custGeom>
              <a:avLst/>
              <a:gdLst/>
              <a:ahLst/>
              <a:cxnLst/>
              <a:rect l="l" t="t" r="r" b="b"/>
              <a:pathLst>
                <a:path w="285" h="806" extrusionOk="0">
                  <a:moveTo>
                    <a:pt x="34" y="1"/>
                  </a:moveTo>
                  <a:lnTo>
                    <a:pt x="34" y="1"/>
                  </a:lnTo>
                  <a:cubicBezTo>
                    <a:pt x="51" y="34"/>
                    <a:pt x="51" y="51"/>
                    <a:pt x="84" y="101"/>
                  </a:cubicBezTo>
                  <a:cubicBezTo>
                    <a:pt x="134" y="336"/>
                    <a:pt x="134" y="536"/>
                    <a:pt x="84" y="570"/>
                  </a:cubicBezTo>
                  <a:cubicBezTo>
                    <a:pt x="51" y="570"/>
                    <a:pt x="34" y="570"/>
                    <a:pt x="0" y="520"/>
                  </a:cubicBezTo>
                  <a:lnTo>
                    <a:pt x="0" y="520"/>
                  </a:lnTo>
                  <a:cubicBezTo>
                    <a:pt x="51" y="704"/>
                    <a:pt x="168" y="804"/>
                    <a:pt x="218" y="804"/>
                  </a:cubicBezTo>
                  <a:cubicBezTo>
                    <a:pt x="220" y="805"/>
                    <a:pt x="223" y="805"/>
                    <a:pt x="225" y="805"/>
                  </a:cubicBezTo>
                  <a:cubicBezTo>
                    <a:pt x="285" y="805"/>
                    <a:pt x="282" y="594"/>
                    <a:pt x="218" y="352"/>
                  </a:cubicBezTo>
                  <a:cubicBezTo>
                    <a:pt x="184" y="185"/>
                    <a:pt x="101" y="68"/>
                    <a:pt x="34"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2" name="Google Shape;11442;p35">
              <a:extLst>
                <a:ext uri="{FF2B5EF4-FFF2-40B4-BE49-F238E27FC236}">
                  <a16:creationId xmlns:a16="http://schemas.microsoft.com/office/drawing/2014/main" id="{85E0876B-5F42-2121-D909-9B2A7D604CDC}"/>
                </a:ext>
              </a:extLst>
            </p:cNvPr>
            <p:cNvSpPr/>
            <p:nvPr/>
          </p:nvSpPr>
          <p:spPr>
            <a:xfrm>
              <a:off x="6776515" y="1338654"/>
              <a:ext cx="45358" cy="152797"/>
            </a:xfrm>
            <a:custGeom>
              <a:avLst/>
              <a:gdLst/>
              <a:ahLst/>
              <a:cxnLst/>
              <a:rect l="l" t="t" r="r" b="b"/>
              <a:pathLst>
                <a:path w="537" h="1809" extrusionOk="0">
                  <a:moveTo>
                    <a:pt x="118" y="1"/>
                  </a:moveTo>
                  <a:cubicBezTo>
                    <a:pt x="118" y="1"/>
                    <a:pt x="1" y="319"/>
                    <a:pt x="101" y="653"/>
                  </a:cubicBezTo>
                  <a:cubicBezTo>
                    <a:pt x="201" y="988"/>
                    <a:pt x="519" y="1808"/>
                    <a:pt x="519" y="1808"/>
                  </a:cubicBezTo>
                  <a:cubicBezTo>
                    <a:pt x="369" y="1022"/>
                    <a:pt x="536" y="988"/>
                    <a:pt x="469" y="687"/>
                  </a:cubicBezTo>
                  <a:cubicBezTo>
                    <a:pt x="419" y="402"/>
                    <a:pt x="118" y="1"/>
                    <a:pt x="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Rectangle 1">
            <a:extLst>
              <a:ext uri="{FF2B5EF4-FFF2-40B4-BE49-F238E27FC236}">
                <a16:creationId xmlns:a16="http://schemas.microsoft.com/office/drawing/2014/main" id="{EA92AF0A-1F1B-BB6E-9F46-A78F182937FC}"/>
              </a:ext>
            </a:extLst>
          </p:cNvPr>
          <p:cNvSpPr>
            <a:spLocks noChangeArrowheads="1"/>
          </p:cNvSpPr>
          <p:nvPr/>
        </p:nvSpPr>
        <p:spPr bwMode="auto">
          <a:xfrm>
            <a:off x="1176900" y="1280013"/>
            <a:ext cx="609167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a:ln>
                  <a:noFill/>
                </a:ln>
                <a:solidFill>
                  <a:schemeClr val="tx1"/>
                </a:solidFill>
                <a:effectLst/>
                <a:latin typeface="Arial" panose="020B0604020202020204" pitchFamily="34" charset="0"/>
              </a:rPr>
              <a:t>Peak Sales Days:</a:t>
            </a:r>
            <a:r>
              <a:rPr kumimoji="0" lang="en-US" altLang="en-US" b="0" i="0" u="none" strike="noStrike" cap="none" normalizeH="0" baseline="0">
                <a:ln>
                  <a:noFill/>
                </a:ln>
                <a:solidFill>
                  <a:schemeClr val="tx1"/>
                </a:solidFill>
                <a:effectLst/>
                <a:latin typeface="Arial" panose="020B0604020202020204" pitchFamily="34" charset="0"/>
              </a:rPr>
              <a:t> Fridays and Saturdays have the highest orders.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a:ln>
                  <a:noFill/>
                </a:ln>
                <a:solidFill>
                  <a:schemeClr val="tx1"/>
                </a:solidFill>
                <a:effectLst/>
                <a:latin typeface="Arial" panose="020B0604020202020204" pitchFamily="34" charset="0"/>
              </a:rPr>
              <a:t>Best-Selling Month:</a:t>
            </a:r>
            <a:r>
              <a:rPr kumimoji="0" lang="en-US" altLang="en-US" b="0" i="0" u="none" strike="noStrike" cap="none" normalizeH="0" baseline="0">
                <a:ln>
                  <a:noFill/>
                </a:ln>
                <a:solidFill>
                  <a:schemeClr val="tx1"/>
                </a:solidFill>
                <a:effectLst/>
                <a:latin typeface="Arial" panose="020B0604020202020204" pitchFamily="34" charset="0"/>
              </a:rPr>
              <a:t> July sees the highest number of orders, while February has the lowest.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a:ln>
                  <a:noFill/>
                </a:ln>
                <a:solidFill>
                  <a:schemeClr val="tx1"/>
                </a:solidFill>
                <a:effectLst/>
                <a:latin typeface="Arial" panose="020B0604020202020204" pitchFamily="34" charset="0"/>
              </a:rPr>
              <a:t>Customer Behavior:</a:t>
            </a:r>
            <a:r>
              <a:rPr kumimoji="0" lang="en-US" altLang="en-US" b="0" i="0" u="none" strike="noStrike" cap="none" normalizeH="0" baseline="0">
                <a:ln>
                  <a:noFill/>
                </a:ln>
                <a:solidFill>
                  <a:schemeClr val="tx1"/>
                </a:solidFill>
                <a:effectLst/>
                <a:latin typeface="Arial" panose="020B0604020202020204" pitchFamily="34" charset="0"/>
              </a:rPr>
              <a:t> Average order value is $38.31, with 2.32 pizzas per order.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a:ln>
                  <a:noFill/>
                </a:ln>
                <a:solidFill>
                  <a:schemeClr val="tx1"/>
                </a:solidFill>
                <a:effectLst/>
                <a:latin typeface="Arial" panose="020B0604020202020204" pitchFamily="34" charset="0"/>
              </a:rPr>
              <a:t>Top-Selling Category:</a:t>
            </a:r>
            <a:r>
              <a:rPr kumimoji="0" lang="en-US" altLang="en-US" b="0" i="0" u="none" strike="noStrike" cap="none" normalizeH="0" baseline="0">
                <a:ln>
                  <a:noFill/>
                </a:ln>
                <a:solidFill>
                  <a:schemeClr val="tx1"/>
                </a:solidFill>
                <a:effectLst/>
                <a:latin typeface="Arial" panose="020B0604020202020204" pitchFamily="34" charset="0"/>
              </a:rPr>
              <a:t> Classic pizzas generate the most revenue and sales.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a:ln>
                  <a:noFill/>
                </a:ln>
                <a:solidFill>
                  <a:schemeClr val="tx1"/>
                </a:solidFill>
                <a:effectLst/>
                <a:latin typeface="Arial" panose="020B0604020202020204" pitchFamily="34" charset="0"/>
              </a:rPr>
              <a:t>Preferred Size:</a:t>
            </a:r>
            <a:r>
              <a:rPr kumimoji="0" lang="en-US" altLang="en-US" b="0" i="0" u="none" strike="noStrike" cap="none" normalizeH="0" baseline="0">
                <a:ln>
                  <a:noFill/>
                </a:ln>
                <a:solidFill>
                  <a:schemeClr val="tx1"/>
                </a:solidFill>
                <a:effectLst/>
                <a:latin typeface="Arial" panose="020B0604020202020204" pitchFamily="34" charset="0"/>
              </a:rPr>
              <a:t> Large pizzas contribute the highest percentage of total sales.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a:ln>
                  <a:noFill/>
                </a:ln>
                <a:solidFill>
                  <a:schemeClr val="tx1"/>
                </a:solidFill>
                <a:effectLst/>
                <a:latin typeface="Arial" panose="020B0604020202020204" pitchFamily="34" charset="0"/>
              </a:rPr>
              <a:t>Best &amp; Worst Pizzas:</a:t>
            </a:r>
            <a:r>
              <a:rPr kumimoji="0" lang="en-US" altLang="en-US" b="0" i="0" u="none" strike="noStrike" cap="none" normalizeH="0" baseline="0">
                <a:ln>
                  <a:noFill/>
                </a:ln>
                <a:solidFill>
                  <a:schemeClr val="tx1"/>
                </a:solidFill>
                <a:effectLst/>
                <a:latin typeface="Arial" panose="020B0604020202020204" pitchFamily="34" charset="0"/>
              </a:rPr>
              <a:t> Thai Chicken Pizza generates the most revenue, while Brie Carre Pizza performs the worst.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a:ln>
                  <a:noFill/>
                </a:ln>
                <a:solidFill>
                  <a:schemeClr val="tx1"/>
                </a:solidFill>
                <a:effectLst/>
                <a:latin typeface="Arial" panose="020B0604020202020204" pitchFamily="34" charset="0"/>
              </a:rPr>
              <a:t>Daily Trends:</a:t>
            </a:r>
            <a:r>
              <a:rPr kumimoji="0" lang="en-US" altLang="en-US" b="0" i="0" u="none" strike="noStrike" cap="none" normalizeH="0" baseline="0">
                <a:ln>
                  <a:noFill/>
                </a:ln>
                <a:solidFill>
                  <a:schemeClr val="tx1"/>
                </a:solidFill>
                <a:effectLst/>
                <a:latin typeface="Arial" panose="020B0604020202020204" pitchFamily="34" charset="0"/>
              </a:rPr>
              <a:t> Friday has the highest total orders, while Sunday has the lowest.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a:ln>
                  <a:noFill/>
                </a:ln>
                <a:solidFill>
                  <a:schemeClr val="tx1"/>
                </a:solidFill>
                <a:effectLst/>
                <a:latin typeface="Arial" panose="020B0604020202020204" pitchFamily="34" charset="0"/>
              </a:rPr>
              <a:t>Overall Insight:</a:t>
            </a:r>
            <a:r>
              <a:rPr kumimoji="0" lang="en-US" altLang="en-US" b="0" i="0" u="none" strike="noStrike" cap="none" normalizeH="0" baseline="0">
                <a:ln>
                  <a:noFill/>
                </a:ln>
                <a:solidFill>
                  <a:schemeClr val="tx1"/>
                </a:solidFill>
                <a:effectLst/>
                <a:latin typeface="Arial" panose="020B0604020202020204" pitchFamily="34" charset="0"/>
              </a:rPr>
              <a:t> Optimizing inventory, pricing, and marketing strategies can improve sales and revenue. </a:t>
            </a:r>
          </a:p>
        </p:txBody>
      </p:sp>
    </p:spTree>
    <p:extLst>
      <p:ext uri="{BB962C8B-B14F-4D97-AF65-F5344CB8AC3E}">
        <p14:creationId xmlns:p14="http://schemas.microsoft.com/office/powerpoint/2010/main" val="3260435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417"/>
        <p:cNvGrpSpPr/>
        <p:nvPr/>
      </p:nvGrpSpPr>
      <p:grpSpPr>
        <a:xfrm>
          <a:off x="0" y="0"/>
          <a:ext cx="0" cy="0"/>
          <a:chOff x="0" y="0"/>
          <a:chExt cx="0" cy="0"/>
        </a:xfrm>
      </p:grpSpPr>
      <p:sp>
        <p:nvSpPr>
          <p:cNvPr id="12418" name="Google Shape;12418;p44"/>
          <p:cNvSpPr txBox="1">
            <a:spLocks noGrp="1"/>
          </p:cNvSpPr>
          <p:nvPr>
            <p:ph type="title"/>
          </p:nvPr>
        </p:nvSpPr>
        <p:spPr>
          <a:xfrm>
            <a:off x="1802490" y="1258346"/>
            <a:ext cx="5417100" cy="2313300"/>
          </a:xfrm>
          <a:prstGeom prst="rect">
            <a:avLst/>
          </a:prstGeom>
        </p:spPr>
        <p:txBody>
          <a:bodyPr spcFirstLastPara="1" wrap="square" lIns="274300" tIns="91425" rIns="91425" bIns="91425" anchor="t" anchorCtr="0">
            <a:noAutofit/>
          </a:bodyPr>
          <a:lstStyle/>
          <a:p>
            <a:pPr marL="0" lvl="0" indent="0" algn="ctr" rtl="0">
              <a:spcBef>
                <a:spcPts val="0"/>
              </a:spcBef>
              <a:spcAft>
                <a:spcPts val="0"/>
              </a:spcAft>
              <a:buNone/>
            </a:pPr>
            <a:r>
              <a:rPr lang="en-IN"/>
              <a:t>THANK </a:t>
            </a:r>
            <a:r>
              <a:rPr lang="en-IN">
                <a:solidFill>
                  <a:schemeClr val="accent1"/>
                </a:solidFill>
              </a:rPr>
              <a:t>YOU</a:t>
            </a:r>
          </a:p>
        </p:txBody>
      </p:sp>
      <p:grpSp>
        <p:nvGrpSpPr>
          <p:cNvPr id="2" name="Google Shape;11030;p31">
            <a:extLst>
              <a:ext uri="{FF2B5EF4-FFF2-40B4-BE49-F238E27FC236}">
                <a16:creationId xmlns:a16="http://schemas.microsoft.com/office/drawing/2014/main" id="{8C37F7D6-CB13-250F-FEAF-56B697FC2C83}"/>
              </a:ext>
            </a:extLst>
          </p:cNvPr>
          <p:cNvGrpSpPr/>
          <p:nvPr/>
        </p:nvGrpSpPr>
        <p:grpSpPr>
          <a:xfrm>
            <a:off x="2442607" y="2936063"/>
            <a:ext cx="2214779" cy="2061802"/>
            <a:chOff x="1167758" y="1186150"/>
            <a:chExt cx="2988924" cy="2905174"/>
          </a:xfrm>
        </p:grpSpPr>
        <p:sp>
          <p:nvSpPr>
            <p:cNvPr id="3" name="Google Shape;11031;p31">
              <a:extLst>
                <a:ext uri="{FF2B5EF4-FFF2-40B4-BE49-F238E27FC236}">
                  <a16:creationId xmlns:a16="http://schemas.microsoft.com/office/drawing/2014/main" id="{B1F8DE8C-CD81-D53C-C1DC-2A1F4E3385BE}"/>
                </a:ext>
              </a:extLst>
            </p:cNvPr>
            <p:cNvSpPr/>
            <p:nvPr/>
          </p:nvSpPr>
          <p:spPr>
            <a:xfrm>
              <a:off x="2521892" y="2185943"/>
              <a:ext cx="107060" cy="83152"/>
            </a:xfrm>
            <a:custGeom>
              <a:avLst/>
              <a:gdLst/>
              <a:ahLst/>
              <a:cxnLst/>
              <a:rect l="l" t="t" r="r" b="b"/>
              <a:pathLst>
                <a:path w="1424" h="1106" extrusionOk="0">
                  <a:moveTo>
                    <a:pt x="1423" y="1"/>
                  </a:moveTo>
                  <a:lnTo>
                    <a:pt x="0" y="185"/>
                  </a:lnTo>
                  <a:lnTo>
                    <a:pt x="486" y="1105"/>
                  </a:lnTo>
                  <a:cubicBezTo>
                    <a:pt x="938" y="838"/>
                    <a:pt x="1423" y="1"/>
                    <a:pt x="1423" y="1"/>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1032;p31">
              <a:extLst>
                <a:ext uri="{FF2B5EF4-FFF2-40B4-BE49-F238E27FC236}">
                  <a16:creationId xmlns:a16="http://schemas.microsoft.com/office/drawing/2014/main" id="{C5A94B70-DFF2-41FF-2D96-186D5AEB0070}"/>
                </a:ext>
              </a:extLst>
            </p:cNvPr>
            <p:cNvSpPr/>
            <p:nvPr/>
          </p:nvSpPr>
          <p:spPr>
            <a:xfrm>
              <a:off x="1885086" y="3187692"/>
              <a:ext cx="427939" cy="182543"/>
            </a:xfrm>
            <a:custGeom>
              <a:avLst/>
              <a:gdLst/>
              <a:ahLst/>
              <a:cxnLst/>
              <a:rect l="l" t="t" r="r" b="b"/>
              <a:pathLst>
                <a:path w="5692" h="2428" extrusionOk="0">
                  <a:moveTo>
                    <a:pt x="1926" y="1"/>
                  </a:moveTo>
                  <a:cubicBezTo>
                    <a:pt x="1926" y="1"/>
                    <a:pt x="503" y="854"/>
                    <a:pt x="1" y="2277"/>
                  </a:cubicBezTo>
                  <a:lnTo>
                    <a:pt x="587" y="2310"/>
                  </a:lnTo>
                  <a:cubicBezTo>
                    <a:pt x="972" y="1306"/>
                    <a:pt x="2060" y="469"/>
                    <a:pt x="2060" y="469"/>
                  </a:cubicBezTo>
                  <a:lnTo>
                    <a:pt x="4872" y="971"/>
                  </a:lnTo>
                  <a:cubicBezTo>
                    <a:pt x="4872" y="971"/>
                    <a:pt x="4520" y="1775"/>
                    <a:pt x="4453" y="2411"/>
                  </a:cubicBezTo>
                  <a:lnTo>
                    <a:pt x="5206" y="2428"/>
                  </a:lnTo>
                  <a:cubicBezTo>
                    <a:pt x="5223" y="1557"/>
                    <a:pt x="5692" y="670"/>
                    <a:pt x="5692" y="670"/>
                  </a:cubicBezTo>
                  <a:lnTo>
                    <a:pt x="192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1033;p31">
              <a:extLst>
                <a:ext uri="{FF2B5EF4-FFF2-40B4-BE49-F238E27FC236}">
                  <a16:creationId xmlns:a16="http://schemas.microsoft.com/office/drawing/2014/main" id="{B35F83A2-7D8C-CF20-60F2-6BE662B32C45}"/>
                </a:ext>
              </a:extLst>
            </p:cNvPr>
            <p:cNvSpPr/>
            <p:nvPr/>
          </p:nvSpPr>
          <p:spPr>
            <a:xfrm>
              <a:off x="1434585" y="3339939"/>
              <a:ext cx="1317648" cy="751374"/>
            </a:xfrm>
            <a:custGeom>
              <a:avLst/>
              <a:gdLst/>
              <a:ahLst/>
              <a:cxnLst/>
              <a:rect l="l" t="t" r="r" b="b"/>
              <a:pathLst>
                <a:path w="17526" h="9994" extrusionOk="0">
                  <a:moveTo>
                    <a:pt x="1323" y="1"/>
                  </a:moveTo>
                  <a:cubicBezTo>
                    <a:pt x="402" y="1926"/>
                    <a:pt x="0" y="5659"/>
                    <a:pt x="218" y="9994"/>
                  </a:cubicBezTo>
                  <a:lnTo>
                    <a:pt x="17526" y="9994"/>
                  </a:lnTo>
                  <a:cubicBezTo>
                    <a:pt x="17526" y="6094"/>
                    <a:pt x="17241" y="1725"/>
                    <a:pt x="165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1034;p31">
              <a:extLst>
                <a:ext uri="{FF2B5EF4-FFF2-40B4-BE49-F238E27FC236}">
                  <a16:creationId xmlns:a16="http://schemas.microsoft.com/office/drawing/2014/main" id="{78DCAF55-F92F-5E5E-A564-76AD08CFC26A}"/>
                </a:ext>
              </a:extLst>
            </p:cNvPr>
            <p:cNvSpPr/>
            <p:nvPr/>
          </p:nvSpPr>
          <p:spPr>
            <a:xfrm>
              <a:off x="1433307" y="3339939"/>
              <a:ext cx="816783" cy="751374"/>
            </a:xfrm>
            <a:custGeom>
              <a:avLst/>
              <a:gdLst/>
              <a:ahLst/>
              <a:cxnLst/>
              <a:rect l="l" t="t" r="r" b="b"/>
              <a:pathLst>
                <a:path w="10864" h="9994" extrusionOk="0">
                  <a:moveTo>
                    <a:pt x="1323" y="1"/>
                  </a:moveTo>
                  <a:cubicBezTo>
                    <a:pt x="402" y="1926"/>
                    <a:pt x="1" y="5659"/>
                    <a:pt x="218" y="9994"/>
                  </a:cubicBezTo>
                  <a:lnTo>
                    <a:pt x="10278" y="9994"/>
                  </a:lnTo>
                  <a:cubicBezTo>
                    <a:pt x="10094" y="5725"/>
                    <a:pt x="10027" y="2043"/>
                    <a:pt x="108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1035;p31">
              <a:extLst>
                <a:ext uri="{FF2B5EF4-FFF2-40B4-BE49-F238E27FC236}">
                  <a16:creationId xmlns:a16="http://schemas.microsoft.com/office/drawing/2014/main" id="{12F045D6-C31B-4B63-7655-CE844CC73541}"/>
                </a:ext>
              </a:extLst>
            </p:cNvPr>
            <p:cNvSpPr/>
            <p:nvPr/>
          </p:nvSpPr>
          <p:spPr>
            <a:xfrm>
              <a:off x="2261381" y="3392793"/>
              <a:ext cx="450569" cy="620481"/>
            </a:xfrm>
            <a:custGeom>
              <a:avLst/>
              <a:gdLst/>
              <a:ahLst/>
              <a:cxnLst/>
              <a:rect l="l" t="t" r="r" b="b"/>
              <a:pathLst>
                <a:path w="5993" h="8253" extrusionOk="0">
                  <a:moveTo>
                    <a:pt x="386" y="1"/>
                  </a:moveTo>
                  <a:cubicBezTo>
                    <a:pt x="101" y="1608"/>
                    <a:pt x="1" y="4688"/>
                    <a:pt x="84" y="8253"/>
                  </a:cubicBezTo>
                  <a:lnTo>
                    <a:pt x="5976" y="8253"/>
                  </a:lnTo>
                  <a:cubicBezTo>
                    <a:pt x="5993" y="4721"/>
                    <a:pt x="5608" y="1290"/>
                    <a:pt x="5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1036;p31">
              <a:extLst>
                <a:ext uri="{FF2B5EF4-FFF2-40B4-BE49-F238E27FC236}">
                  <a16:creationId xmlns:a16="http://schemas.microsoft.com/office/drawing/2014/main" id="{E64A4AA7-70DE-8F84-E9F3-3BC2CD037F1F}"/>
                </a:ext>
              </a:extLst>
            </p:cNvPr>
            <p:cNvSpPr/>
            <p:nvPr/>
          </p:nvSpPr>
          <p:spPr>
            <a:xfrm>
              <a:off x="2261381" y="3394071"/>
              <a:ext cx="398994" cy="621759"/>
            </a:xfrm>
            <a:custGeom>
              <a:avLst/>
              <a:gdLst/>
              <a:ahLst/>
              <a:cxnLst/>
              <a:rect l="l" t="t" r="r" b="b"/>
              <a:pathLst>
                <a:path w="5307" h="8270" extrusionOk="0">
                  <a:moveTo>
                    <a:pt x="386" y="1"/>
                  </a:moveTo>
                  <a:cubicBezTo>
                    <a:pt x="101" y="1608"/>
                    <a:pt x="1" y="4687"/>
                    <a:pt x="84" y="8269"/>
                  </a:cubicBezTo>
                  <a:lnTo>
                    <a:pt x="1105" y="8269"/>
                  </a:lnTo>
                  <a:lnTo>
                    <a:pt x="5307" y="17"/>
                  </a:lnTo>
                  <a:lnTo>
                    <a:pt x="5307" y="1"/>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037;p31">
              <a:extLst>
                <a:ext uri="{FF2B5EF4-FFF2-40B4-BE49-F238E27FC236}">
                  <a16:creationId xmlns:a16="http://schemas.microsoft.com/office/drawing/2014/main" id="{7F933BB4-9935-26D2-31B8-9F51C0FB1D2A}"/>
                </a:ext>
              </a:extLst>
            </p:cNvPr>
            <p:cNvSpPr/>
            <p:nvPr/>
          </p:nvSpPr>
          <p:spPr>
            <a:xfrm>
              <a:off x="2273936" y="3883592"/>
              <a:ext cx="331104" cy="64281"/>
            </a:xfrm>
            <a:custGeom>
              <a:avLst/>
              <a:gdLst/>
              <a:ahLst/>
              <a:cxnLst/>
              <a:rect l="l" t="t" r="r" b="b"/>
              <a:pathLst>
                <a:path w="4404" h="855" extrusionOk="0">
                  <a:moveTo>
                    <a:pt x="1" y="1"/>
                  </a:moveTo>
                  <a:lnTo>
                    <a:pt x="1" y="855"/>
                  </a:lnTo>
                  <a:lnTo>
                    <a:pt x="4403" y="855"/>
                  </a:lnTo>
                  <a:lnTo>
                    <a:pt x="440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038;p31">
              <a:extLst>
                <a:ext uri="{FF2B5EF4-FFF2-40B4-BE49-F238E27FC236}">
                  <a16:creationId xmlns:a16="http://schemas.microsoft.com/office/drawing/2014/main" id="{CECDEDE0-CA16-2E20-650C-919D8B29864F}"/>
                </a:ext>
              </a:extLst>
            </p:cNvPr>
            <p:cNvSpPr/>
            <p:nvPr/>
          </p:nvSpPr>
          <p:spPr>
            <a:xfrm>
              <a:off x="2273936" y="3820739"/>
              <a:ext cx="375161" cy="73002"/>
            </a:xfrm>
            <a:custGeom>
              <a:avLst/>
              <a:gdLst/>
              <a:ahLst/>
              <a:cxnLst/>
              <a:rect l="l" t="t" r="r" b="b"/>
              <a:pathLst>
                <a:path w="4990" h="971" extrusionOk="0">
                  <a:moveTo>
                    <a:pt x="1" y="0"/>
                  </a:moveTo>
                  <a:lnTo>
                    <a:pt x="1" y="837"/>
                  </a:lnTo>
                  <a:lnTo>
                    <a:pt x="4989" y="971"/>
                  </a:lnTo>
                  <a:lnTo>
                    <a:pt x="4989" y="318"/>
                  </a:lnTo>
                  <a:lnTo>
                    <a:pt x="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039;p31">
              <a:extLst>
                <a:ext uri="{FF2B5EF4-FFF2-40B4-BE49-F238E27FC236}">
                  <a16:creationId xmlns:a16="http://schemas.microsoft.com/office/drawing/2014/main" id="{CD3520CC-AEFE-5CA9-130A-FD5B40633BBF}"/>
                </a:ext>
              </a:extLst>
            </p:cNvPr>
            <p:cNvSpPr/>
            <p:nvPr/>
          </p:nvSpPr>
          <p:spPr>
            <a:xfrm>
              <a:off x="2273936" y="3946521"/>
              <a:ext cx="404106" cy="64281"/>
            </a:xfrm>
            <a:custGeom>
              <a:avLst/>
              <a:gdLst/>
              <a:ahLst/>
              <a:cxnLst/>
              <a:rect l="l" t="t" r="r" b="b"/>
              <a:pathLst>
                <a:path w="5375" h="855" extrusionOk="0">
                  <a:moveTo>
                    <a:pt x="1" y="1"/>
                  </a:moveTo>
                  <a:lnTo>
                    <a:pt x="1" y="855"/>
                  </a:lnTo>
                  <a:lnTo>
                    <a:pt x="5374" y="855"/>
                  </a:lnTo>
                  <a:lnTo>
                    <a:pt x="53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040;p31">
              <a:extLst>
                <a:ext uri="{FF2B5EF4-FFF2-40B4-BE49-F238E27FC236}">
                  <a16:creationId xmlns:a16="http://schemas.microsoft.com/office/drawing/2014/main" id="{E919ED4D-1E67-B7D2-71F8-B9D183D86CC2}"/>
                </a:ext>
              </a:extLst>
            </p:cNvPr>
            <p:cNvSpPr/>
            <p:nvPr/>
          </p:nvSpPr>
          <p:spPr>
            <a:xfrm>
              <a:off x="1565480" y="3494742"/>
              <a:ext cx="508459" cy="365011"/>
            </a:xfrm>
            <a:custGeom>
              <a:avLst/>
              <a:gdLst/>
              <a:ahLst/>
              <a:cxnLst/>
              <a:rect l="l" t="t" r="r" b="b"/>
              <a:pathLst>
                <a:path w="6763" h="4855" extrusionOk="0">
                  <a:moveTo>
                    <a:pt x="6595" y="1"/>
                  </a:moveTo>
                  <a:cubicBezTo>
                    <a:pt x="6244" y="2160"/>
                    <a:pt x="6244" y="4252"/>
                    <a:pt x="6244" y="4688"/>
                  </a:cubicBezTo>
                  <a:lnTo>
                    <a:pt x="335" y="4688"/>
                  </a:lnTo>
                  <a:cubicBezTo>
                    <a:pt x="318" y="4269"/>
                    <a:pt x="218" y="2127"/>
                    <a:pt x="804" y="118"/>
                  </a:cubicBezTo>
                  <a:lnTo>
                    <a:pt x="653" y="84"/>
                  </a:lnTo>
                  <a:cubicBezTo>
                    <a:pt x="0" y="2344"/>
                    <a:pt x="184" y="4754"/>
                    <a:pt x="184" y="4771"/>
                  </a:cubicBezTo>
                  <a:lnTo>
                    <a:pt x="184" y="4855"/>
                  </a:lnTo>
                  <a:lnTo>
                    <a:pt x="6411" y="4855"/>
                  </a:lnTo>
                  <a:lnTo>
                    <a:pt x="6411" y="4754"/>
                  </a:lnTo>
                  <a:cubicBezTo>
                    <a:pt x="6411" y="4721"/>
                    <a:pt x="6361" y="2411"/>
                    <a:pt x="6763" y="17"/>
                  </a:cubicBezTo>
                  <a:lnTo>
                    <a:pt x="65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041;p31">
              <a:extLst>
                <a:ext uri="{FF2B5EF4-FFF2-40B4-BE49-F238E27FC236}">
                  <a16:creationId xmlns:a16="http://schemas.microsoft.com/office/drawing/2014/main" id="{3EB0D340-686D-9D92-7F06-2D9853A5AAA2}"/>
                </a:ext>
              </a:extLst>
            </p:cNvPr>
            <p:cNvSpPr/>
            <p:nvPr/>
          </p:nvSpPr>
          <p:spPr>
            <a:xfrm>
              <a:off x="2290326" y="3387756"/>
              <a:ext cx="432976" cy="628075"/>
            </a:xfrm>
            <a:custGeom>
              <a:avLst/>
              <a:gdLst/>
              <a:ahLst/>
              <a:cxnLst/>
              <a:rect l="l" t="t" r="r" b="b"/>
              <a:pathLst>
                <a:path w="5759" h="8354" extrusionOk="0">
                  <a:moveTo>
                    <a:pt x="1" y="1"/>
                  </a:moveTo>
                  <a:lnTo>
                    <a:pt x="1" y="168"/>
                  </a:lnTo>
                  <a:lnTo>
                    <a:pt x="4855" y="185"/>
                  </a:lnTo>
                  <a:cubicBezTo>
                    <a:pt x="5390" y="2830"/>
                    <a:pt x="5608" y="5592"/>
                    <a:pt x="5524" y="8353"/>
                  </a:cubicBezTo>
                  <a:lnTo>
                    <a:pt x="5692" y="8353"/>
                  </a:lnTo>
                  <a:cubicBezTo>
                    <a:pt x="5759" y="5541"/>
                    <a:pt x="5558" y="2763"/>
                    <a:pt x="5005" y="85"/>
                  </a:cubicBezTo>
                  <a:lnTo>
                    <a:pt x="4989" y="18"/>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042;p31">
              <a:extLst>
                <a:ext uri="{FF2B5EF4-FFF2-40B4-BE49-F238E27FC236}">
                  <a16:creationId xmlns:a16="http://schemas.microsoft.com/office/drawing/2014/main" id="{FCBD80FD-4732-C06E-1AF1-C73CC751E1EB}"/>
                </a:ext>
              </a:extLst>
            </p:cNvPr>
            <p:cNvSpPr/>
            <p:nvPr/>
          </p:nvSpPr>
          <p:spPr>
            <a:xfrm>
              <a:off x="2252584" y="3858481"/>
              <a:ext cx="453125" cy="167507"/>
            </a:xfrm>
            <a:custGeom>
              <a:avLst/>
              <a:gdLst/>
              <a:ahLst/>
              <a:cxnLst/>
              <a:rect l="l" t="t" r="r" b="b"/>
              <a:pathLst>
                <a:path w="6027" h="2228" extrusionOk="0">
                  <a:moveTo>
                    <a:pt x="218" y="0"/>
                  </a:moveTo>
                  <a:lnTo>
                    <a:pt x="0" y="2193"/>
                  </a:lnTo>
                  <a:cubicBezTo>
                    <a:pt x="142" y="2218"/>
                    <a:pt x="495" y="2228"/>
                    <a:pt x="963" y="2228"/>
                  </a:cubicBezTo>
                  <a:cubicBezTo>
                    <a:pt x="2701" y="2228"/>
                    <a:pt x="6026" y="2092"/>
                    <a:pt x="6026" y="2092"/>
                  </a:cubicBezTo>
                  <a:lnTo>
                    <a:pt x="218" y="0"/>
                  </a:lnTo>
                  <a:close/>
                </a:path>
              </a:pathLst>
            </a:custGeom>
            <a:solidFill>
              <a:srgbClr val="604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043;p31">
              <a:extLst>
                <a:ext uri="{FF2B5EF4-FFF2-40B4-BE49-F238E27FC236}">
                  <a16:creationId xmlns:a16="http://schemas.microsoft.com/office/drawing/2014/main" id="{19612F0C-6B13-E63E-5A85-70DB1C82F684}"/>
                </a:ext>
              </a:extLst>
            </p:cNvPr>
            <p:cNvSpPr/>
            <p:nvPr/>
          </p:nvSpPr>
          <p:spPr>
            <a:xfrm>
              <a:off x="2229954" y="3858481"/>
              <a:ext cx="475755" cy="232840"/>
            </a:xfrm>
            <a:custGeom>
              <a:avLst/>
              <a:gdLst/>
              <a:ahLst/>
              <a:cxnLst/>
              <a:rect l="l" t="t" r="r" b="b"/>
              <a:pathLst>
                <a:path w="6328" h="3097" extrusionOk="0">
                  <a:moveTo>
                    <a:pt x="519" y="0"/>
                  </a:moveTo>
                  <a:lnTo>
                    <a:pt x="0" y="3097"/>
                  </a:lnTo>
                  <a:lnTo>
                    <a:pt x="5608" y="3097"/>
                  </a:lnTo>
                  <a:lnTo>
                    <a:pt x="6327" y="2092"/>
                  </a:lnTo>
                  <a:lnTo>
                    <a:pt x="5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044;p31">
              <a:extLst>
                <a:ext uri="{FF2B5EF4-FFF2-40B4-BE49-F238E27FC236}">
                  <a16:creationId xmlns:a16="http://schemas.microsoft.com/office/drawing/2014/main" id="{D8E070DA-16F0-9A7D-23D2-50BC69154701}"/>
                </a:ext>
              </a:extLst>
            </p:cNvPr>
            <p:cNvSpPr/>
            <p:nvPr/>
          </p:nvSpPr>
          <p:spPr>
            <a:xfrm>
              <a:off x="2268974" y="3858481"/>
              <a:ext cx="436735" cy="217729"/>
            </a:xfrm>
            <a:custGeom>
              <a:avLst/>
              <a:gdLst/>
              <a:ahLst/>
              <a:cxnLst/>
              <a:rect l="l" t="t" r="r" b="b"/>
              <a:pathLst>
                <a:path w="5809" h="2896" extrusionOk="0">
                  <a:moveTo>
                    <a:pt x="0" y="0"/>
                  </a:moveTo>
                  <a:lnTo>
                    <a:pt x="0" y="0"/>
                  </a:lnTo>
                  <a:cubicBezTo>
                    <a:pt x="485" y="1590"/>
                    <a:pt x="1456" y="2896"/>
                    <a:pt x="2461" y="2896"/>
                  </a:cubicBezTo>
                  <a:cubicBezTo>
                    <a:pt x="4386" y="2896"/>
                    <a:pt x="5808" y="2059"/>
                    <a:pt x="5808" y="2059"/>
                  </a:cubicBez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1045;p31">
              <a:extLst>
                <a:ext uri="{FF2B5EF4-FFF2-40B4-BE49-F238E27FC236}">
                  <a16:creationId xmlns:a16="http://schemas.microsoft.com/office/drawing/2014/main" id="{58876E33-7970-C66A-C3BB-F9C203E98BCB}"/>
                </a:ext>
              </a:extLst>
            </p:cNvPr>
            <p:cNvSpPr/>
            <p:nvPr/>
          </p:nvSpPr>
          <p:spPr>
            <a:xfrm>
              <a:off x="2266418" y="3857203"/>
              <a:ext cx="438013" cy="219007"/>
            </a:xfrm>
            <a:custGeom>
              <a:avLst/>
              <a:gdLst/>
              <a:ahLst/>
              <a:cxnLst/>
              <a:rect l="l" t="t" r="r" b="b"/>
              <a:pathLst>
                <a:path w="5826" h="2913" extrusionOk="0">
                  <a:moveTo>
                    <a:pt x="1" y="0"/>
                  </a:moveTo>
                  <a:lnTo>
                    <a:pt x="1" y="0"/>
                  </a:lnTo>
                  <a:cubicBezTo>
                    <a:pt x="486" y="1607"/>
                    <a:pt x="1474" y="2913"/>
                    <a:pt x="2478" y="2913"/>
                  </a:cubicBezTo>
                  <a:cubicBezTo>
                    <a:pt x="4403" y="2913"/>
                    <a:pt x="5826" y="2076"/>
                    <a:pt x="5826" y="2076"/>
                  </a:cubicBezTo>
                  <a:lnTo>
                    <a:pt x="5742" y="2043"/>
                  </a:lnTo>
                  <a:cubicBezTo>
                    <a:pt x="5323" y="2277"/>
                    <a:pt x="4118" y="2796"/>
                    <a:pt x="2578" y="2796"/>
                  </a:cubicBezTo>
                  <a:cubicBezTo>
                    <a:pt x="1591" y="2796"/>
                    <a:pt x="653" y="1557"/>
                    <a:pt x="151" y="51"/>
                  </a:cubicBez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1046;p31">
              <a:extLst>
                <a:ext uri="{FF2B5EF4-FFF2-40B4-BE49-F238E27FC236}">
                  <a16:creationId xmlns:a16="http://schemas.microsoft.com/office/drawing/2014/main" id="{DF0971C0-EDD4-58A3-D1F8-965928667C1F}"/>
                </a:ext>
              </a:extLst>
            </p:cNvPr>
            <p:cNvSpPr/>
            <p:nvPr/>
          </p:nvSpPr>
          <p:spPr>
            <a:xfrm>
              <a:off x="1771333" y="1742585"/>
              <a:ext cx="613414" cy="796408"/>
            </a:xfrm>
            <a:custGeom>
              <a:avLst/>
              <a:gdLst/>
              <a:ahLst/>
              <a:cxnLst/>
              <a:rect l="l" t="t" r="r" b="b"/>
              <a:pathLst>
                <a:path w="8159" h="10593" extrusionOk="0">
                  <a:moveTo>
                    <a:pt x="2398" y="1"/>
                  </a:moveTo>
                  <a:cubicBezTo>
                    <a:pt x="1" y="1"/>
                    <a:pt x="2643" y="10593"/>
                    <a:pt x="5015" y="10593"/>
                  </a:cubicBezTo>
                  <a:cubicBezTo>
                    <a:pt x="5053" y="10593"/>
                    <a:pt x="5091" y="10590"/>
                    <a:pt x="5129" y="10584"/>
                  </a:cubicBezTo>
                  <a:cubicBezTo>
                    <a:pt x="8159" y="10116"/>
                    <a:pt x="5849" y="1161"/>
                    <a:pt x="2769" y="73"/>
                  </a:cubicBezTo>
                  <a:cubicBezTo>
                    <a:pt x="2634" y="24"/>
                    <a:pt x="2511" y="1"/>
                    <a:pt x="23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1047;p31">
              <a:extLst>
                <a:ext uri="{FF2B5EF4-FFF2-40B4-BE49-F238E27FC236}">
                  <a16:creationId xmlns:a16="http://schemas.microsoft.com/office/drawing/2014/main" id="{C7C99AFD-6B59-262B-CA1C-612CDA1434D5}"/>
                </a:ext>
              </a:extLst>
            </p:cNvPr>
            <p:cNvSpPr/>
            <p:nvPr/>
          </p:nvSpPr>
          <p:spPr>
            <a:xfrm>
              <a:off x="1999591" y="2185567"/>
              <a:ext cx="551313" cy="346516"/>
            </a:xfrm>
            <a:custGeom>
              <a:avLst/>
              <a:gdLst/>
              <a:ahLst/>
              <a:cxnLst/>
              <a:rect l="l" t="t" r="r" b="b"/>
              <a:pathLst>
                <a:path w="7333" h="4609" extrusionOk="0">
                  <a:moveTo>
                    <a:pt x="5844" y="0"/>
                  </a:moveTo>
                  <a:cubicBezTo>
                    <a:pt x="4815" y="0"/>
                    <a:pt x="2403" y="61"/>
                    <a:pt x="1173" y="591"/>
                  </a:cubicBezTo>
                  <a:cubicBezTo>
                    <a:pt x="1" y="1094"/>
                    <a:pt x="419" y="4609"/>
                    <a:pt x="1591" y="4609"/>
                  </a:cubicBezTo>
                  <a:cubicBezTo>
                    <a:pt x="4001" y="4609"/>
                    <a:pt x="7332" y="1161"/>
                    <a:pt x="7332" y="1161"/>
                  </a:cubicBezTo>
                  <a:lnTo>
                    <a:pt x="6328" y="6"/>
                  </a:lnTo>
                  <a:cubicBezTo>
                    <a:pt x="6328" y="6"/>
                    <a:pt x="6145" y="0"/>
                    <a:pt x="58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1048;p31">
              <a:extLst>
                <a:ext uri="{FF2B5EF4-FFF2-40B4-BE49-F238E27FC236}">
                  <a16:creationId xmlns:a16="http://schemas.microsoft.com/office/drawing/2014/main" id="{27B17BE9-60CA-70DD-CF97-7458E3FC0AA6}"/>
                </a:ext>
              </a:extLst>
            </p:cNvPr>
            <p:cNvSpPr/>
            <p:nvPr/>
          </p:nvSpPr>
          <p:spPr>
            <a:xfrm>
              <a:off x="2406109" y="2149479"/>
              <a:ext cx="158635" cy="198858"/>
            </a:xfrm>
            <a:custGeom>
              <a:avLst/>
              <a:gdLst/>
              <a:ahLst/>
              <a:cxnLst/>
              <a:rect l="l" t="t" r="r" b="b"/>
              <a:pathLst>
                <a:path w="2110" h="2645" extrusionOk="0">
                  <a:moveTo>
                    <a:pt x="1423" y="0"/>
                  </a:moveTo>
                  <a:lnTo>
                    <a:pt x="1" y="670"/>
                  </a:lnTo>
                  <a:lnTo>
                    <a:pt x="1038" y="2645"/>
                  </a:lnTo>
                  <a:lnTo>
                    <a:pt x="2110" y="1624"/>
                  </a:lnTo>
                  <a:lnTo>
                    <a:pt x="142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1049;p31">
              <a:extLst>
                <a:ext uri="{FF2B5EF4-FFF2-40B4-BE49-F238E27FC236}">
                  <a16:creationId xmlns:a16="http://schemas.microsoft.com/office/drawing/2014/main" id="{D2A72865-1DD1-4324-7850-F72383792AAA}"/>
                </a:ext>
              </a:extLst>
            </p:cNvPr>
            <p:cNvSpPr/>
            <p:nvPr/>
          </p:nvSpPr>
          <p:spPr>
            <a:xfrm>
              <a:off x="1559164" y="2540811"/>
              <a:ext cx="695964" cy="1534174"/>
            </a:xfrm>
            <a:custGeom>
              <a:avLst/>
              <a:gdLst/>
              <a:ahLst/>
              <a:cxnLst/>
              <a:rect l="l" t="t" r="r" b="b"/>
              <a:pathLst>
                <a:path w="9257" h="20406" extrusionOk="0">
                  <a:moveTo>
                    <a:pt x="7633" y="1"/>
                  </a:moveTo>
                  <a:lnTo>
                    <a:pt x="369" y="1892"/>
                  </a:lnTo>
                  <a:lnTo>
                    <a:pt x="0" y="20305"/>
                  </a:lnTo>
                  <a:lnTo>
                    <a:pt x="168" y="20305"/>
                  </a:lnTo>
                  <a:lnTo>
                    <a:pt x="4453" y="8504"/>
                  </a:lnTo>
                  <a:lnTo>
                    <a:pt x="4704" y="8404"/>
                  </a:lnTo>
                  <a:lnTo>
                    <a:pt x="6579" y="20405"/>
                  </a:lnTo>
                  <a:lnTo>
                    <a:pt x="6780" y="20405"/>
                  </a:lnTo>
                  <a:cubicBezTo>
                    <a:pt x="6780" y="20405"/>
                    <a:pt x="9257" y="5575"/>
                    <a:pt x="76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1050;p31">
              <a:extLst>
                <a:ext uri="{FF2B5EF4-FFF2-40B4-BE49-F238E27FC236}">
                  <a16:creationId xmlns:a16="http://schemas.microsoft.com/office/drawing/2014/main" id="{A7C4259B-D836-50DF-54E2-5F5B842D7BA3}"/>
                </a:ext>
              </a:extLst>
            </p:cNvPr>
            <p:cNvSpPr/>
            <p:nvPr/>
          </p:nvSpPr>
          <p:spPr>
            <a:xfrm>
              <a:off x="1559164" y="2540811"/>
              <a:ext cx="605369" cy="1526581"/>
            </a:xfrm>
            <a:custGeom>
              <a:avLst/>
              <a:gdLst/>
              <a:ahLst/>
              <a:cxnLst/>
              <a:rect l="l" t="t" r="r" b="b"/>
              <a:pathLst>
                <a:path w="8052" h="20305" extrusionOk="0">
                  <a:moveTo>
                    <a:pt x="7633" y="1"/>
                  </a:moveTo>
                  <a:lnTo>
                    <a:pt x="268" y="1892"/>
                  </a:lnTo>
                  <a:lnTo>
                    <a:pt x="0" y="20305"/>
                  </a:lnTo>
                  <a:lnTo>
                    <a:pt x="51" y="20305"/>
                  </a:lnTo>
                  <a:lnTo>
                    <a:pt x="2026" y="4671"/>
                  </a:lnTo>
                  <a:cubicBezTo>
                    <a:pt x="4654" y="3968"/>
                    <a:pt x="6328" y="3265"/>
                    <a:pt x="8052" y="2344"/>
                  </a:cubicBezTo>
                  <a:cubicBezTo>
                    <a:pt x="7968" y="1139"/>
                    <a:pt x="7884" y="871"/>
                    <a:pt x="7633"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1051;p31">
              <a:extLst>
                <a:ext uri="{FF2B5EF4-FFF2-40B4-BE49-F238E27FC236}">
                  <a16:creationId xmlns:a16="http://schemas.microsoft.com/office/drawing/2014/main" id="{6CA95B4A-C27F-82A7-4FFE-D00A20540BEC}"/>
                </a:ext>
              </a:extLst>
            </p:cNvPr>
            <p:cNvSpPr/>
            <p:nvPr/>
          </p:nvSpPr>
          <p:spPr>
            <a:xfrm>
              <a:off x="1808323" y="3099576"/>
              <a:ext cx="258102" cy="975418"/>
            </a:xfrm>
            <a:custGeom>
              <a:avLst/>
              <a:gdLst/>
              <a:ahLst/>
              <a:cxnLst/>
              <a:rect l="l" t="t" r="r" b="b"/>
              <a:pathLst>
                <a:path w="3433" h="12974" extrusionOk="0">
                  <a:moveTo>
                    <a:pt x="2545" y="1"/>
                  </a:moveTo>
                  <a:lnTo>
                    <a:pt x="1223" y="654"/>
                  </a:lnTo>
                  <a:lnTo>
                    <a:pt x="1" y="352"/>
                  </a:lnTo>
                  <a:lnTo>
                    <a:pt x="1122" y="1239"/>
                  </a:lnTo>
                  <a:lnTo>
                    <a:pt x="1373" y="1122"/>
                  </a:lnTo>
                  <a:lnTo>
                    <a:pt x="3231" y="12973"/>
                  </a:lnTo>
                  <a:lnTo>
                    <a:pt x="3432" y="12973"/>
                  </a:lnTo>
                  <a:lnTo>
                    <a:pt x="1892" y="888"/>
                  </a:lnTo>
                  <a:lnTo>
                    <a:pt x="2545" y="1"/>
                  </a:ln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1052;p31">
              <a:extLst>
                <a:ext uri="{FF2B5EF4-FFF2-40B4-BE49-F238E27FC236}">
                  <a16:creationId xmlns:a16="http://schemas.microsoft.com/office/drawing/2014/main" id="{E909A487-B234-6DDA-6906-18FCCD80858D}"/>
                </a:ext>
              </a:extLst>
            </p:cNvPr>
            <p:cNvSpPr/>
            <p:nvPr/>
          </p:nvSpPr>
          <p:spPr>
            <a:xfrm>
              <a:off x="1533978" y="2490513"/>
              <a:ext cx="655742" cy="334562"/>
            </a:xfrm>
            <a:custGeom>
              <a:avLst/>
              <a:gdLst/>
              <a:ahLst/>
              <a:cxnLst/>
              <a:rect l="l" t="t" r="r" b="b"/>
              <a:pathLst>
                <a:path w="8722" h="4450" extrusionOk="0">
                  <a:moveTo>
                    <a:pt x="8487" y="0"/>
                  </a:moveTo>
                  <a:lnTo>
                    <a:pt x="1" y="1758"/>
                  </a:lnTo>
                  <a:cubicBezTo>
                    <a:pt x="1" y="1758"/>
                    <a:pt x="68" y="4168"/>
                    <a:pt x="503" y="4419"/>
                  </a:cubicBezTo>
                  <a:cubicBezTo>
                    <a:pt x="542" y="4440"/>
                    <a:pt x="613" y="4450"/>
                    <a:pt x="712" y="4450"/>
                  </a:cubicBezTo>
                  <a:cubicBezTo>
                    <a:pt x="2035" y="4450"/>
                    <a:pt x="8287" y="2681"/>
                    <a:pt x="8521" y="2260"/>
                  </a:cubicBezTo>
                  <a:cubicBezTo>
                    <a:pt x="8721" y="1892"/>
                    <a:pt x="8487" y="0"/>
                    <a:pt x="84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1053;p31">
              <a:extLst>
                <a:ext uri="{FF2B5EF4-FFF2-40B4-BE49-F238E27FC236}">
                  <a16:creationId xmlns:a16="http://schemas.microsoft.com/office/drawing/2014/main" id="{8D5307C7-8AB5-ECE6-745B-8FC7DDFE5C66}"/>
                </a:ext>
              </a:extLst>
            </p:cNvPr>
            <p:cNvSpPr/>
            <p:nvPr/>
          </p:nvSpPr>
          <p:spPr>
            <a:xfrm>
              <a:off x="1532700" y="2487957"/>
              <a:ext cx="654464" cy="334412"/>
            </a:xfrm>
            <a:custGeom>
              <a:avLst/>
              <a:gdLst/>
              <a:ahLst/>
              <a:cxnLst/>
              <a:rect l="l" t="t" r="r" b="b"/>
              <a:pathLst>
                <a:path w="8705" h="4448" extrusionOk="0">
                  <a:moveTo>
                    <a:pt x="8471" y="1"/>
                  </a:moveTo>
                  <a:lnTo>
                    <a:pt x="1" y="1758"/>
                  </a:lnTo>
                  <a:cubicBezTo>
                    <a:pt x="1" y="1758"/>
                    <a:pt x="68" y="4169"/>
                    <a:pt x="503" y="4420"/>
                  </a:cubicBezTo>
                  <a:cubicBezTo>
                    <a:pt x="541" y="4439"/>
                    <a:pt x="608" y="4448"/>
                    <a:pt x="701" y="4448"/>
                  </a:cubicBezTo>
                  <a:cubicBezTo>
                    <a:pt x="1188" y="4448"/>
                    <a:pt x="2377" y="4205"/>
                    <a:pt x="3683" y="3867"/>
                  </a:cubicBezTo>
                  <a:cubicBezTo>
                    <a:pt x="4202" y="3382"/>
                    <a:pt x="5089" y="2880"/>
                    <a:pt x="6144" y="2545"/>
                  </a:cubicBezTo>
                  <a:cubicBezTo>
                    <a:pt x="6937" y="2310"/>
                    <a:pt x="7678" y="2204"/>
                    <a:pt x="8288" y="2204"/>
                  </a:cubicBezTo>
                  <a:cubicBezTo>
                    <a:pt x="8374" y="2204"/>
                    <a:pt x="8457" y="2206"/>
                    <a:pt x="8538" y="2210"/>
                  </a:cubicBezTo>
                  <a:cubicBezTo>
                    <a:pt x="8705" y="1742"/>
                    <a:pt x="8471" y="1"/>
                    <a:pt x="84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1054;p31">
              <a:extLst>
                <a:ext uri="{FF2B5EF4-FFF2-40B4-BE49-F238E27FC236}">
                  <a16:creationId xmlns:a16="http://schemas.microsoft.com/office/drawing/2014/main" id="{6FD4E106-8774-69E9-9261-4DB3CDF923D3}"/>
                </a:ext>
              </a:extLst>
            </p:cNvPr>
            <p:cNvSpPr/>
            <p:nvPr/>
          </p:nvSpPr>
          <p:spPr>
            <a:xfrm>
              <a:off x="1370378" y="1686874"/>
              <a:ext cx="834451" cy="1034962"/>
            </a:xfrm>
            <a:custGeom>
              <a:avLst/>
              <a:gdLst/>
              <a:ahLst/>
              <a:cxnLst/>
              <a:rect l="l" t="t" r="r" b="b"/>
              <a:pathLst>
                <a:path w="11099" h="13766" extrusionOk="0">
                  <a:moveTo>
                    <a:pt x="5249" y="0"/>
                  </a:moveTo>
                  <a:cubicBezTo>
                    <a:pt x="4413" y="0"/>
                    <a:pt x="3614" y="184"/>
                    <a:pt x="2930" y="529"/>
                  </a:cubicBezTo>
                  <a:cubicBezTo>
                    <a:pt x="1" y="1969"/>
                    <a:pt x="1775" y="13702"/>
                    <a:pt x="1775" y="13702"/>
                  </a:cubicBezTo>
                  <a:cubicBezTo>
                    <a:pt x="1775" y="13702"/>
                    <a:pt x="2174" y="13765"/>
                    <a:pt x="2874" y="13765"/>
                  </a:cubicBezTo>
                  <a:cubicBezTo>
                    <a:pt x="4458" y="13765"/>
                    <a:pt x="7581" y="13443"/>
                    <a:pt x="11098" y="11342"/>
                  </a:cubicBezTo>
                  <a:cubicBezTo>
                    <a:pt x="11098" y="11342"/>
                    <a:pt x="10697" y="2554"/>
                    <a:pt x="8939" y="1266"/>
                  </a:cubicBezTo>
                  <a:cubicBezTo>
                    <a:pt x="7793" y="398"/>
                    <a:pt x="6480" y="0"/>
                    <a:pt x="52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1055;p31">
              <a:extLst>
                <a:ext uri="{FF2B5EF4-FFF2-40B4-BE49-F238E27FC236}">
                  <a16:creationId xmlns:a16="http://schemas.microsoft.com/office/drawing/2014/main" id="{C2E4B5E0-A869-A037-0A68-C9D3883B407E}"/>
                </a:ext>
              </a:extLst>
            </p:cNvPr>
            <p:cNvSpPr/>
            <p:nvPr/>
          </p:nvSpPr>
          <p:spPr>
            <a:xfrm>
              <a:off x="1369100" y="1711534"/>
              <a:ext cx="833172" cy="1013610"/>
            </a:xfrm>
            <a:custGeom>
              <a:avLst/>
              <a:gdLst/>
              <a:ahLst/>
              <a:cxnLst/>
              <a:rect l="l" t="t" r="r" b="b"/>
              <a:pathLst>
                <a:path w="11082" h="13482" extrusionOk="0">
                  <a:moveTo>
                    <a:pt x="3416" y="0"/>
                  </a:moveTo>
                  <a:cubicBezTo>
                    <a:pt x="3248" y="67"/>
                    <a:pt x="3098" y="134"/>
                    <a:pt x="2930" y="218"/>
                  </a:cubicBezTo>
                  <a:cubicBezTo>
                    <a:pt x="1" y="1674"/>
                    <a:pt x="1775" y="13424"/>
                    <a:pt x="1775" y="13424"/>
                  </a:cubicBezTo>
                  <a:cubicBezTo>
                    <a:pt x="1775" y="13424"/>
                    <a:pt x="2169" y="13482"/>
                    <a:pt x="2853" y="13482"/>
                  </a:cubicBezTo>
                  <a:cubicBezTo>
                    <a:pt x="3146" y="13482"/>
                    <a:pt x="3493" y="13471"/>
                    <a:pt x="3884" y="13441"/>
                  </a:cubicBezTo>
                  <a:cubicBezTo>
                    <a:pt x="4554" y="12588"/>
                    <a:pt x="5525" y="11818"/>
                    <a:pt x="6713" y="11248"/>
                  </a:cubicBezTo>
                  <a:cubicBezTo>
                    <a:pt x="7898" y="10681"/>
                    <a:pt x="9093" y="10408"/>
                    <a:pt x="10126" y="10408"/>
                  </a:cubicBezTo>
                  <a:cubicBezTo>
                    <a:pt x="10464" y="10408"/>
                    <a:pt x="10785" y="10437"/>
                    <a:pt x="11082" y="10495"/>
                  </a:cubicBezTo>
                  <a:cubicBezTo>
                    <a:pt x="11032" y="9391"/>
                    <a:pt x="10814" y="6763"/>
                    <a:pt x="10379" y="4520"/>
                  </a:cubicBezTo>
                  <a:cubicBezTo>
                    <a:pt x="10278" y="4637"/>
                    <a:pt x="10145" y="4737"/>
                    <a:pt x="9994" y="4821"/>
                  </a:cubicBezTo>
                  <a:cubicBezTo>
                    <a:pt x="9494" y="5151"/>
                    <a:pt x="8919" y="5308"/>
                    <a:pt x="8321" y="5308"/>
                  </a:cubicBezTo>
                  <a:cubicBezTo>
                    <a:pt x="6916" y="5308"/>
                    <a:pt x="5379" y="4444"/>
                    <a:pt x="4370" y="2929"/>
                  </a:cubicBezTo>
                  <a:cubicBezTo>
                    <a:pt x="3750" y="1992"/>
                    <a:pt x="3432" y="971"/>
                    <a:pt x="3416" y="0"/>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1056;p31">
              <a:extLst>
                <a:ext uri="{FF2B5EF4-FFF2-40B4-BE49-F238E27FC236}">
                  <a16:creationId xmlns:a16="http://schemas.microsoft.com/office/drawing/2014/main" id="{B1FE0B0D-4569-04F1-CDE0-A0E62936D67B}"/>
                </a:ext>
              </a:extLst>
            </p:cNvPr>
            <p:cNvSpPr/>
            <p:nvPr/>
          </p:nvSpPr>
          <p:spPr>
            <a:xfrm>
              <a:off x="1953052" y="1862503"/>
              <a:ext cx="91948" cy="779041"/>
            </a:xfrm>
            <a:custGeom>
              <a:avLst/>
              <a:gdLst/>
              <a:ahLst/>
              <a:cxnLst/>
              <a:rect l="l" t="t" r="r" b="b"/>
              <a:pathLst>
                <a:path w="1223" h="10362" extrusionOk="0">
                  <a:moveTo>
                    <a:pt x="201" y="1"/>
                  </a:moveTo>
                  <a:lnTo>
                    <a:pt x="1" y="68"/>
                  </a:lnTo>
                  <a:cubicBezTo>
                    <a:pt x="854" y="3097"/>
                    <a:pt x="1022" y="10312"/>
                    <a:pt x="1022" y="10362"/>
                  </a:cubicBezTo>
                  <a:lnTo>
                    <a:pt x="1223" y="10345"/>
                  </a:lnTo>
                  <a:cubicBezTo>
                    <a:pt x="1223" y="10278"/>
                    <a:pt x="1089" y="3064"/>
                    <a:pt x="201" y="1"/>
                  </a:cubicBezTo>
                  <a:close/>
                </a:path>
              </a:pathLst>
            </a:custGeom>
            <a:solidFill>
              <a:srgbClr val="F9D5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1057;p31">
              <a:extLst>
                <a:ext uri="{FF2B5EF4-FFF2-40B4-BE49-F238E27FC236}">
                  <a16:creationId xmlns:a16="http://schemas.microsoft.com/office/drawing/2014/main" id="{D32346B3-C2F4-0AC0-2B45-CF5D27DCC9E4}"/>
                </a:ext>
              </a:extLst>
            </p:cNvPr>
            <p:cNvSpPr/>
            <p:nvPr/>
          </p:nvSpPr>
          <p:spPr>
            <a:xfrm>
              <a:off x="1167758" y="1722511"/>
              <a:ext cx="625218" cy="830466"/>
            </a:xfrm>
            <a:custGeom>
              <a:avLst/>
              <a:gdLst/>
              <a:ahLst/>
              <a:cxnLst/>
              <a:rect l="l" t="t" r="r" b="b"/>
              <a:pathLst>
                <a:path w="8316" h="11046" extrusionOk="0">
                  <a:moveTo>
                    <a:pt x="5905" y="0"/>
                  </a:moveTo>
                  <a:cubicBezTo>
                    <a:pt x="5795" y="0"/>
                    <a:pt x="5674" y="24"/>
                    <a:pt x="5541" y="72"/>
                  </a:cubicBezTo>
                  <a:cubicBezTo>
                    <a:pt x="2445" y="1227"/>
                    <a:pt x="1" y="10550"/>
                    <a:pt x="3014" y="11036"/>
                  </a:cubicBezTo>
                  <a:cubicBezTo>
                    <a:pt x="3053" y="11042"/>
                    <a:pt x="3093" y="11045"/>
                    <a:pt x="3133" y="11045"/>
                  </a:cubicBezTo>
                  <a:cubicBezTo>
                    <a:pt x="5512" y="11045"/>
                    <a:pt x="8315" y="0"/>
                    <a:pt x="59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1058;p31">
              <a:extLst>
                <a:ext uri="{FF2B5EF4-FFF2-40B4-BE49-F238E27FC236}">
                  <a16:creationId xmlns:a16="http://schemas.microsoft.com/office/drawing/2014/main" id="{D027F61B-6700-0C02-BC48-EEEB1830580C}"/>
                </a:ext>
              </a:extLst>
            </p:cNvPr>
            <p:cNvSpPr/>
            <p:nvPr/>
          </p:nvSpPr>
          <p:spPr>
            <a:xfrm>
              <a:off x="1201741" y="1808446"/>
              <a:ext cx="466959" cy="745735"/>
            </a:xfrm>
            <a:custGeom>
              <a:avLst/>
              <a:gdLst/>
              <a:ahLst/>
              <a:cxnLst/>
              <a:rect l="l" t="t" r="r" b="b"/>
              <a:pathLst>
                <a:path w="6211" h="9919" extrusionOk="0">
                  <a:moveTo>
                    <a:pt x="3733" y="0"/>
                  </a:moveTo>
                  <a:lnTo>
                    <a:pt x="3733" y="0"/>
                  </a:lnTo>
                  <a:cubicBezTo>
                    <a:pt x="1390" y="2762"/>
                    <a:pt x="1" y="9508"/>
                    <a:pt x="2562" y="9909"/>
                  </a:cubicBezTo>
                  <a:cubicBezTo>
                    <a:pt x="2601" y="9916"/>
                    <a:pt x="2640" y="9919"/>
                    <a:pt x="2680" y="9919"/>
                  </a:cubicBezTo>
                  <a:cubicBezTo>
                    <a:pt x="4107" y="9919"/>
                    <a:pt x="5706" y="5870"/>
                    <a:pt x="6211" y="2645"/>
                  </a:cubicBezTo>
                  <a:lnTo>
                    <a:pt x="6211" y="2645"/>
                  </a:lnTo>
                  <a:cubicBezTo>
                    <a:pt x="5566" y="4342"/>
                    <a:pt x="3727" y="5980"/>
                    <a:pt x="2881" y="5980"/>
                  </a:cubicBezTo>
                  <a:cubicBezTo>
                    <a:pt x="2826" y="5980"/>
                    <a:pt x="2775" y="5973"/>
                    <a:pt x="2729" y="5959"/>
                  </a:cubicBezTo>
                  <a:cubicBezTo>
                    <a:pt x="1859" y="5691"/>
                    <a:pt x="2662" y="3197"/>
                    <a:pt x="3332" y="1071"/>
                  </a:cubicBezTo>
                  <a:cubicBezTo>
                    <a:pt x="3449" y="686"/>
                    <a:pt x="3583" y="335"/>
                    <a:pt x="37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1059;p31">
              <a:extLst>
                <a:ext uri="{FF2B5EF4-FFF2-40B4-BE49-F238E27FC236}">
                  <a16:creationId xmlns:a16="http://schemas.microsoft.com/office/drawing/2014/main" id="{4FD09446-6DB5-9E9F-216F-4E82E24715FC}"/>
                </a:ext>
              </a:extLst>
            </p:cNvPr>
            <p:cNvSpPr/>
            <p:nvPr/>
          </p:nvSpPr>
          <p:spPr>
            <a:xfrm>
              <a:off x="1615778" y="1930469"/>
              <a:ext cx="1171719" cy="406587"/>
            </a:xfrm>
            <a:custGeom>
              <a:avLst/>
              <a:gdLst/>
              <a:ahLst/>
              <a:cxnLst/>
              <a:rect l="l" t="t" r="r" b="b"/>
              <a:pathLst>
                <a:path w="15585" h="5408" extrusionOk="0">
                  <a:moveTo>
                    <a:pt x="9759" y="1"/>
                  </a:moveTo>
                  <a:lnTo>
                    <a:pt x="34" y="2712"/>
                  </a:lnTo>
                  <a:lnTo>
                    <a:pt x="1" y="3733"/>
                  </a:lnTo>
                  <a:lnTo>
                    <a:pt x="7633" y="5407"/>
                  </a:lnTo>
                  <a:lnTo>
                    <a:pt x="15584" y="2830"/>
                  </a:lnTo>
                  <a:lnTo>
                    <a:pt x="15568" y="2344"/>
                  </a:lnTo>
                  <a:lnTo>
                    <a:pt x="975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1060;p31">
              <a:extLst>
                <a:ext uri="{FF2B5EF4-FFF2-40B4-BE49-F238E27FC236}">
                  <a16:creationId xmlns:a16="http://schemas.microsoft.com/office/drawing/2014/main" id="{514EDB4C-4C98-7F4E-4EED-8DAF6DA8D055}"/>
                </a:ext>
              </a:extLst>
            </p:cNvPr>
            <p:cNvSpPr/>
            <p:nvPr/>
          </p:nvSpPr>
          <p:spPr>
            <a:xfrm>
              <a:off x="1615778" y="1930469"/>
              <a:ext cx="1171719" cy="280731"/>
            </a:xfrm>
            <a:custGeom>
              <a:avLst/>
              <a:gdLst/>
              <a:ahLst/>
              <a:cxnLst/>
              <a:rect l="l" t="t" r="r" b="b"/>
              <a:pathLst>
                <a:path w="15585" h="3734" extrusionOk="0">
                  <a:moveTo>
                    <a:pt x="9759" y="1"/>
                  </a:moveTo>
                  <a:lnTo>
                    <a:pt x="34" y="2712"/>
                  </a:lnTo>
                  <a:lnTo>
                    <a:pt x="1" y="3733"/>
                  </a:lnTo>
                  <a:lnTo>
                    <a:pt x="10010" y="1072"/>
                  </a:lnTo>
                  <a:lnTo>
                    <a:pt x="15584" y="2846"/>
                  </a:lnTo>
                  <a:lnTo>
                    <a:pt x="15584" y="2830"/>
                  </a:lnTo>
                  <a:lnTo>
                    <a:pt x="15568" y="2344"/>
                  </a:lnTo>
                  <a:lnTo>
                    <a:pt x="975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1061;p31">
              <a:extLst>
                <a:ext uri="{FF2B5EF4-FFF2-40B4-BE49-F238E27FC236}">
                  <a16:creationId xmlns:a16="http://schemas.microsoft.com/office/drawing/2014/main" id="{66315E26-CC0A-4429-31A5-F003DEB62A07}"/>
                </a:ext>
              </a:extLst>
            </p:cNvPr>
            <p:cNvSpPr/>
            <p:nvPr/>
          </p:nvSpPr>
          <p:spPr>
            <a:xfrm>
              <a:off x="1615778" y="1930469"/>
              <a:ext cx="752652" cy="280731"/>
            </a:xfrm>
            <a:custGeom>
              <a:avLst/>
              <a:gdLst/>
              <a:ahLst/>
              <a:cxnLst/>
              <a:rect l="l" t="t" r="r" b="b"/>
              <a:pathLst>
                <a:path w="10011" h="3734" extrusionOk="0">
                  <a:moveTo>
                    <a:pt x="9759" y="1"/>
                  </a:moveTo>
                  <a:lnTo>
                    <a:pt x="34" y="2712"/>
                  </a:lnTo>
                  <a:lnTo>
                    <a:pt x="1" y="3733"/>
                  </a:lnTo>
                  <a:lnTo>
                    <a:pt x="10010" y="1072"/>
                  </a:lnTo>
                  <a:lnTo>
                    <a:pt x="975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1062;p31">
              <a:extLst>
                <a:ext uri="{FF2B5EF4-FFF2-40B4-BE49-F238E27FC236}">
                  <a16:creationId xmlns:a16="http://schemas.microsoft.com/office/drawing/2014/main" id="{6C4DA8CA-68DD-0D57-4301-7CB93C3AB60F}"/>
                </a:ext>
              </a:extLst>
            </p:cNvPr>
            <p:cNvSpPr/>
            <p:nvPr/>
          </p:nvSpPr>
          <p:spPr>
            <a:xfrm>
              <a:off x="1301209" y="2165118"/>
              <a:ext cx="580183" cy="388393"/>
            </a:xfrm>
            <a:custGeom>
              <a:avLst/>
              <a:gdLst/>
              <a:ahLst/>
              <a:cxnLst/>
              <a:rect l="l" t="t" r="r" b="b"/>
              <a:pathLst>
                <a:path w="7717" h="5166" extrusionOk="0">
                  <a:moveTo>
                    <a:pt x="3967" y="0"/>
                  </a:moveTo>
                  <a:cubicBezTo>
                    <a:pt x="3059" y="0"/>
                    <a:pt x="2182" y="66"/>
                    <a:pt x="1590" y="261"/>
                  </a:cubicBezTo>
                  <a:cubicBezTo>
                    <a:pt x="301" y="696"/>
                    <a:pt x="0" y="4864"/>
                    <a:pt x="1222" y="5149"/>
                  </a:cubicBezTo>
                  <a:cubicBezTo>
                    <a:pt x="1269" y="5160"/>
                    <a:pt x="1322" y="5166"/>
                    <a:pt x="1381" y="5166"/>
                  </a:cubicBezTo>
                  <a:cubicBezTo>
                    <a:pt x="2841" y="5166"/>
                    <a:pt x="7683" y="1700"/>
                    <a:pt x="7683" y="1700"/>
                  </a:cubicBezTo>
                  <a:lnTo>
                    <a:pt x="7717" y="261"/>
                  </a:lnTo>
                  <a:cubicBezTo>
                    <a:pt x="7717" y="261"/>
                    <a:pt x="5782" y="0"/>
                    <a:pt x="39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1063;p31">
              <a:extLst>
                <a:ext uri="{FF2B5EF4-FFF2-40B4-BE49-F238E27FC236}">
                  <a16:creationId xmlns:a16="http://schemas.microsoft.com/office/drawing/2014/main" id="{3DC5A9D0-7CC0-90F0-F4A1-82BEDAF1767F}"/>
                </a:ext>
              </a:extLst>
            </p:cNvPr>
            <p:cNvSpPr/>
            <p:nvPr/>
          </p:nvSpPr>
          <p:spPr>
            <a:xfrm>
              <a:off x="1315043" y="2173388"/>
              <a:ext cx="568831" cy="381401"/>
            </a:xfrm>
            <a:custGeom>
              <a:avLst/>
              <a:gdLst/>
              <a:ahLst/>
              <a:cxnLst/>
              <a:rect l="l" t="t" r="r" b="b"/>
              <a:pathLst>
                <a:path w="7566" h="5073" extrusionOk="0">
                  <a:moveTo>
                    <a:pt x="6110" y="0"/>
                  </a:moveTo>
                  <a:cubicBezTo>
                    <a:pt x="5490" y="335"/>
                    <a:pt x="4553" y="603"/>
                    <a:pt x="3482" y="703"/>
                  </a:cubicBezTo>
                  <a:cubicBezTo>
                    <a:pt x="3101" y="748"/>
                    <a:pt x="2731" y="768"/>
                    <a:pt x="2381" y="768"/>
                  </a:cubicBezTo>
                  <a:cubicBezTo>
                    <a:pt x="1806" y="768"/>
                    <a:pt x="1287" y="713"/>
                    <a:pt x="871" y="620"/>
                  </a:cubicBezTo>
                  <a:lnTo>
                    <a:pt x="871" y="620"/>
                  </a:lnTo>
                  <a:cubicBezTo>
                    <a:pt x="50" y="1841"/>
                    <a:pt x="0" y="4804"/>
                    <a:pt x="1055" y="5055"/>
                  </a:cubicBezTo>
                  <a:cubicBezTo>
                    <a:pt x="1103" y="5067"/>
                    <a:pt x="1156" y="5073"/>
                    <a:pt x="1216" y="5073"/>
                  </a:cubicBezTo>
                  <a:cubicBezTo>
                    <a:pt x="2689" y="5073"/>
                    <a:pt x="7516" y="1607"/>
                    <a:pt x="7516" y="1607"/>
                  </a:cubicBezTo>
                  <a:lnTo>
                    <a:pt x="7566" y="168"/>
                  </a:lnTo>
                  <a:cubicBezTo>
                    <a:pt x="7566" y="151"/>
                    <a:pt x="6947" y="50"/>
                    <a:pt x="61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064;p31">
              <a:extLst>
                <a:ext uri="{FF2B5EF4-FFF2-40B4-BE49-F238E27FC236}">
                  <a16:creationId xmlns:a16="http://schemas.microsoft.com/office/drawing/2014/main" id="{5031ADD1-4DEA-A04D-0EBF-D409ECADE4B2}"/>
                </a:ext>
              </a:extLst>
            </p:cNvPr>
            <p:cNvSpPr/>
            <p:nvPr/>
          </p:nvSpPr>
          <p:spPr>
            <a:xfrm>
              <a:off x="1727802" y="1682588"/>
              <a:ext cx="301331" cy="292009"/>
            </a:xfrm>
            <a:custGeom>
              <a:avLst/>
              <a:gdLst/>
              <a:ahLst/>
              <a:cxnLst/>
              <a:rect l="l" t="t" r="r" b="b"/>
              <a:pathLst>
                <a:path w="4008" h="3884" extrusionOk="0">
                  <a:moveTo>
                    <a:pt x="759" y="0"/>
                  </a:moveTo>
                  <a:cubicBezTo>
                    <a:pt x="487" y="0"/>
                    <a:pt x="237" y="33"/>
                    <a:pt x="0" y="84"/>
                  </a:cubicBezTo>
                  <a:cubicBezTo>
                    <a:pt x="904" y="586"/>
                    <a:pt x="2996" y="2928"/>
                    <a:pt x="3448" y="3883"/>
                  </a:cubicBezTo>
                  <a:lnTo>
                    <a:pt x="3448" y="3883"/>
                  </a:lnTo>
                  <a:cubicBezTo>
                    <a:pt x="3444" y="3839"/>
                    <a:pt x="4007" y="1730"/>
                    <a:pt x="2997" y="653"/>
                  </a:cubicBezTo>
                  <a:cubicBezTo>
                    <a:pt x="2092" y="166"/>
                    <a:pt x="1372" y="0"/>
                    <a:pt x="759" y="0"/>
                  </a:cubicBezTo>
                  <a:close/>
                  <a:moveTo>
                    <a:pt x="3448" y="3883"/>
                  </a:moveTo>
                  <a:cubicBezTo>
                    <a:pt x="3448" y="3883"/>
                    <a:pt x="3448" y="3884"/>
                    <a:pt x="3449" y="3884"/>
                  </a:cubicBezTo>
                  <a:cubicBezTo>
                    <a:pt x="3448" y="3883"/>
                    <a:pt x="3448" y="3883"/>
                    <a:pt x="3448" y="388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065;p31">
              <a:extLst>
                <a:ext uri="{FF2B5EF4-FFF2-40B4-BE49-F238E27FC236}">
                  <a16:creationId xmlns:a16="http://schemas.microsoft.com/office/drawing/2014/main" id="{4B263E69-FA06-4EF3-DE90-51FA6808B224}"/>
                </a:ext>
              </a:extLst>
            </p:cNvPr>
            <p:cNvSpPr/>
            <p:nvPr/>
          </p:nvSpPr>
          <p:spPr>
            <a:xfrm>
              <a:off x="1726523" y="1682588"/>
              <a:ext cx="236675" cy="69393"/>
            </a:xfrm>
            <a:custGeom>
              <a:avLst/>
              <a:gdLst/>
              <a:ahLst/>
              <a:cxnLst/>
              <a:rect l="l" t="t" r="r" b="b"/>
              <a:pathLst>
                <a:path w="3148" h="923" extrusionOk="0">
                  <a:moveTo>
                    <a:pt x="758" y="0"/>
                  </a:moveTo>
                  <a:cubicBezTo>
                    <a:pt x="487" y="0"/>
                    <a:pt x="237" y="33"/>
                    <a:pt x="1" y="84"/>
                  </a:cubicBezTo>
                  <a:cubicBezTo>
                    <a:pt x="34" y="101"/>
                    <a:pt x="84" y="117"/>
                    <a:pt x="118" y="168"/>
                  </a:cubicBezTo>
                  <a:cubicBezTo>
                    <a:pt x="352" y="285"/>
                    <a:pt x="620" y="419"/>
                    <a:pt x="888" y="536"/>
                  </a:cubicBezTo>
                  <a:cubicBezTo>
                    <a:pt x="1554" y="789"/>
                    <a:pt x="2173" y="923"/>
                    <a:pt x="2631" y="923"/>
                  </a:cubicBezTo>
                  <a:cubicBezTo>
                    <a:pt x="2840" y="923"/>
                    <a:pt x="3016" y="895"/>
                    <a:pt x="3148" y="837"/>
                  </a:cubicBezTo>
                  <a:cubicBezTo>
                    <a:pt x="3114" y="770"/>
                    <a:pt x="3047" y="703"/>
                    <a:pt x="2980" y="653"/>
                  </a:cubicBezTo>
                  <a:cubicBezTo>
                    <a:pt x="2087" y="166"/>
                    <a:pt x="1370" y="0"/>
                    <a:pt x="7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066;p31">
              <a:extLst>
                <a:ext uri="{FF2B5EF4-FFF2-40B4-BE49-F238E27FC236}">
                  <a16:creationId xmlns:a16="http://schemas.microsoft.com/office/drawing/2014/main" id="{82C64531-FD5B-E773-8EC6-879EE3E4187D}"/>
                </a:ext>
              </a:extLst>
            </p:cNvPr>
            <p:cNvSpPr/>
            <p:nvPr/>
          </p:nvSpPr>
          <p:spPr>
            <a:xfrm>
              <a:off x="1734117" y="1452300"/>
              <a:ext cx="195099" cy="267499"/>
            </a:xfrm>
            <a:custGeom>
              <a:avLst/>
              <a:gdLst/>
              <a:ahLst/>
              <a:cxnLst/>
              <a:rect l="l" t="t" r="r" b="b"/>
              <a:pathLst>
                <a:path w="2595" h="3558" extrusionOk="0">
                  <a:moveTo>
                    <a:pt x="201" y="0"/>
                  </a:moveTo>
                  <a:lnTo>
                    <a:pt x="0" y="3080"/>
                  </a:lnTo>
                  <a:cubicBezTo>
                    <a:pt x="621" y="3391"/>
                    <a:pt x="1386" y="3557"/>
                    <a:pt x="2249" y="3557"/>
                  </a:cubicBezTo>
                  <a:cubicBezTo>
                    <a:pt x="2362" y="3557"/>
                    <a:pt x="2478" y="3554"/>
                    <a:pt x="2595" y="3549"/>
                  </a:cubicBezTo>
                  <a:lnTo>
                    <a:pt x="2494" y="1289"/>
                  </a:lnTo>
                  <a:lnTo>
                    <a:pt x="201" y="0"/>
                  </a:ln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067;p31">
              <a:extLst>
                <a:ext uri="{FF2B5EF4-FFF2-40B4-BE49-F238E27FC236}">
                  <a16:creationId xmlns:a16="http://schemas.microsoft.com/office/drawing/2014/main" id="{1675633A-2829-EBE2-4754-9D29CCA7718D}"/>
                </a:ext>
              </a:extLst>
            </p:cNvPr>
            <p:cNvSpPr/>
            <p:nvPr/>
          </p:nvSpPr>
          <p:spPr>
            <a:xfrm>
              <a:off x="1732839" y="1281784"/>
              <a:ext cx="271860" cy="381777"/>
            </a:xfrm>
            <a:custGeom>
              <a:avLst/>
              <a:gdLst/>
              <a:ahLst/>
              <a:cxnLst/>
              <a:rect l="l" t="t" r="r" b="b"/>
              <a:pathLst>
                <a:path w="3616" h="5078" extrusionOk="0">
                  <a:moveTo>
                    <a:pt x="1859" y="0"/>
                  </a:moveTo>
                  <a:cubicBezTo>
                    <a:pt x="1175" y="0"/>
                    <a:pt x="456" y="340"/>
                    <a:pt x="302" y="812"/>
                  </a:cubicBezTo>
                  <a:cubicBezTo>
                    <a:pt x="0" y="1799"/>
                    <a:pt x="436" y="4059"/>
                    <a:pt x="687" y="4310"/>
                  </a:cubicBezTo>
                  <a:cubicBezTo>
                    <a:pt x="903" y="4526"/>
                    <a:pt x="2259" y="5077"/>
                    <a:pt x="2964" y="5077"/>
                  </a:cubicBezTo>
                  <a:cubicBezTo>
                    <a:pt x="3078" y="5077"/>
                    <a:pt x="3175" y="5063"/>
                    <a:pt x="3248" y="5030"/>
                  </a:cubicBezTo>
                  <a:cubicBezTo>
                    <a:pt x="3248" y="5030"/>
                    <a:pt x="3616" y="1264"/>
                    <a:pt x="2963" y="460"/>
                  </a:cubicBezTo>
                  <a:cubicBezTo>
                    <a:pt x="2710" y="136"/>
                    <a:pt x="2292" y="0"/>
                    <a:pt x="1859"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1068;p31">
              <a:extLst>
                <a:ext uri="{FF2B5EF4-FFF2-40B4-BE49-F238E27FC236}">
                  <a16:creationId xmlns:a16="http://schemas.microsoft.com/office/drawing/2014/main" id="{530C1FAB-62EA-3B9E-2BAC-E83C7811736C}"/>
                </a:ext>
              </a:extLst>
            </p:cNvPr>
            <p:cNvSpPr/>
            <p:nvPr/>
          </p:nvSpPr>
          <p:spPr>
            <a:xfrm>
              <a:off x="1744192" y="1282385"/>
              <a:ext cx="236599" cy="202692"/>
            </a:xfrm>
            <a:custGeom>
              <a:avLst/>
              <a:gdLst/>
              <a:ahLst/>
              <a:cxnLst/>
              <a:rect l="l" t="t" r="r" b="b"/>
              <a:pathLst>
                <a:path w="3147" h="2696" extrusionOk="0">
                  <a:moveTo>
                    <a:pt x="1723" y="0"/>
                  </a:moveTo>
                  <a:cubicBezTo>
                    <a:pt x="1029" y="0"/>
                    <a:pt x="296" y="338"/>
                    <a:pt x="151" y="804"/>
                  </a:cubicBezTo>
                  <a:cubicBezTo>
                    <a:pt x="0" y="1256"/>
                    <a:pt x="34" y="2009"/>
                    <a:pt x="117" y="2695"/>
                  </a:cubicBezTo>
                  <a:cubicBezTo>
                    <a:pt x="536" y="2310"/>
                    <a:pt x="1055" y="1975"/>
                    <a:pt x="1640" y="1791"/>
                  </a:cubicBezTo>
                  <a:cubicBezTo>
                    <a:pt x="2100" y="1638"/>
                    <a:pt x="2574" y="1555"/>
                    <a:pt x="3024" y="1555"/>
                  </a:cubicBezTo>
                  <a:cubicBezTo>
                    <a:pt x="3065" y="1555"/>
                    <a:pt x="3106" y="1556"/>
                    <a:pt x="3147" y="1557"/>
                  </a:cubicBezTo>
                  <a:cubicBezTo>
                    <a:pt x="3080" y="1072"/>
                    <a:pt x="2979" y="653"/>
                    <a:pt x="2812" y="436"/>
                  </a:cubicBezTo>
                  <a:cubicBezTo>
                    <a:pt x="2563" y="129"/>
                    <a:pt x="2150" y="0"/>
                    <a:pt x="1723"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069;p31">
              <a:extLst>
                <a:ext uri="{FF2B5EF4-FFF2-40B4-BE49-F238E27FC236}">
                  <a16:creationId xmlns:a16="http://schemas.microsoft.com/office/drawing/2014/main" id="{9C46602C-D85B-D7AA-2E1E-1B8A0BFE83F4}"/>
                </a:ext>
              </a:extLst>
            </p:cNvPr>
            <p:cNvSpPr/>
            <p:nvPr/>
          </p:nvSpPr>
          <p:spPr>
            <a:xfrm>
              <a:off x="1691337" y="1318849"/>
              <a:ext cx="148561" cy="256823"/>
            </a:xfrm>
            <a:custGeom>
              <a:avLst/>
              <a:gdLst/>
              <a:ahLst/>
              <a:cxnLst/>
              <a:rect l="l" t="t" r="r" b="b"/>
              <a:pathLst>
                <a:path w="1976" h="3416" extrusionOk="0">
                  <a:moveTo>
                    <a:pt x="0" y="1"/>
                  </a:moveTo>
                  <a:lnTo>
                    <a:pt x="0" y="1524"/>
                  </a:lnTo>
                  <a:lnTo>
                    <a:pt x="670" y="3415"/>
                  </a:lnTo>
                  <a:lnTo>
                    <a:pt x="1239" y="2662"/>
                  </a:lnTo>
                  <a:cubicBezTo>
                    <a:pt x="1239" y="2662"/>
                    <a:pt x="1423" y="336"/>
                    <a:pt x="1975" y="218"/>
                  </a:cubicBezTo>
                  <a:lnTo>
                    <a:pt x="0" y="1"/>
                  </a:lnTo>
                  <a:close/>
                </a:path>
              </a:pathLst>
            </a:custGeom>
            <a:solidFill>
              <a:srgbClr val="8E3C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1070;p31">
              <a:extLst>
                <a:ext uri="{FF2B5EF4-FFF2-40B4-BE49-F238E27FC236}">
                  <a16:creationId xmlns:a16="http://schemas.microsoft.com/office/drawing/2014/main" id="{13AF0C33-38EF-BE5F-A14C-A85A71BAB535}"/>
                </a:ext>
              </a:extLst>
            </p:cNvPr>
            <p:cNvSpPr/>
            <p:nvPr/>
          </p:nvSpPr>
          <p:spPr>
            <a:xfrm>
              <a:off x="1652317" y="1186150"/>
              <a:ext cx="309602" cy="247275"/>
            </a:xfrm>
            <a:custGeom>
              <a:avLst/>
              <a:gdLst/>
              <a:ahLst/>
              <a:cxnLst/>
              <a:rect l="l" t="t" r="r" b="b"/>
              <a:pathLst>
                <a:path w="4118" h="3289" extrusionOk="0">
                  <a:moveTo>
                    <a:pt x="2536" y="1"/>
                  </a:moveTo>
                  <a:cubicBezTo>
                    <a:pt x="1484" y="1"/>
                    <a:pt x="493" y="658"/>
                    <a:pt x="251" y="1247"/>
                  </a:cubicBezTo>
                  <a:cubicBezTo>
                    <a:pt x="101" y="1582"/>
                    <a:pt x="0" y="2318"/>
                    <a:pt x="519" y="3289"/>
                  </a:cubicBezTo>
                  <a:cubicBezTo>
                    <a:pt x="1339" y="2167"/>
                    <a:pt x="2695" y="1749"/>
                    <a:pt x="4118" y="1682"/>
                  </a:cubicBezTo>
                  <a:cubicBezTo>
                    <a:pt x="4118" y="1682"/>
                    <a:pt x="4101" y="192"/>
                    <a:pt x="2879" y="25"/>
                  </a:cubicBezTo>
                  <a:cubicBezTo>
                    <a:pt x="2765" y="9"/>
                    <a:pt x="2650" y="1"/>
                    <a:pt x="25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1071;p31">
              <a:extLst>
                <a:ext uri="{FF2B5EF4-FFF2-40B4-BE49-F238E27FC236}">
                  <a16:creationId xmlns:a16="http://schemas.microsoft.com/office/drawing/2014/main" id="{5A5A3EEF-5E2F-07CC-472B-F19F974D3F8F}"/>
                </a:ext>
              </a:extLst>
            </p:cNvPr>
            <p:cNvSpPr/>
            <p:nvPr/>
          </p:nvSpPr>
          <p:spPr>
            <a:xfrm>
              <a:off x="1649761" y="1213141"/>
              <a:ext cx="154876" cy="222841"/>
            </a:xfrm>
            <a:custGeom>
              <a:avLst/>
              <a:gdLst/>
              <a:ahLst/>
              <a:cxnLst/>
              <a:rect l="l" t="t" r="r" b="b"/>
              <a:pathLst>
                <a:path w="2060" h="2964" extrusionOk="0">
                  <a:moveTo>
                    <a:pt x="1206" y="1"/>
                  </a:moveTo>
                  <a:cubicBezTo>
                    <a:pt x="737" y="252"/>
                    <a:pt x="386" y="570"/>
                    <a:pt x="268" y="905"/>
                  </a:cubicBezTo>
                  <a:cubicBezTo>
                    <a:pt x="118" y="1239"/>
                    <a:pt x="1" y="1976"/>
                    <a:pt x="536" y="2963"/>
                  </a:cubicBezTo>
                  <a:cubicBezTo>
                    <a:pt x="921" y="2411"/>
                    <a:pt x="1474" y="2043"/>
                    <a:pt x="2059" y="1792"/>
                  </a:cubicBezTo>
                  <a:cubicBezTo>
                    <a:pt x="1976" y="1658"/>
                    <a:pt x="1892" y="1557"/>
                    <a:pt x="1792" y="1457"/>
                  </a:cubicBezTo>
                  <a:cubicBezTo>
                    <a:pt x="1407" y="988"/>
                    <a:pt x="1223" y="469"/>
                    <a:pt x="1206" y="1"/>
                  </a:cubicBezTo>
                  <a:close/>
                </a:path>
              </a:pathLst>
            </a:custGeom>
            <a:solidFill>
              <a:srgbClr val="84281F">
                <a:alpha val="47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1072;p31">
              <a:extLst>
                <a:ext uri="{FF2B5EF4-FFF2-40B4-BE49-F238E27FC236}">
                  <a16:creationId xmlns:a16="http://schemas.microsoft.com/office/drawing/2014/main" id="{1CC5B5C6-A9CB-0689-4781-C1FC87C37868}"/>
                </a:ext>
              </a:extLst>
            </p:cNvPr>
            <p:cNvSpPr/>
            <p:nvPr/>
          </p:nvSpPr>
          <p:spPr>
            <a:xfrm>
              <a:off x="1736598" y="1212013"/>
              <a:ext cx="435532" cy="173596"/>
            </a:xfrm>
            <a:custGeom>
              <a:avLst/>
              <a:gdLst/>
              <a:ahLst/>
              <a:cxnLst/>
              <a:rect l="l" t="t" r="r" b="b"/>
              <a:pathLst>
                <a:path w="5793" h="2309" extrusionOk="0">
                  <a:moveTo>
                    <a:pt x="3663" y="0"/>
                  </a:moveTo>
                  <a:cubicBezTo>
                    <a:pt x="2229" y="0"/>
                    <a:pt x="900" y="1155"/>
                    <a:pt x="1" y="2309"/>
                  </a:cubicBezTo>
                  <a:cubicBezTo>
                    <a:pt x="727" y="1831"/>
                    <a:pt x="1529" y="1615"/>
                    <a:pt x="2152" y="1615"/>
                  </a:cubicBezTo>
                  <a:cubicBezTo>
                    <a:pt x="2663" y="1615"/>
                    <a:pt x="3053" y="1760"/>
                    <a:pt x="3181" y="2024"/>
                  </a:cubicBezTo>
                  <a:cubicBezTo>
                    <a:pt x="3181" y="2024"/>
                    <a:pt x="5792" y="350"/>
                    <a:pt x="4169" y="49"/>
                  </a:cubicBezTo>
                  <a:cubicBezTo>
                    <a:pt x="3999" y="16"/>
                    <a:pt x="3830" y="0"/>
                    <a:pt x="36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1073;p31">
              <a:extLst>
                <a:ext uri="{FF2B5EF4-FFF2-40B4-BE49-F238E27FC236}">
                  <a16:creationId xmlns:a16="http://schemas.microsoft.com/office/drawing/2014/main" id="{1191BFD7-0E66-C0BB-8BE1-6A62FE8F08E1}"/>
                </a:ext>
              </a:extLst>
            </p:cNvPr>
            <p:cNvSpPr/>
            <p:nvPr/>
          </p:nvSpPr>
          <p:spPr>
            <a:xfrm>
              <a:off x="2037408" y="4044636"/>
              <a:ext cx="114578" cy="46688"/>
            </a:xfrm>
            <a:custGeom>
              <a:avLst/>
              <a:gdLst/>
              <a:ahLst/>
              <a:cxnLst/>
              <a:rect l="l" t="t" r="r" b="b"/>
              <a:pathLst>
                <a:path w="1524" h="621" extrusionOk="0">
                  <a:moveTo>
                    <a:pt x="361" y="0"/>
                  </a:moveTo>
                  <a:cubicBezTo>
                    <a:pt x="352" y="0"/>
                    <a:pt x="343" y="1"/>
                    <a:pt x="335" y="1"/>
                  </a:cubicBezTo>
                  <a:cubicBezTo>
                    <a:pt x="0" y="52"/>
                    <a:pt x="134" y="621"/>
                    <a:pt x="134" y="621"/>
                  </a:cubicBezTo>
                  <a:lnTo>
                    <a:pt x="1523" y="621"/>
                  </a:lnTo>
                  <a:cubicBezTo>
                    <a:pt x="1523" y="621"/>
                    <a:pt x="712" y="0"/>
                    <a:pt x="3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1074;p31">
              <a:extLst>
                <a:ext uri="{FF2B5EF4-FFF2-40B4-BE49-F238E27FC236}">
                  <a16:creationId xmlns:a16="http://schemas.microsoft.com/office/drawing/2014/main" id="{BDDE9BEC-AE63-0390-593E-1E883AFAA322}"/>
                </a:ext>
              </a:extLst>
            </p:cNvPr>
            <p:cNvSpPr/>
            <p:nvPr/>
          </p:nvSpPr>
          <p:spPr>
            <a:xfrm>
              <a:off x="1473605" y="4044636"/>
              <a:ext cx="113300" cy="46688"/>
            </a:xfrm>
            <a:custGeom>
              <a:avLst/>
              <a:gdLst/>
              <a:ahLst/>
              <a:cxnLst/>
              <a:rect l="l" t="t" r="r" b="b"/>
              <a:pathLst>
                <a:path w="1507" h="621" extrusionOk="0">
                  <a:moveTo>
                    <a:pt x="1179" y="0"/>
                  </a:moveTo>
                  <a:cubicBezTo>
                    <a:pt x="828" y="0"/>
                    <a:pt x="0" y="621"/>
                    <a:pt x="0" y="621"/>
                  </a:cubicBezTo>
                  <a:lnTo>
                    <a:pt x="1406" y="621"/>
                  </a:lnTo>
                  <a:cubicBezTo>
                    <a:pt x="1406" y="621"/>
                    <a:pt x="1507" y="52"/>
                    <a:pt x="1205" y="1"/>
                  </a:cubicBezTo>
                  <a:cubicBezTo>
                    <a:pt x="1197" y="1"/>
                    <a:pt x="1188" y="0"/>
                    <a:pt x="11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1075;p31">
              <a:extLst>
                <a:ext uri="{FF2B5EF4-FFF2-40B4-BE49-F238E27FC236}">
                  <a16:creationId xmlns:a16="http://schemas.microsoft.com/office/drawing/2014/main" id="{6EAE2C12-30CD-7BDB-188F-6CF866D48A3C}"/>
                </a:ext>
              </a:extLst>
            </p:cNvPr>
            <p:cNvSpPr/>
            <p:nvPr/>
          </p:nvSpPr>
          <p:spPr>
            <a:xfrm>
              <a:off x="2219879" y="1961971"/>
              <a:ext cx="93151" cy="65484"/>
            </a:xfrm>
            <a:custGeom>
              <a:avLst/>
              <a:gdLst/>
              <a:ahLst/>
              <a:cxnLst/>
              <a:rect l="l" t="t" r="r" b="b"/>
              <a:pathLst>
                <a:path w="1239" h="871" extrusionOk="0">
                  <a:moveTo>
                    <a:pt x="1189" y="0"/>
                  </a:moveTo>
                  <a:lnTo>
                    <a:pt x="0" y="251"/>
                  </a:lnTo>
                  <a:lnTo>
                    <a:pt x="0" y="871"/>
                  </a:lnTo>
                  <a:lnTo>
                    <a:pt x="1239" y="469"/>
                  </a:lnTo>
                  <a:lnTo>
                    <a:pt x="1189" y="0"/>
                  </a:lnTo>
                  <a:close/>
                </a:path>
              </a:pathLst>
            </a:custGeom>
            <a:solidFill>
              <a:srgbClr val="FFF9E8">
                <a:alpha val="16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1076;p31">
              <a:extLst>
                <a:ext uri="{FF2B5EF4-FFF2-40B4-BE49-F238E27FC236}">
                  <a16:creationId xmlns:a16="http://schemas.microsoft.com/office/drawing/2014/main" id="{B14AF299-3895-3602-63AC-C49A01D9E5E5}"/>
                </a:ext>
              </a:extLst>
            </p:cNvPr>
            <p:cNvSpPr/>
            <p:nvPr/>
          </p:nvSpPr>
          <p:spPr>
            <a:xfrm>
              <a:off x="1839825" y="2190454"/>
              <a:ext cx="295242" cy="88189"/>
            </a:xfrm>
            <a:custGeom>
              <a:avLst/>
              <a:gdLst/>
              <a:ahLst/>
              <a:cxnLst/>
              <a:rect l="l" t="t" r="r" b="b"/>
              <a:pathLst>
                <a:path w="3927" h="1173" extrusionOk="0">
                  <a:moveTo>
                    <a:pt x="3672" y="0"/>
                  </a:moveTo>
                  <a:cubicBezTo>
                    <a:pt x="3648" y="0"/>
                    <a:pt x="3623" y="3"/>
                    <a:pt x="3599" y="8"/>
                  </a:cubicBezTo>
                  <a:cubicBezTo>
                    <a:pt x="3432" y="8"/>
                    <a:pt x="1088" y="460"/>
                    <a:pt x="0" y="1129"/>
                  </a:cubicBezTo>
                  <a:cubicBezTo>
                    <a:pt x="0" y="1129"/>
                    <a:pt x="345" y="1173"/>
                    <a:pt x="827" y="1173"/>
                  </a:cubicBezTo>
                  <a:cubicBezTo>
                    <a:pt x="1189" y="1173"/>
                    <a:pt x="1629" y="1148"/>
                    <a:pt x="2059" y="1062"/>
                  </a:cubicBezTo>
                  <a:cubicBezTo>
                    <a:pt x="2645" y="962"/>
                    <a:pt x="3817" y="359"/>
                    <a:pt x="3884" y="225"/>
                  </a:cubicBezTo>
                  <a:cubicBezTo>
                    <a:pt x="3926" y="82"/>
                    <a:pt x="3811" y="0"/>
                    <a:pt x="3672"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1077;p31">
              <a:extLst>
                <a:ext uri="{FF2B5EF4-FFF2-40B4-BE49-F238E27FC236}">
                  <a16:creationId xmlns:a16="http://schemas.microsoft.com/office/drawing/2014/main" id="{355C575C-5A56-2EB5-51F0-A924F87F93B4}"/>
                </a:ext>
              </a:extLst>
            </p:cNvPr>
            <p:cNvSpPr/>
            <p:nvPr/>
          </p:nvSpPr>
          <p:spPr>
            <a:xfrm>
              <a:off x="1963127" y="2149329"/>
              <a:ext cx="178258" cy="93301"/>
            </a:xfrm>
            <a:custGeom>
              <a:avLst/>
              <a:gdLst/>
              <a:ahLst/>
              <a:cxnLst/>
              <a:rect l="l" t="t" r="r" b="b"/>
              <a:pathLst>
                <a:path w="2371" h="1241" extrusionOk="0">
                  <a:moveTo>
                    <a:pt x="2009" y="0"/>
                  </a:moveTo>
                  <a:cubicBezTo>
                    <a:pt x="1993" y="0"/>
                    <a:pt x="1976" y="1"/>
                    <a:pt x="1959" y="2"/>
                  </a:cubicBezTo>
                  <a:cubicBezTo>
                    <a:pt x="1725" y="19"/>
                    <a:pt x="737" y="638"/>
                    <a:pt x="1" y="772"/>
                  </a:cubicBezTo>
                  <a:lnTo>
                    <a:pt x="84" y="1241"/>
                  </a:lnTo>
                  <a:cubicBezTo>
                    <a:pt x="720" y="1090"/>
                    <a:pt x="2210" y="437"/>
                    <a:pt x="2294" y="253"/>
                  </a:cubicBezTo>
                  <a:cubicBezTo>
                    <a:pt x="2370" y="84"/>
                    <a:pt x="2194" y="0"/>
                    <a:pt x="2009"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1078;p31">
              <a:extLst>
                <a:ext uri="{FF2B5EF4-FFF2-40B4-BE49-F238E27FC236}">
                  <a16:creationId xmlns:a16="http://schemas.microsoft.com/office/drawing/2014/main" id="{D7E10AAF-2546-2785-49BD-16B8749AA1E8}"/>
                </a:ext>
              </a:extLst>
            </p:cNvPr>
            <p:cNvSpPr/>
            <p:nvPr/>
          </p:nvSpPr>
          <p:spPr>
            <a:xfrm>
              <a:off x="1905235" y="2134518"/>
              <a:ext cx="194948" cy="109391"/>
            </a:xfrm>
            <a:custGeom>
              <a:avLst/>
              <a:gdLst/>
              <a:ahLst/>
              <a:cxnLst/>
              <a:rect l="l" t="t" r="r" b="b"/>
              <a:pathLst>
                <a:path w="2593" h="1455" extrusionOk="0">
                  <a:moveTo>
                    <a:pt x="2379" y="1"/>
                  </a:moveTo>
                  <a:cubicBezTo>
                    <a:pt x="2344" y="1"/>
                    <a:pt x="2304" y="6"/>
                    <a:pt x="2260" y="15"/>
                  </a:cubicBezTo>
                  <a:cubicBezTo>
                    <a:pt x="2026" y="32"/>
                    <a:pt x="1055" y="634"/>
                    <a:pt x="319" y="785"/>
                  </a:cubicBezTo>
                  <a:lnTo>
                    <a:pt x="1" y="1455"/>
                  </a:lnTo>
                  <a:lnTo>
                    <a:pt x="1" y="1455"/>
                  </a:lnTo>
                  <a:lnTo>
                    <a:pt x="503" y="1388"/>
                  </a:lnTo>
                  <a:cubicBezTo>
                    <a:pt x="1139" y="1254"/>
                    <a:pt x="2428" y="450"/>
                    <a:pt x="2511" y="266"/>
                  </a:cubicBezTo>
                  <a:cubicBezTo>
                    <a:pt x="2593" y="89"/>
                    <a:pt x="2531" y="1"/>
                    <a:pt x="2379" y="1"/>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1079;p31">
              <a:extLst>
                <a:ext uri="{FF2B5EF4-FFF2-40B4-BE49-F238E27FC236}">
                  <a16:creationId xmlns:a16="http://schemas.microsoft.com/office/drawing/2014/main" id="{AE3B2B10-BBEA-3304-A8A9-EE78437D91DC}"/>
                </a:ext>
              </a:extLst>
            </p:cNvPr>
            <p:cNvSpPr/>
            <p:nvPr/>
          </p:nvSpPr>
          <p:spPr>
            <a:xfrm>
              <a:off x="1828473" y="2109331"/>
              <a:ext cx="214571" cy="147132"/>
            </a:xfrm>
            <a:custGeom>
              <a:avLst/>
              <a:gdLst/>
              <a:ahLst/>
              <a:cxnLst/>
              <a:rect l="l" t="t" r="r" b="b"/>
              <a:pathLst>
                <a:path w="2854" h="1957" extrusionOk="0">
                  <a:moveTo>
                    <a:pt x="2472" y="0"/>
                  </a:moveTo>
                  <a:cubicBezTo>
                    <a:pt x="2439" y="0"/>
                    <a:pt x="2407" y="10"/>
                    <a:pt x="2377" y="32"/>
                  </a:cubicBezTo>
                  <a:cubicBezTo>
                    <a:pt x="1122" y="1020"/>
                    <a:pt x="837" y="384"/>
                    <a:pt x="1" y="1522"/>
                  </a:cubicBezTo>
                  <a:lnTo>
                    <a:pt x="1206" y="1957"/>
                  </a:lnTo>
                  <a:cubicBezTo>
                    <a:pt x="1206" y="1957"/>
                    <a:pt x="1356" y="1170"/>
                    <a:pt x="2511" y="517"/>
                  </a:cubicBezTo>
                  <a:cubicBezTo>
                    <a:pt x="2854" y="332"/>
                    <a:pt x="2661" y="0"/>
                    <a:pt x="2472"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1080;p31">
              <a:extLst>
                <a:ext uri="{FF2B5EF4-FFF2-40B4-BE49-F238E27FC236}">
                  <a16:creationId xmlns:a16="http://schemas.microsoft.com/office/drawing/2014/main" id="{E89D472B-36E9-1373-22B4-18B3BF162C21}"/>
                </a:ext>
              </a:extLst>
            </p:cNvPr>
            <p:cNvSpPr/>
            <p:nvPr/>
          </p:nvSpPr>
          <p:spPr>
            <a:xfrm>
              <a:off x="1783137" y="2160757"/>
              <a:ext cx="119691" cy="195174"/>
            </a:xfrm>
            <a:custGeom>
              <a:avLst/>
              <a:gdLst/>
              <a:ahLst/>
              <a:cxnLst/>
              <a:rect l="l" t="t" r="r" b="b"/>
              <a:pathLst>
                <a:path w="1592" h="2596" extrusionOk="0">
                  <a:moveTo>
                    <a:pt x="1558" y="1"/>
                  </a:moveTo>
                  <a:lnTo>
                    <a:pt x="1" y="85"/>
                  </a:lnTo>
                  <a:lnTo>
                    <a:pt x="503" y="2595"/>
                  </a:lnTo>
                  <a:lnTo>
                    <a:pt x="1591" y="1792"/>
                  </a:lnTo>
                  <a:lnTo>
                    <a:pt x="15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1081;p31">
              <a:extLst>
                <a:ext uri="{FF2B5EF4-FFF2-40B4-BE49-F238E27FC236}">
                  <a16:creationId xmlns:a16="http://schemas.microsoft.com/office/drawing/2014/main" id="{A09B08DD-7329-99B2-BA75-E202C035215D}"/>
                </a:ext>
              </a:extLst>
            </p:cNvPr>
            <p:cNvSpPr/>
            <p:nvPr/>
          </p:nvSpPr>
          <p:spPr>
            <a:xfrm>
              <a:off x="1722764" y="1465834"/>
              <a:ext cx="57966" cy="82400"/>
            </a:xfrm>
            <a:custGeom>
              <a:avLst/>
              <a:gdLst/>
              <a:ahLst/>
              <a:cxnLst/>
              <a:rect l="l" t="t" r="r" b="b"/>
              <a:pathLst>
                <a:path w="771" h="1096" extrusionOk="0">
                  <a:moveTo>
                    <a:pt x="246" y="1"/>
                  </a:moveTo>
                  <a:cubicBezTo>
                    <a:pt x="219" y="1"/>
                    <a:pt x="193" y="7"/>
                    <a:pt x="168" y="21"/>
                  </a:cubicBezTo>
                  <a:cubicBezTo>
                    <a:pt x="17" y="105"/>
                    <a:pt x="0" y="389"/>
                    <a:pt x="134" y="690"/>
                  </a:cubicBezTo>
                  <a:cubicBezTo>
                    <a:pt x="232" y="928"/>
                    <a:pt x="400" y="1096"/>
                    <a:pt x="531" y="1096"/>
                  </a:cubicBezTo>
                  <a:cubicBezTo>
                    <a:pt x="557" y="1096"/>
                    <a:pt x="581" y="1089"/>
                    <a:pt x="603" y="1075"/>
                  </a:cubicBezTo>
                  <a:cubicBezTo>
                    <a:pt x="737" y="992"/>
                    <a:pt x="770" y="707"/>
                    <a:pt x="653" y="406"/>
                  </a:cubicBezTo>
                  <a:cubicBezTo>
                    <a:pt x="541" y="168"/>
                    <a:pt x="383" y="1"/>
                    <a:pt x="246"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1082;p31">
              <a:extLst>
                <a:ext uri="{FF2B5EF4-FFF2-40B4-BE49-F238E27FC236}">
                  <a16:creationId xmlns:a16="http://schemas.microsoft.com/office/drawing/2014/main" id="{63EA6C09-958A-1B0F-9079-32CE00896413}"/>
                </a:ext>
              </a:extLst>
            </p:cNvPr>
            <p:cNvSpPr/>
            <p:nvPr/>
          </p:nvSpPr>
          <p:spPr>
            <a:xfrm>
              <a:off x="1732839" y="1479893"/>
              <a:ext cx="37817" cy="54282"/>
            </a:xfrm>
            <a:custGeom>
              <a:avLst/>
              <a:gdLst/>
              <a:ahLst/>
              <a:cxnLst/>
              <a:rect l="l" t="t" r="r" b="b"/>
              <a:pathLst>
                <a:path w="503" h="722" extrusionOk="0">
                  <a:moveTo>
                    <a:pt x="151" y="1"/>
                  </a:moveTo>
                  <a:cubicBezTo>
                    <a:pt x="133" y="1"/>
                    <a:pt x="116" y="6"/>
                    <a:pt x="101" y="18"/>
                  </a:cubicBezTo>
                  <a:cubicBezTo>
                    <a:pt x="0" y="51"/>
                    <a:pt x="0" y="269"/>
                    <a:pt x="51" y="453"/>
                  </a:cubicBezTo>
                  <a:cubicBezTo>
                    <a:pt x="119" y="604"/>
                    <a:pt x="233" y="722"/>
                    <a:pt x="318" y="722"/>
                  </a:cubicBezTo>
                  <a:cubicBezTo>
                    <a:pt x="337" y="722"/>
                    <a:pt x="354" y="716"/>
                    <a:pt x="369" y="704"/>
                  </a:cubicBezTo>
                  <a:cubicBezTo>
                    <a:pt x="469" y="637"/>
                    <a:pt x="503" y="453"/>
                    <a:pt x="419" y="269"/>
                  </a:cubicBezTo>
                  <a:cubicBezTo>
                    <a:pt x="350" y="118"/>
                    <a:pt x="236" y="1"/>
                    <a:pt x="151"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1083;p31">
              <a:extLst>
                <a:ext uri="{FF2B5EF4-FFF2-40B4-BE49-F238E27FC236}">
                  <a16:creationId xmlns:a16="http://schemas.microsoft.com/office/drawing/2014/main" id="{D459FDFA-29D3-F958-AC2F-AD572E23B1B2}"/>
                </a:ext>
              </a:extLst>
            </p:cNvPr>
            <p:cNvSpPr/>
            <p:nvPr/>
          </p:nvSpPr>
          <p:spPr>
            <a:xfrm>
              <a:off x="1741635" y="1501170"/>
              <a:ext cx="29020" cy="38268"/>
            </a:xfrm>
            <a:custGeom>
              <a:avLst/>
              <a:gdLst/>
              <a:ahLst/>
              <a:cxnLst/>
              <a:rect l="l" t="t" r="r" b="b"/>
              <a:pathLst>
                <a:path w="386" h="509" extrusionOk="0">
                  <a:moveTo>
                    <a:pt x="110" y="0"/>
                  </a:moveTo>
                  <a:cubicBezTo>
                    <a:pt x="101" y="0"/>
                    <a:pt x="93" y="1"/>
                    <a:pt x="84" y="3"/>
                  </a:cubicBezTo>
                  <a:cubicBezTo>
                    <a:pt x="17" y="53"/>
                    <a:pt x="1" y="170"/>
                    <a:pt x="68" y="321"/>
                  </a:cubicBezTo>
                  <a:cubicBezTo>
                    <a:pt x="112" y="453"/>
                    <a:pt x="195" y="508"/>
                    <a:pt x="271" y="508"/>
                  </a:cubicBezTo>
                  <a:cubicBezTo>
                    <a:pt x="281" y="508"/>
                    <a:pt x="292" y="507"/>
                    <a:pt x="302" y="505"/>
                  </a:cubicBezTo>
                  <a:cubicBezTo>
                    <a:pt x="386" y="472"/>
                    <a:pt x="386" y="338"/>
                    <a:pt x="319" y="187"/>
                  </a:cubicBezTo>
                  <a:cubicBezTo>
                    <a:pt x="258" y="67"/>
                    <a:pt x="185" y="0"/>
                    <a:pt x="110"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1084;p31">
              <a:extLst>
                <a:ext uri="{FF2B5EF4-FFF2-40B4-BE49-F238E27FC236}">
                  <a16:creationId xmlns:a16="http://schemas.microsoft.com/office/drawing/2014/main" id="{4790B2BC-F72C-7AB8-E83E-65B1505F67FF}"/>
                </a:ext>
              </a:extLst>
            </p:cNvPr>
            <p:cNvSpPr/>
            <p:nvPr/>
          </p:nvSpPr>
          <p:spPr>
            <a:xfrm>
              <a:off x="2578506" y="2179478"/>
              <a:ext cx="68040" cy="60672"/>
            </a:xfrm>
            <a:custGeom>
              <a:avLst/>
              <a:gdLst/>
              <a:ahLst/>
              <a:cxnLst/>
              <a:rect l="l" t="t" r="r" b="b"/>
              <a:pathLst>
                <a:path w="905" h="807" extrusionOk="0">
                  <a:moveTo>
                    <a:pt x="280" y="0"/>
                  </a:moveTo>
                  <a:cubicBezTo>
                    <a:pt x="204" y="0"/>
                    <a:pt x="139" y="16"/>
                    <a:pt x="101" y="53"/>
                  </a:cubicBezTo>
                  <a:cubicBezTo>
                    <a:pt x="1" y="187"/>
                    <a:pt x="84" y="338"/>
                    <a:pt x="218" y="354"/>
                  </a:cubicBezTo>
                  <a:cubicBezTo>
                    <a:pt x="319" y="354"/>
                    <a:pt x="68" y="806"/>
                    <a:pt x="68" y="806"/>
                  </a:cubicBezTo>
                  <a:cubicBezTo>
                    <a:pt x="503" y="656"/>
                    <a:pt x="905" y="254"/>
                    <a:pt x="754" y="137"/>
                  </a:cubicBezTo>
                  <a:cubicBezTo>
                    <a:pt x="652" y="69"/>
                    <a:pt x="441" y="0"/>
                    <a:pt x="280"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1085;p31">
              <a:extLst>
                <a:ext uri="{FF2B5EF4-FFF2-40B4-BE49-F238E27FC236}">
                  <a16:creationId xmlns:a16="http://schemas.microsoft.com/office/drawing/2014/main" id="{ECDA1937-06B4-471A-D0E0-4A5F65399DA0}"/>
                </a:ext>
              </a:extLst>
            </p:cNvPr>
            <p:cNvSpPr/>
            <p:nvPr/>
          </p:nvSpPr>
          <p:spPr>
            <a:xfrm>
              <a:off x="1849900" y="1426964"/>
              <a:ext cx="25186" cy="44358"/>
            </a:xfrm>
            <a:custGeom>
              <a:avLst/>
              <a:gdLst/>
              <a:ahLst/>
              <a:cxnLst/>
              <a:rect l="l" t="t" r="r" b="b"/>
              <a:pathLst>
                <a:path w="335" h="590" extrusionOk="0">
                  <a:moveTo>
                    <a:pt x="126" y="1"/>
                  </a:moveTo>
                  <a:cubicBezTo>
                    <a:pt x="123" y="1"/>
                    <a:pt x="120" y="1"/>
                    <a:pt x="117" y="2"/>
                  </a:cubicBezTo>
                  <a:cubicBezTo>
                    <a:pt x="50" y="36"/>
                    <a:pt x="0" y="153"/>
                    <a:pt x="50" y="320"/>
                  </a:cubicBezTo>
                  <a:cubicBezTo>
                    <a:pt x="82" y="477"/>
                    <a:pt x="157" y="590"/>
                    <a:pt x="221" y="590"/>
                  </a:cubicBezTo>
                  <a:cubicBezTo>
                    <a:pt x="226" y="590"/>
                    <a:pt x="230" y="589"/>
                    <a:pt x="234" y="588"/>
                  </a:cubicBezTo>
                  <a:cubicBezTo>
                    <a:pt x="318" y="588"/>
                    <a:pt x="335" y="454"/>
                    <a:pt x="301" y="287"/>
                  </a:cubicBezTo>
                  <a:cubicBezTo>
                    <a:pt x="254" y="129"/>
                    <a:pt x="177" y="1"/>
                    <a:pt x="126" y="1"/>
                  </a:cubicBezTo>
                  <a:close/>
                </a:path>
              </a:pathLst>
            </a:custGeom>
            <a:solidFill>
              <a:srgbClr val="60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1086;p31">
              <a:extLst>
                <a:ext uri="{FF2B5EF4-FFF2-40B4-BE49-F238E27FC236}">
                  <a16:creationId xmlns:a16="http://schemas.microsoft.com/office/drawing/2014/main" id="{7215BC66-0F40-7173-57DF-54A318C38218}"/>
                </a:ext>
              </a:extLst>
            </p:cNvPr>
            <p:cNvSpPr/>
            <p:nvPr/>
          </p:nvSpPr>
          <p:spPr>
            <a:xfrm>
              <a:off x="1951774" y="1427114"/>
              <a:ext cx="20224" cy="47891"/>
            </a:xfrm>
            <a:custGeom>
              <a:avLst/>
              <a:gdLst/>
              <a:ahLst/>
              <a:cxnLst/>
              <a:rect l="l" t="t" r="r" b="b"/>
              <a:pathLst>
                <a:path w="269" h="637" extrusionOk="0">
                  <a:moveTo>
                    <a:pt x="118" y="0"/>
                  </a:moveTo>
                  <a:cubicBezTo>
                    <a:pt x="51" y="0"/>
                    <a:pt x="1" y="151"/>
                    <a:pt x="1" y="318"/>
                  </a:cubicBezTo>
                  <a:cubicBezTo>
                    <a:pt x="18" y="502"/>
                    <a:pt x="85" y="636"/>
                    <a:pt x="152" y="636"/>
                  </a:cubicBezTo>
                  <a:cubicBezTo>
                    <a:pt x="218" y="620"/>
                    <a:pt x="269" y="486"/>
                    <a:pt x="252" y="302"/>
                  </a:cubicBezTo>
                  <a:cubicBezTo>
                    <a:pt x="252" y="134"/>
                    <a:pt x="185" y="0"/>
                    <a:pt x="118" y="0"/>
                  </a:cubicBezTo>
                  <a:close/>
                </a:path>
              </a:pathLst>
            </a:custGeom>
            <a:solidFill>
              <a:srgbClr val="60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1087;p31">
              <a:extLst>
                <a:ext uri="{FF2B5EF4-FFF2-40B4-BE49-F238E27FC236}">
                  <a16:creationId xmlns:a16="http://schemas.microsoft.com/office/drawing/2014/main" id="{77D87BCD-EEBA-5B33-6DF2-13A0805F409F}"/>
                </a:ext>
              </a:extLst>
            </p:cNvPr>
            <p:cNvSpPr/>
            <p:nvPr/>
          </p:nvSpPr>
          <p:spPr>
            <a:xfrm>
              <a:off x="1823435" y="1376515"/>
              <a:ext cx="60447" cy="44658"/>
            </a:xfrm>
            <a:custGeom>
              <a:avLst/>
              <a:gdLst/>
              <a:ahLst/>
              <a:cxnLst/>
              <a:rect l="l" t="t" r="r" b="b"/>
              <a:pathLst>
                <a:path w="804" h="594" extrusionOk="0">
                  <a:moveTo>
                    <a:pt x="613" y="0"/>
                  </a:moveTo>
                  <a:cubicBezTo>
                    <a:pt x="604" y="0"/>
                    <a:pt x="595" y="1"/>
                    <a:pt x="586" y="4"/>
                  </a:cubicBezTo>
                  <a:lnTo>
                    <a:pt x="84" y="188"/>
                  </a:lnTo>
                  <a:cubicBezTo>
                    <a:pt x="17" y="221"/>
                    <a:pt x="1" y="305"/>
                    <a:pt x="17" y="372"/>
                  </a:cubicBezTo>
                  <a:lnTo>
                    <a:pt x="68" y="506"/>
                  </a:lnTo>
                  <a:cubicBezTo>
                    <a:pt x="81" y="561"/>
                    <a:pt x="130" y="594"/>
                    <a:pt x="184" y="594"/>
                  </a:cubicBezTo>
                  <a:cubicBezTo>
                    <a:pt x="195" y="594"/>
                    <a:pt x="207" y="592"/>
                    <a:pt x="218" y="590"/>
                  </a:cubicBezTo>
                  <a:lnTo>
                    <a:pt x="720" y="405"/>
                  </a:lnTo>
                  <a:cubicBezTo>
                    <a:pt x="771" y="389"/>
                    <a:pt x="804" y="305"/>
                    <a:pt x="771" y="238"/>
                  </a:cubicBezTo>
                  <a:lnTo>
                    <a:pt x="737" y="87"/>
                  </a:lnTo>
                  <a:cubicBezTo>
                    <a:pt x="723" y="44"/>
                    <a:pt x="670" y="0"/>
                    <a:pt x="613" y="0"/>
                  </a:cubicBezTo>
                  <a:close/>
                </a:path>
              </a:pathLst>
            </a:custGeom>
            <a:solidFill>
              <a:srgbClr val="8E3C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1088;p31">
              <a:extLst>
                <a:ext uri="{FF2B5EF4-FFF2-40B4-BE49-F238E27FC236}">
                  <a16:creationId xmlns:a16="http://schemas.microsoft.com/office/drawing/2014/main" id="{0284238A-9C1F-FC90-26BC-F835DFDDAAA2}"/>
                </a:ext>
              </a:extLst>
            </p:cNvPr>
            <p:cNvSpPr/>
            <p:nvPr/>
          </p:nvSpPr>
          <p:spPr>
            <a:xfrm>
              <a:off x="1931700" y="1380274"/>
              <a:ext cx="49094" cy="38268"/>
            </a:xfrm>
            <a:custGeom>
              <a:avLst/>
              <a:gdLst/>
              <a:ahLst/>
              <a:cxnLst/>
              <a:rect l="l" t="t" r="r" b="b"/>
              <a:pathLst>
                <a:path w="653" h="509" extrusionOk="0">
                  <a:moveTo>
                    <a:pt x="92" y="1"/>
                  </a:moveTo>
                  <a:cubicBezTo>
                    <a:pt x="38" y="1"/>
                    <a:pt x="0" y="46"/>
                    <a:pt x="0" y="104"/>
                  </a:cubicBezTo>
                  <a:lnTo>
                    <a:pt x="0" y="255"/>
                  </a:lnTo>
                  <a:cubicBezTo>
                    <a:pt x="0" y="322"/>
                    <a:pt x="50" y="406"/>
                    <a:pt x="117" y="406"/>
                  </a:cubicBezTo>
                  <a:lnTo>
                    <a:pt x="552" y="506"/>
                  </a:lnTo>
                  <a:cubicBezTo>
                    <a:pt x="558" y="508"/>
                    <a:pt x="563" y="509"/>
                    <a:pt x="568" y="509"/>
                  </a:cubicBezTo>
                  <a:cubicBezTo>
                    <a:pt x="613" y="509"/>
                    <a:pt x="653" y="451"/>
                    <a:pt x="653" y="406"/>
                  </a:cubicBezTo>
                  <a:lnTo>
                    <a:pt x="653" y="255"/>
                  </a:lnTo>
                  <a:cubicBezTo>
                    <a:pt x="653" y="188"/>
                    <a:pt x="619" y="121"/>
                    <a:pt x="552" y="104"/>
                  </a:cubicBezTo>
                  <a:lnTo>
                    <a:pt x="117" y="4"/>
                  </a:lnTo>
                  <a:cubicBezTo>
                    <a:pt x="108" y="2"/>
                    <a:pt x="100" y="1"/>
                    <a:pt x="92" y="1"/>
                  </a:cubicBezTo>
                  <a:close/>
                </a:path>
              </a:pathLst>
            </a:custGeom>
            <a:solidFill>
              <a:srgbClr val="8E3C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1089;p31">
              <a:extLst>
                <a:ext uri="{FF2B5EF4-FFF2-40B4-BE49-F238E27FC236}">
                  <a16:creationId xmlns:a16="http://schemas.microsoft.com/office/drawing/2014/main" id="{6E7208F1-4635-72A0-5713-1EC4BD65019D}"/>
                </a:ext>
              </a:extLst>
            </p:cNvPr>
            <p:cNvSpPr/>
            <p:nvPr/>
          </p:nvSpPr>
          <p:spPr>
            <a:xfrm>
              <a:off x="1903957" y="1467337"/>
              <a:ext cx="38193" cy="53154"/>
            </a:xfrm>
            <a:custGeom>
              <a:avLst/>
              <a:gdLst/>
              <a:ahLst/>
              <a:cxnLst/>
              <a:rect l="l" t="t" r="r" b="b"/>
              <a:pathLst>
                <a:path w="508" h="707" extrusionOk="0">
                  <a:moveTo>
                    <a:pt x="202" y="1"/>
                  </a:moveTo>
                  <a:cubicBezTo>
                    <a:pt x="202" y="1"/>
                    <a:pt x="185" y="18"/>
                    <a:pt x="168" y="51"/>
                  </a:cubicBezTo>
                  <a:cubicBezTo>
                    <a:pt x="257" y="272"/>
                    <a:pt x="345" y="624"/>
                    <a:pt x="113" y="624"/>
                  </a:cubicBezTo>
                  <a:cubicBezTo>
                    <a:pt x="82" y="624"/>
                    <a:pt x="45" y="617"/>
                    <a:pt x="1" y="603"/>
                  </a:cubicBezTo>
                  <a:lnTo>
                    <a:pt x="1" y="637"/>
                  </a:lnTo>
                  <a:cubicBezTo>
                    <a:pt x="98" y="685"/>
                    <a:pt x="171" y="706"/>
                    <a:pt x="225" y="706"/>
                  </a:cubicBezTo>
                  <a:cubicBezTo>
                    <a:pt x="507" y="706"/>
                    <a:pt x="272" y="141"/>
                    <a:pt x="202"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1090;p31">
              <a:extLst>
                <a:ext uri="{FF2B5EF4-FFF2-40B4-BE49-F238E27FC236}">
                  <a16:creationId xmlns:a16="http://schemas.microsoft.com/office/drawing/2014/main" id="{B2974F9A-D858-089A-91F7-EDFA2B373616}"/>
                </a:ext>
              </a:extLst>
            </p:cNvPr>
            <p:cNvSpPr/>
            <p:nvPr/>
          </p:nvSpPr>
          <p:spPr>
            <a:xfrm>
              <a:off x="1873808" y="1541619"/>
              <a:ext cx="76837" cy="45034"/>
            </a:xfrm>
            <a:custGeom>
              <a:avLst/>
              <a:gdLst/>
              <a:ahLst/>
              <a:cxnLst/>
              <a:rect l="l" t="t" r="r" b="b"/>
              <a:pathLst>
                <a:path w="1022" h="599" extrusionOk="0">
                  <a:moveTo>
                    <a:pt x="0" y="0"/>
                  </a:moveTo>
                  <a:cubicBezTo>
                    <a:pt x="0" y="302"/>
                    <a:pt x="201" y="553"/>
                    <a:pt x="469" y="586"/>
                  </a:cubicBezTo>
                  <a:cubicBezTo>
                    <a:pt x="503" y="594"/>
                    <a:pt x="537" y="598"/>
                    <a:pt x="571" y="598"/>
                  </a:cubicBezTo>
                  <a:cubicBezTo>
                    <a:pt x="811" y="598"/>
                    <a:pt x="1006" y="393"/>
                    <a:pt x="1021" y="84"/>
                  </a:cubicBezTo>
                  <a:lnTo>
                    <a:pt x="1021" y="17"/>
                  </a:lnTo>
                  <a:lnTo>
                    <a:pt x="0" y="0"/>
                  </a:lnTo>
                  <a:close/>
                </a:path>
              </a:pathLst>
            </a:custGeom>
            <a:solidFill>
              <a:srgbClr val="492E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1091;p31">
              <a:extLst>
                <a:ext uri="{FF2B5EF4-FFF2-40B4-BE49-F238E27FC236}">
                  <a16:creationId xmlns:a16="http://schemas.microsoft.com/office/drawing/2014/main" id="{2D0843C2-3B08-0E95-DAC8-7707E020A234}"/>
                </a:ext>
              </a:extLst>
            </p:cNvPr>
            <p:cNvSpPr/>
            <p:nvPr/>
          </p:nvSpPr>
          <p:spPr>
            <a:xfrm>
              <a:off x="1878846" y="1545378"/>
              <a:ext cx="66762" cy="18946"/>
            </a:xfrm>
            <a:custGeom>
              <a:avLst/>
              <a:gdLst/>
              <a:ahLst/>
              <a:cxnLst/>
              <a:rect l="l" t="t" r="r" b="b"/>
              <a:pathLst>
                <a:path w="888" h="252" extrusionOk="0">
                  <a:moveTo>
                    <a:pt x="0" y="1"/>
                  </a:moveTo>
                  <a:cubicBezTo>
                    <a:pt x="0" y="84"/>
                    <a:pt x="34" y="185"/>
                    <a:pt x="84" y="252"/>
                  </a:cubicBezTo>
                  <a:lnTo>
                    <a:pt x="837" y="252"/>
                  </a:lnTo>
                  <a:cubicBezTo>
                    <a:pt x="870" y="185"/>
                    <a:pt x="887" y="135"/>
                    <a:pt x="887" y="68"/>
                  </a:cubicBezTo>
                  <a:lnTo>
                    <a:pt x="887" y="1"/>
                  </a:lnTo>
                  <a:close/>
                </a:path>
              </a:pathLst>
            </a:custGeom>
            <a:solidFill>
              <a:srgbClr val="F9EB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6" name="Google Shape;11092;p31">
              <a:extLst>
                <a:ext uri="{FF2B5EF4-FFF2-40B4-BE49-F238E27FC236}">
                  <a16:creationId xmlns:a16="http://schemas.microsoft.com/office/drawing/2014/main" id="{66CF8DA4-8CF0-CB3E-A5AD-70CA329CA71D}"/>
                </a:ext>
              </a:extLst>
            </p:cNvPr>
            <p:cNvSpPr/>
            <p:nvPr/>
          </p:nvSpPr>
          <p:spPr>
            <a:xfrm>
              <a:off x="2956078" y="2091588"/>
              <a:ext cx="490867" cy="566350"/>
            </a:xfrm>
            <a:custGeom>
              <a:avLst/>
              <a:gdLst/>
              <a:ahLst/>
              <a:cxnLst/>
              <a:rect l="l" t="t" r="r" b="b"/>
              <a:pathLst>
                <a:path w="6529" h="7533" extrusionOk="0">
                  <a:moveTo>
                    <a:pt x="921" y="0"/>
                  </a:moveTo>
                  <a:lnTo>
                    <a:pt x="0" y="1406"/>
                  </a:lnTo>
                  <a:cubicBezTo>
                    <a:pt x="636" y="3632"/>
                    <a:pt x="2930" y="7265"/>
                    <a:pt x="3599" y="7516"/>
                  </a:cubicBezTo>
                  <a:cubicBezTo>
                    <a:pt x="3633" y="7527"/>
                    <a:pt x="3671" y="7532"/>
                    <a:pt x="3713" y="7532"/>
                  </a:cubicBezTo>
                  <a:cubicBezTo>
                    <a:pt x="4492" y="7532"/>
                    <a:pt x="6528" y="5676"/>
                    <a:pt x="6528" y="4754"/>
                  </a:cubicBezTo>
                  <a:cubicBezTo>
                    <a:pt x="6512" y="3766"/>
                    <a:pt x="921" y="0"/>
                    <a:pt x="921"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7" name="Google Shape;11093;p31">
              <a:extLst>
                <a:ext uri="{FF2B5EF4-FFF2-40B4-BE49-F238E27FC236}">
                  <a16:creationId xmlns:a16="http://schemas.microsoft.com/office/drawing/2014/main" id="{B6A0D17C-A535-4ADC-2A27-2E5247C7D779}"/>
                </a:ext>
              </a:extLst>
            </p:cNvPr>
            <p:cNvSpPr/>
            <p:nvPr/>
          </p:nvSpPr>
          <p:spPr>
            <a:xfrm>
              <a:off x="2956078" y="2197296"/>
              <a:ext cx="490867" cy="460643"/>
            </a:xfrm>
            <a:custGeom>
              <a:avLst/>
              <a:gdLst/>
              <a:ahLst/>
              <a:cxnLst/>
              <a:rect l="l" t="t" r="r" b="b"/>
              <a:pathLst>
                <a:path w="6529" h="6127" extrusionOk="0">
                  <a:moveTo>
                    <a:pt x="0" y="0"/>
                  </a:moveTo>
                  <a:cubicBezTo>
                    <a:pt x="636" y="2226"/>
                    <a:pt x="2930" y="5859"/>
                    <a:pt x="3599" y="6110"/>
                  </a:cubicBezTo>
                  <a:cubicBezTo>
                    <a:pt x="3633" y="6121"/>
                    <a:pt x="3671" y="6126"/>
                    <a:pt x="3713" y="6126"/>
                  </a:cubicBezTo>
                  <a:cubicBezTo>
                    <a:pt x="4492" y="6126"/>
                    <a:pt x="6528" y="4270"/>
                    <a:pt x="6528" y="3348"/>
                  </a:cubicBezTo>
                  <a:cubicBezTo>
                    <a:pt x="6528" y="3063"/>
                    <a:pt x="6177" y="2645"/>
                    <a:pt x="5658" y="2176"/>
                  </a:cubicBezTo>
                  <a:cubicBezTo>
                    <a:pt x="5180" y="2766"/>
                    <a:pt x="4610" y="3234"/>
                    <a:pt x="4283" y="3234"/>
                  </a:cubicBezTo>
                  <a:cubicBezTo>
                    <a:pt x="4266" y="3234"/>
                    <a:pt x="4250" y="3233"/>
                    <a:pt x="4235" y="3231"/>
                  </a:cubicBezTo>
                  <a:cubicBezTo>
                    <a:pt x="3666" y="3147"/>
                    <a:pt x="1" y="1"/>
                    <a:pt x="0" y="0"/>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9" name="Google Shape;11094;p31">
              <a:extLst>
                <a:ext uri="{FF2B5EF4-FFF2-40B4-BE49-F238E27FC236}">
                  <a16:creationId xmlns:a16="http://schemas.microsoft.com/office/drawing/2014/main" id="{1A4C6F4C-8A4E-46DC-456E-CEE261375CFE}"/>
                </a:ext>
              </a:extLst>
            </p:cNvPr>
            <p:cNvSpPr/>
            <p:nvPr/>
          </p:nvSpPr>
          <p:spPr>
            <a:xfrm>
              <a:off x="3620552" y="1245996"/>
              <a:ext cx="393956" cy="469364"/>
            </a:xfrm>
            <a:custGeom>
              <a:avLst/>
              <a:gdLst/>
              <a:ahLst/>
              <a:cxnLst/>
              <a:rect l="l" t="t" r="r" b="b"/>
              <a:pathLst>
                <a:path w="5240" h="6243" extrusionOk="0">
                  <a:moveTo>
                    <a:pt x="2056" y="1"/>
                  </a:moveTo>
                  <a:cubicBezTo>
                    <a:pt x="1866" y="1"/>
                    <a:pt x="1659" y="33"/>
                    <a:pt x="1440" y="116"/>
                  </a:cubicBezTo>
                  <a:cubicBezTo>
                    <a:pt x="419" y="468"/>
                    <a:pt x="586" y="1321"/>
                    <a:pt x="586" y="1321"/>
                  </a:cubicBezTo>
                  <a:cubicBezTo>
                    <a:pt x="368" y="1455"/>
                    <a:pt x="0" y="2292"/>
                    <a:pt x="620" y="3079"/>
                  </a:cubicBezTo>
                  <a:lnTo>
                    <a:pt x="3013" y="6242"/>
                  </a:lnTo>
                  <a:cubicBezTo>
                    <a:pt x="3013" y="6242"/>
                    <a:pt x="5022" y="4920"/>
                    <a:pt x="5139" y="3966"/>
                  </a:cubicBezTo>
                  <a:cubicBezTo>
                    <a:pt x="5239" y="2978"/>
                    <a:pt x="4637" y="2577"/>
                    <a:pt x="4637" y="2577"/>
                  </a:cubicBezTo>
                  <a:cubicBezTo>
                    <a:pt x="4637" y="2577"/>
                    <a:pt x="5139" y="1874"/>
                    <a:pt x="4704" y="970"/>
                  </a:cubicBezTo>
                  <a:cubicBezTo>
                    <a:pt x="4467" y="468"/>
                    <a:pt x="4046" y="354"/>
                    <a:pt x="3712" y="354"/>
                  </a:cubicBezTo>
                  <a:cubicBezTo>
                    <a:pt x="3433" y="354"/>
                    <a:pt x="3214" y="434"/>
                    <a:pt x="3214" y="434"/>
                  </a:cubicBezTo>
                  <a:cubicBezTo>
                    <a:pt x="3214" y="434"/>
                    <a:pt x="2750" y="1"/>
                    <a:pt x="2056" y="1"/>
                  </a:cubicBezTo>
                  <a:close/>
                </a:path>
              </a:pathLst>
            </a:custGeom>
            <a:solidFill>
              <a:srgbClr val="8C45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0" name="Google Shape;11095;p31">
              <a:extLst>
                <a:ext uri="{FF2B5EF4-FFF2-40B4-BE49-F238E27FC236}">
                  <a16:creationId xmlns:a16="http://schemas.microsoft.com/office/drawing/2014/main" id="{BEBF67C6-5E0B-E13E-9290-C1FC5584B6F9}"/>
                </a:ext>
              </a:extLst>
            </p:cNvPr>
            <p:cNvSpPr/>
            <p:nvPr/>
          </p:nvSpPr>
          <p:spPr>
            <a:xfrm>
              <a:off x="3089755" y="2821472"/>
              <a:ext cx="594994" cy="1242165"/>
            </a:xfrm>
            <a:custGeom>
              <a:avLst/>
              <a:gdLst/>
              <a:ahLst/>
              <a:cxnLst/>
              <a:rect l="l" t="t" r="r" b="b"/>
              <a:pathLst>
                <a:path w="7914" h="16522" extrusionOk="0">
                  <a:moveTo>
                    <a:pt x="1068" y="1"/>
                  </a:moveTo>
                  <a:lnTo>
                    <a:pt x="1068" y="1"/>
                  </a:lnTo>
                  <a:cubicBezTo>
                    <a:pt x="1066" y="1"/>
                    <a:pt x="0" y="7793"/>
                    <a:pt x="3344" y="16522"/>
                  </a:cubicBezTo>
                  <a:lnTo>
                    <a:pt x="3662" y="16522"/>
                  </a:lnTo>
                  <a:lnTo>
                    <a:pt x="7914" y="1708"/>
                  </a:lnTo>
                  <a:lnTo>
                    <a:pt x="1068" y="1"/>
                  </a:lnTo>
                  <a:cubicBezTo>
                    <a:pt x="1068" y="1"/>
                    <a:pt x="1068" y="1"/>
                    <a:pt x="10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1" name="Google Shape;11096;p31">
              <a:extLst>
                <a:ext uri="{FF2B5EF4-FFF2-40B4-BE49-F238E27FC236}">
                  <a16:creationId xmlns:a16="http://schemas.microsoft.com/office/drawing/2014/main" id="{68F49F61-489E-A592-02B8-2A79C12BAA8A}"/>
                </a:ext>
              </a:extLst>
            </p:cNvPr>
            <p:cNvSpPr/>
            <p:nvPr/>
          </p:nvSpPr>
          <p:spPr>
            <a:xfrm>
              <a:off x="3343651" y="2900790"/>
              <a:ext cx="341103" cy="1161570"/>
            </a:xfrm>
            <a:custGeom>
              <a:avLst/>
              <a:gdLst/>
              <a:ahLst/>
              <a:cxnLst/>
              <a:rect l="l" t="t" r="r" b="b"/>
              <a:pathLst>
                <a:path w="4537" h="15450" extrusionOk="0">
                  <a:moveTo>
                    <a:pt x="2043" y="0"/>
                  </a:moveTo>
                  <a:cubicBezTo>
                    <a:pt x="17" y="2461"/>
                    <a:pt x="1" y="8855"/>
                    <a:pt x="51" y="15450"/>
                  </a:cubicBezTo>
                  <a:lnTo>
                    <a:pt x="285" y="15450"/>
                  </a:lnTo>
                  <a:lnTo>
                    <a:pt x="4537" y="636"/>
                  </a:lnTo>
                  <a:lnTo>
                    <a:pt x="20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2" name="Google Shape;11097;p31">
              <a:extLst>
                <a:ext uri="{FF2B5EF4-FFF2-40B4-BE49-F238E27FC236}">
                  <a16:creationId xmlns:a16="http://schemas.microsoft.com/office/drawing/2014/main" id="{B5E0FF50-AA58-B2CD-AD89-645E56DCA292}"/>
                </a:ext>
              </a:extLst>
            </p:cNvPr>
            <p:cNvSpPr/>
            <p:nvPr/>
          </p:nvSpPr>
          <p:spPr>
            <a:xfrm>
              <a:off x="3276963" y="2836584"/>
              <a:ext cx="624240" cy="1227054"/>
            </a:xfrm>
            <a:custGeom>
              <a:avLst/>
              <a:gdLst/>
              <a:ahLst/>
              <a:cxnLst/>
              <a:rect l="l" t="t" r="r" b="b"/>
              <a:pathLst>
                <a:path w="8303" h="16321" extrusionOk="0">
                  <a:moveTo>
                    <a:pt x="1" y="0"/>
                  </a:moveTo>
                  <a:cubicBezTo>
                    <a:pt x="1" y="0"/>
                    <a:pt x="1" y="0"/>
                    <a:pt x="1" y="0"/>
                  </a:cubicBezTo>
                  <a:lnTo>
                    <a:pt x="1" y="0"/>
                  </a:lnTo>
                  <a:lnTo>
                    <a:pt x="1" y="0"/>
                  </a:lnTo>
                  <a:cubicBezTo>
                    <a:pt x="1" y="0"/>
                    <a:pt x="1" y="0"/>
                    <a:pt x="1" y="0"/>
                  </a:cubicBezTo>
                  <a:close/>
                  <a:moveTo>
                    <a:pt x="1" y="0"/>
                  </a:moveTo>
                  <a:cubicBezTo>
                    <a:pt x="7" y="18"/>
                    <a:pt x="1437" y="7703"/>
                    <a:pt x="7533" y="16321"/>
                  </a:cubicBezTo>
                  <a:lnTo>
                    <a:pt x="7851" y="16321"/>
                  </a:lnTo>
                  <a:lnTo>
                    <a:pt x="8303" y="787"/>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3" name="Google Shape;11098;p31">
              <a:extLst>
                <a:ext uri="{FF2B5EF4-FFF2-40B4-BE49-F238E27FC236}">
                  <a16:creationId xmlns:a16="http://schemas.microsoft.com/office/drawing/2014/main" id="{0771A55D-2C0A-1F2E-C803-22247CF62129}"/>
                </a:ext>
              </a:extLst>
            </p:cNvPr>
            <p:cNvSpPr/>
            <p:nvPr/>
          </p:nvSpPr>
          <p:spPr>
            <a:xfrm>
              <a:off x="3154864" y="2735912"/>
              <a:ext cx="746337" cy="1327723"/>
            </a:xfrm>
            <a:custGeom>
              <a:avLst/>
              <a:gdLst/>
              <a:ahLst/>
              <a:cxnLst/>
              <a:rect l="l" t="t" r="r" b="b"/>
              <a:pathLst>
                <a:path w="9927" h="17660" extrusionOk="0">
                  <a:moveTo>
                    <a:pt x="369" y="0"/>
                  </a:moveTo>
                  <a:cubicBezTo>
                    <a:pt x="369" y="0"/>
                    <a:pt x="1" y="1591"/>
                    <a:pt x="85" y="3499"/>
                  </a:cubicBezTo>
                  <a:cubicBezTo>
                    <a:pt x="1959" y="3599"/>
                    <a:pt x="5123" y="4386"/>
                    <a:pt x="8504" y="5256"/>
                  </a:cubicBezTo>
                  <a:lnTo>
                    <a:pt x="9257" y="17660"/>
                  </a:lnTo>
                  <a:lnTo>
                    <a:pt x="9475" y="17660"/>
                  </a:lnTo>
                  <a:lnTo>
                    <a:pt x="9927" y="2126"/>
                  </a:lnTo>
                  <a:lnTo>
                    <a:pt x="36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4" name="Google Shape;11099;p31">
              <a:extLst>
                <a:ext uri="{FF2B5EF4-FFF2-40B4-BE49-F238E27FC236}">
                  <a16:creationId xmlns:a16="http://schemas.microsoft.com/office/drawing/2014/main" id="{797A158F-3DC3-E774-1AF3-35DD9C708C09}"/>
                </a:ext>
              </a:extLst>
            </p:cNvPr>
            <p:cNvSpPr/>
            <p:nvPr/>
          </p:nvSpPr>
          <p:spPr>
            <a:xfrm>
              <a:off x="3133512" y="1790101"/>
              <a:ext cx="996770" cy="1303289"/>
            </a:xfrm>
            <a:custGeom>
              <a:avLst/>
              <a:gdLst/>
              <a:ahLst/>
              <a:cxnLst/>
              <a:rect l="l" t="t" r="r" b="b"/>
              <a:pathLst>
                <a:path w="13258" h="17335" extrusionOk="0">
                  <a:moveTo>
                    <a:pt x="8180" y="1"/>
                  </a:moveTo>
                  <a:cubicBezTo>
                    <a:pt x="7559" y="1"/>
                    <a:pt x="6992" y="167"/>
                    <a:pt x="6528" y="361"/>
                  </a:cubicBezTo>
                  <a:cubicBezTo>
                    <a:pt x="2796" y="1918"/>
                    <a:pt x="335" y="7961"/>
                    <a:pt x="0" y="14874"/>
                  </a:cubicBezTo>
                  <a:cubicBezTo>
                    <a:pt x="3767" y="16179"/>
                    <a:pt x="10362" y="17334"/>
                    <a:pt x="10362" y="17334"/>
                  </a:cubicBezTo>
                  <a:cubicBezTo>
                    <a:pt x="10362" y="17334"/>
                    <a:pt x="13257" y="4546"/>
                    <a:pt x="11500" y="2035"/>
                  </a:cubicBezTo>
                  <a:cubicBezTo>
                    <a:pt x="10400" y="464"/>
                    <a:pt x="9216" y="1"/>
                    <a:pt x="8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5" name="Google Shape;11100;p31">
              <a:extLst>
                <a:ext uri="{FF2B5EF4-FFF2-40B4-BE49-F238E27FC236}">
                  <a16:creationId xmlns:a16="http://schemas.microsoft.com/office/drawing/2014/main" id="{0C2F2B89-D4F9-EEA2-E2F8-665C11E17968}"/>
                </a:ext>
              </a:extLst>
            </p:cNvPr>
            <p:cNvSpPr/>
            <p:nvPr/>
          </p:nvSpPr>
          <p:spPr>
            <a:xfrm>
              <a:off x="3590328" y="1790778"/>
              <a:ext cx="365011" cy="112097"/>
            </a:xfrm>
            <a:custGeom>
              <a:avLst/>
              <a:gdLst/>
              <a:ahLst/>
              <a:cxnLst/>
              <a:rect l="l" t="t" r="r" b="b"/>
              <a:pathLst>
                <a:path w="4855" h="1491" extrusionOk="0">
                  <a:moveTo>
                    <a:pt x="2118" y="0"/>
                  </a:moveTo>
                  <a:cubicBezTo>
                    <a:pt x="1503" y="0"/>
                    <a:pt x="942" y="163"/>
                    <a:pt x="486" y="352"/>
                  </a:cubicBezTo>
                  <a:cubicBezTo>
                    <a:pt x="319" y="419"/>
                    <a:pt x="151" y="503"/>
                    <a:pt x="0" y="587"/>
                  </a:cubicBezTo>
                  <a:cubicBezTo>
                    <a:pt x="352" y="1105"/>
                    <a:pt x="1624" y="1490"/>
                    <a:pt x="3131" y="1490"/>
                  </a:cubicBezTo>
                  <a:cubicBezTo>
                    <a:pt x="3767" y="1490"/>
                    <a:pt x="4353" y="1423"/>
                    <a:pt x="4855" y="1306"/>
                  </a:cubicBezTo>
                  <a:cubicBezTo>
                    <a:pt x="3930" y="314"/>
                    <a:pt x="2972" y="0"/>
                    <a:pt x="2118" y="0"/>
                  </a:cubicBezTo>
                  <a:close/>
                </a:path>
              </a:pathLst>
            </a:custGeom>
            <a:solidFill>
              <a:srgbClr val="F7D5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6" name="Google Shape;11101;p31">
              <a:extLst>
                <a:ext uri="{FF2B5EF4-FFF2-40B4-BE49-F238E27FC236}">
                  <a16:creationId xmlns:a16="http://schemas.microsoft.com/office/drawing/2014/main" id="{49F6CB9D-A208-0BCE-EAF8-E03910E1D80D}"/>
                </a:ext>
              </a:extLst>
            </p:cNvPr>
            <p:cNvSpPr/>
            <p:nvPr/>
          </p:nvSpPr>
          <p:spPr>
            <a:xfrm>
              <a:off x="3326058" y="1930920"/>
              <a:ext cx="804227" cy="1162472"/>
            </a:xfrm>
            <a:custGeom>
              <a:avLst/>
              <a:gdLst/>
              <a:ahLst/>
              <a:cxnLst/>
              <a:rect l="l" t="t" r="r" b="b"/>
              <a:pathLst>
                <a:path w="10697" h="15462" extrusionOk="0">
                  <a:moveTo>
                    <a:pt x="8698" y="0"/>
                  </a:moveTo>
                  <a:cubicBezTo>
                    <a:pt x="7931" y="0"/>
                    <a:pt x="6645" y="3527"/>
                    <a:pt x="4721" y="8330"/>
                  </a:cubicBezTo>
                  <a:cubicBezTo>
                    <a:pt x="3700" y="10875"/>
                    <a:pt x="1624" y="12616"/>
                    <a:pt x="0" y="13771"/>
                  </a:cubicBezTo>
                  <a:cubicBezTo>
                    <a:pt x="3599" y="14725"/>
                    <a:pt x="7801" y="15461"/>
                    <a:pt x="7801" y="15461"/>
                  </a:cubicBezTo>
                  <a:cubicBezTo>
                    <a:pt x="7801" y="15461"/>
                    <a:pt x="10696" y="2673"/>
                    <a:pt x="8956" y="162"/>
                  </a:cubicBezTo>
                  <a:cubicBezTo>
                    <a:pt x="8877" y="53"/>
                    <a:pt x="8791" y="0"/>
                    <a:pt x="86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7" name="Google Shape;11102;p31">
              <a:extLst>
                <a:ext uri="{FF2B5EF4-FFF2-40B4-BE49-F238E27FC236}">
                  <a16:creationId xmlns:a16="http://schemas.microsoft.com/office/drawing/2014/main" id="{B033D5CC-0D4B-80EB-E99C-35C4BC5B06DE}"/>
                </a:ext>
              </a:extLst>
            </p:cNvPr>
            <p:cNvSpPr/>
            <p:nvPr/>
          </p:nvSpPr>
          <p:spPr>
            <a:xfrm>
              <a:off x="3541233" y="1790778"/>
              <a:ext cx="396513" cy="231637"/>
            </a:xfrm>
            <a:custGeom>
              <a:avLst/>
              <a:gdLst/>
              <a:ahLst/>
              <a:cxnLst/>
              <a:rect l="l" t="t" r="r" b="b"/>
              <a:pathLst>
                <a:path w="5274" h="3081" extrusionOk="0">
                  <a:moveTo>
                    <a:pt x="2757" y="1"/>
                  </a:moveTo>
                  <a:cubicBezTo>
                    <a:pt x="2148" y="1"/>
                    <a:pt x="1592" y="162"/>
                    <a:pt x="1139" y="352"/>
                  </a:cubicBezTo>
                  <a:cubicBezTo>
                    <a:pt x="804" y="503"/>
                    <a:pt x="486" y="670"/>
                    <a:pt x="168" y="888"/>
                  </a:cubicBezTo>
                  <a:cubicBezTo>
                    <a:pt x="1" y="1574"/>
                    <a:pt x="101" y="2578"/>
                    <a:pt x="352" y="3081"/>
                  </a:cubicBezTo>
                  <a:cubicBezTo>
                    <a:pt x="2294" y="2896"/>
                    <a:pt x="4068" y="1909"/>
                    <a:pt x="5273" y="1089"/>
                  </a:cubicBezTo>
                  <a:cubicBezTo>
                    <a:pt x="4416" y="269"/>
                    <a:pt x="3542" y="1"/>
                    <a:pt x="27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8" name="Google Shape;11103;p31">
              <a:extLst>
                <a:ext uri="{FF2B5EF4-FFF2-40B4-BE49-F238E27FC236}">
                  <a16:creationId xmlns:a16="http://schemas.microsoft.com/office/drawing/2014/main" id="{DC9EA678-EFD0-FD84-C3F6-DA62F4A49F6C}"/>
                </a:ext>
              </a:extLst>
            </p:cNvPr>
            <p:cNvSpPr/>
            <p:nvPr/>
          </p:nvSpPr>
          <p:spPr>
            <a:xfrm>
              <a:off x="3571457" y="1790928"/>
              <a:ext cx="332307" cy="192467"/>
            </a:xfrm>
            <a:custGeom>
              <a:avLst/>
              <a:gdLst/>
              <a:ahLst/>
              <a:cxnLst/>
              <a:rect l="l" t="t" r="r" b="b"/>
              <a:pathLst>
                <a:path w="4420" h="2560" extrusionOk="0">
                  <a:moveTo>
                    <a:pt x="2359" y="0"/>
                  </a:moveTo>
                  <a:cubicBezTo>
                    <a:pt x="1749" y="0"/>
                    <a:pt x="1192" y="163"/>
                    <a:pt x="737" y="350"/>
                  </a:cubicBezTo>
                  <a:cubicBezTo>
                    <a:pt x="603" y="417"/>
                    <a:pt x="486" y="467"/>
                    <a:pt x="335" y="534"/>
                  </a:cubicBezTo>
                  <a:cubicBezTo>
                    <a:pt x="0" y="953"/>
                    <a:pt x="34" y="2074"/>
                    <a:pt x="285" y="2560"/>
                  </a:cubicBezTo>
                  <a:cubicBezTo>
                    <a:pt x="2026" y="2392"/>
                    <a:pt x="3549" y="1355"/>
                    <a:pt x="4419" y="718"/>
                  </a:cubicBezTo>
                  <a:cubicBezTo>
                    <a:pt x="3713" y="184"/>
                    <a:pt x="3006" y="0"/>
                    <a:pt x="2359"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9" name="Google Shape;11104;p31">
              <a:extLst>
                <a:ext uri="{FF2B5EF4-FFF2-40B4-BE49-F238E27FC236}">
                  <a16:creationId xmlns:a16="http://schemas.microsoft.com/office/drawing/2014/main" id="{C8AC99B1-BEE4-741F-6AC6-0C8BEA115B77}"/>
                </a:ext>
              </a:extLst>
            </p:cNvPr>
            <p:cNvSpPr/>
            <p:nvPr/>
          </p:nvSpPr>
          <p:spPr>
            <a:xfrm>
              <a:off x="3591606" y="1790251"/>
              <a:ext cx="313436" cy="112623"/>
            </a:xfrm>
            <a:custGeom>
              <a:avLst/>
              <a:gdLst/>
              <a:ahLst/>
              <a:cxnLst/>
              <a:rect l="l" t="t" r="r" b="b"/>
              <a:pathLst>
                <a:path w="4169" h="1498" extrusionOk="0">
                  <a:moveTo>
                    <a:pt x="2093" y="1"/>
                  </a:moveTo>
                  <a:cubicBezTo>
                    <a:pt x="1481" y="1"/>
                    <a:pt x="924" y="164"/>
                    <a:pt x="469" y="359"/>
                  </a:cubicBezTo>
                  <a:cubicBezTo>
                    <a:pt x="335" y="426"/>
                    <a:pt x="218" y="460"/>
                    <a:pt x="67" y="543"/>
                  </a:cubicBezTo>
                  <a:cubicBezTo>
                    <a:pt x="50" y="577"/>
                    <a:pt x="17" y="610"/>
                    <a:pt x="0" y="661"/>
                  </a:cubicBezTo>
                  <a:cubicBezTo>
                    <a:pt x="402" y="1112"/>
                    <a:pt x="1590" y="1481"/>
                    <a:pt x="3013" y="1497"/>
                  </a:cubicBezTo>
                  <a:cubicBezTo>
                    <a:pt x="3482" y="1230"/>
                    <a:pt x="3867" y="945"/>
                    <a:pt x="4168" y="711"/>
                  </a:cubicBezTo>
                  <a:cubicBezTo>
                    <a:pt x="3453" y="185"/>
                    <a:pt x="2742" y="1"/>
                    <a:pt x="2093" y="1"/>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0" name="Google Shape;11105;p31">
              <a:extLst>
                <a:ext uri="{FF2B5EF4-FFF2-40B4-BE49-F238E27FC236}">
                  <a16:creationId xmlns:a16="http://schemas.microsoft.com/office/drawing/2014/main" id="{B929D76E-C973-3649-BB92-5C3D4D6ED591}"/>
                </a:ext>
              </a:extLst>
            </p:cNvPr>
            <p:cNvSpPr/>
            <p:nvPr/>
          </p:nvSpPr>
          <p:spPr>
            <a:xfrm>
              <a:off x="3634386" y="1599510"/>
              <a:ext cx="247952" cy="264041"/>
            </a:xfrm>
            <a:custGeom>
              <a:avLst/>
              <a:gdLst/>
              <a:ahLst/>
              <a:cxnLst/>
              <a:rect l="l" t="t" r="r" b="b"/>
              <a:pathLst>
                <a:path w="3298" h="3512" extrusionOk="0">
                  <a:moveTo>
                    <a:pt x="3047" y="0"/>
                  </a:moveTo>
                  <a:lnTo>
                    <a:pt x="352" y="1189"/>
                  </a:lnTo>
                  <a:lnTo>
                    <a:pt x="0" y="2863"/>
                  </a:lnTo>
                  <a:cubicBezTo>
                    <a:pt x="95" y="3277"/>
                    <a:pt x="438" y="3512"/>
                    <a:pt x="1109" y="3512"/>
                  </a:cubicBezTo>
                  <a:cubicBezTo>
                    <a:pt x="1630" y="3512"/>
                    <a:pt x="2347" y="3371"/>
                    <a:pt x="3298" y="3064"/>
                  </a:cubicBezTo>
                  <a:lnTo>
                    <a:pt x="3047" y="0"/>
                  </a:ln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1" name="Google Shape;11106;p31">
              <a:extLst>
                <a:ext uri="{FF2B5EF4-FFF2-40B4-BE49-F238E27FC236}">
                  <a16:creationId xmlns:a16="http://schemas.microsoft.com/office/drawing/2014/main" id="{80AA2985-0071-6147-F674-46B39EB5AA55}"/>
                </a:ext>
              </a:extLst>
            </p:cNvPr>
            <p:cNvSpPr/>
            <p:nvPr/>
          </p:nvSpPr>
          <p:spPr>
            <a:xfrm>
              <a:off x="3582810" y="1393206"/>
              <a:ext cx="310880" cy="381401"/>
            </a:xfrm>
            <a:custGeom>
              <a:avLst/>
              <a:gdLst/>
              <a:ahLst/>
              <a:cxnLst/>
              <a:rect l="l" t="t" r="r" b="b"/>
              <a:pathLst>
                <a:path w="4135" h="5073" extrusionOk="0">
                  <a:moveTo>
                    <a:pt x="1734" y="0"/>
                  </a:moveTo>
                  <a:cubicBezTo>
                    <a:pt x="1546" y="0"/>
                    <a:pt x="1403" y="26"/>
                    <a:pt x="1339" y="83"/>
                  </a:cubicBezTo>
                  <a:cubicBezTo>
                    <a:pt x="368" y="870"/>
                    <a:pt x="0" y="3581"/>
                    <a:pt x="268" y="5021"/>
                  </a:cubicBezTo>
                  <a:cubicBezTo>
                    <a:pt x="432" y="5057"/>
                    <a:pt x="606" y="5072"/>
                    <a:pt x="784" y="5072"/>
                  </a:cubicBezTo>
                  <a:cubicBezTo>
                    <a:pt x="1860" y="5072"/>
                    <a:pt x="3094" y="4497"/>
                    <a:pt x="3281" y="4268"/>
                  </a:cubicBezTo>
                  <a:cubicBezTo>
                    <a:pt x="3515" y="4000"/>
                    <a:pt x="4134" y="1439"/>
                    <a:pt x="3934" y="836"/>
                  </a:cubicBezTo>
                  <a:cubicBezTo>
                    <a:pt x="3762" y="361"/>
                    <a:pt x="2435" y="0"/>
                    <a:pt x="1734"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2" name="Google Shape;11107;p31">
              <a:extLst>
                <a:ext uri="{FF2B5EF4-FFF2-40B4-BE49-F238E27FC236}">
                  <a16:creationId xmlns:a16="http://schemas.microsoft.com/office/drawing/2014/main" id="{B64FB917-898C-4D23-D9A0-F64C3AD314EE}"/>
                </a:ext>
              </a:extLst>
            </p:cNvPr>
            <p:cNvSpPr/>
            <p:nvPr/>
          </p:nvSpPr>
          <p:spPr>
            <a:xfrm>
              <a:off x="3723704" y="1918289"/>
              <a:ext cx="432976" cy="808889"/>
            </a:xfrm>
            <a:custGeom>
              <a:avLst/>
              <a:gdLst/>
              <a:ahLst/>
              <a:cxnLst/>
              <a:rect l="l" t="t" r="r" b="b"/>
              <a:pathLst>
                <a:path w="5759" h="10759" extrusionOk="0">
                  <a:moveTo>
                    <a:pt x="3110" y="0"/>
                  </a:moveTo>
                  <a:cubicBezTo>
                    <a:pt x="2395" y="0"/>
                    <a:pt x="1258" y="880"/>
                    <a:pt x="1323" y="2155"/>
                  </a:cubicBezTo>
                  <a:cubicBezTo>
                    <a:pt x="1390" y="4013"/>
                    <a:pt x="1022" y="6256"/>
                    <a:pt x="1" y="7109"/>
                  </a:cubicBezTo>
                  <a:lnTo>
                    <a:pt x="2813" y="10758"/>
                  </a:lnTo>
                  <a:cubicBezTo>
                    <a:pt x="5625" y="8448"/>
                    <a:pt x="5759" y="3711"/>
                    <a:pt x="3583" y="230"/>
                  </a:cubicBezTo>
                  <a:cubicBezTo>
                    <a:pt x="3486" y="73"/>
                    <a:pt x="3315" y="0"/>
                    <a:pt x="31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3" name="Google Shape;11108;p31">
              <a:extLst>
                <a:ext uri="{FF2B5EF4-FFF2-40B4-BE49-F238E27FC236}">
                  <a16:creationId xmlns:a16="http://schemas.microsoft.com/office/drawing/2014/main" id="{E7AEF8F9-7AE0-3747-49F8-1D356264E2D7}"/>
                </a:ext>
              </a:extLst>
            </p:cNvPr>
            <p:cNvSpPr/>
            <p:nvPr/>
          </p:nvSpPr>
          <p:spPr>
            <a:xfrm>
              <a:off x="3838209" y="1885810"/>
              <a:ext cx="318473" cy="842570"/>
            </a:xfrm>
            <a:custGeom>
              <a:avLst/>
              <a:gdLst/>
              <a:ahLst/>
              <a:cxnLst/>
              <a:rect l="l" t="t" r="r" b="b"/>
              <a:pathLst>
                <a:path w="4236" h="11207" extrusionOk="0">
                  <a:moveTo>
                    <a:pt x="1391" y="1"/>
                  </a:moveTo>
                  <a:cubicBezTo>
                    <a:pt x="1043" y="1"/>
                    <a:pt x="1081" y="768"/>
                    <a:pt x="1223" y="1147"/>
                  </a:cubicBezTo>
                  <a:cubicBezTo>
                    <a:pt x="2344" y="4110"/>
                    <a:pt x="1993" y="7524"/>
                    <a:pt x="1" y="9533"/>
                  </a:cubicBezTo>
                  <a:lnTo>
                    <a:pt x="1290" y="11207"/>
                  </a:lnTo>
                  <a:cubicBezTo>
                    <a:pt x="4102" y="8880"/>
                    <a:pt x="4236" y="4143"/>
                    <a:pt x="2060" y="662"/>
                  </a:cubicBezTo>
                  <a:cubicBezTo>
                    <a:pt x="1993" y="578"/>
                    <a:pt x="1658" y="59"/>
                    <a:pt x="1457" y="9"/>
                  </a:cubicBezTo>
                  <a:cubicBezTo>
                    <a:pt x="1434" y="3"/>
                    <a:pt x="1412" y="1"/>
                    <a:pt x="13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4" name="Google Shape;11109;p31">
              <a:extLst>
                <a:ext uri="{FF2B5EF4-FFF2-40B4-BE49-F238E27FC236}">
                  <a16:creationId xmlns:a16="http://schemas.microsoft.com/office/drawing/2014/main" id="{E99B5ADF-99AE-EB1D-8BD4-E85AA9146767}"/>
                </a:ext>
              </a:extLst>
            </p:cNvPr>
            <p:cNvSpPr/>
            <p:nvPr/>
          </p:nvSpPr>
          <p:spPr>
            <a:xfrm>
              <a:off x="3270647" y="4044636"/>
              <a:ext cx="114653" cy="46688"/>
            </a:xfrm>
            <a:custGeom>
              <a:avLst/>
              <a:gdLst/>
              <a:ahLst/>
              <a:cxnLst/>
              <a:rect l="l" t="t" r="r" b="b"/>
              <a:pathLst>
                <a:path w="1525" h="621" extrusionOk="0">
                  <a:moveTo>
                    <a:pt x="1163" y="0"/>
                  </a:moveTo>
                  <a:cubicBezTo>
                    <a:pt x="812" y="0"/>
                    <a:pt x="1" y="621"/>
                    <a:pt x="1" y="621"/>
                  </a:cubicBezTo>
                  <a:lnTo>
                    <a:pt x="1407" y="621"/>
                  </a:lnTo>
                  <a:cubicBezTo>
                    <a:pt x="1407" y="621"/>
                    <a:pt x="1524" y="52"/>
                    <a:pt x="1189" y="1"/>
                  </a:cubicBezTo>
                  <a:cubicBezTo>
                    <a:pt x="1181" y="1"/>
                    <a:pt x="1172" y="0"/>
                    <a:pt x="1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5" name="Google Shape;11110;p31">
              <a:extLst>
                <a:ext uri="{FF2B5EF4-FFF2-40B4-BE49-F238E27FC236}">
                  <a16:creationId xmlns:a16="http://schemas.microsoft.com/office/drawing/2014/main" id="{91110E05-C847-29FF-5D1F-07FC6E98640F}"/>
                </a:ext>
              </a:extLst>
            </p:cNvPr>
            <p:cNvSpPr/>
            <p:nvPr/>
          </p:nvSpPr>
          <p:spPr>
            <a:xfrm>
              <a:off x="3824375" y="4043358"/>
              <a:ext cx="94504" cy="47966"/>
            </a:xfrm>
            <a:custGeom>
              <a:avLst/>
              <a:gdLst/>
              <a:ahLst/>
              <a:cxnLst/>
              <a:rect l="l" t="t" r="r" b="b"/>
              <a:pathLst>
                <a:path w="1257" h="638" extrusionOk="0">
                  <a:moveTo>
                    <a:pt x="492" y="1"/>
                  </a:moveTo>
                  <a:cubicBezTo>
                    <a:pt x="484" y="1"/>
                    <a:pt x="477" y="1"/>
                    <a:pt x="470" y="2"/>
                  </a:cubicBezTo>
                  <a:cubicBezTo>
                    <a:pt x="152" y="52"/>
                    <a:pt x="1" y="638"/>
                    <a:pt x="1" y="638"/>
                  </a:cubicBezTo>
                  <a:lnTo>
                    <a:pt x="1256" y="638"/>
                  </a:lnTo>
                  <a:cubicBezTo>
                    <a:pt x="1256" y="638"/>
                    <a:pt x="794" y="1"/>
                    <a:pt x="4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6" name="Google Shape;11111;p31">
              <a:extLst>
                <a:ext uri="{FF2B5EF4-FFF2-40B4-BE49-F238E27FC236}">
                  <a16:creationId xmlns:a16="http://schemas.microsoft.com/office/drawing/2014/main" id="{2E73CEB2-B245-DC96-6529-4474A413C7CA}"/>
                </a:ext>
              </a:extLst>
            </p:cNvPr>
            <p:cNvSpPr/>
            <p:nvPr/>
          </p:nvSpPr>
          <p:spPr>
            <a:xfrm>
              <a:off x="3667091" y="2404728"/>
              <a:ext cx="387491" cy="367793"/>
            </a:xfrm>
            <a:custGeom>
              <a:avLst/>
              <a:gdLst/>
              <a:ahLst/>
              <a:cxnLst/>
              <a:rect l="l" t="t" r="r" b="b"/>
              <a:pathLst>
                <a:path w="5154" h="4892" extrusionOk="0">
                  <a:moveTo>
                    <a:pt x="2082" y="1"/>
                  </a:moveTo>
                  <a:cubicBezTo>
                    <a:pt x="1719" y="1"/>
                    <a:pt x="1352" y="59"/>
                    <a:pt x="1005" y="171"/>
                  </a:cubicBezTo>
                  <a:cubicBezTo>
                    <a:pt x="1005" y="171"/>
                    <a:pt x="1" y="2196"/>
                    <a:pt x="1356" y="4138"/>
                  </a:cubicBezTo>
                  <a:cubicBezTo>
                    <a:pt x="1725" y="4672"/>
                    <a:pt x="2187" y="4892"/>
                    <a:pt x="2655" y="4892"/>
                  </a:cubicBezTo>
                  <a:cubicBezTo>
                    <a:pt x="3886" y="4892"/>
                    <a:pt x="5153" y="3367"/>
                    <a:pt x="4838" y="2045"/>
                  </a:cubicBezTo>
                  <a:cubicBezTo>
                    <a:pt x="4477" y="642"/>
                    <a:pt x="3295" y="1"/>
                    <a:pt x="20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7" name="Google Shape;11112;p31">
              <a:extLst>
                <a:ext uri="{FF2B5EF4-FFF2-40B4-BE49-F238E27FC236}">
                  <a16:creationId xmlns:a16="http://schemas.microsoft.com/office/drawing/2014/main" id="{A7760B1A-F152-D77A-FB62-311BE10F6553}"/>
                </a:ext>
              </a:extLst>
            </p:cNvPr>
            <p:cNvSpPr/>
            <p:nvPr/>
          </p:nvSpPr>
          <p:spPr>
            <a:xfrm>
              <a:off x="3444322" y="2306764"/>
              <a:ext cx="611159" cy="449516"/>
            </a:xfrm>
            <a:custGeom>
              <a:avLst/>
              <a:gdLst/>
              <a:ahLst/>
              <a:cxnLst/>
              <a:rect l="l" t="t" r="r" b="b"/>
              <a:pathLst>
                <a:path w="8129" h="5979" extrusionOk="0">
                  <a:moveTo>
                    <a:pt x="620" y="1"/>
                  </a:moveTo>
                  <a:lnTo>
                    <a:pt x="1" y="1725"/>
                  </a:lnTo>
                  <a:cubicBezTo>
                    <a:pt x="1524" y="3499"/>
                    <a:pt x="4437" y="5842"/>
                    <a:pt x="5140" y="5959"/>
                  </a:cubicBezTo>
                  <a:cubicBezTo>
                    <a:pt x="5218" y="5972"/>
                    <a:pt x="5296" y="5978"/>
                    <a:pt x="5372" y="5978"/>
                  </a:cubicBezTo>
                  <a:cubicBezTo>
                    <a:pt x="6937" y="5978"/>
                    <a:pt x="8128" y="3471"/>
                    <a:pt x="6613" y="2227"/>
                  </a:cubicBezTo>
                  <a:cubicBezTo>
                    <a:pt x="5859" y="1591"/>
                    <a:pt x="620" y="1"/>
                    <a:pt x="620"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8" name="Google Shape;11113;p31">
              <a:extLst>
                <a:ext uri="{FF2B5EF4-FFF2-40B4-BE49-F238E27FC236}">
                  <a16:creationId xmlns:a16="http://schemas.microsoft.com/office/drawing/2014/main" id="{BC3D6E46-B0A2-C956-5408-17176310D13E}"/>
                </a:ext>
              </a:extLst>
            </p:cNvPr>
            <p:cNvSpPr/>
            <p:nvPr/>
          </p:nvSpPr>
          <p:spPr>
            <a:xfrm>
              <a:off x="3445600" y="2436380"/>
              <a:ext cx="601986" cy="319826"/>
            </a:xfrm>
            <a:custGeom>
              <a:avLst/>
              <a:gdLst/>
              <a:ahLst/>
              <a:cxnLst/>
              <a:rect l="l" t="t" r="r" b="b"/>
              <a:pathLst>
                <a:path w="8007" h="4254" extrusionOk="0">
                  <a:moveTo>
                    <a:pt x="1" y="1"/>
                  </a:moveTo>
                  <a:lnTo>
                    <a:pt x="1" y="1"/>
                  </a:lnTo>
                  <a:cubicBezTo>
                    <a:pt x="1524" y="1775"/>
                    <a:pt x="4436" y="4118"/>
                    <a:pt x="5139" y="4235"/>
                  </a:cubicBezTo>
                  <a:cubicBezTo>
                    <a:pt x="5215" y="4247"/>
                    <a:pt x="5289" y="4253"/>
                    <a:pt x="5363" y="4253"/>
                  </a:cubicBezTo>
                  <a:cubicBezTo>
                    <a:pt x="6850" y="4253"/>
                    <a:pt x="8007" y="1928"/>
                    <a:pt x="6763" y="637"/>
                  </a:cubicBezTo>
                  <a:lnTo>
                    <a:pt x="6763" y="637"/>
                  </a:lnTo>
                  <a:cubicBezTo>
                    <a:pt x="6462" y="1189"/>
                    <a:pt x="5976" y="1574"/>
                    <a:pt x="5374" y="1624"/>
                  </a:cubicBezTo>
                  <a:cubicBezTo>
                    <a:pt x="5365" y="1625"/>
                    <a:pt x="5355" y="1625"/>
                    <a:pt x="5344" y="1625"/>
                  </a:cubicBezTo>
                  <a:cubicBezTo>
                    <a:pt x="4631" y="1625"/>
                    <a:pt x="1" y="1"/>
                    <a:pt x="1" y="1"/>
                  </a:cubicBezTo>
                  <a:close/>
                </a:path>
              </a:pathLst>
            </a:custGeom>
            <a:solidFill>
              <a:srgbClr val="FF9D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9" name="Google Shape;11114;p31">
              <a:extLst>
                <a:ext uri="{FF2B5EF4-FFF2-40B4-BE49-F238E27FC236}">
                  <a16:creationId xmlns:a16="http://schemas.microsoft.com/office/drawing/2014/main" id="{FCD3AD83-7AA5-7B1A-C7F4-14B41F5871EB}"/>
                </a:ext>
              </a:extLst>
            </p:cNvPr>
            <p:cNvSpPr/>
            <p:nvPr/>
          </p:nvSpPr>
          <p:spPr>
            <a:xfrm>
              <a:off x="3289518" y="3170099"/>
              <a:ext cx="192618" cy="74280"/>
            </a:xfrm>
            <a:custGeom>
              <a:avLst/>
              <a:gdLst/>
              <a:ahLst/>
              <a:cxnLst/>
              <a:rect l="l" t="t" r="r" b="b"/>
              <a:pathLst>
                <a:path w="2562" h="988" extrusionOk="0">
                  <a:moveTo>
                    <a:pt x="2562" y="0"/>
                  </a:moveTo>
                  <a:lnTo>
                    <a:pt x="1223" y="402"/>
                  </a:lnTo>
                  <a:lnTo>
                    <a:pt x="1" y="50"/>
                  </a:lnTo>
                  <a:lnTo>
                    <a:pt x="1407" y="988"/>
                  </a:lnTo>
                  <a:lnTo>
                    <a:pt x="25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0" name="Google Shape;11115;p31">
              <a:extLst>
                <a:ext uri="{FF2B5EF4-FFF2-40B4-BE49-F238E27FC236}">
                  <a16:creationId xmlns:a16="http://schemas.microsoft.com/office/drawing/2014/main" id="{346A4364-3361-6155-E0FA-CC4984336E9B}"/>
                </a:ext>
              </a:extLst>
            </p:cNvPr>
            <p:cNvSpPr/>
            <p:nvPr/>
          </p:nvSpPr>
          <p:spPr>
            <a:xfrm>
              <a:off x="3738816" y="1353133"/>
              <a:ext cx="197655" cy="250207"/>
            </a:xfrm>
            <a:custGeom>
              <a:avLst/>
              <a:gdLst/>
              <a:ahLst/>
              <a:cxnLst/>
              <a:rect l="l" t="t" r="r" b="b"/>
              <a:pathLst>
                <a:path w="2629" h="3328" extrusionOk="0">
                  <a:moveTo>
                    <a:pt x="995" y="0"/>
                  </a:moveTo>
                  <a:cubicBezTo>
                    <a:pt x="416" y="0"/>
                    <a:pt x="1" y="412"/>
                    <a:pt x="402" y="566"/>
                  </a:cubicBezTo>
                  <a:cubicBezTo>
                    <a:pt x="971" y="783"/>
                    <a:pt x="871" y="3328"/>
                    <a:pt x="871" y="3328"/>
                  </a:cubicBezTo>
                  <a:lnTo>
                    <a:pt x="1741" y="3294"/>
                  </a:lnTo>
                  <a:cubicBezTo>
                    <a:pt x="1741" y="3294"/>
                    <a:pt x="2629" y="901"/>
                    <a:pt x="1758" y="265"/>
                  </a:cubicBezTo>
                  <a:cubicBezTo>
                    <a:pt x="1507" y="72"/>
                    <a:pt x="1237" y="0"/>
                    <a:pt x="995" y="0"/>
                  </a:cubicBezTo>
                  <a:close/>
                </a:path>
              </a:pathLst>
            </a:custGeom>
            <a:solidFill>
              <a:srgbClr val="8C45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1" name="Google Shape;11116;p31">
              <a:extLst>
                <a:ext uri="{FF2B5EF4-FFF2-40B4-BE49-F238E27FC236}">
                  <a16:creationId xmlns:a16="http://schemas.microsoft.com/office/drawing/2014/main" id="{A783737A-C870-A5F8-26E8-EBCDF3CD5517}"/>
                </a:ext>
              </a:extLst>
            </p:cNvPr>
            <p:cNvSpPr/>
            <p:nvPr/>
          </p:nvSpPr>
          <p:spPr>
            <a:xfrm>
              <a:off x="3821894" y="1537559"/>
              <a:ext cx="88189" cy="97512"/>
            </a:xfrm>
            <a:custGeom>
              <a:avLst/>
              <a:gdLst/>
              <a:ahLst/>
              <a:cxnLst/>
              <a:rect l="l" t="t" r="r" b="b"/>
              <a:pathLst>
                <a:path w="1173" h="1297" extrusionOk="0">
                  <a:moveTo>
                    <a:pt x="834" y="0"/>
                  </a:moveTo>
                  <a:cubicBezTo>
                    <a:pt x="649" y="0"/>
                    <a:pt x="409" y="160"/>
                    <a:pt x="251" y="423"/>
                  </a:cubicBezTo>
                  <a:cubicBezTo>
                    <a:pt x="34" y="757"/>
                    <a:pt x="0" y="1126"/>
                    <a:pt x="185" y="1260"/>
                  </a:cubicBezTo>
                  <a:cubicBezTo>
                    <a:pt x="224" y="1285"/>
                    <a:pt x="271" y="1297"/>
                    <a:pt x="322" y="1297"/>
                  </a:cubicBezTo>
                  <a:cubicBezTo>
                    <a:pt x="507" y="1297"/>
                    <a:pt x="750" y="1137"/>
                    <a:pt x="921" y="875"/>
                  </a:cubicBezTo>
                  <a:cubicBezTo>
                    <a:pt x="1122" y="540"/>
                    <a:pt x="1172" y="172"/>
                    <a:pt x="971" y="38"/>
                  </a:cubicBezTo>
                  <a:cubicBezTo>
                    <a:pt x="932" y="12"/>
                    <a:pt x="885" y="0"/>
                    <a:pt x="834"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2" name="Google Shape;11117;p31">
              <a:extLst>
                <a:ext uri="{FF2B5EF4-FFF2-40B4-BE49-F238E27FC236}">
                  <a16:creationId xmlns:a16="http://schemas.microsoft.com/office/drawing/2014/main" id="{23D528DB-451C-0BDB-B02E-5D2B87C4D0A3}"/>
                </a:ext>
              </a:extLst>
            </p:cNvPr>
            <p:cNvSpPr/>
            <p:nvPr/>
          </p:nvSpPr>
          <p:spPr>
            <a:xfrm>
              <a:off x="3838209" y="1557182"/>
              <a:ext cx="57966" cy="63980"/>
            </a:xfrm>
            <a:custGeom>
              <a:avLst/>
              <a:gdLst/>
              <a:ahLst/>
              <a:cxnLst/>
              <a:rect l="l" t="t" r="r" b="b"/>
              <a:pathLst>
                <a:path w="771" h="851" extrusionOk="0">
                  <a:moveTo>
                    <a:pt x="563" y="1"/>
                  </a:moveTo>
                  <a:cubicBezTo>
                    <a:pt x="444" y="1"/>
                    <a:pt x="286" y="109"/>
                    <a:pt x="168" y="279"/>
                  </a:cubicBezTo>
                  <a:cubicBezTo>
                    <a:pt x="34" y="496"/>
                    <a:pt x="1" y="748"/>
                    <a:pt x="135" y="831"/>
                  </a:cubicBezTo>
                  <a:cubicBezTo>
                    <a:pt x="157" y="844"/>
                    <a:pt x="184" y="850"/>
                    <a:pt x="214" y="850"/>
                  </a:cubicBezTo>
                  <a:cubicBezTo>
                    <a:pt x="338" y="850"/>
                    <a:pt x="512" y="743"/>
                    <a:pt x="620" y="580"/>
                  </a:cubicBezTo>
                  <a:cubicBezTo>
                    <a:pt x="754" y="363"/>
                    <a:pt x="771" y="112"/>
                    <a:pt x="654" y="28"/>
                  </a:cubicBezTo>
                  <a:cubicBezTo>
                    <a:pt x="628" y="9"/>
                    <a:pt x="597" y="1"/>
                    <a:pt x="563"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3" name="Google Shape;11118;p31">
              <a:extLst>
                <a:ext uri="{FF2B5EF4-FFF2-40B4-BE49-F238E27FC236}">
                  <a16:creationId xmlns:a16="http://schemas.microsoft.com/office/drawing/2014/main" id="{2F8EB48C-D7DB-266D-5903-7385C38BC98B}"/>
                </a:ext>
              </a:extLst>
            </p:cNvPr>
            <p:cNvSpPr/>
            <p:nvPr/>
          </p:nvSpPr>
          <p:spPr>
            <a:xfrm>
              <a:off x="3842044" y="1585676"/>
              <a:ext cx="36539" cy="36539"/>
            </a:xfrm>
            <a:custGeom>
              <a:avLst/>
              <a:gdLst/>
              <a:ahLst/>
              <a:cxnLst/>
              <a:rect l="l" t="t" r="r" b="b"/>
              <a:pathLst>
                <a:path w="486" h="486" extrusionOk="0">
                  <a:moveTo>
                    <a:pt x="338" y="0"/>
                  </a:moveTo>
                  <a:cubicBezTo>
                    <a:pt x="259" y="0"/>
                    <a:pt x="165" y="61"/>
                    <a:pt x="101" y="151"/>
                  </a:cubicBezTo>
                  <a:cubicBezTo>
                    <a:pt x="17" y="285"/>
                    <a:pt x="0" y="436"/>
                    <a:pt x="84" y="469"/>
                  </a:cubicBezTo>
                  <a:cubicBezTo>
                    <a:pt x="99" y="480"/>
                    <a:pt x="117" y="486"/>
                    <a:pt x="138" y="486"/>
                  </a:cubicBezTo>
                  <a:cubicBezTo>
                    <a:pt x="209" y="486"/>
                    <a:pt x="304" y="422"/>
                    <a:pt x="368" y="318"/>
                  </a:cubicBezTo>
                  <a:cubicBezTo>
                    <a:pt x="452" y="201"/>
                    <a:pt x="486" y="51"/>
                    <a:pt x="402" y="17"/>
                  </a:cubicBezTo>
                  <a:cubicBezTo>
                    <a:pt x="383" y="6"/>
                    <a:pt x="361" y="0"/>
                    <a:pt x="338"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4" name="Google Shape;11119;p31">
              <a:extLst>
                <a:ext uri="{FF2B5EF4-FFF2-40B4-BE49-F238E27FC236}">
                  <a16:creationId xmlns:a16="http://schemas.microsoft.com/office/drawing/2014/main" id="{C6BBA616-241C-EA7A-0B42-351D698ED234}"/>
                </a:ext>
              </a:extLst>
            </p:cNvPr>
            <p:cNvSpPr/>
            <p:nvPr/>
          </p:nvSpPr>
          <p:spPr>
            <a:xfrm>
              <a:off x="3674609" y="1526507"/>
              <a:ext cx="29020" cy="44132"/>
            </a:xfrm>
            <a:custGeom>
              <a:avLst/>
              <a:gdLst/>
              <a:ahLst/>
              <a:cxnLst/>
              <a:rect l="l" t="t" r="r" b="b"/>
              <a:pathLst>
                <a:path w="386" h="587" extrusionOk="0">
                  <a:moveTo>
                    <a:pt x="235" y="1"/>
                  </a:moveTo>
                  <a:cubicBezTo>
                    <a:pt x="152" y="1"/>
                    <a:pt x="51" y="101"/>
                    <a:pt x="34" y="268"/>
                  </a:cubicBezTo>
                  <a:cubicBezTo>
                    <a:pt x="1" y="436"/>
                    <a:pt x="68" y="570"/>
                    <a:pt x="152" y="586"/>
                  </a:cubicBezTo>
                  <a:cubicBezTo>
                    <a:pt x="235" y="586"/>
                    <a:pt x="336" y="486"/>
                    <a:pt x="369" y="319"/>
                  </a:cubicBezTo>
                  <a:cubicBezTo>
                    <a:pt x="386" y="151"/>
                    <a:pt x="336" y="17"/>
                    <a:pt x="2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5" name="Google Shape;11120;p31">
              <a:extLst>
                <a:ext uri="{FF2B5EF4-FFF2-40B4-BE49-F238E27FC236}">
                  <a16:creationId xmlns:a16="http://schemas.microsoft.com/office/drawing/2014/main" id="{A1E870BB-2A6D-2370-C818-24480E94B50E}"/>
                </a:ext>
              </a:extLst>
            </p:cNvPr>
            <p:cNvSpPr/>
            <p:nvPr/>
          </p:nvSpPr>
          <p:spPr>
            <a:xfrm>
              <a:off x="3668369" y="1477412"/>
              <a:ext cx="68040" cy="41952"/>
            </a:xfrm>
            <a:custGeom>
              <a:avLst/>
              <a:gdLst/>
              <a:ahLst/>
              <a:cxnLst/>
              <a:rect l="l" t="t" r="r" b="b"/>
              <a:pathLst>
                <a:path w="905" h="558" extrusionOk="0">
                  <a:moveTo>
                    <a:pt x="218" y="1"/>
                  </a:moveTo>
                  <a:cubicBezTo>
                    <a:pt x="168" y="1"/>
                    <a:pt x="117" y="34"/>
                    <a:pt x="84" y="68"/>
                  </a:cubicBezTo>
                  <a:lnTo>
                    <a:pt x="34" y="252"/>
                  </a:lnTo>
                  <a:cubicBezTo>
                    <a:pt x="0" y="319"/>
                    <a:pt x="51" y="369"/>
                    <a:pt x="84" y="386"/>
                  </a:cubicBezTo>
                  <a:lnTo>
                    <a:pt x="703" y="553"/>
                  </a:lnTo>
                  <a:cubicBezTo>
                    <a:pt x="712" y="556"/>
                    <a:pt x="721" y="558"/>
                    <a:pt x="730" y="558"/>
                  </a:cubicBezTo>
                  <a:cubicBezTo>
                    <a:pt x="770" y="558"/>
                    <a:pt x="807" y="528"/>
                    <a:pt x="820" y="486"/>
                  </a:cubicBezTo>
                  <a:lnTo>
                    <a:pt x="887" y="302"/>
                  </a:lnTo>
                  <a:cubicBezTo>
                    <a:pt x="904" y="235"/>
                    <a:pt x="871" y="202"/>
                    <a:pt x="820" y="168"/>
                  </a:cubicBezTo>
                  <a:lnTo>
                    <a:pt x="218" y="1"/>
                  </a:lnTo>
                  <a:close/>
                </a:path>
              </a:pathLst>
            </a:custGeom>
            <a:solidFill>
              <a:srgbClr val="8C45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6" name="Google Shape;11121;p31">
              <a:extLst>
                <a:ext uri="{FF2B5EF4-FFF2-40B4-BE49-F238E27FC236}">
                  <a16:creationId xmlns:a16="http://schemas.microsoft.com/office/drawing/2014/main" id="{FEB704CF-169F-013F-6695-EB0B78DE4C8B}"/>
                </a:ext>
              </a:extLst>
            </p:cNvPr>
            <p:cNvSpPr/>
            <p:nvPr/>
          </p:nvSpPr>
          <p:spPr>
            <a:xfrm>
              <a:off x="3624311" y="1511019"/>
              <a:ext cx="18946" cy="40824"/>
            </a:xfrm>
            <a:custGeom>
              <a:avLst/>
              <a:gdLst/>
              <a:ahLst/>
              <a:cxnLst/>
              <a:rect l="l" t="t" r="r" b="b"/>
              <a:pathLst>
                <a:path w="252" h="543" extrusionOk="0">
                  <a:moveTo>
                    <a:pt x="201" y="1"/>
                  </a:moveTo>
                  <a:cubicBezTo>
                    <a:pt x="151" y="1"/>
                    <a:pt x="81" y="122"/>
                    <a:pt x="51" y="257"/>
                  </a:cubicBezTo>
                  <a:cubicBezTo>
                    <a:pt x="0" y="391"/>
                    <a:pt x="0" y="541"/>
                    <a:pt x="51" y="541"/>
                  </a:cubicBezTo>
                  <a:cubicBezTo>
                    <a:pt x="53" y="542"/>
                    <a:pt x="55" y="543"/>
                    <a:pt x="58" y="543"/>
                  </a:cubicBezTo>
                  <a:cubicBezTo>
                    <a:pt x="95" y="543"/>
                    <a:pt x="171" y="431"/>
                    <a:pt x="218" y="290"/>
                  </a:cubicBezTo>
                  <a:cubicBezTo>
                    <a:pt x="252" y="140"/>
                    <a:pt x="252" y="22"/>
                    <a:pt x="218" y="6"/>
                  </a:cubicBezTo>
                  <a:cubicBezTo>
                    <a:pt x="213" y="2"/>
                    <a:pt x="207" y="1"/>
                    <a:pt x="2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7" name="Google Shape;11122;p31">
              <a:extLst>
                <a:ext uri="{FF2B5EF4-FFF2-40B4-BE49-F238E27FC236}">
                  <a16:creationId xmlns:a16="http://schemas.microsoft.com/office/drawing/2014/main" id="{7B1C0461-286D-974D-DD3B-1ADAE52E9568}"/>
                </a:ext>
              </a:extLst>
            </p:cNvPr>
            <p:cNvSpPr/>
            <p:nvPr/>
          </p:nvSpPr>
          <p:spPr>
            <a:xfrm>
              <a:off x="3616793" y="1469893"/>
              <a:ext cx="32780" cy="31501"/>
            </a:xfrm>
            <a:custGeom>
              <a:avLst/>
              <a:gdLst/>
              <a:ahLst/>
              <a:cxnLst/>
              <a:rect l="l" t="t" r="r" b="b"/>
              <a:pathLst>
                <a:path w="436" h="419" extrusionOk="0">
                  <a:moveTo>
                    <a:pt x="84" y="0"/>
                  </a:moveTo>
                  <a:cubicBezTo>
                    <a:pt x="50" y="0"/>
                    <a:pt x="17" y="51"/>
                    <a:pt x="17" y="84"/>
                  </a:cubicBezTo>
                  <a:lnTo>
                    <a:pt x="0" y="268"/>
                  </a:lnTo>
                  <a:cubicBezTo>
                    <a:pt x="0" y="335"/>
                    <a:pt x="17" y="385"/>
                    <a:pt x="50" y="385"/>
                  </a:cubicBezTo>
                  <a:lnTo>
                    <a:pt x="352" y="419"/>
                  </a:lnTo>
                  <a:cubicBezTo>
                    <a:pt x="385" y="419"/>
                    <a:pt x="418" y="385"/>
                    <a:pt x="418" y="335"/>
                  </a:cubicBezTo>
                  <a:lnTo>
                    <a:pt x="435" y="151"/>
                  </a:lnTo>
                  <a:cubicBezTo>
                    <a:pt x="435" y="84"/>
                    <a:pt x="418" y="51"/>
                    <a:pt x="402" y="51"/>
                  </a:cubicBezTo>
                  <a:lnTo>
                    <a:pt x="84" y="0"/>
                  </a:lnTo>
                  <a:close/>
                </a:path>
              </a:pathLst>
            </a:custGeom>
            <a:solidFill>
              <a:srgbClr val="8C45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8" name="Google Shape;11123;p31">
              <a:extLst>
                <a:ext uri="{FF2B5EF4-FFF2-40B4-BE49-F238E27FC236}">
                  <a16:creationId xmlns:a16="http://schemas.microsoft.com/office/drawing/2014/main" id="{D8E8E9E7-6828-6F83-881C-F9D335C770CB}"/>
                </a:ext>
              </a:extLst>
            </p:cNvPr>
            <p:cNvSpPr/>
            <p:nvPr/>
          </p:nvSpPr>
          <p:spPr>
            <a:xfrm>
              <a:off x="3585291" y="1550415"/>
              <a:ext cx="64281" cy="75558"/>
            </a:xfrm>
            <a:custGeom>
              <a:avLst/>
              <a:gdLst/>
              <a:ahLst/>
              <a:cxnLst/>
              <a:rect l="l" t="t" r="r" b="b"/>
              <a:pathLst>
                <a:path w="855" h="1005" extrusionOk="0">
                  <a:moveTo>
                    <a:pt x="854" y="1"/>
                  </a:moveTo>
                  <a:cubicBezTo>
                    <a:pt x="319" y="402"/>
                    <a:pt x="1" y="670"/>
                    <a:pt x="67" y="804"/>
                  </a:cubicBezTo>
                  <a:cubicBezTo>
                    <a:pt x="134" y="1005"/>
                    <a:pt x="519" y="1005"/>
                    <a:pt x="519" y="1005"/>
                  </a:cubicBezTo>
                  <a:cubicBezTo>
                    <a:pt x="419" y="988"/>
                    <a:pt x="302" y="938"/>
                    <a:pt x="252" y="804"/>
                  </a:cubicBezTo>
                  <a:cubicBezTo>
                    <a:pt x="185" y="653"/>
                    <a:pt x="419" y="369"/>
                    <a:pt x="854" y="1"/>
                  </a:cubicBezTo>
                  <a:close/>
                </a:path>
              </a:pathLst>
            </a:custGeom>
            <a:solidFill>
              <a:srgbClr val="ED76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9" name="Google Shape;11124;p31">
              <a:extLst>
                <a:ext uri="{FF2B5EF4-FFF2-40B4-BE49-F238E27FC236}">
                  <a16:creationId xmlns:a16="http://schemas.microsoft.com/office/drawing/2014/main" id="{BF991932-F555-E8F0-5DD3-CC997C93C2DB}"/>
                </a:ext>
              </a:extLst>
            </p:cNvPr>
            <p:cNvSpPr/>
            <p:nvPr/>
          </p:nvSpPr>
          <p:spPr>
            <a:xfrm>
              <a:off x="3614237" y="1649808"/>
              <a:ext cx="79393" cy="48042"/>
            </a:xfrm>
            <a:custGeom>
              <a:avLst/>
              <a:gdLst/>
              <a:ahLst/>
              <a:cxnLst/>
              <a:rect l="l" t="t" r="r" b="b"/>
              <a:pathLst>
                <a:path w="1056" h="639" extrusionOk="0">
                  <a:moveTo>
                    <a:pt x="1" y="1"/>
                  </a:moveTo>
                  <a:cubicBezTo>
                    <a:pt x="1" y="1"/>
                    <a:pt x="16" y="638"/>
                    <a:pt x="437" y="638"/>
                  </a:cubicBezTo>
                  <a:cubicBezTo>
                    <a:pt x="447" y="638"/>
                    <a:pt x="458" y="638"/>
                    <a:pt x="469" y="637"/>
                  </a:cubicBezTo>
                  <a:cubicBezTo>
                    <a:pt x="1055" y="620"/>
                    <a:pt x="921" y="34"/>
                    <a:pt x="921" y="34"/>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0" name="Google Shape;11125;p31">
              <a:extLst>
                <a:ext uri="{FF2B5EF4-FFF2-40B4-BE49-F238E27FC236}">
                  <a16:creationId xmlns:a16="http://schemas.microsoft.com/office/drawing/2014/main" id="{8641F8FE-0B8A-3694-735C-B52ED9A4FE91}"/>
                </a:ext>
              </a:extLst>
            </p:cNvPr>
            <p:cNvSpPr/>
            <p:nvPr/>
          </p:nvSpPr>
          <p:spPr>
            <a:xfrm>
              <a:off x="3617996" y="1652364"/>
              <a:ext cx="56688" cy="23983"/>
            </a:xfrm>
            <a:custGeom>
              <a:avLst/>
              <a:gdLst/>
              <a:ahLst/>
              <a:cxnLst/>
              <a:rect l="l" t="t" r="r" b="b"/>
              <a:pathLst>
                <a:path w="754" h="319" extrusionOk="0">
                  <a:moveTo>
                    <a:pt x="1" y="0"/>
                  </a:moveTo>
                  <a:cubicBezTo>
                    <a:pt x="1" y="0"/>
                    <a:pt x="1" y="134"/>
                    <a:pt x="51" y="252"/>
                  </a:cubicBezTo>
                  <a:lnTo>
                    <a:pt x="704" y="318"/>
                  </a:lnTo>
                  <a:cubicBezTo>
                    <a:pt x="754" y="185"/>
                    <a:pt x="737" y="51"/>
                    <a:pt x="737" y="51"/>
                  </a:cubicBezTo>
                  <a:lnTo>
                    <a:pt x="1" y="0"/>
                  </a:lnTo>
                  <a:close/>
                </a:path>
              </a:pathLst>
            </a:custGeom>
            <a:solidFill>
              <a:srgbClr val="FFEF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1" name="Google Shape;11126;p31">
              <a:extLst>
                <a:ext uri="{FF2B5EF4-FFF2-40B4-BE49-F238E27FC236}">
                  <a16:creationId xmlns:a16="http://schemas.microsoft.com/office/drawing/2014/main" id="{445BCA18-C581-AE54-E512-9FAFF3DCFD39}"/>
                </a:ext>
              </a:extLst>
            </p:cNvPr>
            <p:cNvSpPr/>
            <p:nvPr/>
          </p:nvSpPr>
          <p:spPr>
            <a:xfrm>
              <a:off x="2953071" y="1990616"/>
              <a:ext cx="91121" cy="135028"/>
            </a:xfrm>
            <a:custGeom>
              <a:avLst/>
              <a:gdLst/>
              <a:ahLst/>
              <a:cxnLst/>
              <a:rect l="l" t="t" r="r" b="b"/>
              <a:pathLst>
                <a:path w="1212" h="1796" extrusionOk="0">
                  <a:moveTo>
                    <a:pt x="225" y="0"/>
                  </a:moveTo>
                  <a:cubicBezTo>
                    <a:pt x="68" y="0"/>
                    <a:pt x="1" y="270"/>
                    <a:pt x="90" y="372"/>
                  </a:cubicBezTo>
                  <a:cubicBezTo>
                    <a:pt x="191" y="523"/>
                    <a:pt x="643" y="992"/>
                    <a:pt x="626" y="1611"/>
                  </a:cubicBezTo>
                  <a:lnTo>
                    <a:pt x="1212" y="1795"/>
                  </a:lnTo>
                  <a:cubicBezTo>
                    <a:pt x="1145" y="1226"/>
                    <a:pt x="844" y="439"/>
                    <a:pt x="392" y="88"/>
                  </a:cubicBezTo>
                  <a:cubicBezTo>
                    <a:pt x="329" y="25"/>
                    <a:pt x="273" y="0"/>
                    <a:pt x="225"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2" name="Google Shape;11127;p31">
              <a:extLst>
                <a:ext uri="{FF2B5EF4-FFF2-40B4-BE49-F238E27FC236}">
                  <a16:creationId xmlns:a16="http://schemas.microsoft.com/office/drawing/2014/main" id="{AE1BB7B0-FDE5-65BC-F16E-FBBE45D8A1AA}"/>
                </a:ext>
              </a:extLst>
            </p:cNvPr>
            <p:cNvSpPr/>
            <p:nvPr/>
          </p:nvSpPr>
          <p:spPr>
            <a:xfrm>
              <a:off x="2879090" y="2044372"/>
              <a:ext cx="168935" cy="179385"/>
            </a:xfrm>
            <a:custGeom>
              <a:avLst/>
              <a:gdLst/>
              <a:ahLst/>
              <a:cxnLst/>
              <a:rect l="l" t="t" r="r" b="b"/>
              <a:pathLst>
                <a:path w="2247" h="2386" extrusionOk="0">
                  <a:moveTo>
                    <a:pt x="536" y="1"/>
                  </a:moveTo>
                  <a:cubicBezTo>
                    <a:pt x="315" y="1"/>
                    <a:pt x="1" y="1111"/>
                    <a:pt x="171" y="1482"/>
                  </a:cubicBezTo>
                  <a:cubicBezTo>
                    <a:pt x="238" y="1633"/>
                    <a:pt x="1041" y="2151"/>
                    <a:pt x="1459" y="2386"/>
                  </a:cubicBezTo>
                  <a:lnTo>
                    <a:pt x="2246" y="1063"/>
                  </a:lnTo>
                  <a:cubicBezTo>
                    <a:pt x="2246" y="1063"/>
                    <a:pt x="2129" y="662"/>
                    <a:pt x="1577" y="277"/>
                  </a:cubicBezTo>
                  <a:cubicBezTo>
                    <a:pt x="1577" y="277"/>
                    <a:pt x="1471" y="315"/>
                    <a:pt x="1310" y="315"/>
                  </a:cubicBezTo>
                  <a:cubicBezTo>
                    <a:pt x="1120" y="315"/>
                    <a:pt x="852" y="261"/>
                    <a:pt x="589" y="26"/>
                  </a:cubicBezTo>
                  <a:cubicBezTo>
                    <a:pt x="572" y="9"/>
                    <a:pt x="554" y="1"/>
                    <a:pt x="536"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3" name="Google Shape;11128;p31">
              <a:extLst>
                <a:ext uri="{FF2B5EF4-FFF2-40B4-BE49-F238E27FC236}">
                  <a16:creationId xmlns:a16="http://schemas.microsoft.com/office/drawing/2014/main" id="{25F84170-5A6D-8C16-8522-509CCA72CB45}"/>
                </a:ext>
              </a:extLst>
            </p:cNvPr>
            <p:cNvSpPr/>
            <p:nvPr/>
          </p:nvSpPr>
          <p:spPr>
            <a:xfrm>
              <a:off x="2865181" y="1995503"/>
              <a:ext cx="94730" cy="89843"/>
            </a:xfrm>
            <a:custGeom>
              <a:avLst/>
              <a:gdLst/>
              <a:ahLst/>
              <a:cxnLst/>
              <a:rect l="l" t="t" r="r" b="b"/>
              <a:pathLst>
                <a:path w="1260" h="1195" extrusionOk="0">
                  <a:moveTo>
                    <a:pt x="327" y="1"/>
                  </a:moveTo>
                  <a:cubicBezTo>
                    <a:pt x="212" y="1"/>
                    <a:pt x="1" y="190"/>
                    <a:pt x="121" y="391"/>
                  </a:cubicBezTo>
                  <a:cubicBezTo>
                    <a:pt x="272" y="676"/>
                    <a:pt x="607" y="1111"/>
                    <a:pt x="858" y="1195"/>
                  </a:cubicBezTo>
                  <a:lnTo>
                    <a:pt x="1259" y="943"/>
                  </a:lnTo>
                  <a:cubicBezTo>
                    <a:pt x="674" y="676"/>
                    <a:pt x="456" y="173"/>
                    <a:pt x="389" y="40"/>
                  </a:cubicBezTo>
                  <a:cubicBezTo>
                    <a:pt x="379" y="13"/>
                    <a:pt x="356" y="1"/>
                    <a:pt x="327"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4" name="Google Shape;11129;p31">
              <a:extLst>
                <a:ext uri="{FF2B5EF4-FFF2-40B4-BE49-F238E27FC236}">
                  <a16:creationId xmlns:a16="http://schemas.microsoft.com/office/drawing/2014/main" id="{82759D64-BEDB-8D67-253C-9E88A3195A65}"/>
                </a:ext>
              </a:extLst>
            </p:cNvPr>
            <p:cNvSpPr/>
            <p:nvPr/>
          </p:nvSpPr>
          <p:spPr>
            <a:xfrm>
              <a:off x="2833303" y="2019562"/>
              <a:ext cx="103977" cy="92249"/>
            </a:xfrm>
            <a:custGeom>
              <a:avLst/>
              <a:gdLst/>
              <a:ahLst/>
              <a:cxnLst/>
              <a:rect l="l" t="t" r="r" b="b"/>
              <a:pathLst>
                <a:path w="1383" h="1227" extrusionOk="0">
                  <a:moveTo>
                    <a:pt x="278" y="1"/>
                  </a:moveTo>
                  <a:cubicBezTo>
                    <a:pt x="165" y="1"/>
                    <a:pt x="1" y="212"/>
                    <a:pt x="177" y="456"/>
                  </a:cubicBezTo>
                  <a:cubicBezTo>
                    <a:pt x="361" y="724"/>
                    <a:pt x="713" y="1142"/>
                    <a:pt x="980" y="1226"/>
                  </a:cubicBezTo>
                  <a:lnTo>
                    <a:pt x="1382" y="958"/>
                  </a:lnTo>
                  <a:cubicBezTo>
                    <a:pt x="713" y="690"/>
                    <a:pt x="428" y="155"/>
                    <a:pt x="344" y="38"/>
                  </a:cubicBezTo>
                  <a:cubicBezTo>
                    <a:pt x="329" y="12"/>
                    <a:pt x="305" y="1"/>
                    <a:pt x="278"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5" name="Google Shape;11130;p31">
              <a:extLst>
                <a:ext uri="{FF2B5EF4-FFF2-40B4-BE49-F238E27FC236}">
                  <a16:creationId xmlns:a16="http://schemas.microsoft.com/office/drawing/2014/main" id="{2A628D2E-0374-8D79-C4C8-95339461D4B4}"/>
                </a:ext>
              </a:extLst>
            </p:cNvPr>
            <p:cNvSpPr/>
            <p:nvPr/>
          </p:nvSpPr>
          <p:spPr>
            <a:xfrm>
              <a:off x="2829018" y="2082791"/>
              <a:ext cx="128337" cy="93151"/>
            </a:xfrm>
            <a:custGeom>
              <a:avLst/>
              <a:gdLst/>
              <a:ahLst/>
              <a:cxnLst/>
              <a:rect l="l" t="t" r="r" b="b"/>
              <a:pathLst>
                <a:path w="1707" h="1239" extrusionOk="0">
                  <a:moveTo>
                    <a:pt x="254" y="1"/>
                  </a:moveTo>
                  <a:cubicBezTo>
                    <a:pt x="120" y="1"/>
                    <a:pt x="0" y="249"/>
                    <a:pt x="251" y="485"/>
                  </a:cubicBezTo>
                  <a:cubicBezTo>
                    <a:pt x="519" y="787"/>
                    <a:pt x="1021" y="1155"/>
                    <a:pt x="1339" y="1239"/>
                  </a:cubicBezTo>
                  <a:lnTo>
                    <a:pt x="1707" y="921"/>
                  </a:lnTo>
                  <a:cubicBezTo>
                    <a:pt x="920" y="686"/>
                    <a:pt x="452" y="151"/>
                    <a:pt x="334" y="34"/>
                  </a:cubicBezTo>
                  <a:cubicBezTo>
                    <a:pt x="309" y="11"/>
                    <a:pt x="281" y="1"/>
                    <a:pt x="254"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6" name="Google Shape;11131;p31">
              <a:extLst>
                <a:ext uri="{FF2B5EF4-FFF2-40B4-BE49-F238E27FC236}">
                  <a16:creationId xmlns:a16="http://schemas.microsoft.com/office/drawing/2014/main" id="{23F934A9-09B9-D16F-5C32-AC6ED742CC01}"/>
                </a:ext>
              </a:extLst>
            </p:cNvPr>
            <p:cNvSpPr/>
            <p:nvPr/>
          </p:nvSpPr>
          <p:spPr>
            <a:xfrm>
              <a:off x="3435149" y="2222708"/>
              <a:ext cx="92324" cy="135704"/>
            </a:xfrm>
            <a:custGeom>
              <a:avLst/>
              <a:gdLst/>
              <a:ahLst/>
              <a:cxnLst/>
              <a:rect l="l" t="t" r="r" b="b"/>
              <a:pathLst>
                <a:path w="1228" h="1805" extrusionOk="0">
                  <a:moveTo>
                    <a:pt x="225" y="1"/>
                  </a:moveTo>
                  <a:cubicBezTo>
                    <a:pt x="65" y="1"/>
                    <a:pt x="1" y="268"/>
                    <a:pt x="89" y="382"/>
                  </a:cubicBezTo>
                  <a:cubicBezTo>
                    <a:pt x="207" y="533"/>
                    <a:pt x="658" y="1001"/>
                    <a:pt x="642" y="1621"/>
                  </a:cubicBezTo>
                  <a:lnTo>
                    <a:pt x="1228" y="1805"/>
                  </a:lnTo>
                  <a:cubicBezTo>
                    <a:pt x="1161" y="1236"/>
                    <a:pt x="843" y="449"/>
                    <a:pt x="407" y="97"/>
                  </a:cubicBezTo>
                  <a:cubicBezTo>
                    <a:pt x="338" y="28"/>
                    <a:pt x="277" y="1"/>
                    <a:pt x="225"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7" name="Google Shape;11132;p31">
              <a:extLst>
                <a:ext uri="{FF2B5EF4-FFF2-40B4-BE49-F238E27FC236}">
                  <a16:creationId xmlns:a16="http://schemas.microsoft.com/office/drawing/2014/main" id="{D62F2F4A-CDE8-F0C3-FACC-45C74E3FD92D}"/>
                </a:ext>
              </a:extLst>
            </p:cNvPr>
            <p:cNvSpPr/>
            <p:nvPr/>
          </p:nvSpPr>
          <p:spPr>
            <a:xfrm>
              <a:off x="3361168" y="2277216"/>
              <a:ext cx="168860" cy="166830"/>
            </a:xfrm>
            <a:custGeom>
              <a:avLst/>
              <a:gdLst/>
              <a:ahLst/>
              <a:cxnLst/>
              <a:rect l="l" t="t" r="r" b="b"/>
              <a:pathLst>
                <a:path w="2246" h="2219" extrusionOk="0">
                  <a:moveTo>
                    <a:pt x="551" y="0"/>
                  </a:moveTo>
                  <a:cubicBezTo>
                    <a:pt x="328" y="0"/>
                    <a:pt x="1" y="1111"/>
                    <a:pt x="186" y="1482"/>
                  </a:cubicBezTo>
                  <a:cubicBezTo>
                    <a:pt x="236" y="1632"/>
                    <a:pt x="806" y="2118"/>
                    <a:pt x="1576" y="2218"/>
                  </a:cubicBezTo>
                  <a:lnTo>
                    <a:pt x="2245" y="1063"/>
                  </a:lnTo>
                  <a:cubicBezTo>
                    <a:pt x="2245" y="1063"/>
                    <a:pt x="2145" y="661"/>
                    <a:pt x="1576" y="276"/>
                  </a:cubicBezTo>
                  <a:cubicBezTo>
                    <a:pt x="1576" y="276"/>
                    <a:pt x="1470" y="315"/>
                    <a:pt x="1311" y="315"/>
                  </a:cubicBezTo>
                  <a:cubicBezTo>
                    <a:pt x="1122" y="315"/>
                    <a:pt x="859" y="261"/>
                    <a:pt x="605" y="25"/>
                  </a:cubicBezTo>
                  <a:cubicBezTo>
                    <a:pt x="588" y="8"/>
                    <a:pt x="570" y="0"/>
                    <a:pt x="551"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8" name="Google Shape;11133;p31">
              <a:extLst>
                <a:ext uri="{FF2B5EF4-FFF2-40B4-BE49-F238E27FC236}">
                  <a16:creationId xmlns:a16="http://schemas.microsoft.com/office/drawing/2014/main" id="{824E6043-D128-4881-3CFC-B0CE4B01C6AC}"/>
                </a:ext>
              </a:extLst>
            </p:cNvPr>
            <p:cNvSpPr/>
            <p:nvPr/>
          </p:nvSpPr>
          <p:spPr>
            <a:xfrm>
              <a:off x="3347410" y="2228723"/>
              <a:ext cx="94504" cy="89467"/>
            </a:xfrm>
            <a:custGeom>
              <a:avLst/>
              <a:gdLst/>
              <a:ahLst/>
              <a:cxnLst/>
              <a:rect l="l" t="t" r="r" b="b"/>
              <a:pathLst>
                <a:path w="1257" h="1190" extrusionOk="0">
                  <a:moveTo>
                    <a:pt x="327" y="0"/>
                  </a:moveTo>
                  <a:cubicBezTo>
                    <a:pt x="199" y="0"/>
                    <a:pt x="1" y="171"/>
                    <a:pt x="135" y="386"/>
                  </a:cubicBezTo>
                  <a:cubicBezTo>
                    <a:pt x="286" y="670"/>
                    <a:pt x="620" y="1105"/>
                    <a:pt x="871" y="1189"/>
                  </a:cubicBezTo>
                  <a:lnTo>
                    <a:pt x="1256" y="938"/>
                  </a:lnTo>
                  <a:cubicBezTo>
                    <a:pt x="670" y="670"/>
                    <a:pt x="470" y="168"/>
                    <a:pt x="403" y="34"/>
                  </a:cubicBezTo>
                  <a:cubicBezTo>
                    <a:pt x="386" y="11"/>
                    <a:pt x="358" y="0"/>
                    <a:pt x="327"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9" name="Google Shape;11134;p31">
              <a:extLst>
                <a:ext uri="{FF2B5EF4-FFF2-40B4-BE49-F238E27FC236}">
                  <a16:creationId xmlns:a16="http://schemas.microsoft.com/office/drawing/2014/main" id="{E292E085-C019-E72E-9D58-AA0923B2AE10}"/>
                </a:ext>
              </a:extLst>
            </p:cNvPr>
            <p:cNvSpPr/>
            <p:nvPr/>
          </p:nvSpPr>
          <p:spPr>
            <a:xfrm>
              <a:off x="3316434" y="2251880"/>
              <a:ext cx="104053" cy="92700"/>
            </a:xfrm>
            <a:custGeom>
              <a:avLst/>
              <a:gdLst/>
              <a:ahLst/>
              <a:cxnLst/>
              <a:rect l="l" t="t" r="r" b="b"/>
              <a:pathLst>
                <a:path w="1384" h="1233" extrusionOk="0">
                  <a:moveTo>
                    <a:pt x="255" y="1"/>
                  </a:moveTo>
                  <a:cubicBezTo>
                    <a:pt x="141" y="1"/>
                    <a:pt x="1" y="221"/>
                    <a:pt x="162" y="463"/>
                  </a:cubicBezTo>
                  <a:cubicBezTo>
                    <a:pt x="363" y="731"/>
                    <a:pt x="714" y="1149"/>
                    <a:pt x="982" y="1233"/>
                  </a:cubicBezTo>
                  <a:lnTo>
                    <a:pt x="1384" y="965"/>
                  </a:lnTo>
                  <a:cubicBezTo>
                    <a:pt x="714" y="697"/>
                    <a:pt x="413" y="161"/>
                    <a:pt x="329" y="44"/>
                  </a:cubicBezTo>
                  <a:cubicBezTo>
                    <a:pt x="309" y="14"/>
                    <a:pt x="283" y="1"/>
                    <a:pt x="255" y="1"/>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0" name="Google Shape;11135;p31">
              <a:extLst>
                <a:ext uri="{FF2B5EF4-FFF2-40B4-BE49-F238E27FC236}">
                  <a16:creationId xmlns:a16="http://schemas.microsoft.com/office/drawing/2014/main" id="{89A8356C-7C3F-7EC0-B8C5-ED4979922E0C}"/>
                </a:ext>
              </a:extLst>
            </p:cNvPr>
            <p:cNvSpPr/>
            <p:nvPr/>
          </p:nvSpPr>
          <p:spPr>
            <a:xfrm>
              <a:off x="3310795" y="2315635"/>
              <a:ext cx="128562" cy="93151"/>
            </a:xfrm>
            <a:custGeom>
              <a:avLst/>
              <a:gdLst/>
              <a:ahLst/>
              <a:cxnLst/>
              <a:rect l="l" t="t" r="r" b="b"/>
              <a:pathLst>
                <a:path w="1710" h="1239" extrusionOk="0">
                  <a:moveTo>
                    <a:pt x="253" y="0"/>
                  </a:moveTo>
                  <a:cubicBezTo>
                    <a:pt x="134" y="0"/>
                    <a:pt x="0" y="249"/>
                    <a:pt x="237" y="485"/>
                  </a:cubicBezTo>
                  <a:cubicBezTo>
                    <a:pt x="521" y="786"/>
                    <a:pt x="1024" y="1155"/>
                    <a:pt x="1325" y="1238"/>
                  </a:cubicBezTo>
                  <a:lnTo>
                    <a:pt x="1710" y="937"/>
                  </a:lnTo>
                  <a:cubicBezTo>
                    <a:pt x="906" y="686"/>
                    <a:pt x="454" y="150"/>
                    <a:pt x="321" y="33"/>
                  </a:cubicBezTo>
                  <a:cubicBezTo>
                    <a:pt x="301" y="11"/>
                    <a:pt x="277" y="0"/>
                    <a:pt x="253" y="0"/>
                  </a:cubicBezTo>
                  <a:close/>
                </a:path>
              </a:pathLst>
            </a:custGeom>
            <a:solidFill>
              <a:srgbClr val="FFB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Pizza Restaurant Campaign to Celebrate Salami and Pepperoni Day by Slidesgo">
  <a:themeElements>
    <a:clrScheme name="Simple Light">
      <a:dk1>
        <a:srgbClr val="434343"/>
      </a:dk1>
      <a:lt1>
        <a:srgbClr val="FFF9E8"/>
      </a:lt1>
      <a:dk2>
        <a:srgbClr val="FFE2A9"/>
      </a:dk2>
      <a:lt2>
        <a:srgbClr val="FF3964"/>
      </a:lt2>
      <a:accent1>
        <a:srgbClr val="B7AE42"/>
      </a:accent1>
      <a:accent2>
        <a:srgbClr val="F4CE89"/>
      </a:accent2>
      <a:accent3>
        <a:srgbClr val="AD442F"/>
      </a:accent3>
      <a:accent4>
        <a:srgbClr val="84281F"/>
      </a:accent4>
      <a:accent5>
        <a:srgbClr val="DD5845"/>
      </a:accent5>
      <a:accent6>
        <a:srgbClr val="FFFFFF"/>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TotalTime>
  <Words>1450</Words>
  <Application>Microsoft Office PowerPoint</Application>
  <PresentationFormat>On-screen Show (16:9)</PresentationFormat>
  <Paragraphs>139</Paragraphs>
  <Slides>17</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Grandstander Black</vt:lpstr>
      <vt:lpstr>Grandstander</vt:lpstr>
      <vt:lpstr>Bebas Neue</vt:lpstr>
      <vt:lpstr>Arial</vt:lpstr>
      <vt:lpstr>Epilogue</vt:lpstr>
      <vt:lpstr>Epilogue Black</vt:lpstr>
      <vt:lpstr>Calibri</vt:lpstr>
      <vt:lpstr>Pizza Restaurant Campaign to Celebrate Salami and Pepperoni Day by Slidesgo</vt:lpstr>
      <vt:lpstr>PIZZA Sales</vt:lpstr>
      <vt:lpstr>Introduction </vt:lpstr>
      <vt:lpstr>01</vt:lpstr>
      <vt:lpstr>Project Objective</vt:lpstr>
      <vt:lpstr>PowerPoint Presentation</vt:lpstr>
      <vt:lpstr>SQL QUERIES</vt:lpstr>
      <vt:lpstr>PowerPoint Presentation</vt:lpstr>
      <vt:lpstr>01</vt:lpstr>
      <vt:lpstr>01</vt:lpstr>
      <vt:lpstr>D. % of Sales by Pizza Category SELECT      pizza_category,      SUM(total_price) AS Total_Sales,      SUM(total_price) * 100 / (SELECT SUM(total_price) FROM pizza_sales_excel_file WHERE MONTH(STR_TO_DATE(order_date, '%d-%m-%Y')) = 1) AS PCT FROM pizza_sales_excel_file WHERE MONTH(STR_TO_DATE(order_date, '%d-%m-%Y')) = 1  GROUP BY pizza_category;</vt:lpstr>
      <vt:lpstr>01</vt:lpstr>
      <vt:lpstr>01</vt:lpstr>
      <vt:lpstr>01</vt:lpstr>
      <vt:lpstr>PowerPoint Presentation</vt:lpstr>
      <vt:lpstr>PowerPoint Presentation</vt:lpstr>
      <vt:lpstr>Insights and Findings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ankit shrivas</cp:lastModifiedBy>
  <cp:revision>1</cp:revision>
  <dcterms:modified xsi:type="dcterms:W3CDTF">2025-02-14T05:42:53Z</dcterms:modified>
</cp:coreProperties>
</file>